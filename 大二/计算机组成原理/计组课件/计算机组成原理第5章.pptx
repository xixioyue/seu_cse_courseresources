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3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notesSlides/notesSlide4.xml" ContentType="application/vnd.openxmlformats-officedocument.presentationml.notesSlide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notesSlides/notesSlide5.xml" ContentType="application/vnd.openxmlformats-officedocument.presentationml.notesSlide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notesSlides/notesSlide6.xml" ContentType="application/vnd.openxmlformats-officedocument.presentationml.notesSlide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notesSlides/notesSlide7.xml" ContentType="application/vnd.openxmlformats-officedocument.presentationml.notesSlide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notesSlides/notesSlide8.xml" ContentType="application/vnd.openxmlformats-officedocument.presentationml.notesSlide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notesSlides/notesSlide9.xml" ContentType="application/vnd.openxmlformats-officedocument.presentationml.notesSlide+xml"/>
  <Override PartName="/ppt/tags/tag757.xml" ContentType="application/vnd.openxmlformats-officedocument.presentationml.tags+xml"/>
  <Override PartName="/ppt/notesSlides/notesSlide10.xml" ContentType="application/vnd.openxmlformats-officedocument.presentationml.notesSlide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notesSlides/notesSlide11.xml" ContentType="application/vnd.openxmlformats-officedocument.presentationml.notesSlide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notesSlides/notesSlide12.xml" ContentType="application/vnd.openxmlformats-officedocument.presentationml.notesSlide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notesSlides/notesSlide13.xml" ContentType="application/vnd.openxmlformats-officedocument.presentationml.notesSlide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notesSlides/notesSlide14.xml" ContentType="application/vnd.openxmlformats-officedocument.presentationml.notesSlide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notesSlides/notesSlide15.xml" ContentType="application/vnd.openxmlformats-officedocument.presentationml.notesSlide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notesSlides/notesSlide16.xml" ContentType="application/vnd.openxmlformats-officedocument.presentationml.notesSlide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notesSlides/notesSlide17.xml" ContentType="application/vnd.openxmlformats-officedocument.presentationml.notesSlide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tags/tag1777.xml" ContentType="application/vnd.openxmlformats-officedocument.presentationml.tags+xml"/>
  <Override PartName="/ppt/notesSlides/notesSlide18.xml" ContentType="application/vnd.openxmlformats-officedocument.presentationml.notesSlide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2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8.xml" ContentType="application/vnd.openxmlformats-officedocument.presentationml.tags+xml"/>
  <Override PartName="/ppt/tags/tag178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4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0.xml" ContentType="application/vnd.openxmlformats-officedocument.presentationml.tags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6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29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tags/tag1832.xml" ContentType="application/vnd.openxmlformats-officedocument.presentationml.tags+xml"/>
  <Override PartName="/ppt/tags/tag1833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7.xml" ContentType="application/vnd.openxmlformats-officedocument.presentationml.tags+xml"/>
  <Override PartName="/ppt/tags/tag1838.xml" ContentType="application/vnd.openxmlformats-officedocument.presentationml.tags+xml"/>
  <Override PartName="/ppt/tags/tag1839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3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49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2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tags/tag1858.xml" ContentType="application/vnd.openxmlformats-officedocument.presentationml.tags+xml"/>
  <Override PartName="/ppt/tags/tag1859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3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7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2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79.xml" ContentType="application/vnd.openxmlformats-officedocument.presentationml.tag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notesSlides/notesSlide19.xml" ContentType="application/vnd.openxmlformats-officedocument.presentationml.notesSlide+xml"/>
  <Override PartName="/ppt/tags/tag1883.xml" ContentType="application/vnd.openxmlformats-officedocument.presentationml.tags+xml"/>
  <Override PartName="/ppt/tags/tag1884.xml" ContentType="application/vnd.openxmlformats-officedocument.presentationml.tags+xml"/>
  <Override PartName="/ppt/tags/tag1885.xml" ContentType="application/vnd.openxmlformats-officedocument.presentationml.tags+xml"/>
  <Override PartName="/ppt/notesSlides/notesSlide20.xml" ContentType="application/vnd.openxmlformats-officedocument.presentationml.notesSlide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8.xml" ContentType="application/vnd.openxmlformats-officedocument.presentationml.tags+xml"/>
  <Override PartName="/ppt/tags/tag18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3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899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tags/tag1908.xml" ContentType="application/vnd.openxmlformats-officedocument.presentationml.tags+xml"/>
  <Override PartName="/ppt/tags/tag1909.xml" ContentType="application/vnd.openxmlformats-officedocument.presentationml.tags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notesSlides/notesSlide21.xml" ContentType="application/vnd.openxmlformats-officedocument.presentationml.notesSlide+xml"/>
  <Override PartName="/ppt/tags/tag1914.xml" ContentType="application/vnd.openxmlformats-officedocument.presentationml.tags+xml"/>
  <Override PartName="/ppt/notesSlides/notesSlide22.xml" ContentType="application/vnd.openxmlformats-officedocument.presentationml.notesSlide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7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0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tags/tag1934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8.xml" ContentType="application/vnd.openxmlformats-officedocument.presentationml.tags+xml"/>
  <Override PartName="/ppt/tags/tag1939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4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0.xml" ContentType="application/vnd.openxmlformats-officedocument.presentationml.tags+xml"/>
  <Override PartName="/ppt/notesSlides/notesSlide25.xml" ContentType="application/vnd.openxmlformats-officedocument.presentationml.notesSlide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1953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7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notesSlides/notesSlide33.xml" ContentType="application/vnd.openxmlformats-officedocument.presentationml.notesSlide+xml"/>
  <Override PartName="/ppt/tags/tag1960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1961.xml" ContentType="application/vnd.openxmlformats-officedocument.presentationml.tags+xml"/>
  <Override PartName="/ppt/tags/tag1962.xml" ContentType="application/vnd.openxmlformats-officedocument.presentationml.tags+xml"/>
  <Override PartName="/ppt/notesSlides/notesSlide36.xml" ContentType="application/vnd.openxmlformats-officedocument.presentationml.notesSlide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6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tags/tag1970.xml" ContentType="application/vnd.openxmlformats-officedocument.presentationml.tags+xml"/>
  <Override PartName="/ppt/tags/tag1971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7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4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89.xml" ContentType="application/vnd.openxmlformats-officedocument.presentationml.tags+xml"/>
  <Override PartName="/ppt/tags/tag1990.xml" ContentType="application/vnd.openxmlformats-officedocument.presentationml.tag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3.xml" ContentType="application/vnd.openxmlformats-officedocument.presentationml.tags+xml"/>
  <Override PartName="/ppt/tags/tag1994.xml" ContentType="application/vnd.openxmlformats-officedocument.presentationml.tags+xml"/>
  <Override PartName="/ppt/tags/tag1995.xml" ContentType="application/vnd.openxmlformats-officedocument.presentationml.tags+xml"/>
  <Override PartName="/ppt/tags/tag1996.xml" ContentType="application/vnd.openxmlformats-officedocument.presentationml.tags+xml"/>
  <Override PartName="/ppt/tags/tag1997.xml" ContentType="application/vnd.openxmlformats-officedocument.presentationml.tags+xml"/>
  <Override PartName="/ppt/tags/tag1998.xml" ContentType="application/vnd.openxmlformats-officedocument.presentationml.tags+xml"/>
  <Override PartName="/ppt/tags/tag1999.xml" ContentType="application/vnd.openxmlformats-officedocument.presentationml.tags+xml"/>
  <Override PartName="/ppt/tags/tag2000.xml" ContentType="application/vnd.openxmlformats-officedocument.presentationml.tags+xml"/>
  <Override PartName="/ppt/tags/tag2001.xml" ContentType="application/vnd.openxmlformats-officedocument.presentationml.tags+xml"/>
  <Override PartName="/ppt/tags/tag2002.xml" ContentType="application/vnd.openxmlformats-officedocument.presentationml.tags+xml"/>
  <Override PartName="/ppt/tags/tag2003.xml" ContentType="application/vnd.openxmlformats-officedocument.presentationml.tags+xml"/>
  <Override PartName="/ppt/tags/tag2004.xml" ContentType="application/vnd.openxmlformats-officedocument.presentationml.tags+xml"/>
  <Override PartName="/ppt/tags/tag2005.xml" ContentType="application/vnd.openxmlformats-officedocument.presentationml.tags+xml"/>
  <Override PartName="/ppt/tags/tag2006.xml" ContentType="application/vnd.openxmlformats-officedocument.presentationml.tags+xml"/>
  <Override PartName="/ppt/tags/tag2007.xml" ContentType="application/vnd.openxmlformats-officedocument.presentationml.tags+xml"/>
  <Override PartName="/ppt/tags/tag2008.xml" ContentType="application/vnd.openxmlformats-officedocument.presentationml.tags+xml"/>
  <Override PartName="/ppt/tags/tag2009.xml" ContentType="application/vnd.openxmlformats-officedocument.presentationml.tags+xml"/>
  <Override PartName="/ppt/tags/tag2010.xml" ContentType="application/vnd.openxmlformats-officedocument.presentationml.tags+xml"/>
  <Override PartName="/ppt/tags/tag2011.xml" ContentType="application/vnd.openxmlformats-officedocument.presentationml.tags+xml"/>
  <Override PartName="/ppt/tags/tag2012.xml" ContentType="application/vnd.openxmlformats-officedocument.presentationml.tags+xml"/>
  <Override PartName="/ppt/tags/tag2013.xml" ContentType="application/vnd.openxmlformats-officedocument.presentationml.tags+xml"/>
  <Override PartName="/ppt/tags/tag2014.xml" ContentType="application/vnd.openxmlformats-officedocument.presentationml.tags+xml"/>
  <Override PartName="/ppt/tags/tag2015.xml" ContentType="application/vnd.openxmlformats-officedocument.presentationml.tags+xml"/>
  <Override PartName="/ppt/tags/tag2016.xml" ContentType="application/vnd.openxmlformats-officedocument.presentationml.tags+xml"/>
  <Override PartName="/ppt/tags/tag2017.xml" ContentType="application/vnd.openxmlformats-officedocument.presentationml.tags+xml"/>
  <Override PartName="/ppt/tags/tag2018.xml" ContentType="application/vnd.openxmlformats-officedocument.presentationml.tags+xml"/>
  <Override PartName="/ppt/tags/tag2019.xml" ContentType="application/vnd.openxmlformats-officedocument.presentationml.tags+xml"/>
  <Override PartName="/ppt/tags/tag2020.xml" ContentType="application/vnd.openxmlformats-officedocument.presentationml.tags+xml"/>
  <Override PartName="/ppt/tags/tag2021.xml" ContentType="application/vnd.openxmlformats-officedocument.presentationml.tags+xml"/>
  <Override PartName="/ppt/tags/tag2022.xml" ContentType="application/vnd.openxmlformats-officedocument.presentationml.tags+xml"/>
  <Override PartName="/ppt/tags/tag2023.xml" ContentType="application/vnd.openxmlformats-officedocument.presentationml.tags+xml"/>
  <Override PartName="/ppt/tags/tag2024.xml" ContentType="application/vnd.openxmlformats-officedocument.presentationml.tags+xml"/>
  <Override PartName="/ppt/tags/tag2025.xml" ContentType="application/vnd.openxmlformats-officedocument.presentationml.tags+xml"/>
  <Override PartName="/ppt/tags/tag2026.xml" ContentType="application/vnd.openxmlformats-officedocument.presentationml.tags+xml"/>
  <Override PartName="/ppt/tags/tag2027.xml" ContentType="application/vnd.openxmlformats-officedocument.presentationml.tags+xml"/>
  <Override PartName="/ppt/tags/tag2028.xml" ContentType="application/vnd.openxmlformats-officedocument.presentationml.tags+xml"/>
  <Override PartName="/ppt/tags/tag2029.xml" ContentType="application/vnd.openxmlformats-officedocument.presentationml.tags+xml"/>
  <Override PartName="/ppt/notesSlides/notesSlide37.xml" ContentType="application/vnd.openxmlformats-officedocument.presentationml.notesSlide+xml"/>
  <Override PartName="/ppt/tags/tag2030.xml" ContentType="application/vnd.openxmlformats-officedocument.presentationml.tags+xml"/>
  <Override PartName="/ppt/tags/tag2031.xml" ContentType="application/vnd.openxmlformats-officedocument.presentationml.tags+xml"/>
  <Override PartName="/ppt/tags/tag2032.xml" ContentType="application/vnd.openxmlformats-officedocument.presentationml.tags+xml"/>
  <Override PartName="/ppt/tags/tag2033.xml" ContentType="application/vnd.openxmlformats-officedocument.presentationml.tags+xml"/>
  <Override PartName="/ppt/tags/tag2034.xml" ContentType="application/vnd.openxmlformats-officedocument.presentationml.tags+xml"/>
  <Override PartName="/ppt/tags/tag2035.xml" ContentType="application/vnd.openxmlformats-officedocument.presentationml.tags+xml"/>
  <Override PartName="/ppt/tags/tag2036.xml" ContentType="application/vnd.openxmlformats-officedocument.presentationml.tags+xml"/>
  <Override PartName="/ppt/tags/tag2037.xml" ContentType="application/vnd.openxmlformats-officedocument.presentationml.tags+xml"/>
  <Override PartName="/ppt/tags/tag2038.xml" ContentType="application/vnd.openxmlformats-officedocument.presentationml.tags+xml"/>
  <Override PartName="/ppt/tags/tag2039.xml" ContentType="application/vnd.openxmlformats-officedocument.presentationml.tags+xml"/>
  <Override PartName="/ppt/tags/tag2040.xml" ContentType="application/vnd.openxmlformats-officedocument.presentationml.tags+xml"/>
  <Override PartName="/ppt/tags/tag2041.xml" ContentType="application/vnd.openxmlformats-officedocument.presentationml.tags+xml"/>
  <Override PartName="/ppt/tags/tag2042.xml" ContentType="application/vnd.openxmlformats-officedocument.presentationml.tags+xml"/>
  <Override PartName="/ppt/tags/tag2043.xml" ContentType="application/vnd.openxmlformats-officedocument.presentationml.tags+xml"/>
  <Override PartName="/ppt/tags/tag2044.xml" ContentType="application/vnd.openxmlformats-officedocument.presentationml.tags+xml"/>
  <Override PartName="/ppt/tags/tag2045.xml" ContentType="application/vnd.openxmlformats-officedocument.presentationml.tags+xml"/>
  <Override PartName="/ppt/tags/tag2046.xml" ContentType="application/vnd.openxmlformats-officedocument.presentationml.tags+xml"/>
  <Override PartName="/ppt/tags/tag2047.xml" ContentType="application/vnd.openxmlformats-officedocument.presentationml.tags+xml"/>
  <Override PartName="/ppt/tags/tag2048.xml" ContentType="application/vnd.openxmlformats-officedocument.presentationml.tags+xml"/>
  <Override PartName="/ppt/tags/tag2049.xml" ContentType="application/vnd.openxmlformats-officedocument.presentationml.tags+xml"/>
  <Override PartName="/ppt/tags/tag2050.xml" ContentType="application/vnd.openxmlformats-officedocument.presentationml.tags+xml"/>
  <Override PartName="/ppt/tags/tag2051.xml" ContentType="application/vnd.openxmlformats-officedocument.presentationml.tags+xml"/>
  <Override PartName="/ppt/tags/tag2052.xml" ContentType="application/vnd.openxmlformats-officedocument.presentationml.tags+xml"/>
  <Override PartName="/ppt/tags/tag2053.xml" ContentType="application/vnd.openxmlformats-officedocument.presentationml.tags+xml"/>
  <Override PartName="/ppt/tags/tag2054.xml" ContentType="application/vnd.openxmlformats-officedocument.presentationml.tags+xml"/>
  <Override PartName="/ppt/tags/tag2055.xml" ContentType="application/vnd.openxmlformats-officedocument.presentationml.tags+xml"/>
  <Override PartName="/ppt/tags/tag2056.xml" ContentType="application/vnd.openxmlformats-officedocument.presentationml.tags+xml"/>
  <Override PartName="/ppt/tags/tag2057.xml" ContentType="application/vnd.openxmlformats-officedocument.presentationml.tags+xml"/>
  <Override PartName="/ppt/tags/tag2058.xml" ContentType="application/vnd.openxmlformats-officedocument.presentationml.tags+xml"/>
  <Override PartName="/ppt/tags/tag2059.xml" ContentType="application/vnd.openxmlformats-officedocument.presentationml.tags+xml"/>
  <Override PartName="/ppt/tags/tag2060.xml" ContentType="application/vnd.openxmlformats-officedocument.presentationml.tags+xml"/>
  <Override PartName="/ppt/tags/tag2061.xml" ContentType="application/vnd.openxmlformats-officedocument.presentationml.tags+xml"/>
  <Override PartName="/ppt/tags/tag2062.xml" ContentType="application/vnd.openxmlformats-officedocument.presentationml.tags+xml"/>
  <Override PartName="/ppt/tags/tag2063.xml" ContentType="application/vnd.openxmlformats-officedocument.presentationml.tags+xml"/>
  <Override PartName="/ppt/tags/tag2064.xml" ContentType="application/vnd.openxmlformats-officedocument.presentationml.tags+xml"/>
  <Override PartName="/ppt/tags/tag2065.xml" ContentType="application/vnd.openxmlformats-officedocument.presentationml.tags+xml"/>
  <Override PartName="/ppt/tags/tag2066.xml" ContentType="application/vnd.openxmlformats-officedocument.presentationml.tags+xml"/>
  <Override PartName="/ppt/tags/tag2067.xml" ContentType="application/vnd.openxmlformats-officedocument.presentationml.tags+xml"/>
  <Override PartName="/ppt/tags/tag2068.xml" ContentType="application/vnd.openxmlformats-officedocument.presentationml.tags+xml"/>
  <Override PartName="/ppt/tags/tag2069.xml" ContentType="application/vnd.openxmlformats-officedocument.presentationml.tags+xml"/>
  <Override PartName="/ppt/tags/tag2070.xml" ContentType="application/vnd.openxmlformats-officedocument.presentationml.tags+xml"/>
  <Override PartName="/ppt/tags/tag2071.xml" ContentType="application/vnd.openxmlformats-officedocument.presentationml.tags+xml"/>
  <Override PartName="/ppt/tags/tag2072.xml" ContentType="application/vnd.openxmlformats-officedocument.presentationml.tags+xml"/>
  <Override PartName="/ppt/tags/tag2073.xml" ContentType="application/vnd.openxmlformats-officedocument.presentationml.tags+xml"/>
  <Override PartName="/ppt/tags/tag2074.xml" ContentType="application/vnd.openxmlformats-officedocument.presentationml.tags+xml"/>
  <Override PartName="/ppt/tags/tag2075.xml" ContentType="application/vnd.openxmlformats-officedocument.presentationml.tags+xml"/>
  <Override PartName="/ppt/tags/tag2076.xml" ContentType="application/vnd.openxmlformats-officedocument.presentationml.tags+xml"/>
  <Override PartName="/ppt/tags/tag2077.xml" ContentType="application/vnd.openxmlformats-officedocument.presentationml.tags+xml"/>
  <Override PartName="/ppt/tags/tag2078.xml" ContentType="application/vnd.openxmlformats-officedocument.presentationml.tags+xml"/>
  <Override PartName="/ppt/tags/tag2079.xml" ContentType="application/vnd.openxmlformats-officedocument.presentationml.tags+xml"/>
  <Override PartName="/ppt/tags/tag2080.xml" ContentType="application/vnd.openxmlformats-officedocument.presentationml.tags+xml"/>
  <Override PartName="/ppt/tags/tag2081.xml" ContentType="application/vnd.openxmlformats-officedocument.presentationml.tags+xml"/>
  <Override PartName="/ppt/tags/tag2082.xml" ContentType="application/vnd.openxmlformats-officedocument.presentationml.tags+xml"/>
  <Override PartName="/ppt/tags/tag2083.xml" ContentType="application/vnd.openxmlformats-officedocument.presentationml.tags+xml"/>
  <Override PartName="/ppt/tags/tag2084.xml" ContentType="application/vnd.openxmlformats-officedocument.presentationml.tags+xml"/>
  <Override PartName="/ppt/tags/tag2085.xml" ContentType="application/vnd.openxmlformats-officedocument.presentationml.tags+xml"/>
  <Override PartName="/ppt/tags/tag2086.xml" ContentType="application/vnd.openxmlformats-officedocument.presentationml.tags+xml"/>
  <Override PartName="/ppt/tags/tag2087.xml" ContentType="application/vnd.openxmlformats-officedocument.presentationml.tags+xml"/>
  <Override PartName="/ppt/tags/tag2088.xml" ContentType="application/vnd.openxmlformats-officedocument.presentationml.tags+xml"/>
  <Override PartName="/ppt/tags/tag2089.xml" ContentType="application/vnd.openxmlformats-officedocument.presentationml.tags+xml"/>
  <Override PartName="/ppt/tags/tag2090.xml" ContentType="application/vnd.openxmlformats-officedocument.presentationml.tags+xml"/>
  <Override PartName="/ppt/tags/tag2091.xml" ContentType="application/vnd.openxmlformats-officedocument.presentationml.tags+xml"/>
  <Override PartName="/ppt/tags/tag2092.xml" ContentType="application/vnd.openxmlformats-officedocument.presentationml.tags+xml"/>
  <Override PartName="/ppt/tags/tag2093.xml" ContentType="application/vnd.openxmlformats-officedocument.presentationml.tags+xml"/>
  <Override PartName="/ppt/tags/tag2094.xml" ContentType="application/vnd.openxmlformats-officedocument.presentationml.tags+xml"/>
  <Override PartName="/ppt/tags/tag2095.xml" ContentType="application/vnd.openxmlformats-officedocument.presentationml.tags+xml"/>
  <Override PartName="/ppt/tags/tag2096.xml" ContentType="application/vnd.openxmlformats-officedocument.presentationml.tags+xml"/>
  <Override PartName="/ppt/tags/tag2097.xml" ContentType="application/vnd.openxmlformats-officedocument.presentationml.tags+xml"/>
  <Override PartName="/ppt/tags/tag2098.xml" ContentType="application/vnd.openxmlformats-officedocument.presentationml.tags+xml"/>
  <Override PartName="/ppt/tags/tag2099.xml" ContentType="application/vnd.openxmlformats-officedocument.presentationml.tags+xml"/>
  <Override PartName="/ppt/tags/tag2100.xml" ContentType="application/vnd.openxmlformats-officedocument.presentationml.tags+xml"/>
  <Override PartName="/ppt/tags/tag2101.xml" ContentType="application/vnd.openxmlformats-officedocument.presentationml.tags+xml"/>
  <Override PartName="/ppt/tags/tag2102.xml" ContentType="application/vnd.openxmlformats-officedocument.presentationml.tags+xml"/>
  <Override PartName="/ppt/tags/tag2103.xml" ContentType="application/vnd.openxmlformats-officedocument.presentationml.tags+xml"/>
  <Override PartName="/ppt/tags/tag2104.xml" ContentType="application/vnd.openxmlformats-officedocument.presentationml.tags+xml"/>
  <Override PartName="/ppt/tags/tag2105.xml" ContentType="application/vnd.openxmlformats-officedocument.presentationml.tags+xml"/>
  <Override PartName="/ppt/tags/tag2106.xml" ContentType="application/vnd.openxmlformats-officedocument.presentationml.tags+xml"/>
  <Override PartName="/ppt/tags/tag2107.xml" ContentType="application/vnd.openxmlformats-officedocument.presentationml.tags+xml"/>
  <Override PartName="/ppt/tags/tag2108.xml" ContentType="application/vnd.openxmlformats-officedocument.presentationml.tags+xml"/>
  <Override PartName="/ppt/tags/tag2109.xml" ContentType="application/vnd.openxmlformats-officedocument.presentationml.tags+xml"/>
  <Override PartName="/ppt/tags/tag2110.xml" ContentType="application/vnd.openxmlformats-officedocument.presentationml.tags+xml"/>
  <Override PartName="/ppt/tags/tag2111.xml" ContentType="application/vnd.openxmlformats-officedocument.presentationml.tags+xml"/>
  <Override PartName="/ppt/tags/tag2112.xml" ContentType="application/vnd.openxmlformats-officedocument.presentationml.tags+xml"/>
  <Override PartName="/ppt/tags/tag2113.xml" ContentType="application/vnd.openxmlformats-officedocument.presentationml.tags+xml"/>
  <Override PartName="/ppt/tags/tag2114.xml" ContentType="application/vnd.openxmlformats-officedocument.presentationml.tags+xml"/>
  <Override PartName="/ppt/tags/tag2115.xml" ContentType="application/vnd.openxmlformats-officedocument.presentationml.tags+xml"/>
  <Override PartName="/ppt/tags/tag2116.xml" ContentType="application/vnd.openxmlformats-officedocument.presentationml.tags+xml"/>
  <Override PartName="/ppt/tags/tag2117.xml" ContentType="application/vnd.openxmlformats-officedocument.presentationml.tags+xml"/>
  <Override PartName="/ppt/tags/tag2118.xml" ContentType="application/vnd.openxmlformats-officedocument.presentationml.tags+xml"/>
  <Override PartName="/ppt/tags/tag2119.xml" ContentType="application/vnd.openxmlformats-officedocument.presentationml.tags+xml"/>
  <Override PartName="/ppt/tags/tag2120.xml" ContentType="application/vnd.openxmlformats-officedocument.presentationml.tags+xml"/>
  <Override PartName="/ppt/tags/tag2121.xml" ContentType="application/vnd.openxmlformats-officedocument.presentationml.tags+xml"/>
  <Override PartName="/ppt/tags/tag2122.xml" ContentType="application/vnd.openxmlformats-officedocument.presentationml.tags+xml"/>
  <Override PartName="/ppt/tags/tag2123.xml" ContentType="application/vnd.openxmlformats-officedocument.presentationml.tags+xml"/>
  <Override PartName="/ppt/notesSlides/notesSlide38.xml" ContentType="application/vnd.openxmlformats-officedocument.presentationml.notesSlide+xml"/>
  <Override PartName="/ppt/tags/tag2124.xml" ContentType="application/vnd.openxmlformats-officedocument.presentationml.tags+xml"/>
  <Override PartName="/ppt/tags/tag2125.xml" ContentType="application/vnd.openxmlformats-officedocument.presentationml.tags+xml"/>
  <Override PartName="/ppt/tags/tag2126.xml" ContentType="application/vnd.openxmlformats-officedocument.presentationml.tags+xml"/>
  <Override PartName="/ppt/tags/tag2127.xml" ContentType="application/vnd.openxmlformats-officedocument.presentationml.tags+xml"/>
  <Override PartName="/ppt/tags/tag2128.xml" ContentType="application/vnd.openxmlformats-officedocument.presentationml.tags+xml"/>
  <Override PartName="/ppt/tags/tag2129.xml" ContentType="application/vnd.openxmlformats-officedocument.presentationml.tags+xml"/>
  <Override PartName="/ppt/tags/tag2130.xml" ContentType="application/vnd.openxmlformats-officedocument.presentationml.tags+xml"/>
  <Override PartName="/ppt/tags/tag2131.xml" ContentType="application/vnd.openxmlformats-officedocument.presentationml.tags+xml"/>
  <Override PartName="/ppt/tags/tag2132.xml" ContentType="application/vnd.openxmlformats-officedocument.presentationml.tags+xml"/>
  <Override PartName="/ppt/tags/tag2133.xml" ContentType="application/vnd.openxmlformats-officedocument.presentationml.tags+xml"/>
  <Override PartName="/ppt/tags/tag2134.xml" ContentType="application/vnd.openxmlformats-officedocument.presentationml.tags+xml"/>
  <Override PartName="/ppt/tags/tag2135.xml" ContentType="application/vnd.openxmlformats-officedocument.presentationml.tags+xml"/>
  <Override PartName="/ppt/notesSlides/notesSlide39.xml" ContentType="application/vnd.openxmlformats-officedocument.presentationml.notesSlide+xml"/>
  <Override PartName="/ppt/tags/tag2136.xml" ContentType="application/vnd.openxmlformats-officedocument.presentationml.tags+xml"/>
  <Override PartName="/ppt/tags/tag2137.xml" ContentType="application/vnd.openxmlformats-officedocument.presentationml.tags+xml"/>
  <Override PartName="/ppt/tags/tag2138.xml" ContentType="application/vnd.openxmlformats-officedocument.presentationml.tags+xml"/>
  <Override PartName="/ppt/tags/tag2139.xml" ContentType="application/vnd.openxmlformats-officedocument.presentationml.tags+xml"/>
  <Override PartName="/ppt/tags/tag2140.xml" ContentType="application/vnd.openxmlformats-officedocument.presentationml.tags+xml"/>
  <Override PartName="/ppt/tags/tag2141.xml" ContentType="application/vnd.openxmlformats-officedocument.presentationml.tags+xml"/>
  <Override PartName="/ppt/tags/tag2142.xml" ContentType="application/vnd.openxmlformats-officedocument.presentationml.tags+xml"/>
  <Override PartName="/ppt/tags/tag2143.xml" ContentType="application/vnd.openxmlformats-officedocument.presentationml.tags+xml"/>
  <Override PartName="/ppt/tags/tag2144.xml" ContentType="application/vnd.openxmlformats-officedocument.presentationml.tags+xml"/>
  <Override PartName="/ppt/tags/tag2145.xml" ContentType="application/vnd.openxmlformats-officedocument.presentationml.tags+xml"/>
  <Override PartName="/ppt/tags/tag2146.xml" ContentType="application/vnd.openxmlformats-officedocument.presentationml.tags+xml"/>
  <Override PartName="/ppt/tags/tag2147.xml" ContentType="application/vnd.openxmlformats-officedocument.presentationml.tags+xml"/>
  <Override PartName="/ppt/tags/tag2148.xml" ContentType="application/vnd.openxmlformats-officedocument.presentationml.tags+xml"/>
  <Override PartName="/ppt/tags/tag2149.xml" ContentType="application/vnd.openxmlformats-officedocument.presentationml.tags+xml"/>
  <Override PartName="/ppt/tags/tag2150.xml" ContentType="application/vnd.openxmlformats-officedocument.presentationml.tags+xml"/>
  <Override PartName="/ppt/tags/tag2151.xml" ContentType="application/vnd.openxmlformats-officedocument.presentationml.tags+xml"/>
  <Override PartName="/ppt/tags/tag2152.xml" ContentType="application/vnd.openxmlformats-officedocument.presentationml.tags+xml"/>
  <Override PartName="/ppt/tags/tag2153.xml" ContentType="application/vnd.openxmlformats-officedocument.presentationml.tags+xml"/>
  <Override PartName="/ppt/tags/tag2154.xml" ContentType="application/vnd.openxmlformats-officedocument.presentationml.tags+xml"/>
  <Override PartName="/ppt/tags/tag2155.xml" ContentType="application/vnd.openxmlformats-officedocument.presentationml.tags+xml"/>
  <Override PartName="/ppt/tags/tag2156.xml" ContentType="application/vnd.openxmlformats-officedocument.presentationml.tags+xml"/>
  <Override PartName="/ppt/tags/tag2157.xml" ContentType="application/vnd.openxmlformats-officedocument.presentationml.tags+xml"/>
  <Override PartName="/ppt/tags/tag2158.xml" ContentType="application/vnd.openxmlformats-officedocument.presentationml.tags+xml"/>
  <Override PartName="/ppt/tags/tag2159.xml" ContentType="application/vnd.openxmlformats-officedocument.presentationml.tags+xml"/>
  <Override PartName="/ppt/tags/tag2160.xml" ContentType="application/vnd.openxmlformats-officedocument.presentationml.tags+xml"/>
  <Override PartName="/ppt/tags/tag2161.xml" ContentType="application/vnd.openxmlformats-officedocument.presentationml.tags+xml"/>
  <Override PartName="/ppt/tags/tag2162.xml" ContentType="application/vnd.openxmlformats-officedocument.presentationml.tags+xml"/>
  <Override PartName="/ppt/tags/tag2163.xml" ContentType="application/vnd.openxmlformats-officedocument.presentationml.tags+xml"/>
  <Override PartName="/ppt/tags/tag2164.xml" ContentType="application/vnd.openxmlformats-officedocument.presentationml.tags+xml"/>
  <Override PartName="/ppt/tags/tag2165.xml" ContentType="application/vnd.openxmlformats-officedocument.presentationml.tags+xml"/>
  <Override PartName="/ppt/tags/tag2166.xml" ContentType="application/vnd.openxmlformats-officedocument.presentationml.tags+xml"/>
  <Override PartName="/ppt/tags/tag2167.xml" ContentType="application/vnd.openxmlformats-officedocument.presentationml.tags+xml"/>
  <Override PartName="/ppt/tags/tag2168.xml" ContentType="application/vnd.openxmlformats-officedocument.presentationml.tags+xml"/>
  <Override PartName="/ppt/tags/tag2169.xml" ContentType="application/vnd.openxmlformats-officedocument.presentationml.tags+xml"/>
  <Override PartName="/ppt/tags/tag2170.xml" ContentType="application/vnd.openxmlformats-officedocument.presentationml.tags+xml"/>
  <Override PartName="/ppt/tags/tag2171.xml" ContentType="application/vnd.openxmlformats-officedocument.presentationml.tags+xml"/>
  <Override PartName="/ppt/tags/tag2172.xml" ContentType="application/vnd.openxmlformats-officedocument.presentationml.tags+xml"/>
  <Override PartName="/ppt/tags/tag2173.xml" ContentType="application/vnd.openxmlformats-officedocument.presentationml.tags+xml"/>
  <Override PartName="/ppt/tags/tag2174.xml" ContentType="application/vnd.openxmlformats-officedocument.presentationml.tags+xml"/>
  <Override PartName="/ppt/tags/tag2175.xml" ContentType="application/vnd.openxmlformats-officedocument.presentationml.tags+xml"/>
  <Override PartName="/ppt/tags/tag2176.xml" ContentType="application/vnd.openxmlformats-officedocument.presentationml.tags+xml"/>
  <Override PartName="/ppt/tags/tag2177.xml" ContentType="application/vnd.openxmlformats-officedocument.presentationml.tags+xml"/>
  <Override PartName="/ppt/tags/tag2178.xml" ContentType="application/vnd.openxmlformats-officedocument.presentationml.tags+xml"/>
  <Override PartName="/ppt/tags/tag2179.xml" ContentType="application/vnd.openxmlformats-officedocument.presentationml.tags+xml"/>
  <Override PartName="/ppt/tags/tag2180.xml" ContentType="application/vnd.openxmlformats-officedocument.presentationml.tags+xml"/>
  <Override PartName="/ppt/tags/tag2181.xml" ContentType="application/vnd.openxmlformats-officedocument.presentationml.tags+xml"/>
  <Override PartName="/ppt/tags/tag2182.xml" ContentType="application/vnd.openxmlformats-officedocument.presentationml.tags+xml"/>
  <Override PartName="/ppt/tags/tag2183.xml" ContentType="application/vnd.openxmlformats-officedocument.presentationml.tags+xml"/>
  <Override PartName="/ppt/tags/tag2184.xml" ContentType="application/vnd.openxmlformats-officedocument.presentationml.tags+xml"/>
  <Override PartName="/ppt/tags/tag2185.xml" ContentType="application/vnd.openxmlformats-officedocument.presentationml.tags+xml"/>
  <Override PartName="/ppt/tags/tag2186.xml" ContentType="application/vnd.openxmlformats-officedocument.presentationml.tags+xml"/>
  <Override PartName="/ppt/tags/tag2187.xml" ContentType="application/vnd.openxmlformats-officedocument.presentationml.tags+xml"/>
  <Override PartName="/ppt/tags/tag2188.xml" ContentType="application/vnd.openxmlformats-officedocument.presentationml.tags+xml"/>
  <Override PartName="/ppt/tags/tag2189.xml" ContentType="application/vnd.openxmlformats-officedocument.presentationml.tags+xml"/>
  <Override PartName="/ppt/tags/tag2190.xml" ContentType="application/vnd.openxmlformats-officedocument.presentationml.tags+xml"/>
  <Override PartName="/ppt/tags/tag2191.xml" ContentType="application/vnd.openxmlformats-officedocument.presentationml.tags+xml"/>
  <Override PartName="/ppt/tags/tag2192.xml" ContentType="application/vnd.openxmlformats-officedocument.presentationml.tags+xml"/>
  <Override PartName="/ppt/tags/tag2193.xml" ContentType="application/vnd.openxmlformats-officedocument.presentationml.tags+xml"/>
  <Override PartName="/ppt/tags/tag2194.xml" ContentType="application/vnd.openxmlformats-officedocument.presentationml.tags+xml"/>
  <Override PartName="/ppt/tags/tag2195.xml" ContentType="application/vnd.openxmlformats-officedocument.presentationml.tags+xml"/>
  <Override PartName="/ppt/tags/tag2196.xml" ContentType="application/vnd.openxmlformats-officedocument.presentationml.tags+xml"/>
  <Override PartName="/ppt/tags/tag2197.xml" ContentType="application/vnd.openxmlformats-officedocument.presentationml.tags+xml"/>
  <Override PartName="/ppt/tags/tag2198.xml" ContentType="application/vnd.openxmlformats-officedocument.presentationml.tags+xml"/>
  <Override PartName="/ppt/tags/tag2199.xml" ContentType="application/vnd.openxmlformats-officedocument.presentationml.tags+xml"/>
  <Override PartName="/ppt/tags/tag2200.xml" ContentType="application/vnd.openxmlformats-officedocument.presentationml.tags+xml"/>
  <Override PartName="/ppt/tags/tag2201.xml" ContentType="application/vnd.openxmlformats-officedocument.presentationml.tags+xml"/>
  <Override PartName="/ppt/tags/tag2202.xml" ContentType="application/vnd.openxmlformats-officedocument.presentationml.tags+xml"/>
  <Override PartName="/ppt/tags/tag2203.xml" ContentType="application/vnd.openxmlformats-officedocument.presentationml.tags+xml"/>
  <Override PartName="/ppt/tags/tag2204.xml" ContentType="application/vnd.openxmlformats-officedocument.presentationml.tags+xml"/>
  <Override PartName="/ppt/tags/tag2205.xml" ContentType="application/vnd.openxmlformats-officedocument.presentationml.tags+xml"/>
  <Override PartName="/ppt/tags/tag2206.xml" ContentType="application/vnd.openxmlformats-officedocument.presentationml.tags+xml"/>
  <Override PartName="/ppt/tags/tag2207.xml" ContentType="application/vnd.openxmlformats-officedocument.presentationml.tags+xml"/>
  <Override PartName="/ppt/tags/tag2208.xml" ContentType="application/vnd.openxmlformats-officedocument.presentationml.tags+xml"/>
  <Override PartName="/ppt/tags/tag2209.xml" ContentType="application/vnd.openxmlformats-officedocument.presentationml.tags+xml"/>
  <Override PartName="/ppt/tags/tag2210.xml" ContentType="application/vnd.openxmlformats-officedocument.presentationml.tags+xml"/>
  <Override PartName="/ppt/tags/tag2211.xml" ContentType="application/vnd.openxmlformats-officedocument.presentationml.tags+xml"/>
  <Override PartName="/ppt/tags/tag2212.xml" ContentType="application/vnd.openxmlformats-officedocument.presentationml.tags+xml"/>
  <Override PartName="/ppt/tags/tag2213.xml" ContentType="application/vnd.openxmlformats-officedocument.presentationml.tags+xml"/>
  <Override PartName="/ppt/tags/tag2214.xml" ContentType="application/vnd.openxmlformats-officedocument.presentationml.tags+xml"/>
  <Override PartName="/ppt/tags/tag2215.xml" ContentType="application/vnd.openxmlformats-officedocument.presentationml.tags+xml"/>
  <Override PartName="/ppt/tags/tag2216.xml" ContentType="application/vnd.openxmlformats-officedocument.presentationml.tags+xml"/>
  <Override PartName="/ppt/tags/tag2217.xml" ContentType="application/vnd.openxmlformats-officedocument.presentationml.tags+xml"/>
  <Override PartName="/ppt/tags/tag2218.xml" ContentType="application/vnd.openxmlformats-officedocument.presentationml.tags+xml"/>
  <Override PartName="/ppt/tags/tag2219.xml" ContentType="application/vnd.openxmlformats-officedocument.presentationml.tags+xml"/>
  <Override PartName="/ppt/tags/tag2220.xml" ContentType="application/vnd.openxmlformats-officedocument.presentationml.tags+xml"/>
  <Override PartName="/ppt/tags/tag2221.xml" ContentType="application/vnd.openxmlformats-officedocument.presentationml.tags+xml"/>
  <Override PartName="/ppt/tags/tag2222.xml" ContentType="application/vnd.openxmlformats-officedocument.presentationml.tags+xml"/>
  <Override PartName="/ppt/tags/tag2223.xml" ContentType="application/vnd.openxmlformats-officedocument.presentationml.tags+xml"/>
  <Override PartName="/ppt/tags/tag2224.xml" ContentType="application/vnd.openxmlformats-officedocument.presentationml.tags+xml"/>
  <Override PartName="/ppt/tags/tag2225.xml" ContentType="application/vnd.openxmlformats-officedocument.presentationml.tags+xml"/>
  <Override PartName="/ppt/tags/tag2226.xml" ContentType="application/vnd.openxmlformats-officedocument.presentationml.tags+xml"/>
  <Override PartName="/ppt/tags/tag2227.xml" ContentType="application/vnd.openxmlformats-officedocument.presentationml.tags+xml"/>
  <Override PartName="/ppt/tags/tag2228.xml" ContentType="application/vnd.openxmlformats-officedocument.presentationml.tags+xml"/>
  <Override PartName="/ppt/tags/tag2229.xml" ContentType="application/vnd.openxmlformats-officedocument.presentationml.tags+xml"/>
  <Override PartName="/ppt/tags/tag2230.xml" ContentType="application/vnd.openxmlformats-officedocument.presentationml.tags+xml"/>
  <Override PartName="/ppt/tags/tag2231.xml" ContentType="application/vnd.openxmlformats-officedocument.presentationml.tags+xml"/>
  <Override PartName="/ppt/tags/tag2232.xml" ContentType="application/vnd.openxmlformats-officedocument.presentationml.tags+xml"/>
  <Override PartName="/ppt/tags/tag2233.xml" ContentType="application/vnd.openxmlformats-officedocument.presentationml.tags+xml"/>
  <Override PartName="/ppt/tags/tag2234.xml" ContentType="application/vnd.openxmlformats-officedocument.presentationml.tags+xml"/>
  <Override PartName="/ppt/tags/tag2235.xml" ContentType="application/vnd.openxmlformats-officedocument.presentationml.tags+xml"/>
  <Override PartName="/ppt/tags/tag2236.xml" ContentType="application/vnd.openxmlformats-officedocument.presentationml.tags+xml"/>
  <Override PartName="/ppt/tags/tag2237.xml" ContentType="application/vnd.openxmlformats-officedocument.presentationml.tags+xml"/>
  <Override PartName="/ppt/tags/tag2238.xml" ContentType="application/vnd.openxmlformats-officedocument.presentationml.tags+xml"/>
  <Override PartName="/ppt/tags/tag2239.xml" ContentType="application/vnd.openxmlformats-officedocument.presentationml.tags+xml"/>
  <Override PartName="/ppt/tags/tag2240.xml" ContentType="application/vnd.openxmlformats-officedocument.presentationml.tags+xml"/>
  <Override PartName="/ppt/tags/tag2241.xml" ContentType="application/vnd.openxmlformats-officedocument.presentationml.tags+xml"/>
  <Override PartName="/ppt/tags/tag2242.xml" ContentType="application/vnd.openxmlformats-officedocument.presentationml.tags+xml"/>
  <Override PartName="/ppt/tags/tag2243.xml" ContentType="application/vnd.openxmlformats-officedocument.presentationml.tags+xml"/>
  <Override PartName="/ppt/tags/tag2244.xml" ContentType="application/vnd.openxmlformats-officedocument.presentationml.tags+xml"/>
  <Override PartName="/ppt/tags/tag2245.xml" ContentType="application/vnd.openxmlformats-officedocument.presentationml.tags+xml"/>
  <Override PartName="/ppt/tags/tag2246.xml" ContentType="application/vnd.openxmlformats-officedocument.presentationml.tags+xml"/>
  <Override PartName="/ppt/tags/tag2247.xml" ContentType="application/vnd.openxmlformats-officedocument.presentationml.tags+xml"/>
  <Override PartName="/ppt/tags/tag2248.xml" ContentType="application/vnd.openxmlformats-officedocument.presentationml.tags+xml"/>
  <Override PartName="/ppt/tags/tag2249.xml" ContentType="application/vnd.openxmlformats-officedocument.presentationml.tags+xml"/>
  <Override PartName="/ppt/tags/tag2250.xml" ContentType="application/vnd.openxmlformats-officedocument.presentationml.tags+xml"/>
  <Override PartName="/ppt/tags/tag2251.xml" ContentType="application/vnd.openxmlformats-officedocument.presentationml.tags+xml"/>
  <Override PartName="/ppt/tags/tag2252.xml" ContentType="application/vnd.openxmlformats-officedocument.presentationml.tags+xml"/>
  <Override PartName="/ppt/tags/tag2253.xml" ContentType="application/vnd.openxmlformats-officedocument.presentationml.tags+xml"/>
  <Override PartName="/ppt/tags/tag2254.xml" ContentType="application/vnd.openxmlformats-officedocument.presentationml.tags+xml"/>
  <Override PartName="/ppt/tags/tag2255.xml" ContentType="application/vnd.openxmlformats-officedocument.presentationml.tags+xml"/>
  <Override PartName="/ppt/tags/tag2256.xml" ContentType="application/vnd.openxmlformats-officedocument.presentationml.tags+xml"/>
  <Override PartName="/ppt/tags/tag2257.xml" ContentType="application/vnd.openxmlformats-officedocument.presentationml.tags+xml"/>
  <Override PartName="/ppt/tags/tag2258.xml" ContentType="application/vnd.openxmlformats-officedocument.presentationml.tags+xml"/>
  <Override PartName="/ppt/tags/tag2259.xml" ContentType="application/vnd.openxmlformats-officedocument.presentationml.tags+xml"/>
  <Override PartName="/ppt/tags/tag2260.xml" ContentType="application/vnd.openxmlformats-officedocument.presentationml.tags+xml"/>
  <Override PartName="/ppt/tags/tag2261.xml" ContentType="application/vnd.openxmlformats-officedocument.presentationml.tags+xml"/>
  <Override PartName="/ppt/tags/tag2262.xml" ContentType="application/vnd.openxmlformats-officedocument.presentationml.tags+xml"/>
  <Override PartName="/ppt/tags/tag2263.xml" ContentType="application/vnd.openxmlformats-officedocument.presentationml.tags+xml"/>
  <Override PartName="/ppt/tags/tag2264.xml" ContentType="application/vnd.openxmlformats-officedocument.presentationml.tags+xml"/>
  <Override PartName="/ppt/tags/tag2265.xml" ContentType="application/vnd.openxmlformats-officedocument.presentationml.tags+xml"/>
  <Override PartName="/ppt/tags/tag2266.xml" ContentType="application/vnd.openxmlformats-officedocument.presentationml.tags+xml"/>
  <Override PartName="/ppt/tags/tag2267.xml" ContentType="application/vnd.openxmlformats-officedocument.presentationml.tags+xml"/>
  <Override PartName="/ppt/tags/tag2268.xml" ContentType="application/vnd.openxmlformats-officedocument.presentationml.tags+xml"/>
  <Override PartName="/ppt/tags/tag2269.xml" ContentType="application/vnd.openxmlformats-officedocument.presentationml.tags+xml"/>
  <Override PartName="/ppt/tags/tag2270.xml" ContentType="application/vnd.openxmlformats-officedocument.presentationml.tags+xml"/>
  <Override PartName="/ppt/tags/tag2271.xml" ContentType="application/vnd.openxmlformats-officedocument.presentationml.tags+xml"/>
  <Override PartName="/ppt/tags/tag2272.xml" ContentType="application/vnd.openxmlformats-officedocument.presentationml.tags+xml"/>
  <Override PartName="/ppt/tags/tag2273.xml" ContentType="application/vnd.openxmlformats-officedocument.presentationml.tags+xml"/>
  <Override PartName="/ppt/tags/tag2274.xml" ContentType="application/vnd.openxmlformats-officedocument.presentationml.tags+xml"/>
  <Override PartName="/ppt/tags/tag2275.xml" ContentType="application/vnd.openxmlformats-officedocument.presentationml.tags+xml"/>
  <Override PartName="/ppt/tags/tag2276.xml" ContentType="application/vnd.openxmlformats-officedocument.presentationml.tags+xml"/>
  <Override PartName="/ppt/tags/tag2277.xml" ContentType="application/vnd.openxmlformats-officedocument.presentationml.tags+xml"/>
  <Override PartName="/ppt/tags/tag2278.xml" ContentType="application/vnd.openxmlformats-officedocument.presentationml.tags+xml"/>
  <Override PartName="/ppt/tags/tag2279.xml" ContentType="application/vnd.openxmlformats-officedocument.presentationml.tags+xml"/>
  <Override PartName="/ppt/tags/tag2280.xml" ContentType="application/vnd.openxmlformats-officedocument.presentationml.tags+xml"/>
  <Override PartName="/ppt/tags/tag2281.xml" ContentType="application/vnd.openxmlformats-officedocument.presentationml.tags+xml"/>
  <Override PartName="/ppt/tags/tag2282.xml" ContentType="application/vnd.openxmlformats-officedocument.presentationml.tags+xml"/>
  <Override PartName="/ppt/tags/tag2283.xml" ContentType="application/vnd.openxmlformats-officedocument.presentationml.tags+xml"/>
  <Override PartName="/ppt/tags/tag2284.xml" ContentType="application/vnd.openxmlformats-officedocument.presentationml.tags+xml"/>
  <Override PartName="/ppt/tags/tag2285.xml" ContentType="application/vnd.openxmlformats-officedocument.presentationml.tags+xml"/>
  <Override PartName="/ppt/tags/tag2286.xml" ContentType="application/vnd.openxmlformats-officedocument.presentationml.tags+xml"/>
  <Override PartName="/ppt/tags/tag2287.xml" ContentType="application/vnd.openxmlformats-officedocument.presentationml.tags+xml"/>
  <Override PartName="/ppt/tags/tag2288.xml" ContentType="application/vnd.openxmlformats-officedocument.presentationml.tags+xml"/>
  <Override PartName="/ppt/tags/tag2289.xml" ContentType="application/vnd.openxmlformats-officedocument.presentationml.tags+xml"/>
  <Override PartName="/ppt/tags/tag2290.xml" ContentType="application/vnd.openxmlformats-officedocument.presentationml.tags+xml"/>
  <Override PartName="/ppt/tags/tag2291.xml" ContentType="application/vnd.openxmlformats-officedocument.presentationml.tags+xml"/>
  <Override PartName="/ppt/tags/tag2292.xml" ContentType="application/vnd.openxmlformats-officedocument.presentationml.tags+xml"/>
  <Override PartName="/ppt/tags/tag2293.xml" ContentType="application/vnd.openxmlformats-officedocument.presentationml.tags+xml"/>
  <Override PartName="/ppt/tags/tag2294.xml" ContentType="application/vnd.openxmlformats-officedocument.presentationml.tags+xml"/>
  <Override PartName="/ppt/tags/tag2295.xml" ContentType="application/vnd.openxmlformats-officedocument.presentationml.tags+xml"/>
  <Override PartName="/ppt/tags/tag2296.xml" ContentType="application/vnd.openxmlformats-officedocument.presentationml.tags+xml"/>
  <Override PartName="/ppt/tags/tag2297.xml" ContentType="application/vnd.openxmlformats-officedocument.presentationml.tags+xml"/>
  <Override PartName="/ppt/tags/tag2298.xml" ContentType="application/vnd.openxmlformats-officedocument.presentationml.tags+xml"/>
  <Override PartName="/ppt/tags/tag2299.xml" ContentType="application/vnd.openxmlformats-officedocument.presentationml.tags+xml"/>
  <Override PartName="/ppt/tags/tag2300.xml" ContentType="application/vnd.openxmlformats-officedocument.presentationml.tags+xml"/>
  <Override PartName="/ppt/tags/tag2301.xml" ContentType="application/vnd.openxmlformats-officedocument.presentationml.tags+xml"/>
  <Override PartName="/ppt/tags/tag2302.xml" ContentType="application/vnd.openxmlformats-officedocument.presentationml.tags+xml"/>
  <Override PartName="/ppt/tags/tag2303.xml" ContentType="application/vnd.openxmlformats-officedocument.presentationml.tags+xml"/>
  <Override PartName="/ppt/tags/tag2304.xml" ContentType="application/vnd.openxmlformats-officedocument.presentationml.tags+xml"/>
  <Override PartName="/ppt/tags/tag2305.xml" ContentType="application/vnd.openxmlformats-officedocument.presentationml.tags+xml"/>
  <Override PartName="/ppt/tags/tag2306.xml" ContentType="application/vnd.openxmlformats-officedocument.presentationml.tags+xml"/>
  <Override PartName="/ppt/tags/tag2307.xml" ContentType="application/vnd.openxmlformats-officedocument.presentationml.tags+xml"/>
  <Override PartName="/ppt/tags/tag2308.xml" ContentType="application/vnd.openxmlformats-officedocument.presentationml.tags+xml"/>
  <Override PartName="/ppt/tags/tag2309.xml" ContentType="application/vnd.openxmlformats-officedocument.presentationml.tags+xml"/>
  <Override PartName="/ppt/tags/tag2310.xml" ContentType="application/vnd.openxmlformats-officedocument.presentationml.tags+xml"/>
  <Override PartName="/ppt/tags/tag2311.xml" ContentType="application/vnd.openxmlformats-officedocument.presentationml.tags+xml"/>
  <Override PartName="/ppt/tags/tag2312.xml" ContentType="application/vnd.openxmlformats-officedocument.presentationml.tags+xml"/>
  <Override PartName="/ppt/tags/tag2313.xml" ContentType="application/vnd.openxmlformats-officedocument.presentationml.tags+xml"/>
  <Override PartName="/ppt/tags/tag2314.xml" ContentType="application/vnd.openxmlformats-officedocument.presentationml.tags+xml"/>
  <Override PartName="/ppt/tags/tag2315.xml" ContentType="application/vnd.openxmlformats-officedocument.presentationml.tags+xml"/>
  <Override PartName="/ppt/tags/tag2316.xml" ContentType="application/vnd.openxmlformats-officedocument.presentationml.tags+xml"/>
  <Override PartName="/ppt/tags/tag2317.xml" ContentType="application/vnd.openxmlformats-officedocument.presentationml.tags+xml"/>
  <Override PartName="/ppt/tags/tag2318.xml" ContentType="application/vnd.openxmlformats-officedocument.presentationml.tags+xml"/>
  <Override PartName="/ppt/tags/tag2319.xml" ContentType="application/vnd.openxmlformats-officedocument.presentationml.tags+xml"/>
  <Override PartName="/ppt/tags/tag2320.xml" ContentType="application/vnd.openxmlformats-officedocument.presentationml.tags+xml"/>
  <Override PartName="/ppt/tags/tag2321.xml" ContentType="application/vnd.openxmlformats-officedocument.presentationml.tags+xml"/>
  <Override PartName="/ppt/tags/tag2322.xml" ContentType="application/vnd.openxmlformats-officedocument.presentationml.tags+xml"/>
  <Override PartName="/ppt/tags/tag2323.xml" ContentType="application/vnd.openxmlformats-officedocument.presentationml.tags+xml"/>
  <Override PartName="/ppt/tags/tag2324.xml" ContentType="application/vnd.openxmlformats-officedocument.presentationml.tags+xml"/>
  <Override PartName="/ppt/tags/tag2325.xml" ContentType="application/vnd.openxmlformats-officedocument.presentationml.tags+xml"/>
  <Override PartName="/ppt/tags/tag2326.xml" ContentType="application/vnd.openxmlformats-officedocument.presentationml.tags+xml"/>
  <Override PartName="/ppt/tags/tag2327.xml" ContentType="application/vnd.openxmlformats-officedocument.presentationml.tags+xml"/>
  <Override PartName="/ppt/tags/tag2328.xml" ContentType="application/vnd.openxmlformats-officedocument.presentationml.tags+xml"/>
  <Override PartName="/ppt/tags/tag2329.xml" ContentType="application/vnd.openxmlformats-officedocument.presentationml.tags+xml"/>
  <Override PartName="/ppt/tags/tag2330.xml" ContentType="application/vnd.openxmlformats-officedocument.presentationml.tags+xml"/>
  <Override PartName="/ppt/tags/tag2331.xml" ContentType="application/vnd.openxmlformats-officedocument.presentationml.tags+xml"/>
  <Override PartName="/ppt/tags/tag2332.xml" ContentType="application/vnd.openxmlformats-officedocument.presentationml.tags+xml"/>
  <Override PartName="/ppt/tags/tag2333.xml" ContentType="application/vnd.openxmlformats-officedocument.presentationml.tags+xml"/>
  <Override PartName="/ppt/tags/tag2334.xml" ContentType="application/vnd.openxmlformats-officedocument.presentationml.tags+xml"/>
  <Override PartName="/ppt/tags/tag2335.xml" ContentType="application/vnd.openxmlformats-officedocument.presentationml.tags+xml"/>
  <Override PartName="/ppt/tags/tag2336.xml" ContentType="application/vnd.openxmlformats-officedocument.presentationml.tags+xml"/>
  <Override PartName="/ppt/tags/tag2337.xml" ContentType="application/vnd.openxmlformats-officedocument.presentationml.tags+xml"/>
  <Override PartName="/ppt/tags/tag2338.xml" ContentType="application/vnd.openxmlformats-officedocument.presentationml.tags+xml"/>
  <Override PartName="/ppt/tags/tag2339.xml" ContentType="application/vnd.openxmlformats-officedocument.presentationml.tags+xml"/>
  <Override PartName="/ppt/tags/tag2340.xml" ContentType="application/vnd.openxmlformats-officedocument.presentationml.tags+xml"/>
  <Override PartName="/ppt/tags/tag2341.xml" ContentType="application/vnd.openxmlformats-officedocument.presentationml.tags+xml"/>
  <Override PartName="/ppt/tags/tag2342.xml" ContentType="application/vnd.openxmlformats-officedocument.presentationml.tags+xml"/>
  <Override PartName="/ppt/tags/tag2343.xml" ContentType="application/vnd.openxmlformats-officedocument.presentationml.tags+xml"/>
  <Override PartName="/ppt/tags/tag2344.xml" ContentType="application/vnd.openxmlformats-officedocument.presentationml.tags+xml"/>
  <Override PartName="/ppt/tags/tag2345.xml" ContentType="application/vnd.openxmlformats-officedocument.presentationml.tags+xml"/>
  <Override PartName="/ppt/notesSlides/notesSlide40.xml" ContentType="application/vnd.openxmlformats-officedocument.presentationml.notesSlide+xml"/>
  <Override PartName="/ppt/tags/tag2346.xml" ContentType="application/vnd.openxmlformats-officedocument.presentationml.tags+xml"/>
  <Override PartName="/ppt/tags/tag2347.xml" ContentType="application/vnd.openxmlformats-officedocument.presentationml.tags+xml"/>
  <Override PartName="/ppt/notesSlides/notesSlide41.xml" ContentType="application/vnd.openxmlformats-officedocument.presentationml.notesSlide+xml"/>
  <Override PartName="/ppt/tags/tag2348.xml" ContentType="application/vnd.openxmlformats-officedocument.presentationml.tags+xml"/>
  <Override PartName="/ppt/tags/tag2349.xml" ContentType="application/vnd.openxmlformats-officedocument.presentationml.tags+xml"/>
  <Override PartName="/ppt/tags/tag2350.xml" ContentType="application/vnd.openxmlformats-officedocument.presentationml.tags+xml"/>
  <Override PartName="/ppt/tags/tag2351.xml" ContentType="application/vnd.openxmlformats-officedocument.presentationml.tags+xml"/>
  <Override PartName="/ppt/tags/tag2352.xml" ContentType="application/vnd.openxmlformats-officedocument.presentationml.tags+xml"/>
  <Override PartName="/ppt/tags/tag2353.xml" ContentType="application/vnd.openxmlformats-officedocument.presentationml.tags+xml"/>
  <Override PartName="/ppt/tags/tag2354.xml" ContentType="application/vnd.openxmlformats-officedocument.presentationml.tags+xml"/>
  <Override PartName="/ppt/tags/tag2355.xml" ContentType="application/vnd.openxmlformats-officedocument.presentationml.tags+xml"/>
  <Override PartName="/ppt/tags/tag2356.xml" ContentType="application/vnd.openxmlformats-officedocument.presentationml.tags+xml"/>
  <Override PartName="/ppt/tags/tag2357.xml" ContentType="application/vnd.openxmlformats-officedocument.presentationml.tags+xml"/>
  <Override PartName="/ppt/tags/tag2358.xml" ContentType="application/vnd.openxmlformats-officedocument.presentationml.tags+xml"/>
  <Override PartName="/ppt/tags/tag2359.xml" ContentType="application/vnd.openxmlformats-officedocument.presentationml.tags+xml"/>
  <Override PartName="/ppt/tags/tag2360.xml" ContentType="application/vnd.openxmlformats-officedocument.presentationml.tags+xml"/>
  <Override PartName="/ppt/tags/tag2361.xml" ContentType="application/vnd.openxmlformats-officedocument.presentationml.tags+xml"/>
  <Override PartName="/ppt/tags/tag2362.xml" ContentType="application/vnd.openxmlformats-officedocument.presentationml.tags+xml"/>
  <Override PartName="/ppt/tags/tag2363.xml" ContentType="application/vnd.openxmlformats-officedocument.presentationml.tags+xml"/>
  <Override PartName="/ppt/tags/tag2364.xml" ContentType="application/vnd.openxmlformats-officedocument.presentationml.tags+xml"/>
  <Override PartName="/ppt/tags/tag2365.xml" ContentType="application/vnd.openxmlformats-officedocument.presentationml.tags+xml"/>
  <Override PartName="/ppt/tags/tag2366.xml" ContentType="application/vnd.openxmlformats-officedocument.presentationml.tags+xml"/>
  <Override PartName="/ppt/tags/tag2367.xml" ContentType="application/vnd.openxmlformats-officedocument.presentationml.tags+xml"/>
  <Override PartName="/ppt/tags/tag2368.xml" ContentType="application/vnd.openxmlformats-officedocument.presentationml.tags+xml"/>
  <Override PartName="/ppt/tags/tag2369.xml" ContentType="application/vnd.openxmlformats-officedocument.presentationml.tags+xml"/>
  <Override PartName="/ppt/tags/tag2370.xml" ContentType="application/vnd.openxmlformats-officedocument.presentationml.tags+xml"/>
  <Override PartName="/ppt/tags/tag2371.xml" ContentType="application/vnd.openxmlformats-officedocument.presentationml.tags+xml"/>
  <Override PartName="/ppt/tags/tag2372.xml" ContentType="application/vnd.openxmlformats-officedocument.presentationml.tags+xml"/>
  <Override PartName="/ppt/tags/tag2373.xml" ContentType="application/vnd.openxmlformats-officedocument.presentationml.tags+xml"/>
  <Override PartName="/ppt/tags/tag2374.xml" ContentType="application/vnd.openxmlformats-officedocument.presentationml.tags+xml"/>
  <Override PartName="/ppt/tags/tag2375.xml" ContentType="application/vnd.openxmlformats-officedocument.presentationml.tags+xml"/>
  <Override PartName="/ppt/tags/tag2376.xml" ContentType="application/vnd.openxmlformats-officedocument.presentationml.tags+xml"/>
  <Override PartName="/ppt/tags/tag2377.xml" ContentType="application/vnd.openxmlformats-officedocument.presentationml.tags+xml"/>
  <Override PartName="/ppt/tags/tag2378.xml" ContentType="application/vnd.openxmlformats-officedocument.presentationml.tags+xml"/>
  <Override PartName="/ppt/tags/tag2379.xml" ContentType="application/vnd.openxmlformats-officedocument.presentationml.tags+xml"/>
  <Override PartName="/ppt/tags/tag2380.xml" ContentType="application/vnd.openxmlformats-officedocument.presentationml.tags+xml"/>
  <Override PartName="/ppt/tags/tag2381.xml" ContentType="application/vnd.openxmlformats-officedocument.presentationml.tags+xml"/>
  <Override PartName="/ppt/tags/tag2382.xml" ContentType="application/vnd.openxmlformats-officedocument.presentationml.tags+xml"/>
  <Override PartName="/ppt/tags/tag2383.xml" ContentType="application/vnd.openxmlformats-officedocument.presentationml.tags+xml"/>
  <Override PartName="/ppt/tags/tag2384.xml" ContentType="application/vnd.openxmlformats-officedocument.presentationml.tags+xml"/>
  <Override PartName="/ppt/tags/tag2385.xml" ContentType="application/vnd.openxmlformats-officedocument.presentationml.tags+xml"/>
  <Override PartName="/ppt/tags/tag2386.xml" ContentType="application/vnd.openxmlformats-officedocument.presentationml.tags+xml"/>
  <Override PartName="/ppt/tags/tag2387.xml" ContentType="application/vnd.openxmlformats-officedocument.presentationml.tags+xml"/>
  <Override PartName="/ppt/tags/tag2388.xml" ContentType="application/vnd.openxmlformats-officedocument.presentationml.tags+xml"/>
  <Override PartName="/ppt/tags/tag2389.xml" ContentType="application/vnd.openxmlformats-officedocument.presentationml.tags+xml"/>
  <Override PartName="/ppt/tags/tag2390.xml" ContentType="application/vnd.openxmlformats-officedocument.presentationml.tags+xml"/>
  <Override PartName="/ppt/tags/tag2391.xml" ContentType="application/vnd.openxmlformats-officedocument.presentationml.tags+xml"/>
  <Override PartName="/ppt/tags/tag2392.xml" ContentType="application/vnd.openxmlformats-officedocument.presentationml.tags+xml"/>
  <Override PartName="/ppt/tags/tag2393.xml" ContentType="application/vnd.openxmlformats-officedocument.presentationml.tags+xml"/>
  <Override PartName="/ppt/tags/tag2394.xml" ContentType="application/vnd.openxmlformats-officedocument.presentationml.tags+xml"/>
  <Override PartName="/ppt/tags/tag2395.xml" ContentType="application/vnd.openxmlformats-officedocument.presentationml.tags+xml"/>
  <Override PartName="/ppt/tags/tag2396.xml" ContentType="application/vnd.openxmlformats-officedocument.presentationml.tags+xml"/>
  <Override PartName="/ppt/tags/tag2397.xml" ContentType="application/vnd.openxmlformats-officedocument.presentationml.tags+xml"/>
  <Override PartName="/ppt/tags/tag2398.xml" ContentType="application/vnd.openxmlformats-officedocument.presentationml.tags+xml"/>
  <Override PartName="/ppt/tags/tag2399.xml" ContentType="application/vnd.openxmlformats-officedocument.presentationml.tags+xml"/>
  <Override PartName="/ppt/tags/tag2400.xml" ContentType="application/vnd.openxmlformats-officedocument.presentationml.tags+xml"/>
  <Override PartName="/ppt/tags/tag2401.xml" ContentType="application/vnd.openxmlformats-officedocument.presentationml.tags+xml"/>
  <Override PartName="/ppt/tags/tag2402.xml" ContentType="application/vnd.openxmlformats-officedocument.presentationml.tags+xml"/>
  <Override PartName="/ppt/tags/tag2403.xml" ContentType="application/vnd.openxmlformats-officedocument.presentationml.tags+xml"/>
  <Override PartName="/ppt/tags/tag2404.xml" ContentType="application/vnd.openxmlformats-officedocument.presentationml.tags+xml"/>
  <Override PartName="/ppt/tags/tag2405.xml" ContentType="application/vnd.openxmlformats-officedocument.presentationml.tags+xml"/>
  <Override PartName="/ppt/tags/tag2406.xml" ContentType="application/vnd.openxmlformats-officedocument.presentationml.tags+xml"/>
  <Override PartName="/ppt/tags/tag2407.xml" ContentType="application/vnd.openxmlformats-officedocument.presentationml.tags+xml"/>
  <Override PartName="/ppt/tags/tag2408.xml" ContentType="application/vnd.openxmlformats-officedocument.presentationml.tags+xml"/>
  <Override PartName="/ppt/tags/tag2409.xml" ContentType="application/vnd.openxmlformats-officedocument.presentationml.tags+xml"/>
  <Override PartName="/ppt/tags/tag2410.xml" ContentType="application/vnd.openxmlformats-officedocument.presentationml.tags+xml"/>
  <Override PartName="/ppt/tags/tag2411.xml" ContentType="application/vnd.openxmlformats-officedocument.presentationml.tags+xml"/>
  <Override PartName="/ppt/tags/tag2412.xml" ContentType="application/vnd.openxmlformats-officedocument.presentationml.tags+xml"/>
  <Override PartName="/ppt/tags/tag2413.xml" ContentType="application/vnd.openxmlformats-officedocument.presentationml.tags+xml"/>
  <Override PartName="/ppt/tags/tag2414.xml" ContentType="application/vnd.openxmlformats-officedocument.presentationml.tags+xml"/>
  <Override PartName="/ppt/tags/tag2415.xml" ContentType="application/vnd.openxmlformats-officedocument.presentationml.tags+xml"/>
  <Override PartName="/ppt/tags/tag2416.xml" ContentType="application/vnd.openxmlformats-officedocument.presentationml.tags+xml"/>
  <Override PartName="/ppt/tags/tag2417.xml" ContentType="application/vnd.openxmlformats-officedocument.presentationml.tags+xml"/>
  <Override PartName="/ppt/tags/tag2418.xml" ContentType="application/vnd.openxmlformats-officedocument.presentationml.tags+xml"/>
  <Override PartName="/ppt/tags/tag2419.xml" ContentType="application/vnd.openxmlformats-officedocument.presentationml.tags+xml"/>
  <Override PartName="/ppt/tags/tag2420.xml" ContentType="application/vnd.openxmlformats-officedocument.presentationml.tags+xml"/>
  <Override PartName="/ppt/tags/tag2421.xml" ContentType="application/vnd.openxmlformats-officedocument.presentationml.tags+xml"/>
  <Override PartName="/ppt/tags/tag2422.xml" ContentType="application/vnd.openxmlformats-officedocument.presentationml.tags+xml"/>
  <Override PartName="/ppt/tags/tag2423.xml" ContentType="application/vnd.openxmlformats-officedocument.presentationml.tags+xml"/>
  <Override PartName="/ppt/tags/tag2424.xml" ContentType="application/vnd.openxmlformats-officedocument.presentationml.tags+xml"/>
  <Override PartName="/ppt/tags/tag2425.xml" ContentType="application/vnd.openxmlformats-officedocument.presentationml.tags+xml"/>
  <Override PartName="/ppt/tags/tag2426.xml" ContentType="application/vnd.openxmlformats-officedocument.presentationml.tags+xml"/>
  <Override PartName="/ppt/tags/tag2427.xml" ContentType="application/vnd.openxmlformats-officedocument.presentationml.tags+xml"/>
  <Override PartName="/ppt/tags/tag2428.xml" ContentType="application/vnd.openxmlformats-officedocument.presentationml.tags+xml"/>
  <Override PartName="/ppt/tags/tag2429.xml" ContentType="application/vnd.openxmlformats-officedocument.presentationml.tags+xml"/>
  <Override PartName="/ppt/tags/tag2430.xml" ContentType="application/vnd.openxmlformats-officedocument.presentationml.tags+xml"/>
  <Override PartName="/ppt/tags/tag2431.xml" ContentType="application/vnd.openxmlformats-officedocument.presentationml.tags+xml"/>
  <Override PartName="/ppt/tags/tag2432.xml" ContentType="application/vnd.openxmlformats-officedocument.presentationml.tags+xml"/>
  <Override PartName="/ppt/tags/tag2433.xml" ContentType="application/vnd.openxmlformats-officedocument.presentationml.tags+xml"/>
  <Override PartName="/ppt/tags/tag2434.xml" ContentType="application/vnd.openxmlformats-officedocument.presentationml.tags+xml"/>
  <Override PartName="/ppt/tags/tag2435.xml" ContentType="application/vnd.openxmlformats-officedocument.presentationml.tags+xml"/>
  <Override PartName="/ppt/tags/tag2436.xml" ContentType="application/vnd.openxmlformats-officedocument.presentationml.tags+xml"/>
  <Override PartName="/ppt/tags/tag2437.xml" ContentType="application/vnd.openxmlformats-officedocument.presentationml.tags+xml"/>
  <Override PartName="/ppt/tags/tag2438.xml" ContentType="application/vnd.openxmlformats-officedocument.presentationml.tags+xml"/>
  <Override PartName="/ppt/tags/tag2439.xml" ContentType="application/vnd.openxmlformats-officedocument.presentationml.tags+xml"/>
  <Override PartName="/ppt/tags/tag2440.xml" ContentType="application/vnd.openxmlformats-officedocument.presentationml.tags+xml"/>
  <Override PartName="/ppt/tags/tag2441.xml" ContentType="application/vnd.openxmlformats-officedocument.presentationml.tags+xml"/>
  <Override PartName="/ppt/tags/tag2442.xml" ContentType="application/vnd.openxmlformats-officedocument.presentationml.tags+xml"/>
  <Override PartName="/ppt/tags/tag2443.xml" ContentType="application/vnd.openxmlformats-officedocument.presentationml.tags+xml"/>
  <Override PartName="/ppt/tags/tag2444.xml" ContentType="application/vnd.openxmlformats-officedocument.presentationml.tags+xml"/>
  <Override PartName="/ppt/tags/tag2445.xml" ContentType="application/vnd.openxmlformats-officedocument.presentationml.tags+xml"/>
  <Override PartName="/ppt/tags/tag2446.xml" ContentType="application/vnd.openxmlformats-officedocument.presentationml.tags+xml"/>
  <Override PartName="/ppt/tags/tag2447.xml" ContentType="application/vnd.openxmlformats-officedocument.presentationml.tags+xml"/>
  <Override PartName="/ppt/tags/tag2448.xml" ContentType="application/vnd.openxmlformats-officedocument.presentationml.tags+xml"/>
  <Override PartName="/ppt/tags/tag2449.xml" ContentType="application/vnd.openxmlformats-officedocument.presentationml.tags+xml"/>
  <Override PartName="/ppt/tags/tag2450.xml" ContentType="application/vnd.openxmlformats-officedocument.presentationml.tags+xml"/>
  <Override PartName="/ppt/tags/tag2451.xml" ContentType="application/vnd.openxmlformats-officedocument.presentationml.tags+xml"/>
  <Override PartName="/ppt/notesSlides/notesSlide42.xml" ContentType="application/vnd.openxmlformats-officedocument.presentationml.notesSlide+xml"/>
  <Override PartName="/ppt/tags/tag2452.xml" ContentType="application/vnd.openxmlformats-officedocument.presentationml.tags+xml"/>
  <Override PartName="/ppt/tags/tag2453.xml" ContentType="application/vnd.openxmlformats-officedocument.presentationml.tags+xml"/>
  <Override PartName="/ppt/tags/tag2454.xml" ContentType="application/vnd.openxmlformats-officedocument.presentationml.tags+xml"/>
  <Override PartName="/ppt/tags/tag2455.xml" ContentType="application/vnd.openxmlformats-officedocument.presentationml.tags+xml"/>
  <Override PartName="/ppt/tags/tag2456.xml" ContentType="application/vnd.openxmlformats-officedocument.presentationml.tags+xml"/>
  <Override PartName="/ppt/tags/tag2457.xml" ContentType="application/vnd.openxmlformats-officedocument.presentationml.tags+xml"/>
  <Override PartName="/ppt/tags/tag2458.xml" ContentType="application/vnd.openxmlformats-officedocument.presentationml.tags+xml"/>
  <Override PartName="/ppt/tags/tag2459.xml" ContentType="application/vnd.openxmlformats-officedocument.presentationml.tags+xml"/>
  <Override PartName="/ppt/tags/tag2460.xml" ContentType="application/vnd.openxmlformats-officedocument.presentationml.tags+xml"/>
  <Override PartName="/ppt/tags/tag2461.xml" ContentType="application/vnd.openxmlformats-officedocument.presentationml.tags+xml"/>
  <Override PartName="/ppt/tags/tag2462.xml" ContentType="application/vnd.openxmlformats-officedocument.presentationml.tags+xml"/>
  <Override PartName="/ppt/tags/tag2463.xml" ContentType="application/vnd.openxmlformats-officedocument.presentationml.tags+xml"/>
  <Override PartName="/ppt/tags/tag2464.xml" ContentType="application/vnd.openxmlformats-officedocument.presentationml.tags+xml"/>
  <Override PartName="/ppt/tags/tag2465.xml" ContentType="application/vnd.openxmlformats-officedocument.presentationml.tags+xml"/>
  <Override PartName="/ppt/tags/tag2466.xml" ContentType="application/vnd.openxmlformats-officedocument.presentationml.tags+xml"/>
  <Override PartName="/ppt/tags/tag2467.xml" ContentType="application/vnd.openxmlformats-officedocument.presentationml.tags+xml"/>
  <Override PartName="/ppt/tags/tag2468.xml" ContentType="application/vnd.openxmlformats-officedocument.presentationml.tags+xml"/>
  <Override PartName="/ppt/tags/tag2469.xml" ContentType="application/vnd.openxmlformats-officedocument.presentationml.tags+xml"/>
  <Override PartName="/ppt/tags/tag2470.xml" ContentType="application/vnd.openxmlformats-officedocument.presentationml.tags+xml"/>
  <Override PartName="/ppt/tags/tag2471.xml" ContentType="application/vnd.openxmlformats-officedocument.presentationml.tags+xml"/>
  <Override PartName="/ppt/tags/tag2472.xml" ContentType="application/vnd.openxmlformats-officedocument.presentationml.tags+xml"/>
  <Override PartName="/ppt/tags/tag2473.xml" ContentType="application/vnd.openxmlformats-officedocument.presentationml.tags+xml"/>
  <Override PartName="/ppt/tags/tag2474.xml" ContentType="application/vnd.openxmlformats-officedocument.presentationml.tags+xml"/>
  <Override PartName="/ppt/tags/tag2475.xml" ContentType="application/vnd.openxmlformats-officedocument.presentationml.tags+xml"/>
  <Override PartName="/ppt/tags/tag2476.xml" ContentType="application/vnd.openxmlformats-officedocument.presentationml.tags+xml"/>
  <Override PartName="/ppt/tags/tag2477.xml" ContentType="application/vnd.openxmlformats-officedocument.presentationml.tags+xml"/>
  <Override PartName="/ppt/tags/tag2478.xml" ContentType="application/vnd.openxmlformats-officedocument.presentationml.tags+xml"/>
  <Override PartName="/ppt/tags/tag2479.xml" ContentType="application/vnd.openxmlformats-officedocument.presentationml.tags+xml"/>
  <Override PartName="/ppt/tags/tag2480.xml" ContentType="application/vnd.openxmlformats-officedocument.presentationml.tags+xml"/>
  <Override PartName="/ppt/tags/tag2481.xml" ContentType="application/vnd.openxmlformats-officedocument.presentationml.tags+xml"/>
  <Override PartName="/ppt/tags/tag2482.xml" ContentType="application/vnd.openxmlformats-officedocument.presentationml.tags+xml"/>
  <Override PartName="/ppt/tags/tag2483.xml" ContentType="application/vnd.openxmlformats-officedocument.presentationml.tags+xml"/>
  <Override PartName="/ppt/tags/tag2484.xml" ContentType="application/vnd.openxmlformats-officedocument.presentationml.tags+xml"/>
  <Override PartName="/ppt/tags/tag2485.xml" ContentType="application/vnd.openxmlformats-officedocument.presentationml.tags+xml"/>
  <Override PartName="/ppt/tags/tag2486.xml" ContentType="application/vnd.openxmlformats-officedocument.presentationml.tags+xml"/>
  <Override PartName="/ppt/tags/tag2487.xml" ContentType="application/vnd.openxmlformats-officedocument.presentationml.tags+xml"/>
  <Override PartName="/ppt/tags/tag2488.xml" ContentType="application/vnd.openxmlformats-officedocument.presentationml.tags+xml"/>
  <Override PartName="/ppt/tags/tag2489.xml" ContentType="application/vnd.openxmlformats-officedocument.presentationml.tags+xml"/>
  <Override PartName="/ppt/tags/tag2490.xml" ContentType="application/vnd.openxmlformats-officedocument.presentationml.tags+xml"/>
  <Override PartName="/ppt/tags/tag2491.xml" ContentType="application/vnd.openxmlformats-officedocument.presentationml.tags+xml"/>
  <Override PartName="/ppt/tags/tag2492.xml" ContentType="application/vnd.openxmlformats-officedocument.presentationml.tags+xml"/>
  <Override PartName="/ppt/tags/tag2493.xml" ContentType="application/vnd.openxmlformats-officedocument.presentationml.tags+xml"/>
  <Override PartName="/ppt/tags/tag2494.xml" ContentType="application/vnd.openxmlformats-officedocument.presentationml.tags+xml"/>
  <Override PartName="/ppt/tags/tag2495.xml" ContentType="application/vnd.openxmlformats-officedocument.presentationml.tags+xml"/>
  <Override PartName="/ppt/tags/tag2496.xml" ContentType="application/vnd.openxmlformats-officedocument.presentationml.tags+xml"/>
  <Override PartName="/ppt/tags/tag2497.xml" ContentType="application/vnd.openxmlformats-officedocument.presentationml.tags+xml"/>
  <Override PartName="/ppt/tags/tag2498.xml" ContentType="application/vnd.openxmlformats-officedocument.presentationml.tags+xml"/>
  <Override PartName="/ppt/tags/tag2499.xml" ContentType="application/vnd.openxmlformats-officedocument.presentationml.tags+xml"/>
  <Override PartName="/ppt/tags/tag2500.xml" ContentType="application/vnd.openxmlformats-officedocument.presentationml.tags+xml"/>
  <Override PartName="/ppt/tags/tag2501.xml" ContentType="application/vnd.openxmlformats-officedocument.presentationml.tags+xml"/>
  <Override PartName="/ppt/tags/tag2502.xml" ContentType="application/vnd.openxmlformats-officedocument.presentationml.tags+xml"/>
  <Override PartName="/ppt/tags/tag2503.xml" ContentType="application/vnd.openxmlformats-officedocument.presentationml.tags+xml"/>
  <Override PartName="/ppt/tags/tag2504.xml" ContentType="application/vnd.openxmlformats-officedocument.presentationml.tags+xml"/>
  <Override PartName="/ppt/tags/tag2505.xml" ContentType="application/vnd.openxmlformats-officedocument.presentationml.tags+xml"/>
  <Override PartName="/ppt/tags/tag2506.xml" ContentType="application/vnd.openxmlformats-officedocument.presentationml.tags+xml"/>
  <Override PartName="/ppt/tags/tag2507.xml" ContentType="application/vnd.openxmlformats-officedocument.presentationml.tags+xml"/>
  <Override PartName="/ppt/tags/tag2508.xml" ContentType="application/vnd.openxmlformats-officedocument.presentationml.tags+xml"/>
  <Override PartName="/ppt/tags/tag2509.xml" ContentType="application/vnd.openxmlformats-officedocument.presentationml.tags+xml"/>
  <Override PartName="/ppt/tags/tag2510.xml" ContentType="application/vnd.openxmlformats-officedocument.presentationml.tags+xml"/>
  <Override PartName="/ppt/tags/tag2511.xml" ContentType="application/vnd.openxmlformats-officedocument.presentationml.tags+xml"/>
  <Override PartName="/ppt/tags/tag2512.xml" ContentType="application/vnd.openxmlformats-officedocument.presentationml.tags+xml"/>
  <Override PartName="/ppt/tags/tag2513.xml" ContentType="application/vnd.openxmlformats-officedocument.presentationml.tags+xml"/>
  <Override PartName="/ppt/tags/tag2514.xml" ContentType="application/vnd.openxmlformats-officedocument.presentationml.tags+xml"/>
  <Override PartName="/ppt/tags/tag2515.xml" ContentType="application/vnd.openxmlformats-officedocument.presentationml.tags+xml"/>
  <Override PartName="/ppt/tags/tag2516.xml" ContentType="application/vnd.openxmlformats-officedocument.presentationml.tags+xml"/>
  <Override PartName="/ppt/tags/tag2517.xml" ContentType="application/vnd.openxmlformats-officedocument.presentationml.tags+xml"/>
  <Override PartName="/ppt/tags/tag2518.xml" ContentType="application/vnd.openxmlformats-officedocument.presentationml.tags+xml"/>
  <Override PartName="/ppt/tags/tag2519.xml" ContentType="application/vnd.openxmlformats-officedocument.presentationml.tags+xml"/>
  <Override PartName="/ppt/tags/tag2520.xml" ContentType="application/vnd.openxmlformats-officedocument.presentationml.tags+xml"/>
  <Override PartName="/ppt/tags/tag2521.xml" ContentType="application/vnd.openxmlformats-officedocument.presentationml.tags+xml"/>
  <Override PartName="/ppt/tags/tag2522.xml" ContentType="application/vnd.openxmlformats-officedocument.presentationml.tags+xml"/>
  <Override PartName="/ppt/tags/tag2523.xml" ContentType="application/vnd.openxmlformats-officedocument.presentationml.tags+xml"/>
  <Override PartName="/ppt/tags/tag2524.xml" ContentType="application/vnd.openxmlformats-officedocument.presentationml.tags+xml"/>
  <Override PartName="/ppt/tags/tag2525.xml" ContentType="application/vnd.openxmlformats-officedocument.presentationml.tags+xml"/>
  <Override PartName="/ppt/tags/tag2526.xml" ContentType="application/vnd.openxmlformats-officedocument.presentationml.tags+xml"/>
  <Override PartName="/ppt/tags/tag2527.xml" ContentType="application/vnd.openxmlformats-officedocument.presentationml.tags+xml"/>
  <Override PartName="/ppt/tags/tag2528.xml" ContentType="application/vnd.openxmlformats-officedocument.presentationml.tags+xml"/>
  <Override PartName="/ppt/tags/tag2529.xml" ContentType="application/vnd.openxmlformats-officedocument.presentationml.tags+xml"/>
  <Override PartName="/ppt/tags/tag2530.xml" ContentType="application/vnd.openxmlformats-officedocument.presentationml.tags+xml"/>
  <Override PartName="/ppt/tags/tag2531.xml" ContentType="application/vnd.openxmlformats-officedocument.presentationml.tags+xml"/>
  <Override PartName="/ppt/tags/tag2532.xml" ContentType="application/vnd.openxmlformats-officedocument.presentationml.tags+xml"/>
  <Override PartName="/ppt/tags/tag2533.xml" ContentType="application/vnd.openxmlformats-officedocument.presentationml.tags+xml"/>
  <Override PartName="/ppt/tags/tag2534.xml" ContentType="application/vnd.openxmlformats-officedocument.presentationml.tags+xml"/>
  <Override PartName="/ppt/tags/tag2535.xml" ContentType="application/vnd.openxmlformats-officedocument.presentationml.tags+xml"/>
  <Override PartName="/ppt/tags/tag2536.xml" ContentType="application/vnd.openxmlformats-officedocument.presentationml.tags+xml"/>
  <Override PartName="/ppt/tags/tag2537.xml" ContentType="application/vnd.openxmlformats-officedocument.presentationml.tags+xml"/>
  <Override PartName="/ppt/tags/tag2538.xml" ContentType="application/vnd.openxmlformats-officedocument.presentationml.tags+xml"/>
  <Override PartName="/ppt/tags/tag2539.xml" ContentType="application/vnd.openxmlformats-officedocument.presentationml.tags+xml"/>
  <Override PartName="/ppt/tags/tag2540.xml" ContentType="application/vnd.openxmlformats-officedocument.presentationml.tags+xml"/>
  <Override PartName="/ppt/tags/tag2541.xml" ContentType="application/vnd.openxmlformats-officedocument.presentationml.tags+xml"/>
  <Override PartName="/ppt/tags/tag2542.xml" ContentType="application/vnd.openxmlformats-officedocument.presentationml.tags+xml"/>
  <Override PartName="/ppt/tags/tag2543.xml" ContentType="application/vnd.openxmlformats-officedocument.presentationml.tags+xml"/>
  <Override PartName="/ppt/tags/tag2544.xml" ContentType="application/vnd.openxmlformats-officedocument.presentationml.tags+xml"/>
  <Override PartName="/ppt/tags/tag2545.xml" ContentType="application/vnd.openxmlformats-officedocument.presentationml.tags+xml"/>
  <Override PartName="/ppt/tags/tag2546.xml" ContentType="application/vnd.openxmlformats-officedocument.presentationml.tags+xml"/>
  <Override PartName="/ppt/tags/tag2547.xml" ContentType="application/vnd.openxmlformats-officedocument.presentationml.tags+xml"/>
  <Override PartName="/ppt/tags/tag2548.xml" ContentType="application/vnd.openxmlformats-officedocument.presentationml.tags+xml"/>
  <Override PartName="/ppt/tags/tag2549.xml" ContentType="application/vnd.openxmlformats-officedocument.presentationml.tags+xml"/>
  <Override PartName="/ppt/tags/tag2550.xml" ContentType="application/vnd.openxmlformats-officedocument.presentationml.tags+xml"/>
  <Override PartName="/ppt/tags/tag2551.xml" ContentType="application/vnd.openxmlformats-officedocument.presentationml.tags+xml"/>
  <Override PartName="/ppt/tags/tag2552.xml" ContentType="application/vnd.openxmlformats-officedocument.presentationml.tags+xml"/>
  <Override PartName="/ppt/tags/tag2553.xml" ContentType="application/vnd.openxmlformats-officedocument.presentationml.tags+xml"/>
  <Override PartName="/ppt/tags/tag2554.xml" ContentType="application/vnd.openxmlformats-officedocument.presentationml.tags+xml"/>
  <Override PartName="/ppt/tags/tag2555.xml" ContentType="application/vnd.openxmlformats-officedocument.presentationml.tags+xml"/>
  <Override PartName="/ppt/tags/tag2556.xml" ContentType="application/vnd.openxmlformats-officedocument.presentationml.tags+xml"/>
  <Override PartName="/ppt/tags/tag2557.xml" ContentType="application/vnd.openxmlformats-officedocument.presentationml.tags+xml"/>
  <Override PartName="/ppt/tags/tag2558.xml" ContentType="application/vnd.openxmlformats-officedocument.presentationml.tags+xml"/>
  <Override PartName="/ppt/tags/tag2559.xml" ContentType="application/vnd.openxmlformats-officedocument.presentationml.tags+xml"/>
  <Override PartName="/ppt/tags/tag2560.xml" ContentType="application/vnd.openxmlformats-officedocument.presentationml.tags+xml"/>
  <Override PartName="/ppt/tags/tag2561.xml" ContentType="application/vnd.openxmlformats-officedocument.presentationml.tags+xml"/>
  <Override PartName="/ppt/tags/tag2562.xml" ContentType="application/vnd.openxmlformats-officedocument.presentationml.tags+xml"/>
  <Override PartName="/ppt/tags/tag2563.xml" ContentType="application/vnd.openxmlformats-officedocument.presentationml.tags+xml"/>
  <Override PartName="/ppt/tags/tag2564.xml" ContentType="application/vnd.openxmlformats-officedocument.presentationml.tags+xml"/>
  <Override PartName="/ppt/tags/tag2565.xml" ContentType="application/vnd.openxmlformats-officedocument.presentationml.tags+xml"/>
  <Override PartName="/ppt/tags/tag2566.xml" ContentType="application/vnd.openxmlformats-officedocument.presentationml.tags+xml"/>
  <Override PartName="/ppt/tags/tag2567.xml" ContentType="application/vnd.openxmlformats-officedocument.presentationml.tags+xml"/>
  <Override PartName="/ppt/tags/tag2568.xml" ContentType="application/vnd.openxmlformats-officedocument.presentationml.tags+xml"/>
  <Override PartName="/ppt/tags/tag2569.xml" ContentType="application/vnd.openxmlformats-officedocument.presentationml.tags+xml"/>
  <Override PartName="/ppt/tags/tag2570.xml" ContentType="application/vnd.openxmlformats-officedocument.presentationml.tags+xml"/>
  <Override PartName="/ppt/tags/tag2571.xml" ContentType="application/vnd.openxmlformats-officedocument.presentationml.tags+xml"/>
  <Override PartName="/ppt/tags/tag2572.xml" ContentType="application/vnd.openxmlformats-officedocument.presentationml.tags+xml"/>
  <Override PartName="/ppt/tags/tag2573.xml" ContentType="application/vnd.openxmlformats-officedocument.presentationml.tags+xml"/>
  <Override PartName="/ppt/tags/tag2574.xml" ContentType="application/vnd.openxmlformats-officedocument.presentationml.tags+xml"/>
  <Override PartName="/ppt/tags/tag2575.xml" ContentType="application/vnd.openxmlformats-officedocument.presentationml.tags+xml"/>
  <Override PartName="/ppt/tags/tag2576.xml" ContentType="application/vnd.openxmlformats-officedocument.presentationml.tags+xml"/>
  <Override PartName="/ppt/tags/tag2577.xml" ContentType="application/vnd.openxmlformats-officedocument.presentationml.tags+xml"/>
  <Override PartName="/ppt/tags/tag2578.xml" ContentType="application/vnd.openxmlformats-officedocument.presentationml.tags+xml"/>
  <Override PartName="/ppt/tags/tag2579.xml" ContentType="application/vnd.openxmlformats-officedocument.presentationml.tags+xml"/>
  <Override PartName="/ppt/tags/tag2580.xml" ContentType="application/vnd.openxmlformats-officedocument.presentationml.tags+xml"/>
  <Override PartName="/ppt/tags/tag2581.xml" ContentType="application/vnd.openxmlformats-officedocument.presentationml.tags+xml"/>
  <Override PartName="/ppt/tags/tag2582.xml" ContentType="application/vnd.openxmlformats-officedocument.presentationml.tags+xml"/>
  <Override PartName="/ppt/tags/tag2583.xml" ContentType="application/vnd.openxmlformats-officedocument.presentationml.tags+xml"/>
  <Override PartName="/ppt/tags/tag2584.xml" ContentType="application/vnd.openxmlformats-officedocument.presentationml.tags+xml"/>
  <Override PartName="/ppt/tags/tag2585.xml" ContentType="application/vnd.openxmlformats-officedocument.presentationml.tags+xml"/>
  <Override PartName="/ppt/tags/tag2586.xml" ContentType="application/vnd.openxmlformats-officedocument.presentationml.tags+xml"/>
  <Override PartName="/ppt/tags/tag2587.xml" ContentType="application/vnd.openxmlformats-officedocument.presentationml.tags+xml"/>
  <Override PartName="/ppt/tags/tag2588.xml" ContentType="application/vnd.openxmlformats-officedocument.presentationml.tags+xml"/>
  <Override PartName="/ppt/tags/tag2589.xml" ContentType="application/vnd.openxmlformats-officedocument.presentationml.tags+xml"/>
  <Override PartName="/ppt/tags/tag2590.xml" ContentType="application/vnd.openxmlformats-officedocument.presentationml.tags+xml"/>
  <Override PartName="/ppt/tags/tag2591.xml" ContentType="application/vnd.openxmlformats-officedocument.presentationml.tags+xml"/>
  <Override PartName="/ppt/tags/tag2592.xml" ContentType="application/vnd.openxmlformats-officedocument.presentationml.tags+xml"/>
  <Override PartName="/ppt/notesSlides/notesSlide43.xml" ContentType="application/vnd.openxmlformats-officedocument.presentationml.notesSlide+xml"/>
  <Override PartName="/ppt/tags/tag2593.xml" ContentType="application/vnd.openxmlformats-officedocument.presentationml.tags+xml"/>
  <Override PartName="/ppt/tags/tag2594.xml" ContentType="application/vnd.openxmlformats-officedocument.presentationml.tags+xml"/>
  <Override PartName="/ppt/notesSlides/notesSlide44.xml" ContentType="application/vnd.openxmlformats-officedocument.presentationml.notesSlide+xml"/>
  <Override PartName="/ppt/tags/tag2595.xml" ContentType="application/vnd.openxmlformats-officedocument.presentationml.tags+xml"/>
  <Override PartName="/ppt/tags/tag2596.xml" ContentType="application/vnd.openxmlformats-officedocument.presentationml.tags+xml"/>
  <Override PartName="/ppt/tags/tag2597.xml" ContentType="application/vnd.openxmlformats-officedocument.presentationml.tags+xml"/>
  <Override PartName="/ppt/tags/tag2598.xml" ContentType="application/vnd.openxmlformats-officedocument.presentationml.tags+xml"/>
  <Override PartName="/ppt/tags/tag2599.xml" ContentType="application/vnd.openxmlformats-officedocument.presentationml.tags+xml"/>
  <Override PartName="/ppt/tags/tag2600.xml" ContentType="application/vnd.openxmlformats-officedocument.presentationml.tags+xml"/>
  <Override PartName="/ppt/tags/tag2601.xml" ContentType="application/vnd.openxmlformats-officedocument.presentationml.tags+xml"/>
  <Override PartName="/ppt/tags/tag2602.xml" ContentType="application/vnd.openxmlformats-officedocument.presentationml.tags+xml"/>
  <Override PartName="/ppt/tags/tag2603.xml" ContentType="application/vnd.openxmlformats-officedocument.presentationml.tags+xml"/>
  <Override PartName="/ppt/tags/tag2604.xml" ContentType="application/vnd.openxmlformats-officedocument.presentationml.tags+xml"/>
  <Override PartName="/ppt/tags/tag2605.xml" ContentType="application/vnd.openxmlformats-officedocument.presentationml.tags+xml"/>
  <Override PartName="/ppt/tags/tag2606.xml" ContentType="application/vnd.openxmlformats-officedocument.presentationml.tags+xml"/>
  <Override PartName="/ppt/tags/tag2607.xml" ContentType="application/vnd.openxmlformats-officedocument.presentationml.tags+xml"/>
  <Override PartName="/ppt/tags/tag2608.xml" ContentType="application/vnd.openxmlformats-officedocument.presentationml.tags+xml"/>
  <Override PartName="/ppt/tags/tag2609.xml" ContentType="application/vnd.openxmlformats-officedocument.presentationml.tags+xml"/>
  <Override PartName="/ppt/tags/tag2610.xml" ContentType="application/vnd.openxmlformats-officedocument.presentationml.tags+xml"/>
  <Override PartName="/ppt/tags/tag2611.xml" ContentType="application/vnd.openxmlformats-officedocument.presentationml.tags+xml"/>
  <Override PartName="/ppt/tags/tag2612.xml" ContentType="application/vnd.openxmlformats-officedocument.presentationml.tags+xml"/>
  <Override PartName="/ppt/tags/tag2613.xml" ContentType="application/vnd.openxmlformats-officedocument.presentationml.tags+xml"/>
  <Override PartName="/ppt/tags/tag2614.xml" ContentType="application/vnd.openxmlformats-officedocument.presentationml.tags+xml"/>
  <Override PartName="/ppt/tags/tag2615.xml" ContentType="application/vnd.openxmlformats-officedocument.presentationml.tags+xml"/>
  <Override PartName="/ppt/tags/tag2616.xml" ContentType="application/vnd.openxmlformats-officedocument.presentationml.tags+xml"/>
  <Override PartName="/ppt/tags/tag2617.xml" ContentType="application/vnd.openxmlformats-officedocument.presentationml.tags+xml"/>
  <Override PartName="/ppt/tags/tag2618.xml" ContentType="application/vnd.openxmlformats-officedocument.presentationml.tags+xml"/>
  <Override PartName="/ppt/tags/tag2619.xml" ContentType="application/vnd.openxmlformats-officedocument.presentationml.tags+xml"/>
  <Override PartName="/ppt/tags/tag2620.xml" ContentType="application/vnd.openxmlformats-officedocument.presentationml.tags+xml"/>
  <Override PartName="/ppt/tags/tag2621.xml" ContentType="application/vnd.openxmlformats-officedocument.presentationml.tags+xml"/>
  <Override PartName="/ppt/tags/tag2622.xml" ContentType="application/vnd.openxmlformats-officedocument.presentationml.tags+xml"/>
  <Override PartName="/ppt/tags/tag2623.xml" ContentType="application/vnd.openxmlformats-officedocument.presentationml.tags+xml"/>
  <Override PartName="/ppt/tags/tag2624.xml" ContentType="application/vnd.openxmlformats-officedocument.presentationml.tags+xml"/>
  <Override PartName="/ppt/tags/tag2625.xml" ContentType="application/vnd.openxmlformats-officedocument.presentationml.tags+xml"/>
  <Override PartName="/ppt/tags/tag2626.xml" ContentType="application/vnd.openxmlformats-officedocument.presentationml.tags+xml"/>
  <Override PartName="/ppt/tags/tag2627.xml" ContentType="application/vnd.openxmlformats-officedocument.presentationml.tags+xml"/>
  <Override PartName="/ppt/tags/tag2628.xml" ContentType="application/vnd.openxmlformats-officedocument.presentationml.tags+xml"/>
  <Override PartName="/ppt/tags/tag2629.xml" ContentType="application/vnd.openxmlformats-officedocument.presentationml.tags+xml"/>
  <Override PartName="/ppt/tags/tag2630.xml" ContentType="application/vnd.openxmlformats-officedocument.presentationml.tags+xml"/>
  <Override PartName="/ppt/tags/tag2631.xml" ContentType="application/vnd.openxmlformats-officedocument.presentationml.tags+xml"/>
  <Override PartName="/ppt/tags/tag2632.xml" ContentType="application/vnd.openxmlformats-officedocument.presentationml.tags+xml"/>
  <Override PartName="/ppt/tags/tag2633.xml" ContentType="application/vnd.openxmlformats-officedocument.presentationml.tags+xml"/>
  <Override PartName="/ppt/tags/tag2634.xml" ContentType="application/vnd.openxmlformats-officedocument.presentationml.tags+xml"/>
  <Override PartName="/ppt/tags/tag2635.xml" ContentType="application/vnd.openxmlformats-officedocument.presentationml.tags+xml"/>
  <Override PartName="/ppt/tags/tag2636.xml" ContentType="application/vnd.openxmlformats-officedocument.presentationml.tags+xml"/>
  <Override PartName="/ppt/tags/tag2637.xml" ContentType="application/vnd.openxmlformats-officedocument.presentationml.tags+xml"/>
  <Override PartName="/ppt/tags/tag2638.xml" ContentType="application/vnd.openxmlformats-officedocument.presentationml.tags+xml"/>
  <Override PartName="/ppt/tags/tag2639.xml" ContentType="application/vnd.openxmlformats-officedocument.presentationml.tags+xml"/>
  <Override PartName="/ppt/tags/tag2640.xml" ContentType="application/vnd.openxmlformats-officedocument.presentationml.tags+xml"/>
  <Override PartName="/ppt/tags/tag2641.xml" ContentType="application/vnd.openxmlformats-officedocument.presentationml.tags+xml"/>
  <Override PartName="/ppt/tags/tag2642.xml" ContentType="application/vnd.openxmlformats-officedocument.presentationml.tags+xml"/>
  <Override PartName="/ppt/tags/tag2643.xml" ContentType="application/vnd.openxmlformats-officedocument.presentationml.tags+xml"/>
  <Override PartName="/ppt/tags/tag2644.xml" ContentType="application/vnd.openxmlformats-officedocument.presentationml.tags+xml"/>
  <Override PartName="/ppt/tags/tag2645.xml" ContentType="application/vnd.openxmlformats-officedocument.presentationml.tags+xml"/>
  <Override PartName="/ppt/tags/tag2646.xml" ContentType="application/vnd.openxmlformats-officedocument.presentationml.tags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tags/tag2647.xml" ContentType="application/vnd.openxmlformats-officedocument.presentationml.tags+xml"/>
  <Override PartName="/ppt/tags/tag2648.xml" ContentType="application/vnd.openxmlformats-officedocument.presentationml.tags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tags/tag2649.xml" ContentType="application/vnd.openxmlformats-officedocument.presentationml.tags+xml"/>
  <Override PartName="/ppt/tags/tag2650.xml" ContentType="application/vnd.openxmlformats-officedocument.presentationml.tags+xml"/>
  <Override PartName="/ppt/tags/tag2651.xml" ContentType="application/vnd.openxmlformats-officedocument.presentationml.tags+xml"/>
  <Override PartName="/ppt/tags/tag2652.xml" ContentType="application/vnd.openxmlformats-officedocument.presentationml.tags+xml"/>
  <Override PartName="/ppt/tags/tag2653.xml" ContentType="application/vnd.openxmlformats-officedocument.presentationml.tags+xml"/>
  <Override PartName="/ppt/tags/tag2654.xml" ContentType="application/vnd.openxmlformats-officedocument.presentationml.tags+xml"/>
  <Override PartName="/ppt/tags/tag2655.xml" ContentType="application/vnd.openxmlformats-officedocument.presentationml.tags+xml"/>
  <Override PartName="/ppt/tags/tag2656.xml" ContentType="application/vnd.openxmlformats-officedocument.presentationml.tags+xml"/>
  <Override PartName="/ppt/tags/tag2657.xml" ContentType="application/vnd.openxmlformats-officedocument.presentationml.tags+xml"/>
  <Override PartName="/ppt/tags/tag2658.xml" ContentType="application/vnd.openxmlformats-officedocument.presentationml.tags+xml"/>
  <Override PartName="/ppt/tags/tag2659.xml" ContentType="application/vnd.openxmlformats-officedocument.presentationml.tags+xml"/>
  <Override PartName="/ppt/tags/tag2660.xml" ContentType="application/vnd.openxmlformats-officedocument.presentationml.tags+xml"/>
  <Override PartName="/ppt/tags/tag2661.xml" ContentType="application/vnd.openxmlformats-officedocument.presentationml.tags+xml"/>
  <Override PartName="/ppt/tags/tag2662.xml" ContentType="application/vnd.openxmlformats-officedocument.presentationml.tags+xml"/>
  <Override PartName="/ppt/tags/tag2663.xml" ContentType="application/vnd.openxmlformats-officedocument.presentationml.tags+xml"/>
  <Override PartName="/ppt/tags/tag2664.xml" ContentType="application/vnd.openxmlformats-officedocument.presentationml.tags+xml"/>
  <Override PartName="/ppt/tags/tag2665.xml" ContentType="application/vnd.openxmlformats-officedocument.presentationml.tags+xml"/>
  <Override PartName="/ppt/tags/tag2666.xml" ContentType="application/vnd.openxmlformats-officedocument.presentationml.tags+xml"/>
  <Override PartName="/ppt/tags/tag2667.xml" ContentType="application/vnd.openxmlformats-officedocument.presentationml.tags+xml"/>
  <Override PartName="/ppt/tags/tag2668.xml" ContentType="application/vnd.openxmlformats-officedocument.presentationml.tags+xml"/>
  <Override PartName="/ppt/tags/tag2669.xml" ContentType="application/vnd.openxmlformats-officedocument.presentationml.tags+xml"/>
  <Override PartName="/ppt/tags/tag2670.xml" ContentType="application/vnd.openxmlformats-officedocument.presentationml.tags+xml"/>
  <Override PartName="/ppt/tags/tag2671.xml" ContentType="application/vnd.openxmlformats-officedocument.presentationml.tags+xml"/>
  <Override PartName="/ppt/tags/tag2672.xml" ContentType="application/vnd.openxmlformats-officedocument.presentationml.tags+xml"/>
  <Override PartName="/ppt/tags/tag2673.xml" ContentType="application/vnd.openxmlformats-officedocument.presentationml.tags+xml"/>
  <Override PartName="/ppt/tags/tag2674.xml" ContentType="application/vnd.openxmlformats-officedocument.presentationml.tags+xml"/>
  <Override PartName="/ppt/tags/tag2675.xml" ContentType="application/vnd.openxmlformats-officedocument.presentationml.tags+xml"/>
  <Override PartName="/ppt/tags/tag2676.xml" ContentType="application/vnd.openxmlformats-officedocument.presentationml.tags+xml"/>
  <Override PartName="/ppt/tags/tag2677.xml" ContentType="application/vnd.openxmlformats-officedocument.presentationml.tags+xml"/>
  <Override PartName="/ppt/tags/tag2678.xml" ContentType="application/vnd.openxmlformats-officedocument.presentationml.tags+xml"/>
  <Override PartName="/ppt/tags/tag2679.xml" ContentType="application/vnd.openxmlformats-officedocument.presentationml.tags+xml"/>
  <Override PartName="/ppt/tags/tag2680.xml" ContentType="application/vnd.openxmlformats-officedocument.presentationml.tags+xml"/>
  <Override PartName="/ppt/tags/tag2681.xml" ContentType="application/vnd.openxmlformats-officedocument.presentationml.tags+xml"/>
  <Override PartName="/ppt/tags/tag2682.xml" ContentType="application/vnd.openxmlformats-officedocument.presentationml.tags+xml"/>
  <Override PartName="/ppt/tags/tag2683.xml" ContentType="application/vnd.openxmlformats-officedocument.presentationml.tags+xml"/>
  <Override PartName="/ppt/tags/tag2684.xml" ContentType="application/vnd.openxmlformats-officedocument.presentationml.tags+xml"/>
  <Override PartName="/ppt/tags/tag2685.xml" ContentType="application/vnd.openxmlformats-officedocument.presentationml.tags+xml"/>
  <Override PartName="/ppt/tags/tag2686.xml" ContentType="application/vnd.openxmlformats-officedocument.presentationml.tags+xml"/>
  <Override PartName="/ppt/tags/tag2687.xml" ContentType="application/vnd.openxmlformats-officedocument.presentationml.tags+xml"/>
  <Override PartName="/ppt/tags/tag2688.xml" ContentType="application/vnd.openxmlformats-officedocument.presentationml.tags+xml"/>
  <Override PartName="/ppt/tags/tag2689.xml" ContentType="application/vnd.openxmlformats-officedocument.presentationml.tags+xml"/>
  <Override PartName="/ppt/tags/tag2690.xml" ContentType="application/vnd.openxmlformats-officedocument.presentationml.tags+xml"/>
  <Override PartName="/ppt/tags/tag2691.xml" ContentType="application/vnd.openxmlformats-officedocument.presentationml.tags+xml"/>
  <Override PartName="/ppt/tags/tag2692.xml" ContentType="application/vnd.openxmlformats-officedocument.presentationml.tags+xml"/>
  <Override PartName="/ppt/tags/tag2693.xml" ContentType="application/vnd.openxmlformats-officedocument.presentationml.tags+xml"/>
  <Override PartName="/ppt/tags/tag2694.xml" ContentType="application/vnd.openxmlformats-officedocument.presentationml.tags+xml"/>
  <Override PartName="/ppt/tags/tag2695.xml" ContentType="application/vnd.openxmlformats-officedocument.presentationml.tags+xml"/>
  <Override PartName="/ppt/tags/tag2696.xml" ContentType="application/vnd.openxmlformats-officedocument.presentationml.tags+xml"/>
  <Override PartName="/ppt/notesSlides/notesSlide53.xml" ContentType="application/vnd.openxmlformats-officedocument.presentationml.notesSlide+xml"/>
  <Override PartName="/ppt/tags/tag2697.xml" ContentType="application/vnd.openxmlformats-officedocument.presentationml.tags+xml"/>
  <Override PartName="/ppt/tags/tag2698.xml" ContentType="application/vnd.openxmlformats-officedocument.presentationml.tags+xml"/>
  <Override PartName="/ppt/tags/tag2699.xml" ContentType="application/vnd.openxmlformats-officedocument.presentationml.tags+xml"/>
  <Override PartName="/ppt/tags/tag2700.xml" ContentType="application/vnd.openxmlformats-officedocument.presentationml.tags+xml"/>
  <Override PartName="/ppt/tags/tag2701.xml" ContentType="application/vnd.openxmlformats-officedocument.presentationml.tags+xml"/>
  <Override PartName="/ppt/tags/tag2702.xml" ContentType="application/vnd.openxmlformats-officedocument.presentationml.tags+xml"/>
  <Override PartName="/ppt/tags/tag2703.xml" ContentType="application/vnd.openxmlformats-officedocument.presentationml.tags+xml"/>
  <Override PartName="/ppt/tags/tag2704.xml" ContentType="application/vnd.openxmlformats-officedocument.presentationml.tags+xml"/>
  <Override PartName="/ppt/tags/tag2705.xml" ContentType="application/vnd.openxmlformats-officedocument.presentationml.tags+xml"/>
  <Override PartName="/ppt/tags/tag2706.xml" ContentType="application/vnd.openxmlformats-officedocument.presentationml.tags+xml"/>
  <Override PartName="/ppt/tags/tag2707.xml" ContentType="application/vnd.openxmlformats-officedocument.presentationml.tags+xml"/>
  <Override PartName="/ppt/tags/tag2708.xml" ContentType="application/vnd.openxmlformats-officedocument.presentationml.tags+xml"/>
  <Override PartName="/ppt/tags/tag2709.xml" ContentType="application/vnd.openxmlformats-officedocument.presentationml.tags+xml"/>
  <Override PartName="/ppt/tags/tag2710.xml" ContentType="application/vnd.openxmlformats-officedocument.presentationml.tags+xml"/>
  <Override PartName="/ppt/tags/tag2711.xml" ContentType="application/vnd.openxmlformats-officedocument.presentationml.tags+xml"/>
  <Override PartName="/ppt/tags/tag2712.xml" ContentType="application/vnd.openxmlformats-officedocument.presentationml.tags+xml"/>
  <Override PartName="/ppt/tags/tag2713.xml" ContentType="application/vnd.openxmlformats-officedocument.presentationml.tags+xml"/>
  <Override PartName="/ppt/tags/tag2714.xml" ContentType="application/vnd.openxmlformats-officedocument.presentationml.tags+xml"/>
  <Override PartName="/ppt/tags/tag2715.xml" ContentType="application/vnd.openxmlformats-officedocument.presentationml.tags+xml"/>
  <Override PartName="/ppt/tags/tag2716.xml" ContentType="application/vnd.openxmlformats-officedocument.presentationml.tags+xml"/>
  <Override PartName="/ppt/tags/tag2717.xml" ContentType="application/vnd.openxmlformats-officedocument.presentationml.tags+xml"/>
  <Override PartName="/ppt/tags/tag2718.xml" ContentType="application/vnd.openxmlformats-officedocument.presentationml.tags+xml"/>
  <Override PartName="/ppt/tags/tag2719.xml" ContentType="application/vnd.openxmlformats-officedocument.presentationml.tags+xml"/>
  <Override PartName="/ppt/tags/tag2720.xml" ContentType="application/vnd.openxmlformats-officedocument.presentationml.tags+xml"/>
  <Override PartName="/ppt/tags/tag2721.xml" ContentType="application/vnd.openxmlformats-officedocument.presentationml.tags+xml"/>
  <Override PartName="/ppt/tags/tag2722.xml" ContentType="application/vnd.openxmlformats-officedocument.presentationml.tags+xml"/>
  <Override PartName="/ppt/tags/tag2723.xml" ContentType="application/vnd.openxmlformats-officedocument.presentationml.tags+xml"/>
  <Override PartName="/ppt/tags/tag2724.xml" ContentType="application/vnd.openxmlformats-officedocument.presentationml.tags+xml"/>
  <Override PartName="/ppt/tags/tag2725.xml" ContentType="application/vnd.openxmlformats-officedocument.presentationml.tags+xml"/>
  <Override PartName="/ppt/tags/tag2726.xml" ContentType="application/vnd.openxmlformats-officedocument.presentationml.tags+xml"/>
  <Override PartName="/ppt/tags/tag2727.xml" ContentType="application/vnd.openxmlformats-officedocument.presentationml.tags+xml"/>
  <Override PartName="/ppt/tags/tag2728.xml" ContentType="application/vnd.openxmlformats-officedocument.presentationml.tags+xml"/>
  <Override PartName="/ppt/tags/tag2729.xml" ContentType="application/vnd.openxmlformats-officedocument.presentationml.tags+xml"/>
  <Override PartName="/ppt/tags/tag2730.xml" ContentType="application/vnd.openxmlformats-officedocument.presentationml.tags+xml"/>
  <Override PartName="/ppt/tags/tag2731.xml" ContentType="application/vnd.openxmlformats-officedocument.presentationml.tags+xml"/>
  <Override PartName="/ppt/tags/tag2732.xml" ContentType="application/vnd.openxmlformats-officedocument.presentationml.tags+xml"/>
  <Override PartName="/ppt/tags/tag2733.xml" ContentType="application/vnd.openxmlformats-officedocument.presentationml.tags+xml"/>
  <Override PartName="/ppt/tags/tag2734.xml" ContentType="application/vnd.openxmlformats-officedocument.presentationml.tags+xml"/>
  <Override PartName="/ppt/tags/tag2735.xml" ContentType="application/vnd.openxmlformats-officedocument.presentationml.tags+xml"/>
  <Override PartName="/ppt/tags/tag2736.xml" ContentType="application/vnd.openxmlformats-officedocument.presentationml.tags+xml"/>
  <Override PartName="/ppt/tags/tag2737.xml" ContentType="application/vnd.openxmlformats-officedocument.presentationml.tags+xml"/>
  <Override PartName="/ppt/tags/tag2738.xml" ContentType="application/vnd.openxmlformats-officedocument.presentationml.tags+xml"/>
  <Override PartName="/ppt/tags/tag2739.xml" ContentType="application/vnd.openxmlformats-officedocument.presentationml.tags+xml"/>
  <Override PartName="/ppt/tags/tag2740.xml" ContentType="application/vnd.openxmlformats-officedocument.presentationml.tags+xml"/>
  <Override PartName="/ppt/tags/tag2741.xml" ContentType="application/vnd.openxmlformats-officedocument.presentationml.tags+xml"/>
  <Override PartName="/ppt/tags/tag2742.xml" ContentType="application/vnd.openxmlformats-officedocument.presentationml.tags+xml"/>
  <Override PartName="/ppt/tags/tag2743.xml" ContentType="application/vnd.openxmlformats-officedocument.presentationml.tags+xml"/>
  <Override PartName="/ppt/tags/tag2744.xml" ContentType="application/vnd.openxmlformats-officedocument.presentationml.tags+xml"/>
  <Override PartName="/ppt/tags/tag2745.xml" ContentType="application/vnd.openxmlformats-officedocument.presentationml.tags+xml"/>
  <Override PartName="/ppt/tags/tag2746.xml" ContentType="application/vnd.openxmlformats-officedocument.presentationml.tags+xml"/>
  <Override PartName="/ppt/tags/tag2747.xml" ContentType="application/vnd.openxmlformats-officedocument.presentationml.tags+xml"/>
  <Override PartName="/ppt/tags/tag2748.xml" ContentType="application/vnd.openxmlformats-officedocument.presentationml.tags+xml"/>
  <Override PartName="/ppt/tags/tag2749.xml" ContentType="application/vnd.openxmlformats-officedocument.presentationml.tags+xml"/>
  <Override PartName="/ppt/tags/tag2750.xml" ContentType="application/vnd.openxmlformats-officedocument.presentationml.tags+xml"/>
  <Override PartName="/ppt/tags/tag2751.xml" ContentType="application/vnd.openxmlformats-officedocument.presentationml.tags+xml"/>
  <Override PartName="/ppt/tags/tag2752.xml" ContentType="application/vnd.openxmlformats-officedocument.presentationml.tags+xml"/>
  <Override PartName="/ppt/tags/tag2753.xml" ContentType="application/vnd.openxmlformats-officedocument.presentationml.tags+xml"/>
  <Override PartName="/ppt/tags/tag2754.xml" ContentType="application/vnd.openxmlformats-officedocument.presentationml.tags+xml"/>
  <Override PartName="/ppt/tags/tag2755.xml" ContentType="application/vnd.openxmlformats-officedocument.presentationml.tags+xml"/>
  <Override PartName="/ppt/tags/tag2756.xml" ContentType="application/vnd.openxmlformats-officedocument.presentationml.tags+xml"/>
  <Override PartName="/ppt/tags/tag2757.xml" ContentType="application/vnd.openxmlformats-officedocument.presentationml.tags+xml"/>
  <Override PartName="/ppt/tags/tag2758.xml" ContentType="application/vnd.openxmlformats-officedocument.presentationml.tags+xml"/>
  <Override PartName="/ppt/tags/tag2759.xml" ContentType="application/vnd.openxmlformats-officedocument.presentationml.tags+xml"/>
  <Override PartName="/ppt/tags/tag2760.xml" ContentType="application/vnd.openxmlformats-officedocument.presentationml.tags+xml"/>
  <Override PartName="/ppt/tags/tag2761.xml" ContentType="application/vnd.openxmlformats-officedocument.presentationml.tags+xml"/>
  <Override PartName="/ppt/tags/tag2762.xml" ContentType="application/vnd.openxmlformats-officedocument.presentationml.tags+xml"/>
  <Override PartName="/ppt/tags/tag2763.xml" ContentType="application/vnd.openxmlformats-officedocument.presentationml.tags+xml"/>
  <Override PartName="/ppt/tags/tag2764.xml" ContentType="application/vnd.openxmlformats-officedocument.presentationml.tags+xml"/>
  <Override PartName="/ppt/tags/tag2765.xml" ContentType="application/vnd.openxmlformats-officedocument.presentationml.tags+xml"/>
  <Override PartName="/ppt/tags/tag2766.xml" ContentType="application/vnd.openxmlformats-officedocument.presentationml.tags+xml"/>
  <Override PartName="/ppt/tags/tag2767.xml" ContentType="application/vnd.openxmlformats-officedocument.presentationml.tags+xml"/>
  <Override PartName="/ppt/tags/tag2768.xml" ContentType="application/vnd.openxmlformats-officedocument.presentationml.tags+xml"/>
  <Override PartName="/ppt/tags/tag2769.xml" ContentType="application/vnd.openxmlformats-officedocument.presentationml.tags+xml"/>
  <Override PartName="/ppt/tags/tag2770.xml" ContentType="application/vnd.openxmlformats-officedocument.presentationml.tags+xml"/>
  <Override PartName="/ppt/tags/tag2771.xml" ContentType="application/vnd.openxmlformats-officedocument.presentationml.tags+xml"/>
  <Override PartName="/ppt/tags/tag2772.xml" ContentType="application/vnd.openxmlformats-officedocument.presentationml.tags+xml"/>
  <Override PartName="/ppt/tags/tag2773.xml" ContentType="application/vnd.openxmlformats-officedocument.presentationml.tags+xml"/>
  <Override PartName="/ppt/tags/tag2774.xml" ContentType="application/vnd.openxmlformats-officedocument.presentationml.tags+xml"/>
  <Override PartName="/ppt/tags/tag2775.xml" ContentType="application/vnd.openxmlformats-officedocument.presentationml.tags+xml"/>
  <Override PartName="/ppt/tags/tag2776.xml" ContentType="application/vnd.openxmlformats-officedocument.presentationml.tags+xml"/>
  <Override PartName="/ppt/tags/tag2777.xml" ContentType="application/vnd.openxmlformats-officedocument.presentationml.tags+xml"/>
  <Override PartName="/ppt/tags/tag2778.xml" ContentType="application/vnd.openxmlformats-officedocument.presentationml.tags+xml"/>
  <Override PartName="/ppt/tags/tag2779.xml" ContentType="application/vnd.openxmlformats-officedocument.presentationml.tags+xml"/>
  <Override PartName="/ppt/tags/tag2780.xml" ContentType="application/vnd.openxmlformats-officedocument.presentationml.tags+xml"/>
  <Override PartName="/ppt/tags/tag2781.xml" ContentType="application/vnd.openxmlformats-officedocument.presentationml.tags+xml"/>
  <Override PartName="/ppt/tags/tag2782.xml" ContentType="application/vnd.openxmlformats-officedocument.presentationml.tags+xml"/>
  <Override PartName="/ppt/tags/tag2783.xml" ContentType="application/vnd.openxmlformats-officedocument.presentationml.tags+xml"/>
  <Override PartName="/ppt/tags/tag2784.xml" ContentType="application/vnd.openxmlformats-officedocument.presentationml.tags+xml"/>
  <Override PartName="/ppt/tags/tag2785.xml" ContentType="application/vnd.openxmlformats-officedocument.presentationml.tags+xml"/>
  <Override PartName="/ppt/tags/tag2786.xml" ContentType="application/vnd.openxmlformats-officedocument.presentationml.tags+xml"/>
  <Override PartName="/ppt/tags/tag2787.xml" ContentType="application/vnd.openxmlformats-officedocument.presentationml.tags+xml"/>
  <Override PartName="/ppt/tags/tag2788.xml" ContentType="application/vnd.openxmlformats-officedocument.presentationml.tags+xml"/>
  <Override PartName="/ppt/tags/tag2789.xml" ContentType="application/vnd.openxmlformats-officedocument.presentationml.tags+xml"/>
  <Override PartName="/ppt/tags/tag2790.xml" ContentType="application/vnd.openxmlformats-officedocument.presentationml.tags+xml"/>
  <Override PartName="/ppt/tags/tag2791.xml" ContentType="application/vnd.openxmlformats-officedocument.presentationml.tags+xml"/>
  <Override PartName="/ppt/tags/tag2792.xml" ContentType="application/vnd.openxmlformats-officedocument.presentationml.tags+xml"/>
  <Override PartName="/ppt/tags/tag2793.xml" ContentType="application/vnd.openxmlformats-officedocument.presentationml.tags+xml"/>
  <Override PartName="/ppt/tags/tag2794.xml" ContentType="application/vnd.openxmlformats-officedocument.presentationml.tags+xml"/>
  <Override PartName="/ppt/notesSlides/notesSlide54.xml" ContentType="application/vnd.openxmlformats-officedocument.presentationml.notesSlide+xml"/>
  <Override PartName="/ppt/tags/tag2795.xml" ContentType="application/vnd.openxmlformats-officedocument.presentationml.tags+xml"/>
  <Override PartName="/ppt/tags/tag2796.xml" ContentType="application/vnd.openxmlformats-officedocument.presentationml.tags+xml"/>
  <Override PartName="/ppt/tags/tag2797.xml" ContentType="application/vnd.openxmlformats-officedocument.presentationml.tags+xml"/>
  <Override PartName="/ppt/tags/tag2798.xml" ContentType="application/vnd.openxmlformats-officedocument.presentationml.tags+xml"/>
  <Override PartName="/ppt/tags/tag2799.xml" ContentType="application/vnd.openxmlformats-officedocument.presentationml.tags+xml"/>
  <Override PartName="/ppt/tags/tag2800.xml" ContentType="application/vnd.openxmlformats-officedocument.presentationml.tags+xml"/>
  <Override PartName="/ppt/tags/tag2801.xml" ContentType="application/vnd.openxmlformats-officedocument.presentationml.tags+xml"/>
  <Override PartName="/ppt/tags/tag2802.xml" ContentType="application/vnd.openxmlformats-officedocument.presentationml.tags+xml"/>
  <Override PartName="/ppt/tags/tag2803.xml" ContentType="application/vnd.openxmlformats-officedocument.presentationml.tags+xml"/>
  <Override PartName="/ppt/tags/tag2804.xml" ContentType="application/vnd.openxmlformats-officedocument.presentationml.tags+xml"/>
  <Override PartName="/ppt/tags/tag2805.xml" ContentType="application/vnd.openxmlformats-officedocument.presentationml.tags+xml"/>
  <Override PartName="/ppt/tags/tag2806.xml" ContentType="application/vnd.openxmlformats-officedocument.presentationml.tags+xml"/>
  <Override PartName="/ppt/tags/tag2807.xml" ContentType="application/vnd.openxmlformats-officedocument.presentationml.tags+xml"/>
  <Override PartName="/ppt/tags/tag2808.xml" ContentType="application/vnd.openxmlformats-officedocument.presentationml.tags+xml"/>
  <Override PartName="/ppt/tags/tag2809.xml" ContentType="application/vnd.openxmlformats-officedocument.presentationml.tags+xml"/>
  <Override PartName="/ppt/tags/tag2810.xml" ContentType="application/vnd.openxmlformats-officedocument.presentationml.tags+xml"/>
  <Override PartName="/ppt/tags/tag2811.xml" ContentType="application/vnd.openxmlformats-officedocument.presentationml.tags+xml"/>
  <Override PartName="/ppt/tags/tag2812.xml" ContentType="application/vnd.openxmlformats-officedocument.presentationml.tags+xml"/>
  <Override PartName="/ppt/tags/tag2813.xml" ContentType="application/vnd.openxmlformats-officedocument.presentationml.tags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tags/tag2814.xml" ContentType="application/vnd.openxmlformats-officedocument.presentationml.tags+xml"/>
  <Override PartName="/ppt/tags/tag2815.xml" ContentType="application/vnd.openxmlformats-officedocument.presentationml.tags+xml"/>
  <Override PartName="/ppt/notesSlides/notesSlide57.xml" ContentType="application/vnd.openxmlformats-officedocument.presentationml.notesSlide+xml"/>
  <Override PartName="/ppt/tags/tag2816.xml" ContentType="application/vnd.openxmlformats-officedocument.presentationml.tags+xml"/>
  <Override PartName="/ppt/tags/tag2817.xml" ContentType="application/vnd.openxmlformats-officedocument.presentationml.tags+xml"/>
  <Override PartName="/ppt/tags/tag2818.xml" ContentType="application/vnd.openxmlformats-officedocument.presentationml.tags+xml"/>
  <Override PartName="/ppt/tags/tag2819.xml" ContentType="application/vnd.openxmlformats-officedocument.presentationml.tags+xml"/>
  <Override PartName="/ppt/tags/tag2820.xml" ContentType="application/vnd.openxmlformats-officedocument.presentationml.tags+xml"/>
  <Override PartName="/ppt/tags/tag2821.xml" ContentType="application/vnd.openxmlformats-officedocument.presentationml.tags+xml"/>
  <Override PartName="/ppt/tags/tag2822.xml" ContentType="application/vnd.openxmlformats-officedocument.presentationml.tags+xml"/>
  <Override PartName="/ppt/tags/tag2823.xml" ContentType="application/vnd.openxmlformats-officedocument.presentationml.tags+xml"/>
  <Override PartName="/ppt/tags/tag2824.xml" ContentType="application/vnd.openxmlformats-officedocument.presentationml.tags+xml"/>
  <Override PartName="/ppt/tags/tag2825.xml" ContentType="application/vnd.openxmlformats-officedocument.presentationml.tags+xml"/>
  <Override PartName="/ppt/tags/tag2826.xml" ContentType="application/vnd.openxmlformats-officedocument.presentationml.tags+xml"/>
  <Override PartName="/ppt/tags/tag2827.xml" ContentType="application/vnd.openxmlformats-officedocument.presentationml.tags+xml"/>
  <Override PartName="/ppt/tags/tag2828.xml" ContentType="application/vnd.openxmlformats-officedocument.presentationml.tags+xml"/>
  <Override PartName="/ppt/tags/tag2829.xml" ContentType="application/vnd.openxmlformats-officedocument.presentationml.tags+xml"/>
  <Override PartName="/ppt/tags/tag2830.xml" ContentType="application/vnd.openxmlformats-officedocument.presentationml.tags+xml"/>
  <Override PartName="/ppt/tags/tag2831.xml" ContentType="application/vnd.openxmlformats-officedocument.presentationml.tags+xml"/>
  <Override PartName="/ppt/tags/tag2832.xml" ContentType="application/vnd.openxmlformats-officedocument.presentationml.tags+xml"/>
  <Override PartName="/ppt/tags/tag2833.xml" ContentType="application/vnd.openxmlformats-officedocument.presentationml.tags+xml"/>
  <Override PartName="/ppt/tags/tag2834.xml" ContentType="application/vnd.openxmlformats-officedocument.presentationml.tags+xml"/>
  <Override PartName="/ppt/tags/tag2835.xml" ContentType="application/vnd.openxmlformats-officedocument.presentationml.tags+xml"/>
  <Override PartName="/ppt/tags/tag2836.xml" ContentType="application/vnd.openxmlformats-officedocument.presentationml.tags+xml"/>
  <Override PartName="/ppt/tags/tag2837.xml" ContentType="application/vnd.openxmlformats-officedocument.presentationml.tags+xml"/>
  <Override PartName="/ppt/tags/tag2838.xml" ContentType="application/vnd.openxmlformats-officedocument.presentationml.tags+xml"/>
  <Override PartName="/ppt/tags/tag2839.xml" ContentType="application/vnd.openxmlformats-officedocument.presentationml.tags+xml"/>
  <Override PartName="/ppt/tags/tag2840.xml" ContentType="application/vnd.openxmlformats-officedocument.presentationml.tags+xml"/>
  <Override PartName="/ppt/tags/tag2841.xml" ContentType="application/vnd.openxmlformats-officedocument.presentationml.tags+xml"/>
  <Override PartName="/ppt/tags/tag2842.xml" ContentType="application/vnd.openxmlformats-officedocument.presentationml.tags+xml"/>
  <Override PartName="/ppt/tags/tag2843.xml" ContentType="application/vnd.openxmlformats-officedocument.presentationml.tags+xml"/>
  <Override PartName="/ppt/tags/tag2844.xml" ContentType="application/vnd.openxmlformats-officedocument.presentationml.tags+xml"/>
  <Override PartName="/ppt/tags/tag2845.xml" ContentType="application/vnd.openxmlformats-officedocument.presentationml.tags+xml"/>
  <Override PartName="/ppt/notesSlides/notesSlide58.xml" ContentType="application/vnd.openxmlformats-officedocument.presentationml.notesSlide+xml"/>
  <Override PartName="/ppt/tags/tag2846.xml" ContentType="application/vnd.openxmlformats-officedocument.presentationml.tags+xml"/>
  <Override PartName="/ppt/tags/tag2847.xml" ContentType="application/vnd.openxmlformats-officedocument.presentationml.tags+xml"/>
  <Override PartName="/ppt/tags/tag2848.xml" ContentType="application/vnd.openxmlformats-officedocument.presentationml.tags+xml"/>
  <Override PartName="/ppt/tags/tag2849.xml" ContentType="application/vnd.openxmlformats-officedocument.presentationml.tags+xml"/>
  <Override PartName="/ppt/tags/tag2850.xml" ContentType="application/vnd.openxmlformats-officedocument.presentationml.tags+xml"/>
  <Override PartName="/ppt/tags/tag2851.xml" ContentType="application/vnd.openxmlformats-officedocument.presentationml.tags+xml"/>
  <Override PartName="/ppt/tags/tag2852.xml" ContentType="application/vnd.openxmlformats-officedocument.presentationml.tags+xml"/>
  <Override PartName="/ppt/tags/tag2853.xml" ContentType="application/vnd.openxmlformats-officedocument.presentationml.tags+xml"/>
  <Override PartName="/ppt/tags/tag2854.xml" ContentType="application/vnd.openxmlformats-officedocument.presentationml.tags+xml"/>
  <Override PartName="/ppt/notesSlides/notesSlide59.xml" ContentType="application/vnd.openxmlformats-officedocument.presentationml.notesSlide+xml"/>
  <Override PartName="/ppt/tags/tag2855.xml" ContentType="application/vnd.openxmlformats-officedocument.presentationml.tags+xml"/>
  <Override PartName="/ppt/tags/tag2856.xml" ContentType="application/vnd.openxmlformats-officedocument.presentationml.tags+xml"/>
  <Override PartName="/ppt/tags/tag2857.xml" ContentType="application/vnd.openxmlformats-officedocument.presentationml.tags+xml"/>
  <Override PartName="/ppt/tags/tag2858.xml" ContentType="application/vnd.openxmlformats-officedocument.presentationml.tags+xml"/>
  <Override PartName="/ppt/notesSlides/notesSlide60.xml" ContentType="application/vnd.openxmlformats-officedocument.presentationml.notesSlide+xml"/>
  <Override PartName="/ppt/tags/tag2859.xml" ContentType="application/vnd.openxmlformats-officedocument.presentationml.tags+xml"/>
  <Override PartName="/ppt/tags/tag2860.xml" ContentType="application/vnd.openxmlformats-officedocument.presentationml.tags+xml"/>
  <Override PartName="/ppt/tags/tag2861.xml" ContentType="application/vnd.openxmlformats-officedocument.presentationml.tags+xml"/>
  <Override PartName="/ppt/tags/tag2862.xml" ContentType="application/vnd.openxmlformats-officedocument.presentationml.tags+xml"/>
  <Override PartName="/ppt/tags/tag2863.xml" ContentType="application/vnd.openxmlformats-officedocument.presentationml.tags+xml"/>
  <Override PartName="/ppt/tags/tag2864.xml" ContentType="application/vnd.openxmlformats-officedocument.presentationml.tags+xml"/>
  <Override PartName="/ppt/tags/tag2865.xml" ContentType="application/vnd.openxmlformats-officedocument.presentationml.tags+xml"/>
  <Override PartName="/ppt/tags/tag2866.xml" ContentType="application/vnd.openxmlformats-officedocument.presentationml.tags+xml"/>
  <Override PartName="/ppt/tags/tag2867.xml" ContentType="application/vnd.openxmlformats-officedocument.presentationml.tags+xml"/>
  <Override PartName="/ppt/tags/tag2868.xml" ContentType="application/vnd.openxmlformats-officedocument.presentationml.tags+xml"/>
  <Override PartName="/ppt/tags/tag2869.xml" ContentType="application/vnd.openxmlformats-officedocument.presentationml.tags+xml"/>
  <Override PartName="/ppt/tags/tag2870.xml" ContentType="application/vnd.openxmlformats-officedocument.presentationml.tags+xml"/>
  <Override PartName="/ppt/tags/tag2871.xml" ContentType="application/vnd.openxmlformats-officedocument.presentationml.tags+xml"/>
  <Override PartName="/ppt/tags/tag2872.xml" ContentType="application/vnd.openxmlformats-officedocument.presentationml.tags+xml"/>
  <Override PartName="/ppt/tags/tag2873.xml" ContentType="application/vnd.openxmlformats-officedocument.presentationml.tags+xml"/>
  <Override PartName="/ppt/tags/tag2874.xml" ContentType="application/vnd.openxmlformats-officedocument.presentationml.tags+xml"/>
  <Override PartName="/ppt/tags/tag2875.xml" ContentType="application/vnd.openxmlformats-officedocument.presentationml.tags+xml"/>
  <Override PartName="/ppt/tags/tag2876.xml" ContentType="application/vnd.openxmlformats-officedocument.presentationml.tags+xml"/>
  <Override PartName="/ppt/tags/tag2877.xml" ContentType="application/vnd.openxmlformats-officedocument.presentationml.tags+xml"/>
  <Override PartName="/ppt/tags/tag2878.xml" ContentType="application/vnd.openxmlformats-officedocument.presentationml.tags+xml"/>
  <Override PartName="/ppt/tags/tag2879.xml" ContentType="application/vnd.openxmlformats-officedocument.presentationml.tags+xml"/>
  <Override PartName="/ppt/tags/tag2880.xml" ContentType="application/vnd.openxmlformats-officedocument.presentationml.tags+xml"/>
  <Override PartName="/ppt/tags/tag2881.xml" ContentType="application/vnd.openxmlformats-officedocument.presentationml.tags+xml"/>
  <Override PartName="/ppt/notesSlides/notesSlide61.xml" ContentType="application/vnd.openxmlformats-officedocument.presentationml.notesSlide+xml"/>
  <Override PartName="/ppt/tags/tag2882.xml" ContentType="application/vnd.openxmlformats-officedocument.presentationml.tags+xml"/>
  <Override PartName="/ppt/tags/tag2883.xml" ContentType="application/vnd.openxmlformats-officedocument.presentationml.tags+xml"/>
  <Override PartName="/ppt/tags/tag2884.xml" ContentType="application/vnd.openxmlformats-officedocument.presentationml.tags+xml"/>
  <Override PartName="/ppt/tags/tag2885.xml" ContentType="application/vnd.openxmlformats-officedocument.presentationml.tags+xml"/>
  <Override PartName="/ppt/tags/tag2886.xml" ContentType="application/vnd.openxmlformats-officedocument.presentationml.tags+xml"/>
  <Override PartName="/ppt/tags/tag2887.xml" ContentType="application/vnd.openxmlformats-officedocument.presentationml.tags+xml"/>
  <Override PartName="/ppt/tags/tag2888.xml" ContentType="application/vnd.openxmlformats-officedocument.presentationml.tags+xml"/>
  <Override PartName="/ppt/tags/tag2889.xml" ContentType="application/vnd.openxmlformats-officedocument.presentationml.tags+xml"/>
  <Override PartName="/ppt/tags/tag2890.xml" ContentType="application/vnd.openxmlformats-officedocument.presentationml.tags+xml"/>
  <Override PartName="/ppt/tags/tag2891.xml" ContentType="application/vnd.openxmlformats-officedocument.presentationml.tags+xml"/>
  <Override PartName="/ppt/tags/tag2892.xml" ContentType="application/vnd.openxmlformats-officedocument.presentationml.tags+xml"/>
  <Override PartName="/ppt/tags/tag2893.xml" ContentType="application/vnd.openxmlformats-officedocument.presentationml.tags+xml"/>
  <Override PartName="/ppt/tags/tag2894.xml" ContentType="application/vnd.openxmlformats-officedocument.presentationml.tags+xml"/>
  <Override PartName="/ppt/tags/tag2895.xml" ContentType="application/vnd.openxmlformats-officedocument.presentationml.tags+xml"/>
  <Override PartName="/ppt/tags/tag2896.xml" ContentType="application/vnd.openxmlformats-officedocument.presentationml.tags+xml"/>
  <Override PartName="/ppt/tags/tag2897.xml" ContentType="application/vnd.openxmlformats-officedocument.presentationml.tags+xml"/>
  <Override PartName="/ppt/tags/tag2898.xml" ContentType="application/vnd.openxmlformats-officedocument.presentationml.tags+xml"/>
  <Override PartName="/ppt/tags/tag2899.xml" ContentType="application/vnd.openxmlformats-officedocument.presentationml.tags+xml"/>
  <Override PartName="/ppt/tags/tag2900.xml" ContentType="application/vnd.openxmlformats-officedocument.presentationml.tags+xml"/>
  <Override PartName="/ppt/tags/tag2901.xml" ContentType="application/vnd.openxmlformats-officedocument.presentationml.tags+xml"/>
  <Override PartName="/ppt/tags/tag2902.xml" ContentType="application/vnd.openxmlformats-officedocument.presentationml.tags+xml"/>
  <Override PartName="/ppt/tags/tag2903.xml" ContentType="application/vnd.openxmlformats-officedocument.presentationml.tags+xml"/>
  <Override PartName="/ppt/tags/tag2904.xml" ContentType="application/vnd.openxmlformats-officedocument.presentationml.tags+xml"/>
  <Override PartName="/ppt/tags/tag2905.xml" ContentType="application/vnd.openxmlformats-officedocument.presentationml.tags+xml"/>
  <Override PartName="/ppt/tags/tag2906.xml" ContentType="application/vnd.openxmlformats-officedocument.presentationml.tags+xml"/>
  <Override PartName="/ppt/tags/tag2907.xml" ContentType="application/vnd.openxmlformats-officedocument.presentationml.tags+xml"/>
  <Override PartName="/ppt/tags/tag2908.xml" ContentType="application/vnd.openxmlformats-officedocument.presentationml.tags+xml"/>
  <Override PartName="/ppt/tags/tag2909.xml" ContentType="application/vnd.openxmlformats-officedocument.presentationml.tags+xml"/>
  <Override PartName="/ppt/tags/tag2910.xml" ContentType="application/vnd.openxmlformats-officedocument.presentationml.tags+xml"/>
  <Override PartName="/ppt/tags/tag2911.xml" ContentType="application/vnd.openxmlformats-officedocument.presentationml.tags+xml"/>
  <Override PartName="/ppt/tags/tag2912.xml" ContentType="application/vnd.openxmlformats-officedocument.presentationml.tags+xml"/>
  <Override PartName="/ppt/tags/tag2913.xml" ContentType="application/vnd.openxmlformats-officedocument.presentationml.tags+xml"/>
  <Override PartName="/ppt/tags/tag2914.xml" ContentType="application/vnd.openxmlformats-officedocument.presentationml.tags+xml"/>
  <Override PartName="/ppt/tags/tag2915.xml" ContentType="application/vnd.openxmlformats-officedocument.presentationml.tags+xml"/>
  <Override PartName="/ppt/tags/tag2916.xml" ContentType="application/vnd.openxmlformats-officedocument.presentationml.tags+xml"/>
  <Override PartName="/ppt/tags/tag2917.xml" ContentType="application/vnd.openxmlformats-officedocument.presentationml.tags+xml"/>
  <Override PartName="/ppt/tags/tag2918.xml" ContentType="application/vnd.openxmlformats-officedocument.presentationml.tags+xml"/>
  <Override PartName="/ppt/tags/tag2919.xml" ContentType="application/vnd.openxmlformats-officedocument.presentationml.tags+xml"/>
  <Override PartName="/ppt/tags/tag2920.xml" ContentType="application/vnd.openxmlformats-officedocument.presentationml.tags+xml"/>
  <Override PartName="/ppt/tags/tag2921.xml" ContentType="application/vnd.openxmlformats-officedocument.presentationml.tags+xml"/>
  <Override PartName="/ppt/tags/tag2922.xml" ContentType="application/vnd.openxmlformats-officedocument.presentationml.tags+xml"/>
  <Override PartName="/ppt/tags/tag2923.xml" ContentType="application/vnd.openxmlformats-officedocument.presentationml.tags+xml"/>
  <Override PartName="/ppt/tags/tag2924.xml" ContentType="application/vnd.openxmlformats-officedocument.presentationml.tags+xml"/>
  <Override PartName="/ppt/tags/tag2925.xml" ContentType="application/vnd.openxmlformats-officedocument.presentationml.tags+xml"/>
  <Override PartName="/ppt/tags/tag2926.xml" ContentType="application/vnd.openxmlformats-officedocument.presentationml.tags+xml"/>
  <Override PartName="/ppt/tags/tag2927.xml" ContentType="application/vnd.openxmlformats-officedocument.presentationml.tags+xml"/>
  <Override PartName="/ppt/tags/tag2928.xml" ContentType="application/vnd.openxmlformats-officedocument.presentationml.tags+xml"/>
  <Override PartName="/ppt/tags/tag2929.xml" ContentType="application/vnd.openxmlformats-officedocument.presentationml.tags+xml"/>
  <Override PartName="/ppt/tags/tag2930.xml" ContentType="application/vnd.openxmlformats-officedocument.presentationml.tags+xml"/>
  <Override PartName="/ppt/tags/tag2931.xml" ContentType="application/vnd.openxmlformats-officedocument.presentationml.tags+xml"/>
  <Override PartName="/ppt/tags/tag2932.xml" ContentType="application/vnd.openxmlformats-officedocument.presentationml.tags+xml"/>
  <Override PartName="/ppt/tags/tag2933.xml" ContentType="application/vnd.openxmlformats-officedocument.presentationml.tags+xml"/>
  <Override PartName="/ppt/tags/tag2934.xml" ContentType="application/vnd.openxmlformats-officedocument.presentationml.tags+xml"/>
  <Override PartName="/ppt/tags/tag2935.xml" ContentType="application/vnd.openxmlformats-officedocument.presentationml.tags+xml"/>
  <Override PartName="/ppt/tags/tag2936.xml" ContentType="application/vnd.openxmlformats-officedocument.presentationml.tags+xml"/>
  <Override PartName="/ppt/tags/tag2937.xml" ContentType="application/vnd.openxmlformats-officedocument.presentationml.tags+xml"/>
  <Override PartName="/ppt/tags/tag2938.xml" ContentType="application/vnd.openxmlformats-officedocument.presentationml.tags+xml"/>
  <Override PartName="/ppt/tags/tag2939.xml" ContentType="application/vnd.openxmlformats-officedocument.presentationml.tags+xml"/>
  <Override PartName="/ppt/tags/tag2940.xml" ContentType="application/vnd.openxmlformats-officedocument.presentationml.tags+xml"/>
  <Override PartName="/ppt/tags/tag2941.xml" ContentType="application/vnd.openxmlformats-officedocument.presentationml.tags+xml"/>
  <Override PartName="/ppt/tags/tag2942.xml" ContentType="application/vnd.openxmlformats-officedocument.presentationml.tags+xml"/>
  <Override PartName="/ppt/tags/tag2943.xml" ContentType="application/vnd.openxmlformats-officedocument.presentationml.tags+xml"/>
  <Override PartName="/ppt/tags/tag2944.xml" ContentType="application/vnd.openxmlformats-officedocument.presentationml.tags+xml"/>
  <Override PartName="/ppt/tags/tag2945.xml" ContentType="application/vnd.openxmlformats-officedocument.presentationml.tags+xml"/>
  <Override PartName="/ppt/tags/tag2946.xml" ContentType="application/vnd.openxmlformats-officedocument.presentationml.tags+xml"/>
  <Override PartName="/ppt/tags/tag2947.xml" ContentType="application/vnd.openxmlformats-officedocument.presentationml.tags+xml"/>
  <Override PartName="/ppt/tags/tag2948.xml" ContentType="application/vnd.openxmlformats-officedocument.presentationml.tags+xml"/>
  <Override PartName="/ppt/tags/tag2949.xml" ContentType="application/vnd.openxmlformats-officedocument.presentationml.tags+xml"/>
  <Override PartName="/ppt/tags/tag2950.xml" ContentType="application/vnd.openxmlformats-officedocument.presentationml.tags+xml"/>
  <Override PartName="/ppt/tags/tag2951.xml" ContentType="application/vnd.openxmlformats-officedocument.presentationml.tags+xml"/>
  <Override PartName="/ppt/tags/tag2952.xml" ContentType="application/vnd.openxmlformats-officedocument.presentationml.tags+xml"/>
  <Override PartName="/ppt/tags/tag2953.xml" ContentType="application/vnd.openxmlformats-officedocument.presentationml.tags+xml"/>
  <Override PartName="/ppt/notesSlides/notesSlide62.xml" ContentType="application/vnd.openxmlformats-officedocument.presentationml.notesSlide+xml"/>
  <Override PartName="/ppt/tags/tag2954.xml" ContentType="application/vnd.openxmlformats-officedocument.presentationml.tags+xml"/>
  <Override PartName="/ppt/notesSlides/notesSlide63.xml" ContentType="application/vnd.openxmlformats-officedocument.presentationml.notesSlide+xml"/>
  <Override PartName="/ppt/tags/tag2955.xml" ContentType="application/vnd.openxmlformats-officedocument.presentationml.tags+xml"/>
  <Override PartName="/ppt/tags/tag2956.xml" ContentType="application/vnd.openxmlformats-officedocument.presentationml.tags+xml"/>
  <Override PartName="/ppt/tags/tag2957.xml" ContentType="application/vnd.openxmlformats-officedocument.presentationml.tags+xml"/>
  <Override PartName="/ppt/tags/tag2958.xml" ContentType="application/vnd.openxmlformats-officedocument.presentationml.tags+xml"/>
  <Override PartName="/ppt/notesSlides/notesSlide64.xml" ContentType="application/vnd.openxmlformats-officedocument.presentationml.notesSlide+xml"/>
  <Override PartName="/ppt/tags/tag2959.xml" ContentType="application/vnd.openxmlformats-officedocument.presentationml.tags+xml"/>
  <Override PartName="/ppt/tags/tag2960.xml" ContentType="application/vnd.openxmlformats-officedocument.presentationml.tags+xml"/>
  <Override PartName="/ppt/tags/tag2961.xml" ContentType="application/vnd.openxmlformats-officedocument.presentationml.tags+xml"/>
  <Override PartName="/ppt/tags/tag2962.xml" ContentType="application/vnd.openxmlformats-officedocument.presentationml.tags+xml"/>
  <Override PartName="/ppt/tags/tag2963.xml" ContentType="application/vnd.openxmlformats-officedocument.presentationml.tags+xml"/>
  <Override PartName="/ppt/tags/tag2964.xml" ContentType="application/vnd.openxmlformats-officedocument.presentationml.tags+xml"/>
  <Override PartName="/ppt/tags/tag2965.xml" ContentType="application/vnd.openxmlformats-officedocument.presentationml.tags+xml"/>
  <Override PartName="/ppt/tags/tag2966.xml" ContentType="application/vnd.openxmlformats-officedocument.presentationml.tags+xml"/>
  <Override PartName="/ppt/tags/tag2967.xml" ContentType="application/vnd.openxmlformats-officedocument.presentationml.tags+xml"/>
  <Override PartName="/ppt/tags/tag2968.xml" ContentType="application/vnd.openxmlformats-officedocument.presentationml.tags+xml"/>
  <Override PartName="/ppt/tags/tag2969.xml" ContentType="application/vnd.openxmlformats-officedocument.presentationml.tags+xml"/>
  <Override PartName="/ppt/tags/tag2970.xml" ContentType="application/vnd.openxmlformats-officedocument.presentationml.tags+xml"/>
  <Override PartName="/ppt/tags/tag2971.xml" ContentType="application/vnd.openxmlformats-officedocument.presentationml.tags+xml"/>
  <Override PartName="/ppt/tags/tag2972.xml" ContentType="application/vnd.openxmlformats-officedocument.presentationml.tags+xml"/>
  <Override PartName="/ppt/tags/tag2973.xml" ContentType="application/vnd.openxmlformats-officedocument.presentationml.tags+xml"/>
  <Override PartName="/ppt/tags/tag2974.xml" ContentType="application/vnd.openxmlformats-officedocument.presentationml.tags+xml"/>
  <Override PartName="/ppt/tags/tag2975.xml" ContentType="application/vnd.openxmlformats-officedocument.presentationml.tags+xml"/>
  <Override PartName="/ppt/tags/tag2976.xml" ContentType="application/vnd.openxmlformats-officedocument.presentationml.tags+xml"/>
  <Override PartName="/ppt/tags/tag2977.xml" ContentType="application/vnd.openxmlformats-officedocument.presentationml.tags+xml"/>
  <Override PartName="/ppt/tags/tag2978.xml" ContentType="application/vnd.openxmlformats-officedocument.presentationml.tags+xml"/>
  <Override PartName="/ppt/tags/tag2979.xml" ContentType="application/vnd.openxmlformats-officedocument.presentationml.tags+xml"/>
  <Override PartName="/ppt/tags/tag2980.xml" ContentType="application/vnd.openxmlformats-officedocument.presentationml.tags+xml"/>
  <Override PartName="/ppt/tags/tag2981.xml" ContentType="application/vnd.openxmlformats-officedocument.presentationml.tags+xml"/>
  <Override PartName="/ppt/tags/tag2982.xml" ContentType="application/vnd.openxmlformats-officedocument.presentationml.tags+xml"/>
  <Override PartName="/ppt/tags/tag2983.xml" ContentType="application/vnd.openxmlformats-officedocument.presentationml.tags+xml"/>
  <Override PartName="/ppt/tags/tag2984.xml" ContentType="application/vnd.openxmlformats-officedocument.presentationml.tags+xml"/>
  <Override PartName="/ppt/tags/tag2985.xml" ContentType="application/vnd.openxmlformats-officedocument.presentationml.tags+xml"/>
  <Override PartName="/ppt/tags/tag2986.xml" ContentType="application/vnd.openxmlformats-officedocument.presentationml.tags+xml"/>
  <Override PartName="/ppt/tags/tag2987.xml" ContentType="application/vnd.openxmlformats-officedocument.presentationml.tags+xml"/>
  <Override PartName="/ppt/tags/tag2988.xml" ContentType="application/vnd.openxmlformats-officedocument.presentationml.tags+xml"/>
  <Override PartName="/ppt/tags/tag2989.xml" ContentType="application/vnd.openxmlformats-officedocument.presentationml.tags+xml"/>
  <Override PartName="/ppt/tags/tag2990.xml" ContentType="application/vnd.openxmlformats-officedocument.presentationml.tags+xml"/>
  <Override PartName="/ppt/tags/tag2991.xml" ContentType="application/vnd.openxmlformats-officedocument.presentationml.tags+xml"/>
  <Override PartName="/ppt/tags/tag2992.xml" ContentType="application/vnd.openxmlformats-officedocument.presentationml.tags+xml"/>
  <Override PartName="/ppt/tags/tag2993.xml" ContentType="application/vnd.openxmlformats-officedocument.presentationml.tags+xml"/>
  <Override PartName="/ppt/tags/tag2994.xml" ContentType="application/vnd.openxmlformats-officedocument.presentationml.tags+xml"/>
  <Override PartName="/ppt/tags/tag2995.xml" ContentType="application/vnd.openxmlformats-officedocument.presentationml.tags+xml"/>
  <Override PartName="/ppt/tags/tag2996.xml" ContentType="application/vnd.openxmlformats-officedocument.presentationml.tags+xml"/>
  <Override PartName="/ppt/tags/tag2997.xml" ContentType="application/vnd.openxmlformats-officedocument.presentationml.tags+xml"/>
  <Override PartName="/ppt/tags/tag2998.xml" ContentType="application/vnd.openxmlformats-officedocument.presentationml.tags+xml"/>
  <Override PartName="/ppt/tags/tag2999.xml" ContentType="application/vnd.openxmlformats-officedocument.presentationml.tags+xml"/>
  <Override PartName="/ppt/tags/tag3000.xml" ContentType="application/vnd.openxmlformats-officedocument.presentationml.tags+xml"/>
  <Override PartName="/ppt/tags/tag3001.xml" ContentType="application/vnd.openxmlformats-officedocument.presentationml.tags+xml"/>
  <Override PartName="/ppt/tags/tag3002.xml" ContentType="application/vnd.openxmlformats-officedocument.presentationml.tags+xml"/>
  <Override PartName="/ppt/tags/tag3003.xml" ContentType="application/vnd.openxmlformats-officedocument.presentationml.tags+xml"/>
  <Override PartName="/ppt/tags/tag3004.xml" ContentType="application/vnd.openxmlformats-officedocument.presentationml.tags+xml"/>
  <Override PartName="/ppt/tags/tag3005.xml" ContentType="application/vnd.openxmlformats-officedocument.presentationml.tags+xml"/>
  <Override PartName="/ppt/tags/tag3006.xml" ContentType="application/vnd.openxmlformats-officedocument.presentationml.tags+xml"/>
  <Override PartName="/ppt/tags/tag3007.xml" ContentType="application/vnd.openxmlformats-officedocument.presentationml.tags+xml"/>
  <Override PartName="/ppt/tags/tag3008.xml" ContentType="application/vnd.openxmlformats-officedocument.presentationml.tags+xml"/>
  <Override PartName="/ppt/tags/tag3009.xml" ContentType="application/vnd.openxmlformats-officedocument.presentationml.tags+xml"/>
  <Override PartName="/ppt/tags/tag3010.xml" ContentType="application/vnd.openxmlformats-officedocument.presentationml.tags+xml"/>
  <Override PartName="/ppt/tags/tag3011.xml" ContentType="application/vnd.openxmlformats-officedocument.presentationml.tags+xml"/>
  <Override PartName="/ppt/tags/tag3012.xml" ContentType="application/vnd.openxmlformats-officedocument.presentationml.tags+xml"/>
  <Override PartName="/ppt/tags/tag3013.xml" ContentType="application/vnd.openxmlformats-officedocument.presentationml.tags+xml"/>
  <Override PartName="/ppt/tags/tag3014.xml" ContentType="application/vnd.openxmlformats-officedocument.presentationml.tags+xml"/>
  <Override PartName="/ppt/tags/tag3015.xml" ContentType="application/vnd.openxmlformats-officedocument.presentationml.tags+xml"/>
  <Override PartName="/ppt/tags/tag3016.xml" ContentType="application/vnd.openxmlformats-officedocument.presentationml.tags+xml"/>
  <Override PartName="/ppt/tags/tag3017.xml" ContentType="application/vnd.openxmlformats-officedocument.presentationml.tags+xml"/>
  <Override PartName="/ppt/tags/tag3018.xml" ContentType="application/vnd.openxmlformats-officedocument.presentationml.tags+xml"/>
  <Override PartName="/ppt/tags/tag3019.xml" ContentType="application/vnd.openxmlformats-officedocument.presentationml.tags+xml"/>
  <Override PartName="/ppt/tags/tag3020.xml" ContentType="application/vnd.openxmlformats-officedocument.presentationml.tags+xml"/>
  <Override PartName="/ppt/tags/tag3021.xml" ContentType="application/vnd.openxmlformats-officedocument.presentationml.tags+xml"/>
  <Override PartName="/ppt/tags/tag3022.xml" ContentType="application/vnd.openxmlformats-officedocument.presentationml.tags+xml"/>
  <Override PartName="/ppt/tags/tag3023.xml" ContentType="application/vnd.openxmlformats-officedocument.presentationml.tags+xml"/>
  <Override PartName="/ppt/tags/tag3024.xml" ContentType="application/vnd.openxmlformats-officedocument.presentationml.tags+xml"/>
  <Override PartName="/ppt/tags/tag3025.xml" ContentType="application/vnd.openxmlformats-officedocument.presentationml.tags+xml"/>
  <Override PartName="/ppt/tags/tag3026.xml" ContentType="application/vnd.openxmlformats-officedocument.presentationml.tags+xml"/>
  <Override PartName="/ppt/tags/tag3027.xml" ContentType="application/vnd.openxmlformats-officedocument.presentationml.tags+xml"/>
  <Override PartName="/ppt/tags/tag3028.xml" ContentType="application/vnd.openxmlformats-officedocument.presentationml.tags+xml"/>
  <Override PartName="/ppt/tags/tag3029.xml" ContentType="application/vnd.openxmlformats-officedocument.presentationml.tags+xml"/>
  <Override PartName="/ppt/tags/tag3030.xml" ContentType="application/vnd.openxmlformats-officedocument.presentationml.tags+xml"/>
  <Override PartName="/ppt/tags/tag3031.xml" ContentType="application/vnd.openxmlformats-officedocument.presentationml.tags+xml"/>
  <Override PartName="/ppt/tags/tag3032.xml" ContentType="application/vnd.openxmlformats-officedocument.presentationml.tags+xml"/>
  <Override PartName="/ppt/tags/tag3033.xml" ContentType="application/vnd.openxmlformats-officedocument.presentationml.tags+xml"/>
  <Override PartName="/ppt/tags/tag3034.xml" ContentType="application/vnd.openxmlformats-officedocument.presentationml.tags+xml"/>
  <Override PartName="/ppt/tags/tag3035.xml" ContentType="application/vnd.openxmlformats-officedocument.presentationml.tags+xml"/>
  <Override PartName="/ppt/tags/tag3036.xml" ContentType="application/vnd.openxmlformats-officedocument.presentationml.tags+xml"/>
  <Override PartName="/ppt/tags/tag3037.xml" ContentType="application/vnd.openxmlformats-officedocument.presentationml.tags+xml"/>
  <Override PartName="/ppt/tags/tag3038.xml" ContentType="application/vnd.openxmlformats-officedocument.presentationml.tags+xml"/>
  <Override PartName="/ppt/tags/tag3039.xml" ContentType="application/vnd.openxmlformats-officedocument.presentationml.tags+xml"/>
  <Override PartName="/ppt/tags/tag3040.xml" ContentType="application/vnd.openxmlformats-officedocument.presentationml.tags+xml"/>
  <Override PartName="/ppt/tags/tag3041.xml" ContentType="application/vnd.openxmlformats-officedocument.presentationml.tags+xml"/>
  <Override PartName="/ppt/tags/tag3042.xml" ContentType="application/vnd.openxmlformats-officedocument.presentationml.tags+xml"/>
  <Override PartName="/ppt/tags/tag3043.xml" ContentType="application/vnd.openxmlformats-officedocument.presentationml.tags+xml"/>
  <Override PartName="/ppt/tags/tag3044.xml" ContentType="application/vnd.openxmlformats-officedocument.presentationml.tags+xml"/>
  <Override PartName="/ppt/tags/tag3045.xml" ContentType="application/vnd.openxmlformats-officedocument.presentationml.tags+xml"/>
  <Override PartName="/ppt/tags/tag3046.xml" ContentType="application/vnd.openxmlformats-officedocument.presentationml.tags+xml"/>
  <Override PartName="/ppt/tags/tag3047.xml" ContentType="application/vnd.openxmlformats-officedocument.presentationml.tags+xml"/>
  <Override PartName="/ppt/tags/tag3048.xml" ContentType="application/vnd.openxmlformats-officedocument.presentationml.tags+xml"/>
  <Override PartName="/ppt/tags/tag3049.xml" ContentType="application/vnd.openxmlformats-officedocument.presentationml.tags+xml"/>
  <Override PartName="/ppt/tags/tag3050.xml" ContentType="application/vnd.openxmlformats-officedocument.presentationml.tags+xml"/>
  <Override PartName="/ppt/tags/tag3051.xml" ContentType="application/vnd.openxmlformats-officedocument.presentationml.tags+xml"/>
  <Override PartName="/ppt/notesSlides/notesSlide65.xml" ContentType="application/vnd.openxmlformats-officedocument.presentationml.notesSlide+xml"/>
  <Override PartName="/ppt/tags/tag3052.xml" ContentType="application/vnd.openxmlformats-officedocument.presentationml.tags+xml"/>
  <Override PartName="/ppt/tags/tag3053.xml" ContentType="application/vnd.openxmlformats-officedocument.presentationml.tags+xml"/>
  <Override PartName="/ppt/tags/tag3054.xml" ContentType="application/vnd.openxmlformats-officedocument.presentationml.tags+xml"/>
  <Override PartName="/ppt/tags/tag3055.xml" ContentType="application/vnd.openxmlformats-officedocument.presentationml.tags+xml"/>
  <Override PartName="/ppt/tags/tag3056.xml" ContentType="application/vnd.openxmlformats-officedocument.presentationml.tags+xml"/>
  <Override PartName="/ppt/tags/tag3057.xml" ContentType="application/vnd.openxmlformats-officedocument.presentationml.tags+xml"/>
  <Override PartName="/ppt/tags/tag3058.xml" ContentType="application/vnd.openxmlformats-officedocument.presentationml.tags+xml"/>
  <Override PartName="/ppt/tags/tag3059.xml" ContentType="application/vnd.openxmlformats-officedocument.presentationml.tags+xml"/>
  <Override PartName="/ppt/tags/tag3060.xml" ContentType="application/vnd.openxmlformats-officedocument.presentationml.tags+xml"/>
  <Override PartName="/ppt/tags/tag3061.xml" ContentType="application/vnd.openxmlformats-officedocument.presentationml.tags+xml"/>
  <Override PartName="/ppt/tags/tag3062.xml" ContentType="application/vnd.openxmlformats-officedocument.presentationml.tags+xml"/>
  <Override PartName="/ppt/tags/tag3063.xml" ContentType="application/vnd.openxmlformats-officedocument.presentationml.tags+xml"/>
  <Override PartName="/ppt/tags/tag3064.xml" ContentType="application/vnd.openxmlformats-officedocument.presentationml.tags+xml"/>
  <Override PartName="/ppt/tags/tag3065.xml" ContentType="application/vnd.openxmlformats-officedocument.presentationml.tags+xml"/>
  <Override PartName="/ppt/tags/tag3066.xml" ContentType="application/vnd.openxmlformats-officedocument.presentationml.tags+xml"/>
  <Override PartName="/ppt/tags/tag3067.xml" ContentType="application/vnd.openxmlformats-officedocument.presentationml.tags+xml"/>
  <Override PartName="/ppt/tags/tag3068.xml" ContentType="application/vnd.openxmlformats-officedocument.presentationml.tags+xml"/>
  <Override PartName="/ppt/tags/tag3069.xml" ContentType="application/vnd.openxmlformats-officedocument.presentationml.tags+xml"/>
  <Override PartName="/ppt/tags/tag3070.xml" ContentType="application/vnd.openxmlformats-officedocument.presentationml.tags+xml"/>
  <Override PartName="/ppt/tags/tag3071.xml" ContentType="application/vnd.openxmlformats-officedocument.presentationml.tags+xml"/>
  <Override PartName="/ppt/tags/tag3072.xml" ContentType="application/vnd.openxmlformats-officedocument.presentationml.tags+xml"/>
  <Override PartName="/ppt/tags/tag3073.xml" ContentType="application/vnd.openxmlformats-officedocument.presentationml.tags+xml"/>
  <Override PartName="/ppt/tags/tag3074.xml" ContentType="application/vnd.openxmlformats-officedocument.presentationml.tags+xml"/>
  <Override PartName="/ppt/tags/tag3075.xml" ContentType="application/vnd.openxmlformats-officedocument.presentationml.tags+xml"/>
  <Override PartName="/ppt/tags/tag3076.xml" ContentType="application/vnd.openxmlformats-officedocument.presentationml.tags+xml"/>
  <Override PartName="/ppt/tags/tag3077.xml" ContentType="application/vnd.openxmlformats-officedocument.presentationml.tags+xml"/>
  <Override PartName="/ppt/tags/tag3078.xml" ContentType="application/vnd.openxmlformats-officedocument.presentationml.tags+xml"/>
  <Override PartName="/ppt/tags/tag3079.xml" ContentType="application/vnd.openxmlformats-officedocument.presentationml.tags+xml"/>
  <Override PartName="/ppt/tags/tag3080.xml" ContentType="application/vnd.openxmlformats-officedocument.presentationml.tags+xml"/>
  <Override PartName="/ppt/tags/tag3081.xml" ContentType="application/vnd.openxmlformats-officedocument.presentationml.tags+xml"/>
  <Override PartName="/ppt/tags/tag3082.xml" ContentType="application/vnd.openxmlformats-officedocument.presentationml.tags+xml"/>
  <Override PartName="/ppt/tags/tag3083.xml" ContentType="application/vnd.openxmlformats-officedocument.presentationml.tags+xml"/>
  <Override PartName="/ppt/tags/tag3084.xml" ContentType="application/vnd.openxmlformats-officedocument.presentationml.tags+xml"/>
  <Override PartName="/ppt/tags/tag3085.xml" ContentType="application/vnd.openxmlformats-officedocument.presentationml.tags+xml"/>
  <Override PartName="/ppt/tags/tag3086.xml" ContentType="application/vnd.openxmlformats-officedocument.presentationml.tags+xml"/>
  <Override PartName="/ppt/tags/tag3087.xml" ContentType="application/vnd.openxmlformats-officedocument.presentationml.tags+xml"/>
  <Override PartName="/ppt/tags/tag3088.xml" ContentType="application/vnd.openxmlformats-officedocument.presentationml.tags+xml"/>
  <Override PartName="/ppt/tags/tag3089.xml" ContentType="application/vnd.openxmlformats-officedocument.presentationml.tags+xml"/>
  <Override PartName="/ppt/tags/tag3090.xml" ContentType="application/vnd.openxmlformats-officedocument.presentationml.tags+xml"/>
  <Override PartName="/ppt/tags/tag3091.xml" ContentType="application/vnd.openxmlformats-officedocument.presentationml.tags+xml"/>
  <Override PartName="/ppt/tags/tag3092.xml" ContentType="application/vnd.openxmlformats-officedocument.presentationml.tags+xml"/>
  <Override PartName="/ppt/tags/tag3093.xml" ContentType="application/vnd.openxmlformats-officedocument.presentationml.tags+xml"/>
  <Override PartName="/ppt/tags/tag3094.xml" ContentType="application/vnd.openxmlformats-officedocument.presentationml.tags+xml"/>
  <Override PartName="/ppt/tags/tag3095.xml" ContentType="application/vnd.openxmlformats-officedocument.presentationml.tags+xml"/>
  <Override PartName="/ppt/tags/tag3096.xml" ContentType="application/vnd.openxmlformats-officedocument.presentationml.tags+xml"/>
  <Override PartName="/ppt/tags/tag3097.xml" ContentType="application/vnd.openxmlformats-officedocument.presentationml.tags+xml"/>
  <Override PartName="/ppt/tags/tag3098.xml" ContentType="application/vnd.openxmlformats-officedocument.presentationml.tags+xml"/>
  <Override PartName="/ppt/tags/tag3099.xml" ContentType="application/vnd.openxmlformats-officedocument.presentationml.tags+xml"/>
  <Override PartName="/ppt/tags/tag3100.xml" ContentType="application/vnd.openxmlformats-officedocument.presentationml.tags+xml"/>
  <Override PartName="/ppt/tags/tag3101.xml" ContentType="application/vnd.openxmlformats-officedocument.presentationml.tags+xml"/>
  <Override PartName="/ppt/tags/tag3102.xml" ContentType="application/vnd.openxmlformats-officedocument.presentationml.tags+xml"/>
  <Override PartName="/ppt/tags/tag3103.xml" ContentType="application/vnd.openxmlformats-officedocument.presentationml.tags+xml"/>
  <Override PartName="/ppt/tags/tag3104.xml" ContentType="application/vnd.openxmlformats-officedocument.presentationml.tags+xml"/>
  <Override PartName="/ppt/tags/tag3105.xml" ContentType="application/vnd.openxmlformats-officedocument.presentationml.tags+xml"/>
  <Override PartName="/ppt/tags/tag3106.xml" ContentType="application/vnd.openxmlformats-officedocument.presentationml.tags+xml"/>
  <Override PartName="/ppt/tags/tag3107.xml" ContentType="application/vnd.openxmlformats-officedocument.presentationml.tags+xml"/>
  <Override PartName="/ppt/tags/tag3108.xml" ContentType="application/vnd.openxmlformats-officedocument.presentationml.tags+xml"/>
  <Override PartName="/ppt/tags/tag3109.xml" ContentType="application/vnd.openxmlformats-officedocument.presentationml.tags+xml"/>
  <Override PartName="/ppt/tags/tag3110.xml" ContentType="application/vnd.openxmlformats-officedocument.presentationml.tags+xml"/>
  <Override PartName="/ppt/tags/tag3111.xml" ContentType="application/vnd.openxmlformats-officedocument.presentationml.tags+xml"/>
  <Override PartName="/ppt/tags/tag3112.xml" ContentType="application/vnd.openxmlformats-officedocument.presentationml.tags+xml"/>
  <Override PartName="/ppt/tags/tag3113.xml" ContentType="application/vnd.openxmlformats-officedocument.presentationml.tags+xml"/>
  <Override PartName="/ppt/tags/tag3114.xml" ContentType="application/vnd.openxmlformats-officedocument.presentationml.tags+xml"/>
  <Override PartName="/ppt/tags/tag3115.xml" ContentType="application/vnd.openxmlformats-officedocument.presentationml.tags+xml"/>
  <Override PartName="/ppt/tags/tag3116.xml" ContentType="application/vnd.openxmlformats-officedocument.presentationml.tags+xml"/>
  <Override PartName="/ppt/tags/tag3117.xml" ContentType="application/vnd.openxmlformats-officedocument.presentationml.tags+xml"/>
  <Override PartName="/ppt/tags/tag3118.xml" ContentType="application/vnd.openxmlformats-officedocument.presentationml.tags+xml"/>
  <Override PartName="/ppt/tags/tag3119.xml" ContentType="application/vnd.openxmlformats-officedocument.presentationml.tags+xml"/>
  <Override PartName="/ppt/tags/tag3120.xml" ContentType="application/vnd.openxmlformats-officedocument.presentationml.tags+xml"/>
  <Override PartName="/ppt/tags/tag3121.xml" ContentType="application/vnd.openxmlformats-officedocument.presentationml.tags+xml"/>
  <Override PartName="/ppt/tags/tag3122.xml" ContentType="application/vnd.openxmlformats-officedocument.presentationml.tags+xml"/>
  <Override PartName="/ppt/tags/tag3123.xml" ContentType="application/vnd.openxmlformats-officedocument.presentationml.tags+xml"/>
  <Override PartName="/ppt/tags/tag3124.xml" ContentType="application/vnd.openxmlformats-officedocument.presentationml.tags+xml"/>
  <Override PartName="/ppt/tags/tag3125.xml" ContentType="application/vnd.openxmlformats-officedocument.presentationml.tags+xml"/>
  <Override PartName="/ppt/tags/tag3126.xml" ContentType="application/vnd.openxmlformats-officedocument.presentationml.tags+xml"/>
  <Override PartName="/ppt/tags/tag3127.xml" ContentType="application/vnd.openxmlformats-officedocument.presentationml.tags+xml"/>
  <Override PartName="/ppt/tags/tag3128.xml" ContentType="application/vnd.openxmlformats-officedocument.presentationml.tags+xml"/>
  <Override PartName="/ppt/tags/tag3129.xml" ContentType="application/vnd.openxmlformats-officedocument.presentationml.tags+xml"/>
  <Override PartName="/ppt/tags/tag3130.xml" ContentType="application/vnd.openxmlformats-officedocument.presentationml.tags+xml"/>
  <Override PartName="/ppt/tags/tag3131.xml" ContentType="application/vnd.openxmlformats-officedocument.presentationml.tags+xml"/>
  <Override PartName="/ppt/tags/tag3132.xml" ContentType="application/vnd.openxmlformats-officedocument.presentationml.tags+xml"/>
  <Override PartName="/ppt/tags/tag3133.xml" ContentType="application/vnd.openxmlformats-officedocument.presentationml.tags+xml"/>
  <Override PartName="/ppt/tags/tag3134.xml" ContentType="application/vnd.openxmlformats-officedocument.presentationml.tags+xml"/>
  <Override PartName="/ppt/tags/tag3135.xml" ContentType="application/vnd.openxmlformats-officedocument.presentationml.tags+xml"/>
  <Override PartName="/ppt/tags/tag3136.xml" ContentType="application/vnd.openxmlformats-officedocument.presentationml.tags+xml"/>
  <Override PartName="/ppt/tags/tag3137.xml" ContentType="application/vnd.openxmlformats-officedocument.presentationml.tags+xml"/>
  <Override PartName="/ppt/tags/tag3138.xml" ContentType="application/vnd.openxmlformats-officedocument.presentationml.tags+xml"/>
  <Override PartName="/ppt/tags/tag3139.xml" ContentType="application/vnd.openxmlformats-officedocument.presentationml.tags+xml"/>
  <Override PartName="/ppt/tags/tag3140.xml" ContentType="application/vnd.openxmlformats-officedocument.presentationml.tags+xml"/>
  <Override PartName="/ppt/tags/tag3141.xml" ContentType="application/vnd.openxmlformats-officedocument.presentationml.tags+xml"/>
  <Override PartName="/ppt/tags/tag3142.xml" ContentType="application/vnd.openxmlformats-officedocument.presentationml.tags+xml"/>
  <Override PartName="/ppt/tags/tag3143.xml" ContentType="application/vnd.openxmlformats-officedocument.presentationml.tags+xml"/>
  <Override PartName="/ppt/tags/tag3144.xml" ContentType="application/vnd.openxmlformats-officedocument.presentationml.tags+xml"/>
  <Override PartName="/ppt/tags/tag3145.xml" ContentType="application/vnd.openxmlformats-officedocument.presentationml.tags+xml"/>
  <Override PartName="/ppt/tags/tag3146.xml" ContentType="application/vnd.openxmlformats-officedocument.presentationml.tags+xml"/>
  <Override PartName="/ppt/tags/tag3147.xml" ContentType="application/vnd.openxmlformats-officedocument.presentationml.tags+xml"/>
  <Override PartName="/ppt/tags/tag3148.xml" ContentType="application/vnd.openxmlformats-officedocument.presentationml.tags+xml"/>
  <Override PartName="/ppt/tags/tag3149.xml" ContentType="application/vnd.openxmlformats-officedocument.presentationml.tags+xml"/>
  <Override PartName="/ppt/tags/tag3150.xml" ContentType="application/vnd.openxmlformats-officedocument.presentationml.tags+xml"/>
  <Override PartName="/ppt/tags/tag3151.xml" ContentType="application/vnd.openxmlformats-officedocument.presentationml.tags+xml"/>
  <Override PartName="/ppt/tags/tag3152.xml" ContentType="application/vnd.openxmlformats-officedocument.presentationml.tags+xml"/>
  <Override PartName="/ppt/tags/tag3153.xml" ContentType="application/vnd.openxmlformats-officedocument.presentationml.tags+xml"/>
  <Override PartName="/ppt/tags/tag3154.xml" ContentType="application/vnd.openxmlformats-officedocument.presentationml.tags+xml"/>
  <Override PartName="/ppt/tags/tag3155.xml" ContentType="application/vnd.openxmlformats-officedocument.presentationml.tags+xml"/>
  <Override PartName="/ppt/tags/tag3156.xml" ContentType="application/vnd.openxmlformats-officedocument.presentationml.tags+xml"/>
  <Override PartName="/ppt/tags/tag3157.xml" ContentType="application/vnd.openxmlformats-officedocument.presentationml.tags+xml"/>
  <Override PartName="/ppt/tags/tag3158.xml" ContentType="application/vnd.openxmlformats-officedocument.presentationml.tags+xml"/>
  <Override PartName="/ppt/tags/tag3159.xml" ContentType="application/vnd.openxmlformats-officedocument.presentationml.tags+xml"/>
  <Override PartName="/ppt/tags/tag3160.xml" ContentType="application/vnd.openxmlformats-officedocument.presentationml.tags+xml"/>
  <Override PartName="/ppt/tags/tag3161.xml" ContentType="application/vnd.openxmlformats-officedocument.presentationml.tags+xml"/>
  <Override PartName="/ppt/tags/tag3162.xml" ContentType="application/vnd.openxmlformats-officedocument.presentationml.tags+xml"/>
  <Override PartName="/ppt/tags/tag3163.xml" ContentType="application/vnd.openxmlformats-officedocument.presentationml.tags+xml"/>
  <Override PartName="/ppt/tags/tag3164.xml" ContentType="application/vnd.openxmlformats-officedocument.presentationml.tags+xml"/>
  <Override PartName="/ppt/tags/tag3165.xml" ContentType="application/vnd.openxmlformats-officedocument.presentationml.tags+xml"/>
  <Override PartName="/ppt/tags/tag3166.xml" ContentType="application/vnd.openxmlformats-officedocument.presentationml.tags+xml"/>
  <Override PartName="/ppt/tags/tag3167.xml" ContentType="application/vnd.openxmlformats-officedocument.presentationml.tags+xml"/>
  <Override PartName="/ppt/tags/tag3168.xml" ContentType="application/vnd.openxmlformats-officedocument.presentationml.tags+xml"/>
  <Override PartName="/ppt/tags/tag3169.xml" ContentType="application/vnd.openxmlformats-officedocument.presentationml.tags+xml"/>
  <Override PartName="/ppt/tags/tag3170.xml" ContentType="application/vnd.openxmlformats-officedocument.presentationml.tags+xml"/>
  <Override PartName="/ppt/tags/tag3171.xml" ContentType="application/vnd.openxmlformats-officedocument.presentationml.tags+xml"/>
  <Override PartName="/ppt/tags/tag3172.xml" ContentType="application/vnd.openxmlformats-officedocument.presentationml.tags+xml"/>
  <Override PartName="/ppt/tags/tag3173.xml" ContentType="application/vnd.openxmlformats-officedocument.presentationml.tags+xml"/>
  <Override PartName="/ppt/tags/tag3174.xml" ContentType="application/vnd.openxmlformats-officedocument.presentationml.tags+xml"/>
  <Override PartName="/ppt/tags/tag3175.xml" ContentType="application/vnd.openxmlformats-officedocument.presentationml.tags+xml"/>
  <Override PartName="/ppt/tags/tag3176.xml" ContentType="application/vnd.openxmlformats-officedocument.presentationml.tags+xml"/>
  <Override PartName="/ppt/tags/tag3177.xml" ContentType="application/vnd.openxmlformats-officedocument.presentationml.tags+xml"/>
  <Override PartName="/ppt/tags/tag3178.xml" ContentType="application/vnd.openxmlformats-officedocument.presentationml.tags+xml"/>
  <Override PartName="/ppt/tags/tag3179.xml" ContentType="application/vnd.openxmlformats-officedocument.presentationml.tags+xml"/>
  <Override PartName="/ppt/tags/tag3180.xml" ContentType="application/vnd.openxmlformats-officedocument.presentationml.tags+xml"/>
  <Override PartName="/ppt/tags/tag3181.xml" ContentType="application/vnd.openxmlformats-officedocument.presentationml.tags+xml"/>
  <Override PartName="/ppt/tags/tag3182.xml" ContentType="application/vnd.openxmlformats-officedocument.presentationml.tags+xml"/>
  <Override PartName="/ppt/tags/tag3183.xml" ContentType="application/vnd.openxmlformats-officedocument.presentationml.tags+xml"/>
  <Override PartName="/ppt/tags/tag3184.xml" ContentType="application/vnd.openxmlformats-officedocument.presentationml.tags+xml"/>
  <Override PartName="/ppt/tags/tag3185.xml" ContentType="application/vnd.openxmlformats-officedocument.presentationml.tags+xml"/>
  <Override PartName="/ppt/tags/tag3186.xml" ContentType="application/vnd.openxmlformats-officedocument.presentationml.tags+xml"/>
  <Override PartName="/ppt/tags/tag3187.xml" ContentType="application/vnd.openxmlformats-officedocument.presentationml.tags+xml"/>
  <Override PartName="/ppt/tags/tag3188.xml" ContentType="application/vnd.openxmlformats-officedocument.presentationml.tags+xml"/>
  <Override PartName="/ppt/tags/tag3189.xml" ContentType="application/vnd.openxmlformats-officedocument.presentationml.tags+xml"/>
  <Override PartName="/ppt/tags/tag3190.xml" ContentType="application/vnd.openxmlformats-officedocument.presentationml.tags+xml"/>
  <Override PartName="/ppt/tags/tag3191.xml" ContentType="application/vnd.openxmlformats-officedocument.presentationml.tags+xml"/>
  <Override PartName="/ppt/tags/tag3192.xml" ContentType="application/vnd.openxmlformats-officedocument.presentationml.tags+xml"/>
  <Override PartName="/ppt/tags/tag3193.xml" ContentType="application/vnd.openxmlformats-officedocument.presentationml.tags+xml"/>
  <Override PartName="/ppt/tags/tag3194.xml" ContentType="application/vnd.openxmlformats-officedocument.presentationml.tags+xml"/>
  <Override PartName="/ppt/tags/tag3195.xml" ContentType="application/vnd.openxmlformats-officedocument.presentationml.tags+xml"/>
  <Override PartName="/ppt/tags/tag3196.xml" ContentType="application/vnd.openxmlformats-officedocument.presentationml.tags+xml"/>
  <Override PartName="/ppt/tags/tag3197.xml" ContentType="application/vnd.openxmlformats-officedocument.presentationml.tags+xml"/>
  <Override PartName="/ppt/tags/tag3198.xml" ContentType="application/vnd.openxmlformats-officedocument.presentationml.tags+xml"/>
  <Override PartName="/ppt/tags/tag3199.xml" ContentType="application/vnd.openxmlformats-officedocument.presentationml.tags+xml"/>
  <Override PartName="/ppt/tags/tag3200.xml" ContentType="application/vnd.openxmlformats-officedocument.presentationml.tags+xml"/>
  <Override PartName="/ppt/tags/tag3201.xml" ContentType="application/vnd.openxmlformats-officedocument.presentationml.tags+xml"/>
  <Override PartName="/ppt/tags/tag3202.xml" ContentType="application/vnd.openxmlformats-officedocument.presentationml.tags+xml"/>
  <Override PartName="/ppt/tags/tag3203.xml" ContentType="application/vnd.openxmlformats-officedocument.presentationml.tags+xml"/>
  <Override PartName="/ppt/tags/tag3204.xml" ContentType="application/vnd.openxmlformats-officedocument.presentationml.tags+xml"/>
  <Override PartName="/ppt/tags/tag3205.xml" ContentType="application/vnd.openxmlformats-officedocument.presentationml.tags+xml"/>
  <Override PartName="/ppt/tags/tag3206.xml" ContentType="application/vnd.openxmlformats-officedocument.presentationml.tags+xml"/>
  <Override PartName="/ppt/tags/tag3207.xml" ContentType="application/vnd.openxmlformats-officedocument.presentationml.tags+xml"/>
  <Override PartName="/ppt/tags/tag3208.xml" ContentType="application/vnd.openxmlformats-officedocument.presentationml.tags+xml"/>
  <Override PartName="/ppt/tags/tag3209.xml" ContentType="application/vnd.openxmlformats-officedocument.presentationml.tags+xml"/>
  <Override PartName="/ppt/tags/tag3210.xml" ContentType="application/vnd.openxmlformats-officedocument.presentationml.tags+xml"/>
  <Override PartName="/ppt/tags/tag3211.xml" ContentType="application/vnd.openxmlformats-officedocument.presentationml.tags+xml"/>
  <Override PartName="/ppt/tags/tag3212.xml" ContentType="application/vnd.openxmlformats-officedocument.presentationml.tags+xml"/>
  <Override PartName="/ppt/tags/tag3213.xml" ContentType="application/vnd.openxmlformats-officedocument.presentationml.tags+xml"/>
  <Override PartName="/ppt/tags/tag3214.xml" ContentType="application/vnd.openxmlformats-officedocument.presentationml.tags+xml"/>
  <Override PartName="/ppt/tags/tag3215.xml" ContentType="application/vnd.openxmlformats-officedocument.presentationml.tags+xml"/>
  <Override PartName="/ppt/tags/tag3216.xml" ContentType="application/vnd.openxmlformats-officedocument.presentationml.tags+xml"/>
  <Override PartName="/ppt/tags/tag3217.xml" ContentType="application/vnd.openxmlformats-officedocument.presentationml.tags+xml"/>
  <Override PartName="/ppt/tags/tag3218.xml" ContentType="application/vnd.openxmlformats-officedocument.presentationml.tags+xml"/>
  <Override PartName="/ppt/tags/tag3219.xml" ContentType="application/vnd.openxmlformats-officedocument.presentationml.tags+xml"/>
  <Override PartName="/ppt/tags/tag3220.xml" ContentType="application/vnd.openxmlformats-officedocument.presentationml.tags+xml"/>
  <Override PartName="/ppt/tags/tag3221.xml" ContentType="application/vnd.openxmlformats-officedocument.presentationml.tags+xml"/>
  <Override PartName="/ppt/tags/tag3222.xml" ContentType="application/vnd.openxmlformats-officedocument.presentationml.tags+xml"/>
  <Override PartName="/ppt/tags/tag3223.xml" ContentType="application/vnd.openxmlformats-officedocument.presentationml.tags+xml"/>
  <Override PartName="/ppt/tags/tag3224.xml" ContentType="application/vnd.openxmlformats-officedocument.presentationml.tags+xml"/>
  <Override PartName="/ppt/tags/tag3225.xml" ContentType="application/vnd.openxmlformats-officedocument.presentationml.tags+xml"/>
  <Override PartName="/ppt/tags/tag3226.xml" ContentType="application/vnd.openxmlformats-officedocument.presentationml.tags+xml"/>
  <Override PartName="/ppt/tags/tag3227.xml" ContentType="application/vnd.openxmlformats-officedocument.presentationml.tags+xml"/>
  <Override PartName="/ppt/tags/tag3228.xml" ContentType="application/vnd.openxmlformats-officedocument.presentationml.tags+xml"/>
  <Override PartName="/ppt/notesSlides/notesSlide66.xml" ContentType="application/vnd.openxmlformats-officedocument.presentationml.notesSlide+xml"/>
  <Override PartName="/ppt/tags/tag3229.xml" ContentType="application/vnd.openxmlformats-officedocument.presentationml.tags+xml"/>
  <Override PartName="/ppt/tags/tag3230.xml" ContentType="application/vnd.openxmlformats-officedocument.presentationml.tags+xml"/>
  <Override PartName="/ppt/tags/tag3231.xml" ContentType="application/vnd.openxmlformats-officedocument.presentationml.tags+xml"/>
  <Override PartName="/ppt/tags/tag3232.xml" ContentType="application/vnd.openxmlformats-officedocument.presentationml.tags+xml"/>
  <Override PartName="/ppt/tags/tag3233.xml" ContentType="application/vnd.openxmlformats-officedocument.presentationml.tags+xml"/>
  <Override PartName="/ppt/tags/tag3234.xml" ContentType="application/vnd.openxmlformats-officedocument.presentationml.tags+xml"/>
  <Override PartName="/ppt/tags/tag3235.xml" ContentType="application/vnd.openxmlformats-officedocument.presentationml.tags+xml"/>
  <Override PartName="/ppt/tags/tag3236.xml" ContentType="application/vnd.openxmlformats-officedocument.presentationml.tags+xml"/>
  <Override PartName="/ppt/tags/tag3237.xml" ContentType="application/vnd.openxmlformats-officedocument.presentationml.tags+xml"/>
  <Override PartName="/ppt/tags/tag3238.xml" ContentType="application/vnd.openxmlformats-officedocument.presentationml.tags+xml"/>
  <Override PartName="/ppt/tags/tag3239.xml" ContentType="application/vnd.openxmlformats-officedocument.presentationml.tags+xml"/>
  <Override PartName="/ppt/tags/tag3240.xml" ContentType="application/vnd.openxmlformats-officedocument.presentationml.tags+xml"/>
  <Override PartName="/ppt/tags/tag3241.xml" ContentType="application/vnd.openxmlformats-officedocument.presentationml.tags+xml"/>
  <Override PartName="/ppt/tags/tag3242.xml" ContentType="application/vnd.openxmlformats-officedocument.presentationml.tags+xml"/>
  <Override PartName="/ppt/tags/tag3243.xml" ContentType="application/vnd.openxmlformats-officedocument.presentationml.tags+xml"/>
  <Override PartName="/ppt/tags/tag3244.xml" ContentType="application/vnd.openxmlformats-officedocument.presentationml.tags+xml"/>
  <Override PartName="/ppt/tags/tag3245.xml" ContentType="application/vnd.openxmlformats-officedocument.presentationml.tags+xml"/>
  <Override PartName="/ppt/tags/tag3246.xml" ContentType="application/vnd.openxmlformats-officedocument.presentationml.tags+xml"/>
  <Override PartName="/ppt/tags/tag3247.xml" ContentType="application/vnd.openxmlformats-officedocument.presentationml.tags+xml"/>
  <Override PartName="/ppt/tags/tag3248.xml" ContentType="application/vnd.openxmlformats-officedocument.presentationml.tags+xml"/>
  <Override PartName="/ppt/tags/tag3249.xml" ContentType="application/vnd.openxmlformats-officedocument.presentationml.tags+xml"/>
  <Override PartName="/ppt/tags/tag3250.xml" ContentType="application/vnd.openxmlformats-officedocument.presentationml.tags+xml"/>
  <Override PartName="/ppt/tags/tag3251.xml" ContentType="application/vnd.openxmlformats-officedocument.presentationml.tags+xml"/>
  <Override PartName="/ppt/tags/tag3252.xml" ContentType="application/vnd.openxmlformats-officedocument.presentationml.tags+xml"/>
  <Override PartName="/ppt/tags/tag3253.xml" ContentType="application/vnd.openxmlformats-officedocument.presentationml.tags+xml"/>
  <Override PartName="/ppt/tags/tag3254.xml" ContentType="application/vnd.openxmlformats-officedocument.presentationml.tags+xml"/>
  <Override PartName="/ppt/tags/tag3255.xml" ContentType="application/vnd.openxmlformats-officedocument.presentationml.tags+xml"/>
  <Override PartName="/ppt/tags/tag3256.xml" ContentType="application/vnd.openxmlformats-officedocument.presentationml.tags+xml"/>
  <Override PartName="/ppt/tags/tag3257.xml" ContentType="application/vnd.openxmlformats-officedocument.presentationml.tags+xml"/>
  <Override PartName="/ppt/tags/tag3258.xml" ContentType="application/vnd.openxmlformats-officedocument.presentationml.tags+xml"/>
  <Override PartName="/ppt/tags/tag3259.xml" ContentType="application/vnd.openxmlformats-officedocument.presentationml.tags+xml"/>
  <Override PartName="/ppt/tags/tag3260.xml" ContentType="application/vnd.openxmlformats-officedocument.presentationml.tags+xml"/>
  <Override PartName="/ppt/tags/tag3261.xml" ContentType="application/vnd.openxmlformats-officedocument.presentationml.tags+xml"/>
  <Override PartName="/ppt/tags/tag3262.xml" ContentType="application/vnd.openxmlformats-officedocument.presentationml.tags+xml"/>
  <Override PartName="/ppt/tags/tag3263.xml" ContentType="application/vnd.openxmlformats-officedocument.presentationml.tags+xml"/>
  <Override PartName="/ppt/tags/tag3264.xml" ContentType="application/vnd.openxmlformats-officedocument.presentationml.tags+xml"/>
  <Override PartName="/ppt/tags/tag3265.xml" ContentType="application/vnd.openxmlformats-officedocument.presentationml.tags+xml"/>
  <Override PartName="/ppt/tags/tag3266.xml" ContentType="application/vnd.openxmlformats-officedocument.presentationml.tags+xml"/>
  <Override PartName="/ppt/tags/tag3267.xml" ContentType="application/vnd.openxmlformats-officedocument.presentationml.tags+xml"/>
  <Override PartName="/ppt/tags/tag3268.xml" ContentType="application/vnd.openxmlformats-officedocument.presentationml.tags+xml"/>
  <Override PartName="/ppt/tags/tag3269.xml" ContentType="application/vnd.openxmlformats-officedocument.presentationml.tags+xml"/>
  <Override PartName="/ppt/tags/tag3270.xml" ContentType="application/vnd.openxmlformats-officedocument.presentationml.tags+xml"/>
  <Override PartName="/ppt/tags/tag3271.xml" ContentType="application/vnd.openxmlformats-officedocument.presentationml.tags+xml"/>
  <Override PartName="/ppt/tags/tag3272.xml" ContentType="application/vnd.openxmlformats-officedocument.presentationml.tags+xml"/>
  <Override PartName="/ppt/tags/tag3273.xml" ContentType="application/vnd.openxmlformats-officedocument.presentationml.tags+xml"/>
  <Override PartName="/ppt/tags/tag3274.xml" ContentType="application/vnd.openxmlformats-officedocument.presentationml.tags+xml"/>
  <Override PartName="/ppt/tags/tag3275.xml" ContentType="application/vnd.openxmlformats-officedocument.presentationml.tags+xml"/>
  <Override PartName="/ppt/tags/tag3276.xml" ContentType="application/vnd.openxmlformats-officedocument.presentationml.tags+xml"/>
  <Override PartName="/ppt/tags/tag3277.xml" ContentType="application/vnd.openxmlformats-officedocument.presentationml.tags+xml"/>
  <Override PartName="/ppt/tags/tag3278.xml" ContentType="application/vnd.openxmlformats-officedocument.presentationml.tags+xml"/>
  <Override PartName="/ppt/tags/tag3279.xml" ContentType="application/vnd.openxmlformats-officedocument.presentationml.tags+xml"/>
  <Override PartName="/ppt/tags/tag3280.xml" ContentType="application/vnd.openxmlformats-officedocument.presentationml.tags+xml"/>
  <Override PartName="/ppt/tags/tag3281.xml" ContentType="application/vnd.openxmlformats-officedocument.presentationml.tags+xml"/>
  <Override PartName="/ppt/tags/tag3282.xml" ContentType="application/vnd.openxmlformats-officedocument.presentationml.tags+xml"/>
  <Override PartName="/ppt/tags/tag3283.xml" ContentType="application/vnd.openxmlformats-officedocument.presentationml.tags+xml"/>
  <Override PartName="/ppt/tags/tag3284.xml" ContentType="application/vnd.openxmlformats-officedocument.presentationml.tags+xml"/>
  <Override PartName="/ppt/tags/tag3285.xml" ContentType="application/vnd.openxmlformats-officedocument.presentationml.tags+xml"/>
  <Override PartName="/ppt/tags/tag3286.xml" ContentType="application/vnd.openxmlformats-officedocument.presentationml.tags+xml"/>
  <Override PartName="/ppt/tags/tag3287.xml" ContentType="application/vnd.openxmlformats-officedocument.presentationml.tags+xml"/>
  <Override PartName="/ppt/tags/tag3288.xml" ContentType="application/vnd.openxmlformats-officedocument.presentationml.tags+xml"/>
  <Override PartName="/ppt/tags/tag3289.xml" ContentType="application/vnd.openxmlformats-officedocument.presentationml.tags+xml"/>
  <Override PartName="/ppt/tags/tag3290.xml" ContentType="application/vnd.openxmlformats-officedocument.presentationml.tags+xml"/>
  <Override PartName="/ppt/tags/tag3291.xml" ContentType="application/vnd.openxmlformats-officedocument.presentationml.tags+xml"/>
  <Override PartName="/ppt/tags/tag3292.xml" ContentType="application/vnd.openxmlformats-officedocument.presentationml.tags+xml"/>
  <Override PartName="/ppt/tags/tag3293.xml" ContentType="application/vnd.openxmlformats-officedocument.presentationml.tags+xml"/>
  <Override PartName="/ppt/tags/tag3294.xml" ContentType="application/vnd.openxmlformats-officedocument.presentationml.tags+xml"/>
  <Override PartName="/ppt/notesSlides/notesSlide67.xml" ContentType="application/vnd.openxmlformats-officedocument.presentationml.notesSlide+xml"/>
  <Override PartName="/ppt/tags/tag3295.xml" ContentType="application/vnd.openxmlformats-officedocument.presentationml.tags+xml"/>
  <Override PartName="/ppt/tags/tag3296.xml" ContentType="application/vnd.openxmlformats-officedocument.presentationml.tags+xml"/>
  <Override PartName="/ppt/tags/tag3297.xml" ContentType="application/vnd.openxmlformats-officedocument.presentationml.tags+xml"/>
  <Override PartName="/ppt/tags/tag3298.xml" ContentType="application/vnd.openxmlformats-officedocument.presentationml.tags+xml"/>
  <Override PartName="/ppt/tags/tag3299.xml" ContentType="application/vnd.openxmlformats-officedocument.presentationml.tags+xml"/>
  <Override PartName="/ppt/tags/tag3300.xml" ContentType="application/vnd.openxmlformats-officedocument.presentationml.tags+xml"/>
  <Override PartName="/ppt/tags/tag3301.xml" ContentType="application/vnd.openxmlformats-officedocument.presentationml.tags+xml"/>
  <Override PartName="/ppt/tags/tag3302.xml" ContentType="application/vnd.openxmlformats-officedocument.presentationml.tags+xml"/>
  <Override PartName="/ppt/tags/tag3303.xml" ContentType="application/vnd.openxmlformats-officedocument.presentationml.tags+xml"/>
  <Override PartName="/ppt/tags/tag3304.xml" ContentType="application/vnd.openxmlformats-officedocument.presentationml.tags+xml"/>
  <Override PartName="/ppt/tags/tag3305.xml" ContentType="application/vnd.openxmlformats-officedocument.presentationml.tags+xml"/>
  <Override PartName="/ppt/tags/tag3306.xml" ContentType="application/vnd.openxmlformats-officedocument.presentationml.tags+xml"/>
  <Override PartName="/ppt/tags/tag3307.xml" ContentType="application/vnd.openxmlformats-officedocument.presentationml.tags+xml"/>
  <Override PartName="/ppt/tags/tag3308.xml" ContentType="application/vnd.openxmlformats-officedocument.presentationml.tags+xml"/>
  <Override PartName="/ppt/tags/tag3309.xml" ContentType="application/vnd.openxmlformats-officedocument.presentationml.tags+xml"/>
  <Override PartName="/ppt/tags/tag3310.xml" ContentType="application/vnd.openxmlformats-officedocument.presentationml.tags+xml"/>
  <Override PartName="/ppt/tags/tag3311.xml" ContentType="application/vnd.openxmlformats-officedocument.presentationml.tags+xml"/>
  <Override PartName="/ppt/tags/tag3312.xml" ContentType="application/vnd.openxmlformats-officedocument.presentationml.tags+xml"/>
  <Override PartName="/ppt/tags/tag3313.xml" ContentType="application/vnd.openxmlformats-officedocument.presentationml.tags+xml"/>
  <Override PartName="/ppt/tags/tag3314.xml" ContentType="application/vnd.openxmlformats-officedocument.presentationml.tags+xml"/>
  <Override PartName="/ppt/tags/tag3315.xml" ContentType="application/vnd.openxmlformats-officedocument.presentationml.tags+xml"/>
  <Override PartName="/ppt/tags/tag3316.xml" ContentType="application/vnd.openxmlformats-officedocument.presentationml.tags+xml"/>
  <Override PartName="/ppt/tags/tag3317.xml" ContentType="application/vnd.openxmlformats-officedocument.presentationml.tags+xml"/>
  <Override PartName="/ppt/tags/tag3318.xml" ContentType="application/vnd.openxmlformats-officedocument.presentationml.tags+xml"/>
  <Override PartName="/ppt/tags/tag3319.xml" ContentType="application/vnd.openxmlformats-officedocument.presentationml.tags+xml"/>
  <Override PartName="/ppt/tags/tag3320.xml" ContentType="application/vnd.openxmlformats-officedocument.presentationml.tags+xml"/>
  <Override PartName="/ppt/tags/tag3321.xml" ContentType="application/vnd.openxmlformats-officedocument.presentationml.tags+xml"/>
  <Override PartName="/ppt/tags/tag3322.xml" ContentType="application/vnd.openxmlformats-officedocument.presentationml.tags+xml"/>
  <Override PartName="/ppt/tags/tag3323.xml" ContentType="application/vnd.openxmlformats-officedocument.presentationml.tags+xml"/>
  <Override PartName="/ppt/tags/tag3324.xml" ContentType="application/vnd.openxmlformats-officedocument.presentationml.tags+xml"/>
  <Override PartName="/ppt/tags/tag3325.xml" ContentType="application/vnd.openxmlformats-officedocument.presentationml.tags+xml"/>
  <Override PartName="/ppt/tags/tag3326.xml" ContentType="application/vnd.openxmlformats-officedocument.presentationml.tags+xml"/>
  <Override PartName="/ppt/tags/tag3327.xml" ContentType="application/vnd.openxmlformats-officedocument.presentationml.tags+xml"/>
  <Override PartName="/ppt/tags/tag3328.xml" ContentType="application/vnd.openxmlformats-officedocument.presentationml.tags+xml"/>
  <Override PartName="/ppt/tags/tag3329.xml" ContentType="application/vnd.openxmlformats-officedocument.presentationml.tags+xml"/>
  <Override PartName="/ppt/tags/tag3330.xml" ContentType="application/vnd.openxmlformats-officedocument.presentationml.tags+xml"/>
  <Override PartName="/ppt/tags/tag3331.xml" ContentType="application/vnd.openxmlformats-officedocument.presentationml.tags+xml"/>
  <Override PartName="/ppt/tags/tag3332.xml" ContentType="application/vnd.openxmlformats-officedocument.presentationml.tags+xml"/>
  <Override PartName="/ppt/tags/tag3333.xml" ContentType="application/vnd.openxmlformats-officedocument.presentationml.tags+xml"/>
  <Override PartName="/ppt/tags/tag3334.xml" ContentType="application/vnd.openxmlformats-officedocument.presentationml.tags+xml"/>
  <Override PartName="/ppt/tags/tag3335.xml" ContentType="application/vnd.openxmlformats-officedocument.presentationml.tags+xml"/>
  <Override PartName="/ppt/tags/tag3336.xml" ContentType="application/vnd.openxmlformats-officedocument.presentationml.tags+xml"/>
  <Override PartName="/ppt/tags/tag3337.xml" ContentType="application/vnd.openxmlformats-officedocument.presentationml.tags+xml"/>
  <Override PartName="/ppt/tags/tag3338.xml" ContentType="application/vnd.openxmlformats-officedocument.presentationml.tags+xml"/>
  <Override PartName="/ppt/tags/tag3339.xml" ContentType="application/vnd.openxmlformats-officedocument.presentationml.tags+xml"/>
  <Override PartName="/ppt/tags/tag3340.xml" ContentType="application/vnd.openxmlformats-officedocument.presentationml.tags+xml"/>
  <Override PartName="/ppt/tags/tag3341.xml" ContentType="application/vnd.openxmlformats-officedocument.presentationml.tags+xml"/>
  <Override PartName="/ppt/tags/tag3342.xml" ContentType="application/vnd.openxmlformats-officedocument.presentationml.tags+xml"/>
  <Override PartName="/ppt/tags/tag3343.xml" ContentType="application/vnd.openxmlformats-officedocument.presentationml.tags+xml"/>
  <Override PartName="/ppt/tags/tag3344.xml" ContentType="application/vnd.openxmlformats-officedocument.presentationml.tags+xml"/>
  <Override PartName="/ppt/tags/tag3345.xml" ContentType="application/vnd.openxmlformats-officedocument.presentationml.tags+xml"/>
  <Override PartName="/ppt/tags/tag3346.xml" ContentType="application/vnd.openxmlformats-officedocument.presentationml.tags+xml"/>
  <Override PartName="/ppt/tags/tag3347.xml" ContentType="application/vnd.openxmlformats-officedocument.presentationml.tags+xml"/>
  <Override PartName="/ppt/tags/tag3348.xml" ContentType="application/vnd.openxmlformats-officedocument.presentationml.tags+xml"/>
  <Override PartName="/ppt/tags/tag3349.xml" ContentType="application/vnd.openxmlformats-officedocument.presentationml.tags+xml"/>
  <Override PartName="/ppt/tags/tag3350.xml" ContentType="application/vnd.openxmlformats-officedocument.presentationml.tags+xml"/>
  <Override PartName="/ppt/tags/tag3351.xml" ContentType="application/vnd.openxmlformats-officedocument.presentationml.tags+xml"/>
  <Override PartName="/ppt/tags/tag3352.xml" ContentType="application/vnd.openxmlformats-officedocument.presentationml.tags+xml"/>
  <Override PartName="/ppt/tags/tag3353.xml" ContentType="application/vnd.openxmlformats-officedocument.presentationml.tags+xml"/>
  <Override PartName="/ppt/tags/tag3354.xml" ContentType="application/vnd.openxmlformats-officedocument.presentationml.tags+xml"/>
  <Override PartName="/ppt/tags/tag3355.xml" ContentType="application/vnd.openxmlformats-officedocument.presentationml.tags+xml"/>
  <Override PartName="/ppt/tags/tag3356.xml" ContentType="application/vnd.openxmlformats-officedocument.presentationml.tags+xml"/>
  <Override PartName="/ppt/tags/tag3357.xml" ContentType="application/vnd.openxmlformats-officedocument.presentationml.tags+xml"/>
  <Override PartName="/ppt/tags/tag3358.xml" ContentType="application/vnd.openxmlformats-officedocument.presentationml.tags+xml"/>
  <Override PartName="/ppt/tags/tag3359.xml" ContentType="application/vnd.openxmlformats-officedocument.presentationml.tags+xml"/>
  <Override PartName="/ppt/tags/tag3360.xml" ContentType="application/vnd.openxmlformats-officedocument.presentationml.tags+xml"/>
  <Override PartName="/ppt/tags/tag3361.xml" ContentType="application/vnd.openxmlformats-officedocument.presentationml.tags+xml"/>
  <Override PartName="/ppt/tags/tag3362.xml" ContentType="application/vnd.openxmlformats-officedocument.presentationml.tags+xml"/>
  <Override PartName="/ppt/tags/tag3363.xml" ContentType="application/vnd.openxmlformats-officedocument.presentationml.tags+xml"/>
  <Override PartName="/ppt/tags/tag3364.xml" ContentType="application/vnd.openxmlformats-officedocument.presentationml.tags+xml"/>
  <Override PartName="/ppt/tags/tag3365.xml" ContentType="application/vnd.openxmlformats-officedocument.presentationml.tags+xml"/>
  <Override PartName="/ppt/tags/tag3366.xml" ContentType="application/vnd.openxmlformats-officedocument.presentationml.tags+xml"/>
  <Override PartName="/ppt/tags/tag3367.xml" ContentType="application/vnd.openxmlformats-officedocument.presentationml.tags+xml"/>
  <Override PartName="/ppt/tags/tag3368.xml" ContentType="application/vnd.openxmlformats-officedocument.presentationml.tags+xml"/>
  <Override PartName="/ppt/tags/tag3369.xml" ContentType="application/vnd.openxmlformats-officedocument.presentationml.tags+xml"/>
  <Override PartName="/ppt/tags/tag3370.xml" ContentType="application/vnd.openxmlformats-officedocument.presentationml.tags+xml"/>
  <Override PartName="/ppt/tags/tag3371.xml" ContentType="application/vnd.openxmlformats-officedocument.presentationml.tags+xml"/>
  <Override PartName="/ppt/tags/tag3372.xml" ContentType="application/vnd.openxmlformats-officedocument.presentationml.tags+xml"/>
  <Override PartName="/ppt/tags/tag3373.xml" ContentType="application/vnd.openxmlformats-officedocument.presentationml.tags+xml"/>
  <Override PartName="/ppt/tags/tag3374.xml" ContentType="application/vnd.openxmlformats-officedocument.presentationml.tags+xml"/>
  <Override PartName="/ppt/tags/tag3375.xml" ContentType="application/vnd.openxmlformats-officedocument.presentationml.tags+xml"/>
  <Override PartName="/ppt/tags/tag3376.xml" ContentType="application/vnd.openxmlformats-officedocument.presentationml.tags+xml"/>
  <Override PartName="/ppt/tags/tag3377.xml" ContentType="application/vnd.openxmlformats-officedocument.presentationml.tags+xml"/>
  <Override PartName="/ppt/tags/tag3378.xml" ContentType="application/vnd.openxmlformats-officedocument.presentationml.tags+xml"/>
  <Override PartName="/ppt/tags/tag3379.xml" ContentType="application/vnd.openxmlformats-officedocument.presentationml.tags+xml"/>
  <Override PartName="/ppt/tags/tag3380.xml" ContentType="application/vnd.openxmlformats-officedocument.presentationml.tags+xml"/>
  <Override PartName="/ppt/tags/tag3381.xml" ContentType="application/vnd.openxmlformats-officedocument.presentationml.tags+xml"/>
  <Override PartName="/ppt/tags/tag3382.xml" ContentType="application/vnd.openxmlformats-officedocument.presentationml.tags+xml"/>
  <Override PartName="/ppt/tags/tag3383.xml" ContentType="application/vnd.openxmlformats-officedocument.presentationml.tags+xml"/>
  <Override PartName="/ppt/tags/tag3384.xml" ContentType="application/vnd.openxmlformats-officedocument.presentationml.tags+xml"/>
  <Override PartName="/ppt/tags/tag3385.xml" ContentType="application/vnd.openxmlformats-officedocument.presentationml.tags+xml"/>
  <Override PartName="/ppt/tags/tag3386.xml" ContentType="application/vnd.openxmlformats-officedocument.presentationml.tags+xml"/>
  <Override PartName="/ppt/tags/tag3387.xml" ContentType="application/vnd.openxmlformats-officedocument.presentationml.tags+xml"/>
  <Override PartName="/ppt/tags/tag3388.xml" ContentType="application/vnd.openxmlformats-officedocument.presentationml.tags+xml"/>
  <Override PartName="/ppt/tags/tag3389.xml" ContentType="application/vnd.openxmlformats-officedocument.presentationml.tags+xml"/>
  <Override PartName="/ppt/tags/tag3390.xml" ContentType="application/vnd.openxmlformats-officedocument.presentationml.tags+xml"/>
  <Override PartName="/ppt/tags/tag3391.xml" ContentType="application/vnd.openxmlformats-officedocument.presentationml.tags+xml"/>
  <Override PartName="/ppt/tags/tag3392.xml" ContentType="application/vnd.openxmlformats-officedocument.presentationml.tags+xml"/>
  <Override PartName="/ppt/tags/tag3393.xml" ContentType="application/vnd.openxmlformats-officedocument.presentationml.tags+xml"/>
  <Override PartName="/ppt/tags/tag3394.xml" ContentType="application/vnd.openxmlformats-officedocument.presentationml.tags+xml"/>
  <Override PartName="/ppt/tags/tag3395.xml" ContentType="application/vnd.openxmlformats-officedocument.presentationml.tags+xml"/>
  <Override PartName="/ppt/tags/tag3396.xml" ContentType="application/vnd.openxmlformats-officedocument.presentationml.tags+xml"/>
  <Override PartName="/ppt/tags/tag3397.xml" ContentType="application/vnd.openxmlformats-officedocument.presentationml.tags+xml"/>
  <Override PartName="/ppt/tags/tag3398.xml" ContentType="application/vnd.openxmlformats-officedocument.presentationml.tags+xml"/>
  <Override PartName="/ppt/tags/tag3399.xml" ContentType="application/vnd.openxmlformats-officedocument.presentationml.tags+xml"/>
  <Override PartName="/ppt/tags/tag3400.xml" ContentType="application/vnd.openxmlformats-officedocument.presentationml.tags+xml"/>
  <Override PartName="/ppt/tags/tag3401.xml" ContentType="application/vnd.openxmlformats-officedocument.presentationml.tags+xml"/>
  <Override PartName="/ppt/tags/tag3402.xml" ContentType="application/vnd.openxmlformats-officedocument.presentationml.tags+xml"/>
  <Override PartName="/ppt/tags/tag3403.xml" ContentType="application/vnd.openxmlformats-officedocument.presentationml.tags+xml"/>
  <Override PartName="/ppt/tags/tag3404.xml" ContentType="application/vnd.openxmlformats-officedocument.presentationml.tags+xml"/>
  <Override PartName="/ppt/tags/tag3405.xml" ContentType="application/vnd.openxmlformats-officedocument.presentationml.tags+xml"/>
  <Override PartName="/ppt/tags/tag3406.xml" ContentType="application/vnd.openxmlformats-officedocument.presentationml.tags+xml"/>
  <Override PartName="/ppt/tags/tag3407.xml" ContentType="application/vnd.openxmlformats-officedocument.presentationml.tags+xml"/>
  <Override PartName="/ppt/tags/tag3408.xml" ContentType="application/vnd.openxmlformats-officedocument.presentationml.tags+xml"/>
  <Override PartName="/ppt/tags/tag3409.xml" ContentType="application/vnd.openxmlformats-officedocument.presentationml.tags+xml"/>
  <Override PartName="/ppt/tags/tag3410.xml" ContentType="application/vnd.openxmlformats-officedocument.presentationml.tags+xml"/>
  <Override PartName="/ppt/tags/tag3411.xml" ContentType="application/vnd.openxmlformats-officedocument.presentationml.tags+xml"/>
  <Override PartName="/ppt/tags/tag3412.xml" ContentType="application/vnd.openxmlformats-officedocument.presentationml.tags+xml"/>
  <Override PartName="/ppt/tags/tag3413.xml" ContentType="application/vnd.openxmlformats-officedocument.presentationml.tags+xml"/>
  <Override PartName="/ppt/tags/tag3414.xml" ContentType="application/vnd.openxmlformats-officedocument.presentationml.tags+xml"/>
  <Override PartName="/ppt/tags/tag3415.xml" ContentType="application/vnd.openxmlformats-officedocument.presentationml.tags+xml"/>
  <Override PartName="/ppt/tags/tag3416.xml" ContentType="application/vnd.openxmlformats-officedocument.presentationml.tags+xml"/>
  <Override PartName="/ppt/tags/tag3417.xml" ContentType="application/vnd.openxmlformats-officedocument.presentationml.tags+xml"/>
  <Override PartName="/ppt/tags/tag3418.xml" ContentType="application/vnd.openxmlformats-officedocument.presentationml.tags+xml"/>
  <Override PartName="/ppt/tags/tag3419.xml" ContentType="application/vnd.openxmlformats-officedocument.presentationml.tags+xml"/>
  <Override PartName="/ppt/tags/tag3420.xml" ContentType="application/vnd.openxmlformats-officedocument.presentationml.tags+xml"/>
  <Override PartName="/ppt/tags/tag3421.xml" ContentType="application/vnd.openxmlformats-officedocument.presentationml.tags+xml"/>
  <Override PartName="/ppt/tags/tag3422.xml" ContentType="application/vnd.openxmlformats-officedocument.presentationml.tags+xml"/>
  <Override PartName="/ppt/tags/tag3423.xml" ContentType="application/vnd.openxmlformats-officedocument.presentationml.tags+xml"/>
  <Override PartName="/ppt/tags/tag3424.xml" ContentType="application/vnd.openxmlformats-officedocument.presentationml.tags+xml"/>
  <Override PartName="/ppt/notesSlides/notesSlide68.xml" ContentType="application/vnd.openxmlformats-officedocument.presentationml.notesSlide+xml"/>
  <Override PartName="/ppt/tags/tag3425.xml" ContentType="application/vnd.openxmlformats-officedocument.presentationml.tags+xml"/>
  <Override PartName="/ppt/tags/tag3426.xml" ContentType="application/vnd.openxmlformats-officedocument.presentationml.tags+xml"/>
  <Override PartName="/ppt/tags/tag3427.xml" ContentType="application/vnd.openxmlformats-officedocument.presentationml.tags+xml"/>
  <Override PartName="/ppt/tags/tag3428.xml" ContentType="application/vnd.openxmlformats-officedocument.presentationml.tags+xml"/>
  <Override PartName="/ppt/tags/tag3429.xml" ContentType="application/vnd.openxmlformats-officedocument.presentationml.tags+xml"/>
  <Override PartName="/ppt/tags/tag3430.xml" ContentType="application/vnd.openxmlformats-officedocument.presentationml.tags+xml"/>
  <Override PartName="/ppt/tags/tag3431.xml" ContentType="application/vnd.openxmlformats-officedocument.presentationml.tags+xml"/>
  <Override PartName="/ppt/tags/tag3432.xml" ContentType="application/vnd.openxmlformats-officedocument.presentationml.tags+xml"/>
  <Override PartName="/ppt/tags/tag3433.xml" ContentType="application/vnd.openxmlformats-officedocument.presentationml.tags+xml"/>
  <Override PartName="/ppt/tags/tag3434.xml" ContentType="application/vnd.openxmlformats-officedocument.presentationml.tags+xml"/>
  <Override PartName="/ppt/tags/tag3435.xml" ContentType="application/vnd.openxmlformats-officedocument.presentationml.tags+xml"/>
  <Override PartName="/ppt/tags/tag3436.xml" ContentType="application/vnd.openxmlformats-officedocument.presentationml.tags+xml"/>
  <Override PartName="/ppt/tags/tag3437.xml" ContentType="application/vnd.openxmlformats-officedocument.presentationml.tags+xml"/>
  <Override PartName="/ppt/tags/tag3438.xml" ContentType="application/vnd.openxmlformats-officedocument.presentationml.tags+xml"/>
  <Override PartName="/ppt/tags/tag3439.xml" ContentType="application/vnd.openxmlformats-officedocument.presentationml.tags+xml"/>
  <Override PartName="/ppt/tags/tag3440.xml" ContentType="application/vnd.openxmlformats-officedocument.presentationml.tags+xml"/>
  <Override PartName="/ppt/tags/tag3441.xml" ContentType="application/vnd.openxmlformats-officedocument.presentationml.tags+xml"/>
  <Override PartName="/ppt/tags/tag3442.xml" ContentType="application/vnd.openxmlformats-officedocument.presentationml.tags+xml"/>
  <Override PartName="/ppt/tags/tag3443.xml" ContentType="application/vnd.openxmlformats-officedocument.presentationml.tags+xml"/>
  <Override PartName="/ppt/tags/tag3444.xml" ContentType="application/vnd.openxmlformats-officedocument.presentationml.tags+xml"/>
  <Override PartName="/ppt/tags/tag3445.xml" ContentType="application/vnd.openxmlformats-officedocument.presentationml.tags+xml"/>
  <Override PartName="/ppt/tags/tag3446.xml" ContentType="application/vnd.openxmlformats-officedocument.presentationml.tags+xml"/>
  <Override PartName="/ppt/tags/tag3447.xml" ContentType="application/vnd.openxmlformats-officedocument.presentationml.tags+xml"/>
  <Override PartName="/ppt/tags/tag3448.xml" ContentType="application/vnd.openxmlformats-officedocument.presentationml.tags+xml"/>
  <Override PartName="/ppt/tags/tag3449.xml" ContentType="application/vnd.openxmlformats-officedocument.presentationml.tags+xml"/>
  <Override PartName="/ppt/tags/tag3450.xml" ContentType="application/vnd.openxmlformats-officedocument.presentationml.tags+xml"/>
  <Override PartName="/ppt/tags/tag3451.xml" ContentType="application/vnd.openxmlformats-officedocument.presentationml.tags+xml"/>
  <Override PartName="/ppt/tags/tag3452.xml" ContentType="application/vnd.openxmlformats-officedocument.presentationml.tags+xml"/>
  <Override PartName="/ppt/tags/tag3453.xml" ContentType="application/vnd.openxmlformats-officedocument.presentationml.tags+xml"/>
  <Override PartName="/ppt/tags/tag3454.xml" ContentType="application/vnd.openxmlformats-officedocument.presentationml.tags+xml"/>
  <Override PartName="/ppt/tags/tag3455.xml" ContentType="application/vnd.openxmlformats-officedocument.presentationml.tags+xml"/>
  <Override PartName="/ppt/tags/tag3456.xml" ContentType="application/vnd.openxmlformats-officedocument.presentationml.tags+xml"/>
  <Override PartName="/ppt/tags/tag3457.xml" ContentType="application/vnd.openxmlformats-officedocument.presentationml.tags+xml"/>
  <Override PartName="/ppt/tags/tag3458.xml" ContentType="application/vnd.openxmlformats-officedocument.presentationml.tags+xml"/>
  <Override PartName="/ppt/tags/tag3459.xml" ContentType="application/vnd.openxmlformats-officedocument.presentationml.tags+xml"/>
  <Override PartName="/ppt/tags/tag3460.xml" ContentType="application/vnd.openxmlformats-officedocument.presentationml.tags+xml"/>
  <Override PartName="/ppt/tags/tag3461.xml" ContentType="application/vnd.openxmlformats-officedocument.presentationml.tags+xml"/>
  <Override PartName="/ppt/tags/tag3462.xml" ContentType="application/vnd.openxmlformats-officedocument.presentationml.tags+xml"/>
  <Override PartName="/ppt/tags/tag3463.xml" ContentType="application/vnd.openxmlformats-officedocument.presentationml.tags+xml"/>
  <Override PartName="/ppt/tags/tag3464.xml" ContentType="application/vnd.openxmlformats-officedocument.presentationml.tags+xml"/>
  <Override PartName="/ppt/tags/tag3465.xml" ContentType="application/vnd.openxmlformats-officedocument.presentationml.tags+xml"/>
  <Override PartName="/ppt/tags/tag3466.xml" ContentType="application/vnd.openxmlformats-officedocument.presentationml.tags+xml"/>
  <Override PartName="/ppt/tags/tag3467.xml" ContentType="application/vnd.openxmlformats-officedocument.presentationml.tags+xml"/>
  <Override PartName="/ppt/tags/tag3468.xml" ContentType="application/vnd.openxmlformats-officedocument.presentationml.tags+xml"/>
  <Override PartName="/ppt/tags/tag3469.xml" ContentType="application/vnd.openxmlformats-officedocument.presentationml.tags+xml"/>
  <Override PartName="/ppt/tags/tag3470.xml" ContentType="application/vnd.openxmlformats-officedocument.presentationml.tags+xml"/>
  <Override PartName="/ppt/tags/tag3471.xml" ContentType="application/vnd.openxmlformats-officedocument.presentationml.tags+xml"/>
  <Override PartName="/ppt/tags/tag3472.xml" ContentType="application/vnd.openxmlformats-officedocument.presentationml.tags+xml"/>
  <Override PartName="/ppt/tags/tag3473.xml" ContentType="application/vnd.openxmlformats-officedocument.presentationml.tags+xml"/>
  <Override PartName="/ppt/tags/tag3474.xml" ContentType="application/vnd.openxmlformats-officedocument.presentationml.tags+xml"/>
  <Override PartName="/ppt/tags/tag3475.xml" ContentType="application/vnd.openxmlformats-officedocument.presentationml.tags+xml"/>
  <Override PartName="/ppt/tags/tag3476.xml" ContentType="application/vnd.openxmlformats-officedocument.presentationml.tags+xml"/>
  <Override PartName="/ppt/tags/tag3477.xml" ContentType="application/vnd.openxmlformats-officedocument.presentationml.tags+xml"/>
  <Override PartName="/ppt/tags/tag3478.xml" ContentType="application/vnd.openxmlformats-officedocument.presentationml.tags+xml"/>
  <Override PartName="/ppt/tags/tag3479.xml" ContentType="application/vnd.openxmlformats-officedocument.presentationml.tags+xml"/>
  <Override PartName="/ppt/tags/tag3480.xml" ContentType="application/vnd.openxmlformats-officedocument.presentationml.tags+xml"/>
  <Override PartName="/ppt/tags/tag3481.xml" ContentType="application/vnd.openxmlformats-officedocument.presentationml.tags+xml"/>
  <Override PartName="/ppt/tags/tag3482.xml" ContentType="application/vnd.openxmlformats-officedocument.presentationml.tags+xml"/>
  <Override PartName="/ppt/tags/tag3483.xml" ContentType="application/vnd.openxmlformats-officedocument.presentationml.tags+xml"/>
  <Override PartName="/ppt/tags/tag3484.xml" ContentType="application/vnd.openxmlformats-officedocument.presentationml.tags+xml"/>
  <Override PartName="/ppt/tags/tag3485.xml" ContentType="application/vnd.openxmlformats-officedocument.presentationml.tags+xml"/>
  <Override PartName="/ppt/tags/tag3486.xml" ContentType="application/vnd.openxmlformats-officedocument.presentationml.tags+xml"/>
  <Override PartName="/ppt/tags/tag3487.xml" ContentType="application/vnd.openxmlformats-officedocument.presentationml.tags+xml"/>
  <Override PartName="/ppt/tags/tag3488.xml" ContentType="application/vnd.openxmlformats-officedocument.presentationml.tags+xml"/>
  <Override PartName="/ppt/tags/tag3489.xml" ContentType="application/vnd.openxmlformats-officedocument.presentationml.tags+xml"/>
  <Override PartName="/ppt/tags/tag3490.xml" ContentType="application/vnd.openxmlformats-officedocument.presentationml.tags+xml"/>
  <Override PartName="/ppt/tags/tag3491.xml" ContentType="application/vnd.openxmlformats-officedocument.presentationml.tags+xml"/>
  <Override PartName="/ppt/tags/tag3492.xml" ContentType="application/vnd.openxmlformats-officedocument.presentationml.tags+xml"/>
  <Override PartName="/ppt/tags/tag3493.xml" ContentType="application/vnd.openxmlformats-officedocument.presentationml.tags+xml"/>
  <Override PartName="/ppt/tags/tag3494.xml" ContentType="application/vnd.openxmlformats-officedocument.presentationml.tags+xml"/>
  <Override PartName="/ppt/tags/tag3495.xml" ContentType="application/vnd.openxmlformats-officedocument.presentationml.tags+xml"/>
  <Override PartName="/ppt/tags/tag3496.xml" ContentType="application/vnd.openxmlformats-officedocument.presentationml.tags+xml"/>
  <Override PartName="/ppt/tags/tag3497.xml" ContentType="application/vnd.openxmlformats-officedocument.presentationml.tags+xml"/>
  <Override PartName="/ppt/tags/tag3498.xml" ContentType="application/vnd.openxmlformats-officedocument.presentationml.tags+xml"/>
  <Override PartName="/ppt/tags/tag3499.xml" ContentType="application/vnd.openxmlformats-officedocument.presentationml.tags+xml"/>
  <Override PartName="/ppt/tags/tag3500.xml" ContentType="application/vnd.openxmlformats-officedocument.presentationml.tags+xml"/>
  <Override PartName="/ppt/tags/tag3501.xml" ContentType="application/vnd.openxmlformats-officedocument.presentationml.tags+xml"/>
  <Override PartName="/ppt/tags/tag3502.xml" ContentType="application/vnd.openxmlformats-officedocument.presentationml.tags+xml"/>
  <Override PartName="/ppt/tags/tag3503.xml" ContentType="application/vnd.openxmlformats-officedocument.presentationml.tags+xml"/>
  <Override PartName="/ppt/tags/tag3504.xml" ContentType="application/vnd.openxmlformats-officedocument.presentationml.tags+xml"/>
  <Override PartName="/ppt/tags/tag3505.xml" ContentType="application/vnd.openxmlformats-officedocument.presentationml.tags+xml"/>
  <Override PartName="/ppt/tags/tag3506.xml" ContentType="application/vnd.openxmlformats-officedocument.presentationml.tags+xml"/>
  <Override PartName="/ppt/tags/tag3507.xml" ContentType="application/vnd.openxmlformats-officedocument.presentationml.tags+xml"/>
  <Override PartName="/ppt/tags/tag3508.xml" ContentType="application/vnd.openxmlformats-officedocument.presentationml.tags+xml"/>
  <Override PartName="/ppt/tags/tag3509.xml" ContentType="application/vnd.openxmlformats-officedocument.presentationml.tags+xml"/>
  <Override PartName="/ppt/tags/tag3510.xml" ContentType="application/vnd.openxmlformats-officedocument.presentationml.tags+xml"/>
  <Override PartName="/ppt/tags/tag3511.xml" ContentType="application/vnd.openxmlformats-officedocument.presentationml.tags+xml"/>
  <Override PartName="/ppt/tags/tag3512.xml" ContentType="application/vnd.openxmlformats-officedocument.presentationml.tags+xml"/>
  <Override PartName="/ppt/tags/tag3513.xml" ContentType="application/vnd.openxmlformats-officedocument.presentationml.tags+xml"/>
  <Override PartName="/ppt/tags/tag3514.xml" ContentType="application/vnd.openxmlformats-officedocument.presentationml.tags+xml"/>
  <Override PartName="/ppt/tags/tag3515.xml" ContentType="application/vnd.openxmlformats-officedocument.presentationml.tags+xml"/>
  <Override PartName="/ppt/tags/tag3516.xml" ContentType="application/vnd.openxmlformats-officedocument.presentationml.tags+xml"/>
  <Override PartName="/ppt/tags/tag3517.xml" ContentType="application/vnd.openxmlformats-officedocument.presentationml.tags+xml"/>
  <Override PartName="/ppt/tags/tag3518.xml" ContentType="application/vnd.openxmlformats-officedocument.presentationml.tags+xml"/>
  <Override PartName="/ppt/tags/tag3519.xml" ContentType="application/vnd.openxmlformats-officedocument.presentationml.tags+xml"/>
  <Override PartName="/ppt/tags/tag3520.xml" ContentType="application/vnd.openxmlformats-officedocument.presentationml.tags+xml"/>
  <Override PartName="/ppt/tags/tag3521.xml" ContentType="application/vnd.openxmlformats-officedocument.presentationml.tags+xml"/>
  <Override PartName="/ppt/tags/tag3522.xml" ContentType="application/vnd.openxmlformats-officedocument.presentationml.tags+xml"/>
  <Override PartName="/ppt/tags/tag3523.xml" ContentType="application/vnd.openxmlformats-officedocument.presentationml.tags+xml"/>
  <Override PartName="/ppt/tags/tag3524.xml" ContentType="application/vnd.openxmlformats-officedocument.presentationml.tags+xml"/>
  <Override PartName="/ppt/tags/tag3525.xml" ContentType="application/vnd.openxmlformats-officedocument.presentationml.tags+xml"/>
  <Override PartName="/ppt/tags/tag3526.xml" ContentType="application/vnd.openxmlformats-officedocument.presentationml.tags+xml"/>
  <Override PartName="/ppt/tags/tag3527.xml" ContentType="application/vnd.openxmlformats-officedocument.presentationml.tags+xml"/>
  <Override PartName="/ppt/tags/tag3528.xml" ContentType="application/vnd.openxmlformats-officedocument.presentationml.tags+xml"/>
  <Override PartName="/ppt/tags/tag3529.xml" ContentType="application/vnd.openxmlformats-officedocument.presentationml.tags+xml"/>
  <Override PartName="/ppt/tags/tag3530.xml" ContentType="application/vnd.openxmlformats-officedocument.presentationml.tags+xml"/>
  <Override PartName="/ppt/tags/tag3531.xml" ContentType="application/vnd.openxmlformats-officedocument.presentationml.tags+xml"/>
  <Override PartName="/ppt/tags/tag3532.xml" ContentType="application/vnd.openxmlformats-officedocument.presentationml.tags+xml"/>
  <Override PartName="/ppt/tags/tag3533.xml" ContentType="application/vnd.openxmlformats-officedocument.presentationml.tags+xml"/>
  <Override PartName="/ppt/tags/tag3534.xml" ContentType="application/vnd.openxmlformats-officedocument.presentationml.tags+xml"/>
  <Override PartName="/ppt/tags/tag3535.xml" ContentType="application/vnd.openxmlformats-officedocument.presentationml.tags+xml"/>
  <Override PartName="/ppt/tags/tag3536.xml" ContentType="application/vnd.openxmlformats-officedocument.presentationml.tags+xml"/>
  <Override PartName="/ppt/tags/tag3537.xml" ContentType="application/vnd.openxmlformats-officedocument.presentationml.tags+xml"/>
  <Override PartName="/ppt/tags/tag3538.xml" ContentType="application/vnd.openxmlformats-officedocument.presentationml.tags+xml"/>
  <Override PartName="/ppt/tags/tag3539.xml" ContentType="application/vnd.openxmlformats-officedocument.presentationml.tags+xml"/>
  <Override PartName="/ppt/tags/tag3540.xml" ContentType="application/vnd.openxmlformats-officedocument.presentationml.tags+xml"/>
  <Override PartName="/ppt/tags/tag3541.xml" ContentType="application/vnd.openxmlformats-officedocument.presentationml.tags+xml"/>
  <Override PartName="/ppt/tags/tag3542.xml" ContentType="application/vnd.openxmlformats-officedocument.presentationml.tags+xml"/>
  <Override PartName="/ppt/tags/tag3543.xml" ContentType="application/vnd.openxmlformats-officedocument.presentationml.tags+xml"/>
  <Override PartName="/ppt/tags/tag3544.xml" ContentType="application/vnd.openxmlformats-officedocument.presentationml.tags+xml"/>
  <Override PartName="/ppt/tags/tag3545.xml" ContentType="application/vnd.openxmlformats-officedocument.presentationml.tags+xml"/>
  <Override PartName="/ppt/tags/tag3546.xml" ContentType="application/vnd.openxmlformats-officedocument.presentationml.tags+xml"/>
  <Override PartName="/ppt/tags/tag3547.xml" ContentType="application/vnd.openxmlformats-officedocument.presentationml.tags+xml"/>
  <Override PartName="/ppt/tags/tag3548.xml" ContentType="application/vnd.openxmlformats-officedocument.presentationml.tags+xml"/>
  <Override PartName="/ppt/tags/tag3549.xml" ContentType="application/vnd.openxmlformats-officedocument.presentationml.tags+xml"/>
  <Override PartName="/ppt/tags/tag3550.xml" ContentType="application/vnd.openxmlformats-officedocument.presentationml.tags+xml"/>
  <Override PartName="/ppt/tags/tag3551.xml" ContentType="application/vnd.openxmlformats-officedocument.presentationml.tags+xml"/>
  <Override PartName="/ppt/tags/tag3552.xml" ContentType="application/vnd.openxmlformats-officedocument.presentationml.tags+xml"/>
  <Override PartName="/ppt/tags/tag3553.xml" ContentType="application/vnd.openxmlformats-officedocument.presentationml.tags+xml"/>
  <Override PartName="/ppt/tags/tag3554.xml" ContentType="application/vnd.openxmlformats-officedocument.presentationml.tags+xml"/>
  <Override PartName="/ppt/tags/tag3555.xml" ContentType="application/vnd.openxmlformats-officedocument.presentationml.tags+xml"/>
  <Override PartName="/ppt/tags/tag3556.xml" ContentType="application/vnd.openxmlformats-officedocument.presentationml.tags+xml"/>
  <Override PartName="/ppt/tags/tag3557.xml" ContentType="application/vnd.openxmlformats-officedocument.presentationml.tags+xml"/>
  <Override PartName="/ppt/tags/tag3558.xml" ContentType="application/vnd.openxmlformats-officedocument.presentationml.tags+xml"/>
  <Override PartName="/ppt/tags/tag3559.xml" ContentType="application/vnd.openxmlformats-officedocument.presentationml.tags+xml"/>
  <Override PartName="/ppt/tags/tag3560.xml" ContentType="application/vnd.openxmlformats-officedocument.presentationml.tags+xml"/>
  <Override PartName="/ppt/tags/tag3561.xml" ContentType="application/vnd.openxmlformats-officedocument.presentationml.tags+xml"/>
  <Override PartName="/ppt/tags/tag3562.xml" ContentType="application/vnd.openxmlformats-officedocument.presentationml.tags+xml"/>
  <Override PartName="/ppt/tags/tag3563.xml" ContentType="application/vnd.openxmlformats-officedocument.presentationml.tags+xml"/>
  <Override PartName="/ppt/tags/tag3564.xml" ContentType="application/vnd.openxmlformats-officedocument.presentationml.tags+xml"/>
  <Override PartName="/ppt/tags/tag3565.xml" ContentType="application/vnd.openxmlformats-officedocument.presentationml.tags+xml"/>
  <Override PartName="/ppt/tags/tag3566.xml" ContentType="application/vnd.openxmlformats-officedocument.presentationml.tags+xml"/>
  <Override PartName="/ppt/tags/tag3567.xml" ContentType="application/vnd.openxmlformats-officedocument.presentationml.tags+xml"/>
  <Override PartName="/ppt/tags/tag3568.xml" ContentType="application/vnd.openxmlformats-officedocument.presentationml.tags+xml"/>
  <Override PartName="/ppt/tags/tag3569.xml" ContentType="application/vnd.openxmlformats-officedocument.presentationml.tags+xml"/>
  <Override PartName="/ppt/notesSlides/notesSlide69.xml" ContentType="application/vnd.openxmlformats-officedocument.presentationml.notesSlide+xml"/>
  <Override PartName="/ppt/tags/tag3570.xml" ContentType="application/vnd.openxmlformats-officedocument.presentationml.tags+xml"/>
  <Override PartName="/ppt/tags/tag3571.xml" ContentType="application/vnd.openxmlformats-officedocument.presentationml.tags+xml"/>
  <Override PartName="/ppt/tags/tag3572.xml" ContentType="application/vnd.openxmlformats-officedocument.presentationml.tags+xml"/>
  <Override PartName="/ppt/tags/tag3573.xml" ContentType="application/vnd.openxmlformats-officedocument.presentationml.tags+xml"/>
  <Override PartName="/ppt/tags/tag3574.xml" ContentType="application/vnd.openxmlformats-officedocument.presentationml.tags+xml"/>
  <Override PartName="/ppt/tags/tag3575.xml" ContentType="application/vnd.openxmlformats-officedocument.presentationml.tags+xml"/>
  <Override PartName="/ppt/tags/tag3576.xml" ContentType="application/vnd.openxmlformats-officedocument.presentationml.tags+xml"/>
  <Override PartName="/ppt/tags/tag3577.xml" ContentType="application/vnd.openxmlformats-officedocument.presentationml.tags+xml"/>
  <Override PartName="/ppt/tags/tag3578.xml" ContentType="application/vnd.openxmlformats-officedocument.presentationml.tags+xml"/>
  <Override PartName="/ppt/tags/tag3579.xml" ContentType="application/vnd.openxmlformats-officedocument.presentationml.tags+xml"/>
  <Override PartName="/ppt/tags/tag3580.xml" ContentType="application/vnd.openxmlformats-officedocument.presentationml.tags+xml"/>
  <Override PartName="/ppt/tags/tag3581.xml" ContentType="application/vnd.openxmlformats-officedocument.presentationml.tags+xml"/>
  <Override PartName="/ppt/tags/tag3582.xml" ContentType="application/vnd.openxmlformats-officedocument.presentationml.tags+xml"/>
  <Override PartName="/ppt/tags/tag3583.xml" ContentType="application/vnd.openxmlformats-officedocument.presentationml.tags+xml"/>
  <Override PartName="/ppt/tags/tag3584.xml" ContentType="application/vnd.openxmlformats-officedocument.presentationml.tags+xml"/>
  <Override PartName="/ppt/tags/tag3585.xml" ContentType="application/vnd.openxmlformats-officedocument.presentationml.tags+xml"/>
  <Override PartName="/ppt/tags/tag3586.xml" ContentType="application/vnd.openxmlformats-officedocument.presentationml.tags+xml"/>
  <Override PartName="/ppt/tags/tag3587.xml" ContentType="application/vnd.openxmlformats-officedocument.presentationml.tags+xml"/>
  <Override PartName="/ppt/tags/tag3588.xml" ContentType="application/vnd.openxmlformats-officedocument.presentationml.tags+xml"/>
  <Override PartName="/ppt/tags/tag3589.xml" ContentType="application/vnd.openxmlformats-officedocument.presentationml.tags+xml"/>
  <Override PartName="/ppt/tags/tag3590.xml" ContentType="application/vnd.openxmlformats-officedocument.presentationml.tags+xml"/>
  <Override PartName="/ppt/tags/tag3591.xml" ContentType="application/vnd.openxmlformats-officedocument.presentationml.tags+xml"/>
  <Override PartName="/ppt/tags/tag3592.xml" ContentType="application/vnd.openxmlformats-officedocument.presentationml.tags+xml"/>
  <Override PartName="/ppt/tags/tag3593.xml" ContentType="application/vnd.openxmlformats-officedocument.presentationml.tags+xml"/>
  <Override PartName="/ppt/tags/tag3594.xml" ContentType="application/vnd.openxmlformats-officedocument.presentationml.tags+xml"/>
  <Override PartName="/ppt/tags/tag3595.xml" ContentType="application/vnd.openxmlformats-officedocument.presentationml.tags+xml"/>
  <Override PartName="/ppt/tags/tag3596.xml" ContentType="application/vnd.openxmlformats-officedocument.presentationml.tags+xml"/>
  <Override PartName="/ppt/tags/tag3597.xml" ContentType="application/vnd.openxmlformats-officedocument.presentationml.tags+xml"/>
  <Override PartName="/ppt/tags/tag3598.xml" ContentType="application/vnd.openxmlformats-officedocument.presentationml.tags+xml"/>
  <Override PartName="/ppt/tags/tag3599.xml" ContentType="application/vnd.openxmlformats-officedocument.presentationml.tags+xml"/>
  <Override PartName="/ppt/tags/tag3600.xml" ContentType="application/vnd.openxmlformats-officedocument.presentationml.tags+xml"/>
  <Override PartName="/ppt/tags/tag3601.xml" ContentType="application/vnd.openxmlformats-officedocument.presentationml.tags+xml"/>
  <Override PartName="/ppt/tags/tag3602.xml" ContentType="application/vnd.openxmlformats-officedocument.presentationml.tags+xml"/>
  <Override PartName="/ppt/tags/tag3603.xml" ContentType="application/vnd.openxmlformats-officedocument.presentationml.tags+xml"/>
  <Override PartName="/ppt/tags/tag3604.xml" ContentType="application/vnd.openxmlformats-officedocument.presentationml.tags+xml"/>
  <Override PartName="/ppt/tags/tag3605.xml" ContentType="application/vnd.openxmlformats-officedocument.presentationml.tags+xml"/>
  <Override PartName="/ppt/tags/tag3606.xml" ContentType="application/vnd.openxmlformats-officedocument.presentationml.tags+xml"/>
  <Override PartName="/ppt/tags/tag3607.xml" ContentType="application/vnd.openxmlformats-officedocument.presentationml.tags+xml"/>
  <Override PartName="/ppt/tags/tag3608.xml" ContentType="application/vnd.openxmlformats-officedocument.presentationml.tags+xml"/>
  <Override PartName="/ppt/tags/tag3609.xml" ContentType="application/vnd.openxmlformats-officedocument.presentationml.tags+xml"/>
  <Override PartName="/ppt/tags/tag3610.xml" ContentType="application/vnd.openxmlformats-officedocument.presentationml.tags+xml"/>
  <Override PartName="/ppt/tags/tag3611.xml" ContentType="application/vnd.openxmlformats-officedocument.presentationml.tags+xml"/>
  <Override PartName="/ppt/tags/tag3612.xml" ContentType="application/vnd.openxmlformats-officedocument.presentationml.tags+xml"/>
  <Override PartName="/ppt/tags/tag3613.xml" ContentType="application/vnd.openxmlformats-officedocument.presentationml.tags+xml"/>
  <Override PartName="/ppt/tags/tag3614.xml" ContentType="application/vnd.openxmlformats-officedocument.presentationml.tags+xml"/>
  <Override PartName="/ppt/tags/tag3615.xml" ContentType="application/vnd.openxmlformats-officedocument.presentationml.tags+xml"/>
  <Override PartName="/ppt/tags/tag3616.xml" ContentType="application/vnd.openxmlformats-officedocument.presentationml.tags+xml"/>
  <Override PartName="/ppt/tags/tag3617.xml" ContentType="application/vnd.openxmlformats-officedocument.presentationml.tags+xml"/>
  <Override PartName="/ppt/tags/tag3618.xml" ContentType="application/vnd.openxmlformats-officedocument.presentationml.tags+xml"/>
  <Override PartName="/ppt/tags/tag3619.xml" ContentType="application/vnd.openxmlformats-officedocument.presentationml.tags+xml"/>
  <Override PartName="/ppt/tags/tag3620.xml" ContentType="application/vnd.openxmlformats-officedocument.presentationml.tags+xml"/>
  <Override PartName="/ppt/tags/tag3621.xml" ContentType="application/vnd.openxmlformats-officedocument.presentationml.tags+xml"/>
  <Override PartName="/ppt/tags/tag3622.xml" ContentType="application/vnd.openxmlformats-officedocument.presentationml.tags+xml"/>
  <Override PartName="/ppt/tags/tag3623.xml" ContentType="application/vnd.openxmlformats-officedocument.presentationml.tags+xml"/>
  <Override PartName="/ppt/tags/tag3624.xml" ContentType="application/vnd.openxmlformats-officedocument.presentationml.tags+xml"/>
  <Override PartName="/ppt/tags/tag3625.xml" ContentType="application/vnd.openxmlformats-officedocument.presentationml.tags+xml"/>
  <Override PartName="/ppt/tags/tag3626.xml" ContentType="application/vnd.openxmlformats-officedocument.presentationml.tags+xml"/>
  <Override PartName="/ppt/tags/tag3627.xml" ContentType="application/vnd.openxmlformats-officedocument.presentationml.tags+xml"/>
  <Override PartName="/ppt/tags/tag3628.xml" ContentType="application/vnd.openxmlformats-officedocument.presentationml.tags+xml"/>
  <Override PartName="/ppt/tags/tag3629.xml" ContentType="application/vnd.openxmlformats-officedocument.presentationml.tags+xml"/>
  <Override PartName="/ppt/tags/tag3630.xml" ContentType="application/vnd.openxmlformats-officedocument.presentationml.tags+xml"/>
  <Override PartName="/ppt/tags/tag3631.xml" ContentType="application/vnd.openxmlformats-officedocument.presentationml.tags+xml"/>
  <Override PartName="/ppt/tags/tag3632.xml" ContentType="application/vnd.openxmlformats-officedocument.presentationml.tags+xml"/>
  <Override PartName="/ppt/tags/tag3633.xml" ContentType="application/vnd.openxmlformats-officedocument.presentationml.tags+xml"/>
  <Override PartName="/ppt/tags/tag3634.xml" ContentType="application/vnd.openxmlformats-officedocument.presentationml.tags+xml"/>
  <Override PartName="/ppt/tags/tag3635.xml" ContentType="application/vnd.openxmlformats-officedocument.presentationml.tags+xml"/>
  <Override PartName="/ppt/tags/tag3636.xml" ContentType="application/vnd.openxmlformats-officedocument.presentationml.tags+xml"/>
  <Override PartName="/ppt/tags/tag3637.xml" ContentType="application/vnd.openxmlformats-officedocument.presentationml.tags+xml"/>
  <Override PartName="/ppt/tags/tag3638.xml" ContentType="application/vnd.openxmlformats-officedocument.presentationml.tags+xml"/>
  <Override PartName="/ppt/tags/tag3639.xml" ContentType="application/vnd.openxmlformats-officedocument.presentationml.tags+xml"/>
  <Override PartName="/ppt/tags/tag3640.xml" ContentType="application/vnd.openxmlformats-officedocument.presentationml.tags+xml"/>
  <Override PartName="/ppt/tags/tag3641.xml" ContentType="application/vnd.openxmlformats-officedocument.presentationml.tags+xml"/>
  <Override PartName="/ppt/tags/tag3642.xml" ContentType="application/vnd.openxmlformats-officedocument.presentationml.tags+xml"/>
  <Override PartName="/ppt/tags/tag3643.xml" ContentType="application/vnd.openxmlformats-officedocument.presentationml.tags+xml"/>
  <Override PartName="/ppt/tags/tag3644.xml" ContentType="application/vnd.openxmlformats-officedocument.presentationml.tags+xml"/>
  <Override PartName="/ppt/tags/tag3645.xml" ContentType="application/vnd.openxmlformats-officedocument.presentationml.tags+xml"/>
  <Override PartName="/ppt/tags/tag3646.xml" ContentType="application/vnd.openxmlformats-officedocument.presentationml.tags+xml"/>
  <Override PartName="/ppt/tags/tag3647.xml" ContentType="application/vnd.openxmlformats-officedocument.presentationml.tags+xml"/>
  <Override PartName="/ppt/tags/tag3648.xml" ContentType="application/vnd.openxmlformats-officedocument.presentationml.tags+xml"/>
  <Override PartName="/ppt/tags/tag3649.xml" ContentType="application/vnd.openxmlformats-officedocument.presentationml.tags+xml"/>
  <Override PartName="/ppt/tags/tag3650.xml" ContentType="application/vnd.openxmlformats-officedocument.presentationml.tags+xml"/>
  <Override PartName="/ppt/tags/tag3651.xml" ContentType="application/vnd.openxmlformats-officedocument.presentationml.tags+xml"/>
  <Override PartName="/ppt/tags/tag3652.xml" ContentType="application/vnd.openxmlformats-officedocument.presentationml.tags+xml"/>
  <Override PartName="/ppt/tags/tag3653.xml" ContentType="application/vnd.openxmlformats-officedocument.presentationml.tags+xml"/>
  <Override PartName="/ppt/tags/tag3654.xml" ContentType="application/vnd.openxmlformats-officedocument.presentationml.tags+xml"/>
  <Override PartName="/ppt/tags/tag3655.xml" ContentType="application/vnd.openxmlformats-officedocument.presentationml.tags+xml"/>
  <Override PartName="/ppt/tags/tag3656.xml" ContentType="application/vnd.openxmlformats-officedocument.presentationml.tags+xml"/>
  <Override PartName="/ppt/tags/tag3657.xml" ContentType="application/vnd.openxmlformats-officedocument.presentationml.tags+xml"/>
  <Override PartName="/ppt/tags/tag3658.xml" ContentType="application/vnd.openxmlformats-officedocument.presentationml.tags+xml"/>
  <Override PartName="/ppt/tags/tag3659.xml" ContentType="application/vnd.openxmlformats-officedocument.presentationml.tags+xml"/>
  <Override PartName="/ppt/tags/tag3660.xml" ContentType="application/vnd.openxmlformats-officedocument.presentationml.tags+xml"/>
  <Override PartName="/ppt/tags/tag3661.xml" ContentType="application/vnd.openxmlformats-officedocument.presentationml.tags+xml"/>
  <Override PartName="/ppt/tags/tag3662.xml" ContentType="application/vnd.openxmlformats-officedocument.presentationml.tags+xml"/>
  <Override PartName="/ppt/tags/tag3663.xml" ContentType="application/vnd.openxmlformats-officedocument.presentationml.tags+xml"/>
  <Override PartName="/ppt/tags/tag3664.xml" ContentType="application/vnd.openxmlformats-officedocument.presentationml.tags+xml"/>
  <Override PartName="/ppt/tags/tag3665.xml" ContentType="application/vnd.openxmlformats-officedocument.presentationml.tags+xml"/>
  <Override PartName="/ppt/tags/tag3666.xml" ContentType="application/vnd.openxmlformats-officedocument.presentationml.tags+xml"/>
  <Override PartName="/ppt/tags/tag3667.xml" ContentType="application/vnd.openxmlformats-officedocument.presentationml.tags+xml"/>
  <Override PartName="/ppt/tags/tag3668.xml" ContentType="application/vnd.openxmlformats-officedocument.presentationml.tags+xml"/>
  <Override PartName="/ppt/tags/tag3669.xml" ContentType="application/vnd.openxmlformats-officedocument.presentationml.tags+xml"/>
  <Override PartName="/ppt/tags/tag3670.xml" ContentType="application/vnd.openxmlformats-officedocument.presentationml.tags+xml"/>
  <Override PartName="/ppt/notesSlides/notesSlide70.xml" ContentType="application/vnd.openxmlformats-officedocument.presentationml.notesSlide+xml"/>
  <Override PartName="/ppt/tags/tag3671.xml" ContentType="application/vnd.openxmlformats-officedocument.presentationml.tags+xml"/>
  <Override PartName="/ppt/tags/tag3672.xml" ContentType="application/vnd.openxmlformats-officedocument.presentationml.tags+xml"/>
  <Override PartName="/ppt/tags/tag3673.xml" ContentType="application/vnd.openxmlformats-officedocument.presentationml.tags+xml"/>
  <Override PartName="/ppt/tags/tag3674.xml" ContentType="application/vnd.openxmlformats-officedocument.presentationml.tags+xml"/>
  <Override PartName="/ppt/tags/tag3675.xml" ContentType="application/vnd.openxmlformats-officedocument.presentationml.tags+xml"/>
  <Override PartName="/ppt/tags/tag3676.xml" ContentType="application/vnd.openxmlformats-officedocument.presentationml.tags+xml"/>
  <Override PartName="/ppt/tags/tag3677.xml" ContentType="application/vnd.openxmlformats-officedocument.presentationml.tags+xml"/>
  <Override PartName="/ppt/tags/tag3678.xml" ContentType="application/vnd.openxmlformats-officedocument.presentationml.tags+xml"/>
  <Override PartName="/ppt/tags/tag3679.xml" ContentType="application/vnd.openxmlformats-officedocument.presentationml.tags+xml"/>
  <Override PartName="/ppt/tags/tag3680.xml" ContentType="application/vnd.openxmlformats-officedocument.presentationml.tags+xml"/>
  <Override PartName="/ppt/tags/tag3681.xml" ContentType="application/vnd.openxmlformats-officedocument.presentationml.tags+xml"/>
  <Override PartName="/ppt/tags/tag3682.xml" ContentType="application/vnd.openxmlformats-officedocument.presentationml.tags+xml"/>
  <Override PartName="/ppt/tags/tag3683.xml" ContentType="application/vnd.openxmlformats-officedocument.presentationml.tags+xml"/>
  <Override PartName="/ppt/tags/tag3684.xml" ContentType="application/vnd.openxmlformats-officedocument.presentationml.tags+xml"/>
  <Override PartName="/ppt/tags/tag3685.xml" ContentType="application/vnd.openxmlformats-officedocument.presentationml.tags+xml"/>
  <Override PartName="/ppt/tags/tag3686.xml" ContentType="application/vnd.openxmlformats-officedocument.presentationml.tags+xml"/>
  <Override PartName="/ppt/tags/tag3687.xml" ContentType="application/vnd.openxmlformats-officedocument.presentationml.tags+xml"/>
  <Override PartName="/ppt/tags/tag3688.xml" ContentType="application/vnd.openxmlformats-officedocument.presentationml.tags+xml"/>
  <Override PartName="/ppt/tags/tag3689.xml" ContentType="application/vnd.openxmlformats-officedocument.presentationml.tags+xml"/>
  <Override PartName="/ppt/tags/tag3690.xml" ContentType="application/vnd.openxmlformats-officedocument.presentationml.tags+xml"/>
  <Override PartName="/ppt/tags/tag3691.xml" ContentType="application/vnd.openxmlformats-officedocument.presentationml.tags+xml"/>
  <Override PartName="/ppt/tags/tag3692.xml" ContentType="application/vnd.openxmlformats-officedocument.presentationml.tags+xml"/>
  <Override PartName="/ppt/tags/tag3693.xml" ContentType="application/vnd.openxmlformats-officedocument.presentationml.tags+xml"/>
  <Override PartName="/ppt/tags/tag3694.xml" ContentType="application/vnd.openxmlformats-officedocument.presentationml.tags+xml"/>
  <Override PartName="/ppt/tags/tag3695.xml" ContentType="application/vnd.openxmlformats-officedocument.presentationml.tags+xml"/>
  <Override PartName="/ppt/tags/tag3696.xml" ContentType="application/vnd.openxmlformats-officedocument.presentationml.tags+xml"/>
  <Override PartName="/ppt/tags/tag3697.xml" ContentType="application/vnd.openxmlformats-officedocument.presentationml.tags+xml"/>
  <Override PartName="/ppt/tags/tag3698.xml" ContentType="application/vnd.openxmlformats-officedocument.presentationml.tags+xml"/>
  <Override PartName="/ppt/tags/tag3699.xml" ContentType="application/vnd.openxmlformats-officedocument.presentationml.tags+xml"/>
  <Override PartName="/ppt/tags/tag3700.xml" ContentType="application/vnd.openxmlformats-officedocument.presentationml.tags+xml"/>
  <Override PartName="/ppt/tags/tag3701.xml" ContentType="application/vnd.openxmlformats-officedocument.presentationml.tags+xml"/>
  <Override PartName="/ppt/tags/tag3702.xml" ContentType="application/vnd.openxmlformats-officedocument.presentationml.tags+xml"/>
  <Override PartName="/ppt/tags/tag3703.xml" ContentType="application/vnd.openxmlformats-officedocument.presentationml.tags+xml"/>
  <Override PartName="/ppt/tags/tag3704.xml" ContentType="application/vnd.openxmlformats-officedocument.presentationml.tags+xml"/>
  <Override PartName="/ppt/tags/tag3705.xml" ContentType="application/vnd.openxmlformats-officedocument.presentationml.tags+xml"/>
  <Override PartName="/ppt/tags/tag3706.xml" ContentType="application/vnd.openxmlformats-officedocument.presentationml.tags+xml"/>
  <Override PartName="/ppt/tags/tag3707.xml" ContentType="application/vnd.openxmlformats-officedocument.presentationml.tags+xml"/>
  <Override PartName="/ppt/tags/tag3708.xml" ContentType="application/vnd.openxmlformats-officedocument.presentationml.tags+xml"/>
  <Override PartName="/ppt/tags/tag3709.xml" ContentType="application/vnd.openxmlformats-officedocument.presentationml.tags+xml"/>
  <Override PartName="/ppt/tags/tag3710.xml" ContentType="application/vnd.openxmlformats-officedocument.presentationml.tags+xml"/>
  <Override PartName="/ppt/tags/tag3711.xml" ContentType="application/vnd.openxmlformats-officedocument.presentationml.tags+xml"/>
  <Override PartName="/ppt/tags/tag3712.xml" ContentType="application/vnd.openxmlformats-officedocument.presentationml.tags+xml"/>
  <Override PartName="/ppt/tags/tag3713.xml" ContentType="application/vnd.openxmlformats-officedocument.presentationml.tags+xml"/>
  <Override PartName="/ppt/tags/tag3714.xml" ContentType="application/vnd.openxmlformats-officedocument.presentationml.tags+xml"/>
  <Override PartName="/ppt/tags/tag3715.xml" ContentType="application/vnd.openxmlformats-officedocument.presentationml.tags+xml"/>
  <Override PartName="/ppt/tags/tag3716.xml" ContentType="application/vnd.openxmlformats-officedocument.presentationml.tags+xml"/>
  <Override PartName="/ppt/tags/tag3717.xml" ContentType="application/vnd.openxmlformats-officedocument.presentationml.tags+xml"/>
  <Override PartName="/ppt/tags/tag3718.xml" ContentType="application/vnd.openxmlformats-officedocument.presentationml.tags+xml"/>
  <Override PartName="/ppt/tags/tag3719.xml" ContentType="application/vnd.openxmlformats-officedocument.presentationml.tags+xml"/>
  <Override PartName="/ppt/tags/tag3720.xml" ContentType="application/vnd.openxmlformats-officedocument.presentationml.tags+xml"/>
  <Override PartName="/ppt/tags/tag3721.xml" ContentType="application/vnd.openxmlformats-officedocument.presentationml.tags+xml"/>
  <Override PartName="/ppt/tags/tag3722.xml" ContentType="application/vnd.openxmlformats-officedocument.presentationml.tags+xml"/>
  <Override PartName="/ppt/tags/tag3723.xml" ContentType="application/vnd.openxmlformats-officedocument.presentationml.tags+xml"/>
  <Override PartName="/ppt/tags/tag3724.xml" ContentType="application/vnd.openxmlformats-officedocument.presentationml.tags+xml"/>
  <Override PartName="/ppt/tags/tag3725.xml" ContentType="application/vnd.openxmlformats-officedocument.presentationml.tags+xml"/>
  <Override PartName="/ppt/tags/tag3726.xml" ContentType="application/vnd.openxmlformats-officedocument.presentationml.tags+xml"/>
  <Override PartName="/ppt/tags/tag3727.xml" ContentType="application/vnd.openxmlformats-officedocument.presentationml.tags+xml"/>
  <Override PartName="/ppt/tags/tag3728.xml" ContentType="application/vnd.openxmlformats-officedocument.presentationml.tags+xml"/>
  <Override PartName="/ppt/tags/tag3729.xml" ContentType="application/vnd.openxmlformats-officedocument.presentationml.tags+xml"/>
  <Override PartName="/ppt/tags/tag3730.xml" ContentType="application/vnd.openxmlformats-officedocument.presentationml.tags+xml"/>
  <Override PartName="/ppt/tags/tag3731.xml" ContentType="application/vnd.openxmlformats-officedocument.presentationml.tags+xml"/>
  <Override PartName="/ppt/tags/tag3732.xml" ContentType="application/vnd.openxmlformats-officedocument.presentationml.tags+xml"/>
  <Override PartName="/ppt/tags/tag3733.xml" ContentType="application/vnd.openxmlformats-officedocument.presentationml.tags+xml"/>
  <Override PartName="/ppt/tags/tag3734.xml" ContentType="application/vnd.openxmlformats-officedocument.presentationml.tags+xml"/>
  <Override PartName="/ppt/tags/tag3735.xml" ContentType="application/vnd.openxmlformats-officedocument.presentationml.tags+xml"/>
  <Override PartName="/ppt/tags/tag3736.xml" ContentType="application/vnd.openxmlformats-officedocument.presentationml.tags+xml"/>
  <Override PartName="/ppt/tags/tag3737.xml" ContentType="application/vnd.openxmlformats-officedocument.presentationml.tags+xml"/>
  <Override PartName="/ppt/tags/tag3738.xml" ContentType="application/vnd.openxmlformats-officedocument.presentationml.tags+xml"/>
  <Override PartName="/ppt/tags/tag3739.xml" ContentType="application/vnd.openxmlformats-officedocument.presentationml.tags+xml"/>
  <Override PartName="/ppt/tags/tag3740.xml" ContentType="application/vnd.openxmlformats-officedocument.presentationml.tags+xml"/>
  <Override PartName="/ppt/tags/tag3741.xml" ContentType="application/vnd.openxmlformats-officedocument.presentationml.tags+xml"/>
  <Override PartName="/ppt/tags/tag3742.xml" ContentType="application/vnd.openxmlformats-officedocument.presentationml.tags+xml"/>
  <Override PartName="/ppt/tags/tag3743.xml" ContentType="application/vnd.openxmlformats-officedocument.presentationml.tags+xml"/>
  <Override PartName="/ppt/tags/tag3744.xml" ContentType="application/vnd.openxmlformats-officedocument.presentationml.tags+xml"/>
  <Override PartName="/ppt/notesSlides/notesSlide71.xml" ContentType="application/vnd.openxmlformats-officedocument.presentationml.notesSlide+xml"/>
  <Override PartName="/ppt/tags/tag3745.xml" ContentType="application/vnd.openxmlformats-officedocument.presentationml.tags+xml"/>
  <Override PartName="/ppt/tags/tag3746.xml" ContentType="application/vnd.openxmlformats-officedocument.presentationml.tags+xml"/>
  <Override PartName="/ppt/tags/tag3747.xml" ContentType="application/vnd.openxmlformats-officedocument.presentationml.tags+xml"/>
  <Override PartName="/ppt/tags/tag3748.xml" ContentType="application/vnd.openxmlformats-officedocument.presentationml.tags+xml"/>
  <Override PartName="/ppt/tags/tag3749.xml" ContentType="application/vnd.openxmlformats-officedocument.presentationml.tags+xml"/>
  <Override PartName="/ppt/tags/tag3750.xml" ContentType="application/vnd.openxmlformats-officedocument.presentationml.tags+xml"/>
  <Override PartName="/ppt/tags/tag3751.xml" ContentType="application/vnd.openxmlformats-officedocument.presentationml.tags+xml"/>
  <Override PartName="/ppt/tags/tag3752.xml" ContentType="application/vnd.openxmlformats-officedocument.presentationml.tags+xml"/>
  <Override PartName="/ppt/tags/tag3753.xml" ContentType="application/vnd.openxmlformats-officedocument.presentationml.tags+xml"/>
  <Override PartName="/ppt/tags/tag3754.xml" ContentType="application/vnd.openxmlformats-officedocument.presentationml.tags+xml"/>
  <Override PartName="/ppt/tags/tag3755.xml" ContentType="application/vnd.openxmlformats-officedocument.presentationml.tags+xml"/>
  <Override PartName="/ppt/tags/tag3756.xml" ContentType="application/vnd.openxmlformats-officedocument.presentationml.tags+xml"/>
  <Override PartName="/ppt/tags/tag3757.xml" ContentType="application/vnd.openxmlformats-officedocument.presentationml.tags+xml"/>
  <Override PartName="/ppt/tags/tag3758.xml" ContentType="application/vnd.openxmlformats-officedocument.presentationml.tags+xml"/>
  <Override PartName="/ppt/tags/tag3759.xml" ContentType="application/vnd.openxmlformats-officedocument.presentationml.tags+xml"/>
  <Override PartName="/ppt/tags/tag3760.xml" ContentType="application/vnd.openxmlformats-officedocument.presentationml.tags+xml"/>
  <Override PartName="/ppt/tags/tag3761.xml" ContentType="application/vnd.openxmlformats-officedocument.presentationml.tags+xml"/>
  <Override PartName="/ppt/tags/tag3762.xml" ContentType="application/vnd.openxmlformats-officedocument.presentationml.tags+xml"/>
  <Override PartName="/ppt/tags/tag3763.xml" ContentType="application/vnd.openxmlformats-officedocument.presentationml.tags+xml"/>
  <Override PartName="/ppt/tags/tag3764.xml" ContentType="application/vnd.openxmlformats-officedocument.presentationml.tags+xml"/>
  <Override PartName="/ppt/tags/tag3765.xml" ContentType="application/vnd.openxmlformats-officedocument.presentationml.tags+xml"/>
  <Override PartName="/ppt/tags/tag3766.xml" ContentType="application/vnd.openxmlformats-officedocument.presentationml.tags+xml"/>
  <Override PartName="/ppt/tags/tag3767.xml" ContentType="application/vnd.openxmlformats-officedocument.presentationml.tags+xml"/>
  <Override PartName="/ppt/tags/tag3768.xml" ContentType="application/vnd.openxmlformats-officedocument.presentationml.tags+xml"/>
  <Override PartName="/ppt/tags/tag3769.xml" ContentType="application/vnd.openxmlformats-officedocument.presentationml.tags+xml"/>
  <Override PartName="/ppt/tags/tag3770.xml" ContentType="application/vnd.openxmlformats-officedocument.presentationml.tags+xml"/>
  <Override PartName="/ppt/tags/tag3771.xml" ContentType="application/vnd.openxmlformats-officedocument.presentationml.tags+xml"/>
  <Override PartName="/ppt/tags/tag3772.xml" ContentType="application/vnd.openxmlformats-officedocument.presentationml.tags+xml"/>
  <Override PartName="/ppt/tags/tag3773.xml" ContentType="application/vnd.openxmlformats-officedocument.presentationml.tags+xml"/>
  <Override PartName="/ppt/tags/tag3774.xml" ContentType="application/vnd.openxmlformats-officedocument.presentationml.tags+xml"/>
  <Override PartName="/ppt/tags/tag3775.xml" ContentType="application/vnd.openxmlformats-officedocument.presentationml.tags+xml"/>
  <Override PartName="/ppt/tags/tag3776.xml" ContentType="application/vnd.openxmlformats-officedocument.presentationml.tags+xml"/>
  <Override PartName="/ppt/tags/tag3777.xml" ContentType="application/vnd.openxmlformats-officedocument.presentationml.tags+xml"/>
  <Override PartName="/ppt/tags/tag3778.xml" ContentType="application/vnd.openxmlformats-officedocument.presentationml.tags+xml"/>
  <Override PartName="/ppt/tags/tag3779.xml" ContentType="application/vnd.openxmlformats-officedocument.presentationml.tags+xml"/>
  <Override PartName="/ppt/tags/tag3780.xml" ContentType="application/vnd.openxmlformats-officedocument.presentationml.tags+xml"/>
  <Override PartName="/ppt/tags/tag3781.xml" ContentType="application/vnd.openxmlformats-officedocument.presentationml.tags+xml"/>
  <Override PartName="/ppt/tags/tag3782.xml" ContentType="application/vnd.openxmlformats-officedocument.presentationml.tags+xml"/>
  <Override PartName="/ppt/tags/tag3783.xml" ContentType="application/vnd.openxmlformats-officedocument.presentationml.tags+xml"/>
  <Override PartName="/ppt/tags/tag3784.xml" ContentType="application/vnd.openxmlformats-officedocument.presentationml.tags+xml"/>
  <Override PartName="/ppt/tags/tag3785.xml" ContentType="application/vnd.openxmlformats-officedocument.presentationml.tags+xml"/>
  <Override PartName="/ppt/tags/tag3786.xml" ContentType="application/vnd.openxmlformats-officedocument.presentationml.tags+xml"/>
  <Override PartName="/ppt/tags/tag3787.xml" ContentType="application/vnd.openxmlformats-officedocument.presentationml.tags+xml"/>
  <Override PartName="/ppt/tags/tag3788.xml" ContentType="application/vnd.openxmlformats-officedocument.presentationml.tags+xml"/>
  <Override PartName="/ppt/tags/tag3789.xml" ContentType="application/vnd.openxmlformats-officedocument.presentationml.tags+xml"/>
  <Override PartName="/ppt/tags/tag3790.xml" ContentType="application/vnd.openxmlformats-officedocument.presentationml.tags+xml"/>
  <Override PartName="/ppt/tags/tag3791.xml" ContentType="application/vnd.openxmlformats-officedocument.presentationml.tags+xml"/>
  <Override PartName="/ppt/tags/tag3792.xml" ContentType="application/vnd.openxmlformats-officedocument.presentationml.tags+xml"/>
  <Override PartName="/ppt/tags/tag3793.xml" ContentType="application/vnd.openxmlformats-officedocument.presentationml.tags+xml"/>
  <Override PartName="/ppt/tags/tag3794.xml" ContentType="application/vnd.openxmlformats-officedocument.presentationml.tags+xml"/>
  <Override PartName="/ppt/tags/tag3795.xml" ContentType="application/vnd.openxmlformats-officedocument.presentationml.tags+xml"/>
  <Override PartName="/ppt/tags/tag3796.xml" ContentType="application/vnd.openxmlformats-officedocument.presentationml.tags+xml"/>
  <Override PartName="/ppt/tags/tag3797.xml" ContentType="application/vnd.openxmlformats-officedocument.presentationml.tags+xml"/>
  <Override PartName="/ppt/tags/tag3798.xml" ContentType="application/vnd.openxmlformats-officedocument.presentationml.tags+xml"/>
  <Override PartName="/ppt/tags/tag3799.xml" ContentType="application/vnd.openxmlformats-officedocument.presentationml.tags+xml"/>
  <Override PartName="/ppt/tags/tag3800.xml" ContentType="application/vnd.openxmlformats-officedocument.presentationml.tags+xml"/>
  <Override PartName="/ppt/tags/tag3801.xml" ContentType="application/vnd.openxmlformats-officedocument.presentationml.tags+xml"/>
  <Override PartName="/ppt/tags/tag3802.xml" ContentType="application/vnd.openxmlformats-officedocument.presentationml.tags+xml"/>
  <Override PartName="/ppt/tags/tag3803.xml" ContentType="application/vnd.openxmlformats-officedocument.presentationml.tags+xml"/>
  <Override PartName="/ppt/tags/tag3804.xml" ContentType="application/vnd.openxmlformats-officedocument.presentationml.tags+xml"/>
  <Override PartName="/ppt/tags/tag3805.xml" ContentType="application/vnd.openxmlformats-officedocument.presentationml.tags+xml"/>
  <Override PartName="/ppt/tags/tag3806.xml" ContentType="application/vnd.openxmlformats-officedocument.presentationml.tags+xml"/>
  <Override PartName="/ppt/tags/tag3807.xml" ContentType="application/vnd.openxmlformats-officedocument.presentationml.tags+xml"/>
  <Override PartName="/ppt/tags/tag3808.xml" ContentType="application/vnd.openxmlformats-officedocument.presentationml.tags+xml"/>
  <Override PartName="/ppt/tags/tag3809.xml" ContentType="application/vnd.openxmlformats-officedocument.presentationml.tags+xml"/>
  <Override PartName="/ppt/tags/tag3810.xml" ContentType="application/vnd.openxmlformats-officedocument.presentationml.tags+xml"/>
  <Override PartName="/ppt/tags/tag3811.xml" ContentType="application/vnd.openxmlformats-officedocument.presentationml.tags+xml"/>
  <Override PartName="/ppt/tags/tag3812.xml" ContentType="application/vnd.openxmlformats-officedocument.presentationml.tags+xml"/>
  <Override PartName="/ppt/tags/tag3813.xml" ContentType="application/vnd.openxmlformats-officedocument.presentationml.tags+xml"/>
  <Override PartName="/ppt/tags/tag3814.xml" ContentType="application/vnd.openxmlformats-officedocument.presentationml.tags+xml"/>
  <Override PartName="/ppt/tags/tag3815.xml" ContentType="application/vnd.openxmlformats-officedocument.presentationml.tags+xml"/>
  <Override PartName="/ppt/tags/tag3816.xml" ContentType="application/vnd.openxmlformats-officedocument.presentationml.tags+xml"/>
  <Override PartName="/ppt/tags/tag3817.xml" ContentType="application/vnd.openxmlformats-officedocument.presentationml.tags+xml"/>
  <Override PartName="/ppt/tags/tag3818.xml" ContentType="application/vnd.openxmlformats-officedocument.presentationml.tags+xml"/>
  <Override PartName="/ppt/tags/tag3819.xml" ContentType="application/vnd.openxmlformats-officedocument.presentationml.tags+xml"/>
  <Override PartName="/ppt/tags/tag3820.xml" ContentType="application/vnd.openxmlformats-officedocument.presentationml.tags+xml"/>
  <Override PartName="/ppt/tags/tag3821.xml" ContentType="application/vnd.openxmlformats-officedocument.presentationml.tags+xml"/>
  <Override PartName="/ppt/tags/tag3822.xml" ContentType="application/vnd.openxmlformats-officedocument.presentationml.tags+xml"/>
  <Override PartName="/ppt/tags/tag3823.xml" ContentType="application/vnd.openxmlformats-officedocument.presentationml.tags+xml"/>
  <Override PartName="/ppt/tags/tag3824.xml" ContentType="application/vnd.openxmlformats-officedocument.presentationml.tags+xml"/>
  <Override PartName="/ppt/tags/tag3825.xml" ContentType="application/vnd.openxmlformats-officedocument.presentationml.tags+xml"/>
  <Override PartName="/ppt/tags/tag3826.xml" ContentType="application/vnd.openxmlformats-officedocument.presentationml.tags+xml"/>
  <Override PartName="/ppt/tags/tag3827.xml" ContentType="application/vnd.openxmlformats-officedocument.presentationml.tags+xml"/>
  <Override PartName="/ppt/tags/tag3828.xml" ContentType="application/vnd.openxmlformats-officedocument.presentationml.tags+xml"/>
  <Override PartName="/ppt/tags/tag3829.xml" ContentType="application/vnd.openxmlformats-officedocument.presentationml.tags+xml"/>
  <Override PartName="/ppt/tags/tag3830.xml" ContentType="application/vnd.openxmlformats-officedocument.presentationml.tags+xml"/>
  <Override PartName="/ppt/tags/tag3831.xml" ContentType="application/vnd.openxmlformats-officedocument.presentationml.tags+xml"/>
  <Override PartName="/ppt/tags/tag3832.xml" ContentType="application/vnd.openxmlformats-officedocument.presentationml.tags+xml"/>
  <Override PartName="/ppt/tags/tag3833.xml" ContentType="application/vnd.openxmlformats-officedocument.presentationml.tags+xml"/>
  <Override PartName="/ppt/tags/tag3834.xml" ContentType="application/vnd.openxmlformats-officedocument.presentationml.tags+xml"/>
  <Override PartName="/ppt/tags/tag3835.xml" ContentType="application/vnd.openxmlformats-officedocument.presentationml.tags+xml"/>
  <Override PartName="/ppt/tags/tag3836.xml" ContentType="application/vnd.openxmlformats-officedocument.presentationml.tags+xml"/>
  <Override PartName="/ppt/tags/tag3837.xml" ContentType="application/vnd.openxmlformats-officedocument.presentationml.tags+xml"/>
  <Override PartName="/ppt/tags/tag3838.xml" ContentType="application/vnd.openxmlformats-officedocument.presentationml.tags+xml"/>
  <Override PartName="/ppt/tags/tag3839.xml" ContentType="application/vnd.openxmlformats-officedocument.presentationml.tags+xml"/>
  <Override PartName="/ppt/tags/tag3840.xml" ContentType="application/vnd.openxmlformats-officedocument.presentationml.tags+xml"/>
  <Override PartName="/ppt/tags/tag3841.xml" ContentType="application/vnd.openxmlformats-officedocument.presentationml.tags+xml"/>
  <Override PartName="/ppt/tags/tag3842.xml" ContentType="application/vnd.openxmlformats-officedocument.presentationml.tags+xml"/>
  <Override PartName="/ppt/tags/tag3843.xml" ContentType="application/vnd.openxmlformats-officedocument.presentationml.tags+xml"/>
  <Override PartName="/ppt/tags/tag3844.xml" ContentType="application/vnd.openxmlformats-officedocument.presentationml.tags+xml"/>
  <Override PartName="/ppt/tags/tag3845.xml" ContentType="application/vnd.openxmlformats-officedocument.presentationml.tags+xml"/>
  <Override PartName="/ppt/tags/tag3846.xml" ContentType="application/vnd.openxmlformats-officedocument.presentationml.tags+xml"/>
  <Override PartName="/ppt/tags/tag3847.xml" ContentType="application/vnd.openxmlformats-officedocument.presentationml.tags+xml"/>
  <Override PartName="/ppt/tags/tag3848.xml" ContentType="application/vnd.openxmlformats-officedocument.presentationml.tags+xml"/>
  <Override PartName="/ppt/tags/tag3849.xml" ContentType="application/vnd.openxmlformats-officedocument.presentationml.tags+xml"/>
  <Override PartName="/ppt/tags/tag3850.xml" ContentType="application/vnd.openxmlformats-officedocument.presentationml.tags+xml"/>
  <Override PartName="/ppt/tags/tag3851.xml" ContentType="application/vnd.openxmlformats-officedocument.presentationml.tags+xml"/>
  <Override PartName="/ppt/tags/tag3852.xml" ContentType="application/vnd.openxmlformats-officedocument.presentationml.tags+xml"/>
  <Override PartName="/ppt/tags/tag3853.xml" ContentType="application/vnd.openxmlformats-officedocument.presentationml.tags+xml"/>
  <Override PartName="/ppt/tags/tag3854.xml" ContentType="application/vnd.openxmlformats-officedocument.presentationml.tags+xml"/>
  <Override PartName="/ppt/tags/tag3855.xml" ContentType="application/vnd.openxmlformats-officedocument.presentationml.tags+xml"/>
  <Override PartName="/ppt/tags/tag3856.xml" ContentType="application/vnd.openxmlformats-officedocument.presentationml.tags+xml"/>
  <Override PartName="/ppt/tags/tag3857.xml" ContentType="application/vnd.openxmlformats-officedocument.presentationml.tags+xml"/>
  <Override PartName="/ppt/tags/tag3858.xml" ContentType="application/vnd.openxmlformats-officedocument.presentationml.tags+xml"/>
  <Override PartName="/ppt/tags/tag3859.xml" ContentType="application/vnd.openxmlformats-officedocument.presentationml.tags+xml"/>
  <Override PartName="/ppt/tags/tag3860.xml" ContentType="application/vnd.openxmlformats-officedocument.presentationml.tags+xml"/>
  <Override PartName="/ppt/tags/tag3861.xml" ContentType="application/vnd.openxmlformats-officedocument.presentationml.tags+xml"/>
  <Override PartName="/ppt/tags/tag3862.xml" ContentType="application/vnd.openxmlformats-officedocument.presentationml.tags+xml"/>
  <Override PartName="/ppt/tags/tag3863.xml" ContentType="application/vnd.openxmlformats-officedocument.presentationml.tags+xml"/>
  <Override PartName="/ppt/tags/tag3864.xml" ContentType="application/vnd.openxmlformats-officedocument.presentationml.tags+xml"/>
  <Override PartName="/ppt/tags/tag3865.xml" ContentType="application/vnd.openxmlformats-officedocument.presentationml.tags+xml"/>
  <Override PartName="/ppt/tags/tag3866.xml" ContentType="application/vnd.openxmlformats-officedocument.presentationml.tags+xml"/>
  <Override PartName="/ppt/tags/tag3867.xml" ContentType="application/vnd.openxmlformats-officedocument.presentationml.tags+xml"/>
  <Override PartName="/ppt/tags/tag3868.xml" ContentType="application/vnd.openxmlformats-officedocument.presentationml.tags+xml"/>
  <Override PartName="/ppt/tags/tag3869.xml" ContentType="application/vnd.openxmlformats-officedocument.presentationml.tags+xml"/>
  <Override PartName="/ppt/tags/tag3870.xml" ContentType="application/vnd.openxmlformats-officedocument.presentationml.tags+xml"/>
  <Override PartName="/ppt/tags/tag3871.xml" ContentType="application/vnd.openxmlformats-officedocument.presentationml.tags+xml"/>
  <Override PartName="/ppt/tags/tag3872.xml" ContentType="application/vnd.openxmlformats-officedocument.presentationml.tags+xml"/>
  <Override PartName="/ppt/tags/tag3873.xml" ContentType="application/vnd.openxmlformats-officedocument.presentationml.tags+xml"/>
  <Override PartName="/ppt/tags/tag3874.xml" ContentType="application/vnd.openxmlformats-officedocument.presentationml.tags+xml"/>
  <Override PartName="/ppt/tags/tag3875.xml" ContentType="application/vnd.openxmlformats-officedocument.presentationml.tags+xml"/>
  <Override PartName="/ppt/tags/tag3876.xml" ContentType="application/vnd.openxmlformats-officedocument.presentationml.tags+xml"/>
  <Override PartName="/ppt/tags/tag3877.xml" ContentType="application/vnd.openxmlformats-officedocument.presentationml.tags+xml"/>
  <Override PartName="/ppt/tags/tag3878.xml" ContentType="application/vnd.openxmlformats-officedocument.presentationml.tags+xml"/>
  <Override PartName="/ppt/tags/tag3879.xml" ContentType="application/vnd.openxmlformats-officedocument.presentationml.tags+xml"/>
  <Override PartName="/ppt/tags/tag3880.xml" ContentType="application/vnd.openxmlformats-officedocument.presentationml.tags+xml"/>
  <Override PartName="/ppt/tags/tag3881.xml" ContentType="application/vnd.openxmlformats-officedocument.presentationml.tags+xml"/>
  <Override PartName="/ppt/tags/tag3882.xml" ContentType="application/vnd.openxmlformats-officedocument.presentationml.tags+xml"/>
  <Override PartName="/ppt/tags/tag3883.xml" ContentType="application/vnd.openxmlformats-officedocument.presentationml.tags+xml"/>
  <Override PartName="/ppt/tags/tag3884.xml" ContentType="application/vnd.openxmlformats-officedocument.presentationml.tags+xml"/>
  <Override PartName="/ppt/tags/tag3885.xml" ContentType="application/vnd.openxmlformats-officedocument.presentationml.tags+xml"/>
  <Override PartName="/ppt/tags/tag3886.xml" ContentType="application/vnd.openxmlformats-officedocument.presentationml.tags+xml"/>
  <Override PartName="/ppt/tags/tag3887.xml" ContentType="application/vnd.openxmlformats-officedocument.presentationml.tags+xml"/>
  <Override PartName="/ppt/tags/tag3888.xml" ContentType="application/vnd.openxmlformats-officedocument.presentationml.tags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tags/tag3889.xml" ContentType="application/vnd.openxmlformats-officedocument.presentationml.tags+xml"/>
  <Override PartName="/ppt/tags/tag3890.xml" ContentType="application/vnd.openxmlformats-officedocument.presentationml.tags+xml"/>
  <Override PartName="/ppt/tags/tag3891.xml" ContentType="application/vnd.openxmlformats-officedocument.presentationml.tags+xml"/>
  <Override PartName="/ppt/tags/tag3892.xml" ContentType="application/vnd.openxmlformats-officedocument.presentationml.tags+xml"/>
  <Override PartName="/ppt/tags/tag3893.xml" ContentType="application/vnd.openxmlformats-officedocument.presentationml.tags+xml"/>
  <Override PartName="/ppt/tags/tag3894.xml" ContentType="application/vnd.openxmlformats-officedocument.presentationml.tags+xml"/>
  <Override PartName="/ppt/tags/tag3895.xml" ContentType="application/vnd.openxmlformats-officedocument.presentationml.tags+xml"/>
  <Override PartName="/ppt/tags/tag3896.xml" ContentType="application/vnd.openxmlformats-officedocument.presentationml.tags+xml"/>
  <Override PartName="/ppt/tags/tag3897.xml" ContentType="application/vnd.openxmlformats-officedocument.presentationml.tags+xml"/>
  <Override PartName="/ppt/tags/tag3898.xml" ContentType="application/vnd.openxmlformats-officedocument.presentationml.tags+xml"/>
  <Override PartName="/ppt/tags/tag3899.xml" ContentType="application/vnd.openxmlformats-officedocument.presentationml.tags+xml"/>
  <Override PartName="/ppt/tags/tag3900.xml" ContentType="application/vnd.openxmlformats-officedocument.presentationml.tags+xml"/>
  <Override PartName="/ppt/tags/tag3901.xml" ContentType="application/vnd.openxmlformats-officedocument.presentationml.tags+xml"/>
  <Override PartName="/ppt/tags/tag3902.xml" ContentType="application/vnd.openxmlformats-officedocument.presentationml.tags+xml"/>
  <Override PartName="/ppt/tags/tag3903.xml" ContentType="application/vnd.openxmlformats-officedocument.presentationml.tags+xml"/>
  <Override PartName="/ppt/tags/tag3904.xml" ContentType="application/vnd.openxmlformats-officedocument.presentationml.tags+xml"/>
  <Override PartName="/ppt/tags/tag3905.xml" ContentType="application/vnd.openxmlformats-officedocument.presentationml.tags+xml"/>
  <Override PartName="/ppt/tags/tag3906.xml" ContentType="application/vnd.openxmlformats-officedocument.presentationml.tags+xml"/>
  <Override PartName="/ppt/tags/tag3907.xml" ContentType="application/vnd.openxmlformats-officedocument.presentationml.tags+xml"/>
  <Override PartName="/ppt/tags/tag3908.xml" ContentType="application/vnd.openxmlformats-officedocument.presentationml.tags+xml"/>
  <Override PartName="/ppt/tags/tag3909.xml" ContentType="application/vnd.openxmlformats-officedocument.presentationml.tags+xml"/>
  <Override PartName="/ppt/tags/tag3910.xml" ContentType="application/vnd.openxmlformats-officedocument.presentationml.tags+xml"/>
  <Override PartName="/ppt/tags/tag3911.xml" ContentType="application/vnd.openxmlformats-officedocument.presentationml.tags+xml"/>
  <Override PartName="/ppt/tags/tag3912.xml" ContentType="application/vnd.openxmlformats-officedocument.presentationml.tags+xml"/>
  <Override PartName="/ppt/tags/tag3913.xml" ContentType="application/vnd.openxmlformats-officedocument.presentationml.tags+xml"/>
  <Override PartName="/ppt/tags/tag3914.xml" ContentType="application/vnd.openxmlformats-officedocument.presentationml.tags+xml"/>
  <Override PartName="/ppt/tags/tag3915.xml" ContentType="application/vnd.openxmlformats-officedocument.presentationml.tags+xml"/>
  <Override PartName="/ppt/tags/tag3916.xml" ContentType="application/vnd.openxmlformats-officedocument.presentationml.tags+xml"/>
  <Override PartName="/ppt/tags/tag3917.xml" ContentType="application/vnd.openxmlformats-officedocument.presentationml.tags+xml"/>
  <Override PartName="/ppt/tags/tag3918.xml" ContentType="application/vnd.openxmlformats-officedocument.presentationml.tags+xml"/>
  <Override PartName="/ppt/tags/tag3919.xml" ContentType="application/vnd.openxmlformats-officedocument.presentationml.tags+xml"/>
  <Override PartName="/ppt/tags/tag3920.xml" ContentType="application/vnd.openxmlformats-officedocument.presentationml.tags+xml"/>
  <Override PartName="/ppt/tags/tag3921.xml" ContentType="application/vnd.openxmlformats-officedocument.presentationml.tags+xml"/>
  <Override PartName="/ppt/tags/tag3922.xml" ContentType="application/vnd.openxmlformats-officedocument.presentationml.tags+xml"/>
  <Override PartName="/ppt/tags/tag3923.xml" ContentType="application/vnd.openxmlformats-officedocument.presentationml.tags+xml"/>
  <Override PartName="/ppt/tags/tag3924.xml" ContentType="application/vnd.openxmlformats-officedocument.presentationml.tags+xml"/>
  <Override PartName="/ppt/tags/tag3925.xml" ContentType="application/vnd.openxmlformats-officedocument.presentationml.tags+xml"/>
  <Override PartName="/ppt/tags/tag3926.xml" ContentType="application/vnd.openxmlformats-officedocument.presentationml.tags+xml"/>
  <Override PartName="/ppt/tags/tag3927.xml" ContentType="application/vnd.openxmlformats-officedocument.presentationml.tags+xml"/>
  <Override PartName="/ppt/tags/tag3928.xml" ContentType="application/vnd.openxmlformats-officedocument.presentationml.tags+xml"/>
  <Override PartName="/ppt/tags/tag3929.xml" ContentType="application/vnd.openxmlformats-officedocument.presentationml.tags+xml"/>
  <Override PartName="/ppt/tags/tag3930.xml" ContentType="application/vnd.openxmlformats-officedocument.presentationml.tags+xml"/>
  <Override PartName="/ppt/tags/tag3931.xml" ContentType="application/vnd.openxmlformats-officedocument.presentationml.tags+xml"/>
  <Override PartName="/ppt/tags/tag3932.xml" ContentType="application/vnd.openxmlformats-officedocument.presentationml.tags+xml"/>
  <Override PartName="/ppt/tags/tag3933.xml" ContentType="application/vnd.openxmlformats-officedocument.presentationml.tags+xml"/>
  <Override PartName="/ppt/tags/tag3934.xml" ContentType="application/vnd.openxmlformats-officedocument.presentationml.tags+xml"/>
  <Override PartName="/ppt/tags/tag3935.xml" ContentType="application/vnd.openxmlformats-officedocument.presentationml.tags+xml"/>
  <Override PartName="/ppt/tags/tag3936.xml" ContentType="application/vnd.openxmlformats-officedocument.presentationml.tags+xml"/>
  <Override PartName="/ppt/tags/tag3937.xml" ContentType="application/vnd.openxmlformats-officedocument.presentationml.tags+xml"/>
  <Override PartName="/ppt/tags/tag3938.xml" ContentType="application/vnd.openxmlformats-officedocument.presentationml.tags+xml"/>
  <Override PartName="/ppt/tags/tag3939.xml" ContentType="application/vnd.openxmlformats-officedocument.presentationml.tags+xml"/>
  <Override PartName="/ppt/tags/tag3940.xml" ContentType="application/vnd.openxmlformats-officedocument.presentationml.tags+xml"/>
  <Override PartName="/ppt/tags/tag3941.xml" ContentType="application/vnd.openxmlformats-officedocument.presentationml.tags+xml"/>
  <Override PartName="/ppt/tags/tag3942.xml" ContentType="application/vnd.openxmlformats-officedocument.presentationml.tags+xml"/>
  <Override PartName="/ppt/tags/tag3943.xml" ContentType="application/vnd.openxmlformats-officedocument.presentationml.tags+xml"/>
  <Override PartName="/ppt/tags/tag3944.xml" ContentType="application/vnd.openxmlformats-officedocument.presentationml.tags+xml"/>
  <Override PartName="/ppt/tags/tag3945.xml" ContentType="application/vnd.openxmlformats-officedocument.presentationml.tags+xml"/>
  <Override PartName="/ppt/tags/tag3946.xml" ContentType="application/vnd.openxmlformats-officedocument.presentationml.tags+xml"/>
  <Override PartName="/ppt/tags/tag3947.xml" ContentType="application/vnd.openxmlformats-officedocument.presentationml.tags+xml"/>
  <Override PartName="/ppt/tags/tag3948.xml" ContentType="application/vnd.openxmlformats-officedocument.presentationml.tags+xml"/>
  <Override PartName="/ppt/tags/tag3949.xml" ContentType="application/vnd.openxmlformats-officedocument.presentationml.tags+xml"/>
  <Override PartName="/ppt/tags/tag3950.xml" ContentType="application/vnd.openxmlformats-officedocument.presentationml.tags+xml"/>
  <Override PartName="/ppt/tags/tag3951.xml" ContentType="application/vnd.openxmlformats-officedocument.presentationml.tags+xml"/>
  <Override PartName="/ppt/tags/tag3952.xml" ContentType="application/vnd.openxmlformats-officedocument.presentationml.tags+xml"/>
  <Override PartName="/ppt/tags/tag3953.xml" ContentType="application/vnd.openxmlformats-officedocument.presentationml.tags+xml"/>
  <Override PartName="/ppt/tags/tag3954.xml" ContentType="application/vnd.openxmlformats-officedocument.presentationml.tags+xml"/>
  <Override PartName="/ppt/tags/tag3955.xml" ContentType="application/vnd.openxmlformats-officedocument.presentationml.tags+xml"/>
  <Override PartName="/ppt/tags/tag3956.xml" ContentType="application/vnd.openxmlformats-officedocument.presentationml.tags+xml"/>
  <Override PartName="/ppt/tags/tag3957.xml" ContentType="application/vnd.openxmlformats-officedocument.presentationml.tags+xml"/>
  <Override PartName="/ppt/tags/tag3958.xml" ContentType="application/vnd.openxmlformats-officedocument.presentationml.tags+xml"/>
  <Override PartName="/ppt/tags/tag3959.xml" ContentType="application/vnd.openxmlformats-officedocument.presentationml.tags+xml"/>
  <Override PartName="/ppt/tags/tag3960.xml" ContentType="application/vnd.openxmlformats-officedocument.presentationml.tags+xml"/>
  <Override PartName="/ppt/tags/tag3961.xml" ContentType="application/vnd.openxmlformats-officedocument.presentationml.tags+xml"/>
  <Override PartName="/ppt/tags/tag3962.xml" ContentType="application/vnd.openxmlformats-officedocument.presentationml.tags+xml"/>
  <Override PartName="/ppt/tags/tag3963.xml" ContentType="application/vnd.openxmlformats-officedocument.presentationml.tags+xml"/>
  <Override PartName="/ppt/tags/tag3964.xml" ContentType="application/vnd.openxmlformats-officedocument.presentationml.tags+xml"/>
  <Override PartName="/ppt/tags/tag3965.xml" ContentType="application/vnd.openxmlformats-officedocument.presentationml.tags+xml"/>
  <Override PartName="/ppt/tags/tag3966.xml" ContentType="application/vnd.openxmlformats-officedocument.presentationml.tags+xml"/>
  <Override PartName="/ppt/tags/tag3967.xml" ContentType="application/vnd.openxmlformats-officedocument.presentationml.tags+xml"/>
  <Override PartName="/ppt/tags/tag3968.xml" ContentType="application/vnd.openxmlformats-officedocument.presentationml.tags+xml"/>
  <Override PartName="/ppt/tags/tag3969.xml" ContentType="application/vnd.openxmlformats-officedocument.presentationml.tags+xml"/>
  <Override PartName="/ppt/tags/tag3970.xml" ContentType="application/vnd.openxmlformats-officedocument.presentationml.tags+xml"/>
  <Override PartName="/ppt/tags/tag3971.xml" ContentType="application/vnd.openxmlformats-officedocument.presentationml.tags+xml"/>
  <Override PartName="/ppt/tags/tag3972.xml" ContentType="application/vnd.openxmlformats-officedocument.presentationml.tags+xml"/>
  <Override PartName="/ppt/tags/tag3973.xml" ContentType="application/vnd.openxmlformats-officedocument.presentationml.tags+xml"/>
  <Override PartName="/ppt/tags/tag3974.xml" ContentType="application/vnd.openxmlformats-officedocument.presentationml.tags+xml"/>
  <Override PartName="/ppt/tags/tag3975.xml" ContentType="application/vnd.openxmlformats-officedocument.presentationml.tags+xml"/>
  <Override PartName="/ppt/tags/tag3976.xml" ContentType="application/vnd.openxmlformats-officedocument.presentationml.tags+xml"/>
  <Override PartName="/ppt/tags/tag3977.xml" ContentType="application/vnd.openxmlformats-officedocument.presentationml.tags+xml"/>
  <Override PartName="/ppt/tags/tag3978.xml" ContentType="application/vnd.openxmlformats-officedocument.presentationml.tags+xml"/>
  <Override PartName="/ppt/tags/tag3979.xml" ContentType="application/vnd.openxmlformats-officedocument.presentationml.tags+xml"/>
  <Override PartName="/ppt/tags/tag3980.xml" ContentType="application/vnd.openxmlformats-officedocument.presentationml.tags+xml"/>
  <Override PartName="/ppt/tags/tag3981.xml" ContentType="application/vnd.openxmlformats-officedocument.presentationml.tags+xml"/>
  <Override PartName="/ppt/tags/tag3982.xml" ContentType="application/vnd.openxmlformats-officedocument.presentationml.tags+xml"/>
  <Override PartName="/ppt/tags/tag3983.xml" ContentType="application/vnd.openxmlformats-officedocument.presentationml.tags+xml"/>
  <Override PartName="/ppt/tags/tag3984.xml" ContentType="application/vnd.openxmlformats-officedocument.presentationml.tags+xml"/>
  <Override PartName="/ppt/tags/tag3985.xml" ContentType="application/vnd.openxmlformats-officedocument.presentationml.tags+xml"/>
  <Override PartName="/ppt/tags/tag3986.xml" ContentType="application/vnd.openxmlformats-officedocument.presentationml.tags+xml"/>
  <Override PartName="/ppt/tags/tag3987.xml" ContentType="application/vnd.openxmlformats-officedocument.presentationml.tags+xml"/>
  <Override PartName="/ppt/tags/tag3988.xml" ContentType="application/vnd.openxmlformats-officedocument.presentationml.tags+xml"/>
  <Override PartName="/ppt/tags/tag3989.xml" ContentType="application/vnd.openxmlformats-officedocument.presentationml.tags+xml"/>
  <Override PartName="/ppt/tags/tag3990.xml" ContentType="application/vnd.openxmlformats-officedocument.presentationml.tags+xml"/>
  <Override PartName="/ppt/tags/tag3991.xml" ContentType="application/vnd.openxmlformats-officedocument.presentationml.tags+xml"/>
  <Override PartName="/ppt/tags/tag3992.xml" ContentType="application/vnd.openxmlformats-officedocument.presentationml.tags+xml"/>
  <Override PartName="/ppt/tags/tag3993.xml" ContentType="application/vnd.openxmlformats-officedocument.presentationml.tags+xml"/>
  <Override PartName="/ppt/tags/tag3994.xml" ContentType="application/vnd.openxmlformats-officedocument.presentationml.tags+xml"/>
  <Override PartName="/ppt/tags/tag3995.xml" ContentType="application/vnd.openxmlformats-officedocument.presentationml.tags+xml"/>
  <Override PartName="/ppt/tags/tag3996.xml" ContentType="application/vnd.openxmlformats-officedocument.presentationml.tags+xml"/>
  <Override PartName="/ppt/notesSlides/notesSlide74.xml" ContentType="application/vnd.openxmlformats-officedocument.presentationml.notesSlide+xml"/>
  <Override PartName="/ppt/tags/tag3997.xml" ContentType="application/vnd.openxmlformats-officedocument.presentationml.tags+xml"/>
  <Override PartName="/ppt/notesSlides/notesSlide75.xml" ContentType="application/vnd.openxmlformats-officedocument.presentationml.notesSlide+xml"/>
  <Override PartName="/ppt/tags/tag3998.xml" ContentType="application/vnd.openxmlformats-officedocument.presentationml.tags+xml"/>
  <Override PartName="/ppt/tags/tag3999.xml" ContentType="application/vnd.openxmlformats-officedocument.presentationml.tags+xml"/>
  <Override PartName="/ppt/tags/tag4000.xml" ContentType="application/vnd.openxmlformats-officedocument.presentationml.tags+xml"/>
  <Override PartName="/ppt/tags/tag4001.xml" ContentType="application/vnd.openxmlformats-officedocument.presentationml.tags+xml"/>
  <Override PartName="/ppt/tags/tag4002.xml" ContentType="application/vnd.openxmlformats-officedocument.presentationml.tags+xml"/>
  <Override PartName="/ppt/tags/tag4003.xml" ContentType="application/vnd.openxmlformats-officedocument.presentationml.tags+xml"/>
  <Override PartName="/ppt/tags/tag4004.xml" ContentType="application/vnd.openxmlformats-officedocument.presentationml.tags+xml"/>
  <Override PartName="/ppt/tags/tag4005.xml" ContentType="application/vnd.openxmlformats-officedocument.presentationml.tags+xml"/>
  <Override PartName="/ppt/tags/tag4006.xml" ContentType="application/vnd.openxmlformats-officedocument.presentationml.tags+xml"/>
  <Override PartName="/ppt/tags/tag4007.xml" ContentType="application/vnd.openxmlformats-officedocument.presentationml.tags+xml"/>
  <Override PartName="/ppt/tags/tag4008.xml" ContentType="application/vnd.openxmlformats-officedocument.presentationml.tags+xml"/>
  <Override PartName="/ppt/tags/tag4009.xml" ContentType="application/vnd.openxmlformats-officedocument.presentationml.tags+xml"/>
  <Override PartName="/ppt/tags/tag4010.xml" ContentType="application/vnd.openxmlformats-officedocument.presentationml.tags+xml"/>
  <Override PartName="/ppt/notesSlides/notesSlide76.xml" ContentType="application/vnd.openxmlformats-officedocument.presentationml.notesSlide+xml"/>
  <Override PartName="/ppt/tags/tag4011.xml" ContentType="application/vnd.openxmlformats-officedocument.presentationml.tags+xml"/>
  <Override PartName="/ppt/tags/tag4012.xml" ContentType="application/vnd.openxmlformats-officedocument.presentationml.tags+xml"/>
  <Override PartName="/ppt/tags/tag4013.xml" ContentType="application/vnd.openxmlformats-officedocument.presentationml.tags+xml"/>
  <Override PartName="/ppt/tags/tag4014.xml" ContentType="application/vnd.openxmlformats-officedocument.presentationml.tags+xml"/>
  <Override PartName="/ppt/tags/tag4015.xml" ContentType="application/vnd.openxmlformats-officedocument.presentationml.tags+xml"/>
  <Override PartName="/ppt/tags/tag4016.xml" ContentType="application/vnd.openxmlformats-officedocument.presentationml.tags+xml"/>
  <Override PartName="/ppt/tags/tag4017.xml" ContentType="application/vnd.openxmlformats-officedocument.presentationml.tags+xml"/>
  <Override PartName="/ppt/tags/tag4018.xml" ContentType="application/vnd.openxmlformats-officedocument.presentationml.tags+xml"/>
  <Override PartName="/ppt/tags/tag4019.xml" ContentType="application/vnd.openxmlformats-officedocument.presentationml.tags+xml"/>
  <Override PartName="/ppt/tags/tag4020.xml" ContentType="application/vnd.openxmlformats-officedocument.presentationml.tags+xml"/>
  <Override PartName="/ppt/tags/tag4021.xml" ContentType="application/vnd.openxmlformats-officedocument.presentationml.tags+xml"/>
  <Override PartName="/ppt/tags/tag4022.xml" ContentType="application/vnd.openxmlformats-officedocument.presentationml.tags+xml"/>
  <Override PartName="/ppt/tags/tag4023.xml" ContentType="application/vnd.openxmlformats-officedocument.presentationml.tags+xml"/>
  <Override PartName="/ppt/tags/tag4024.xml" ContentType="application/vnd.openxmlformats-officedocument.presentationml.tags+xml"/>
  <Override PartName="/ppt/tags/tag4025.xml" ContentType="application/vnd.openxmlformats-officedocument.presentationml.tags+xml"/>
  <Override PartName="/ppt/tags/tag4026.xml" ContentType="application/vnd.openxmlformats-officedocument.presentationml.tags+xml"/>
  <Override PartName="/ppt/tags/tag4027.xml" ContentType="application/vnd.openxmlformats-officedocument.presentationml.tags+xml"/>
  <Override PartName="/ppt/tags/tag4028.xml" ContentType="application/vnd.openxmlformats-officedocument.presentationml.tags+xml"/>
  <Override PartName="/ppt/tags/tag4029.xml" ContentType="application/vnd.openxmlformats-officedocument.presentationml.tags+xml"/>
  <Override PartName="/ppt/tags/tag4030.xml" ContentType="application/vnd.openxmlformats-officedocument.presentationml.tags+xml"/>
  <Override PartName="/ppt/tags/tag4031.xml" ContentType="application/vnd.openxmlformats-officedocument.presentationml.tags+xml"/>
  <Override PartName="/ppt/tags/tag4032.xml" ContentType="application/vnd.openxmlformats-officedocument.presentationml.tags+xml"/>
  <Override PartName="/ppt/tags/tag4033.xml" ContentType="application/vnd.openxmlformats-officedocument.presentationml.tags+xml"/>
  <Override PartName="/ppt/tags/tag4034.xml" ContentType="application/vnd.openxmlformats-officedocument.presentationml.tags+xml"/>
  <Override PartName="/ppt/tags/tag4035.xml" ContentType="application/vnd.openxmlformats-officedocument.presentationml.tags+xml"/>
  <Override PartName="/ppt/tags/tag4036.xml" ContentType="application/vnd.openxmlformats-officedocument.presentationml.tags+xml"/>
  <Override PartName="/ppt/tags/tag4037.xml" ContentType="application/vnd.openxmlformats-officedocument.presentationml.tags+xml"/>
  <Override PartName="/ppt/tags/tag4038.xml" ContentType="application/vnd.openxmlformats-officedocument.presentationml.tags+xml"/>
  <Override PartName="/ppt/tags/tag4039.xml" ContentType="application/vnd.openxmlformats-officedocument.presentationml.tags+xml"/>
  <Override PartName="/ppt/tags/tag4040.xml" ContentType="application/vnd.openxmlformats-officedocument.presentationml.tags+xml"/>
  <Override PartName="/ppt/tags/tag4041.xml" ContentType="application/vnd.openxmlformats-officedocument.presentationml.tags+xml"/>
  <Override PartName="/ppt/tags/tag4042.xml" ContentType="application/vnd.openxmlformats-officedocument.presentationml.tags+xml"/>
  <Override PartName="/ppt/tags/tag4043.xml" ContentType="application/vnd.openxmlformats-officedocument.presentationml.tags+xml"/>
  <Override PartName="/ppt/tags/tag4044.xml" ContentType="application/vnd.openxmlformats-officedocument.presentationml.tags+xml"/>
  <Override PartName="/ppt/tags/tag4045.xml" ContentType="application/vnd.openxmlformats-officedocument.presentationml.tags+xml"/>
  <Override PartName="/ppt/tags/tag4046.xml" ContentType="application/vnd.openxmlformats-officedocument.presentationml.tags+xml"/>
  <Override PartName="/ppt/tags/tag4047.xml" ContentType="application/vnd.openxmlformats-officedocument.presentationml.tags+xml"/>
  <Override PartName="/ppt/tags/tag4048.xml" ContentType="application/vnd.openxmlformats-officedocument.presentationml.tags+xml"/>
  <Override PartName="/ppt/tags/tag4049.xml" ContentType="application/vnd.openxmlformats-officedocument.presentationml.tags+xml"/>
  <Override PartName="/ppt/tags/tag4050.xml" ContentType="application/vnd.openxmlformats-officedocument.presentationml.tags+xml"/>
  <Override PartName="/ppt/tags/tag4051.xml" ContentType="application/vnd.openxmlformats-officedocument.presentationml.tags+xml"/>
  <Override PartName="/ppt/tags/tag4052.xml" ContentType="application/vnd.openxmlformats-officedocument.presentationml.tags+xml"/>
  <Override PartName="/ppt/tags/tag4053.xml" ContentType="application/vnd.openxmlformats-officedocument.presentationml.tags+xml"/>
  <Override PartName="/ppt/tags/tag4054.xml" ContentType="application/vnd.openxmlformats-officedocument.presentationml.tags+xml"/>
  <Override PartName="/ppt/tags/tag4055.xml" ContentType="application/vnd.openxmlformats-officedocument.presentationml.tags+xml"/>
  <Override PartName="/ppt/tags/tag4056.xml" ContentType="application/vnd.openxmlformats-officedocument.presentationml.tags+xml"/>
  <Override PartName="/ppt/tags/tag4057.xml" ContentType="application/vnd.openxmlformats-officedocument.presentationml.tags+xml"/>
  <Override PartName="/ppt/tags/tag4058.xml" ContentType="application/vnd.openxmlformats-officedocument.presentationml.tags+xml"/>
  <Override PartName="/ppt/tags/tag4059.xml" ContentType="application/vnd.openxmlformats-officedocument.presentationml.tags+xml"/>
  <Override PartName="/ppt/tags/tag4060.xml" ContentType="application/vnd.openxmlformats-officedocument.presentationml.tags+xml"/>
  <Override PartName="/ppt/tags/tag4061.xml" ContentType="application/vnd.openxmlformats-officedocument.presentationml.tags+xml"/>
  <Override PartName="/ppt/tags/tag4062.xml" ContentType="application/vnd.openxmlformats-officedocument.presentationml.tags+xml"/>
  <Override PartName="/ppt/tags/tag4063.xml" ContentType="application/vnd.openxmlformats-officedocument.presentationml.tags+xml"/>
  <Override PartName="/ppt/tags/tag4064.xml" ContentType="application/vnd.openxmlformats-officedocument.presentationml.tags+xml"/>
  <Override PartName="/ppt/tags/tag4065.xml" ContentType="application/vnd.openxmlformats-officedocument.presentationml.tags+xml"/>
  <Override PartName="/ppt/tags/tag4066.xml" ContentType="application/vnd.openxmlformats-officedocument.presentationml.tags+xml"/>
  <Override PartName="/ppt/tags/tag4067.xml" ContentType="application/vnd.openxmlformats-officedocument.presentationml.tags+xml"/>
  <Override PartName="/ppt/tags/tag4068.xml" ContentType="application/vnd.openxmlformats-officedocument.presentationml.tags+xml"/>
  <Override PartName="/ppt/tags/tag4069.xml" ContentType="application/vnd.openxmlformats-officedocument.presentationml.tags+xml"/>
  <Override PartName="/ppt/tags/tag4070.xml" ContentType="application/vnd.openxmlformats-officedocument.presentationml.tags+xml"/>
  <Override PartName="/ppt/tags/tag4071.xml" ContentType="application/vnd.openxmlformats-officedocument.presentationml.tags+xml"/>
  <Override PartName="/ppt/tags/tag4072.xml" ContentType="application/vnd.openxmlformats-officedocument.presentationml.tags+xml"/>
  <Override PartName="/ppt/notesSlides/notesSlide77.xml" ContentType="application/vnd.openxmlformats-officedocument.presentationml.notesSlide+xml"/>
  <Override PartName="/ppt/tags/tag4073.xml" ContentType="application/vnd.openxmlformats-officedocument.presentationml.tags+xml"/>
  <Override PartName="/ppt/tags/tag4074.xml" ContentType="application/vnd.openxmlformats-officedocument.presentationml.tags+xml"/>
  <Override PartName="/ppt/tags/tag4075.xml" ContentType="application/vnd.openxmlformats-officedocument.presentationml.tags+xml"/>
  <Override PartName="/ppt/tags/tag4076.xml" ContentType="application/vnd.openxmlformats-officedocument.presentationml.tags+xml"/>
  <Override PartName="/ppt/tags/tag4077.xml" ContentType="application/vnd.openxmlformats-officedocument.presentationml.tags+xml"/>
  <Override PartName="/ppt/tags/tag4078.xml" ContentType="application/vnd.openxmlformats-officedocument.presentationml.tags+xml"/>
  <Override PartName="/ppt/tags/tag4079.xml" ContentType="application/vnd.openxmlformats-officedocument.presentationml.tags+xml"/>
  <Override PartName="/ppt/tags/tag4080.xml" ContentType="application/vnd.openxmlformats-officedocument.presentationml.tags+xml"/>
  <Override PartName="/ppt/tags/tag4081.xml" ContentType="application/vnd.openxmlformats-officedocument.presentationml.tags+xml"/>
  <Override PartName="/ppt/tags/tag4082.xml" ContentType="application/vnd.openxmlformats-officedocument.presentationml.tags+xml"/>
  <Override PartName="/ppt/tags/tag4083.xml" ContentType="application/vnd.openxmlformats-officedocument.presentationml.tags+xml"/>
  <Override PartName="/ppt/tags/tag4084.xml" ContentType="application/vnd.openxmlformats-officedocument.presentationml.tags+xml"/>
  <Override PartName="/ppt/tags/tag4085.xml" ContentType="application/vnd.openxmlformats-officedocument.presentationml.tags+xml"/>
  <Override PartName="/ppt/tags/tag4086.xml" ContentType="application/vnd.openxmlformats-officedocument.presentationml.tags+xml"/>
  <Override PartName="/ppt/tags/tag4087.xml" ContentType="application/vnd.openxmlformats-officedocument.presentationml.tags+xml"/>
  <Override PartName="/ppt/tags/tag4088.xml" ContentType="application/vnd.openxmlformats-officedocument.presentationml.tags+xml"/>
  <Override PartName="/ppt/tags/tag4089.xml" ContentType="application/vnd.openxmlformats-officedocument.presentationml.tags+xml"/>
  <Override PartName="/ppt/tags/tag4090.xml" ContentType="application/vnd.openxmlformats-officedocument.presentationml.tags+xml"/>
  <Override PartName="/ppt/tags/tag4091.xml" ContentType="application/vnd.openxmlformats-officedocument.presentationml.tags+xml"/>
  <Override PartName="/ppt/tags/tag4092.xml" ContentType="application/vnd.openxmlformats-officedocument.presentationml.tags+xml"/>
  <Override PartName="/ppt/tags/tag4093.xml" ContentType="application/vnd.openxmlformats-officedocument.presentationml.tags+xml"/>
  <Override PartName="/ppt/tags/tag4094.xml" ContentType="application/vnd.openxmlformats-officedocument.presentationml.tags+xml"/>
  <Override PartName="/ppt/tags/tag4095.xml" ContentType="application/vnd.openxmlformats-officedocument.presentationml.tags+xml"/>
  <Override PartName="/ppt/tags/tag4096.xml" ContentType="application/vnd.openxmlformats-officedocument.presentationml.tags+xml"/>
  <Override PartName="/ppt/tags/tag4097.xml" ContentType="application/vnd.openxmlformats-officedocument.presentationml.tags+xml"/>
  <Override PartName="/ppt/tags/tag4098.xml" ContentType="application/vnd.openxmlformats-officedocument.presentationml.tags+xml"/>
  <Override PartName="/ppt/tags/tag4099.xml" ContentType="application/vnd.openxmlformats-officedocument.presentationml.tags+xml"/>
  <Override PartName="/ppt/tags/tag4100.xml" ContentType="application/vnd.openxmlformats-officedocument.presentationml.tags+xml"/>
  <Override PartName="/ppt/tags/tag4101.xml" ContentType="application/vnd.openxmlformats-officedocument.presentationml.tags+xml"/>
  <Override PartName="/ppt/tags/tag4102.xml" ContentType="application/vnd.openxmlformats-officedocument.presentationml.tags+xml"/>
  <Override PartName="/ppt/tags/tag4103.xml" ContentType="application/vnd.openxmlformats-officedocument.presentationml.tags+xml"/>
  <Override PartName="/ppt/tags/tag4104.xml" ContentType="application/vnd.openxmlformats-officedocument.presentationml.tags+xml"/>
  <Override PartName="/ppt/tags/tag4105.xml" ContentType="application/vnd.openxmlformats-officedocument.presentationml.tags+xml"/>
  <Override PartName="/ppt/tags/tag4106.xml" ContentType="application/vnd.openxmlformats-officedocument.presentationml.tags+xml"/>
  <Override PartName="/ppt/tags/tag4107.xml" ContentType="application/vnd.openxmlformats-officedocument.presentationml.tags+xml"/>
  <Override PartName="/ppt/tags/tag4108.xml" ContentType="application/vnd.openxmlformats-officedocument.presentationml.tags+xml"/>
  <Override PartName="/ppt/tags/tag4109.xml" ContentType="application/vnd.openxmlformats-officedocument.presentationml.tags+xml"/>
  <Override PartName="/ppt/tags/tag4110.xml" ContentType="application/vnd.openxmlformats-officedocument.presentationml.tags+xml"/>
  <Override PartName="/ppt/tags/tag4111.xml" ContentType="application/vnd.openxmlformats-officedocument.presentationml.tags+xml"/>
  <Override PartName="/ppt/tags/tag4112.xml" ContentType="application/vnd.openxmlformats-officedocument.presentationml.tags+xml"/>
  <Override PartName="/ppt/tags/tag4113.xml" ContentType="application/vnd.openxmlformats-officedocument.presentationml.tags+xml"/>
  <Override PartName="/ppt/tags/tag4114.xml" ContentType="application/vnd.openxmlformats-officedocument.presentationml.tags+xml"/>
  <Override PartName="/ppt/tags/tag4115.xml" ContentType="application/vnd.openxmlformats-officedocument.presentationml.tags+xml"/>
  <Override PartName="/ppt/tags/tag4116.xml" ContentType="application/vnd.openxmlformats-officedocument.presentationml.tags+xml"/>
  <Override PartName="/ppt/tags/tag4117.xml" ContentType="application/vnd.openxmlformats-officedocument.presentationml.tags+xml"/>
  <Override PartName="/ppt/tags/tag4118.xml" ContentType="application/vnd.openxmlformats-officedocument.presentationml.tags+xml"/>
  <Override PartName="/ppt/tags/tag4119.xml" ContentType="application/vnd.openxmlformats-officedocument.presentationml.tags+xml"/>
  <Override PartName="/ppt/tags/tag4120.xml" ContentType="application/vnd.openxmlformats-officedocument.presentationml.tags+xml"/>
  <Override PartName="/ppt/tags/tag4121.xml" ContentType="application/vnd.openxmlformats-officedocument.presentationml.tags+xml"/>
  <Override PartName="/ppt/tags/tag4122.xml" ContentType="application/vnd.openxmlformats-officedocument.presentationml.tags+xml"/>
  <Override PartName="/ppt/tags/tag4123.xml" ContentType="application/vnd.openxmlformats-officedocument.presentationml.tags+xml"/>
  <Override PartName="/ppt/tags/tag4124.xml" ContentType="application/vnd.openxmlformats-officedocument.presentationml.tags+xml"/>
  <Override PartName="/ppt/tags/tag4125.xml" ContentType="application/vnd.openxmlformats-officedocument.presentationml.tags+xml"/>
  <Override PartName="/ppt/tags/tag4126.xml" ContentType="application/vnd.openxmlformats-officedocument.presentationml.tags+xml"/>
  <Override PartName="/ppt/tags/tag4127.xml" ContentType="application/vnd.openxmlformats-officedocument.presentationml.tags+xml"/>
  <Override PartName="/ppt/tags/tag4128.xml" ContentType="application/vnd.openxmlformats-officedocument.presentationml.tags+xml"/>
  <Override PartName="/ppt/tags/tag4129.xml" ContentType="application/vnd.openxmlformats-officedocument.presentationml.tags+xml"/>
  <Override PartName="/ppt/tags/tag4130.xml" ContentType="application/vnd.openxmlformats-officedocument.presentationml.tags+xml"/>
  <Override PartName="/ppt/tags/tag4131.xml" ContentType="application/vnd.openxmlformats-officedocument.presentationml.tags+xml"/>
  <Override PartName="/ppt/tags/tag4132.xml" ContentType="application/vnd.openxmlformats-officedocument.presentationml.tags+xml"/>
  <Override PartName="/ppt/tags/tag4133.xml" ContentType="application/vnd.openxmlformats-officedocument.presentationml.tags+xml"/>
  <Override PartName="/ppt/tags/tag4134.xml" ContentType="application/vnd.openxmlformats-officedocument.presentationml.tags+xml"/>
  <Override PartName="/ppt/tags/tag4135.xml" ContentType="application/vnd.openxmlformats-officedocument.presentationml.tags+xml"/>
  <Override PartName="/ppt/tags/tag4136.xml" ContentType="application/vnd.openxmlformats-officedocument.presentationml.tags+xml"/>
  <Override PartName="/ppt/tags/tag4137.xml" ContentType="application/vnd.openxmlformats-officedocument.presentationml.tags+xml"/>
  <Override PartName="/ppt/tags/tag4138.xml" ContentType="application/vnd.openxmlformats-officedocument.presentationml.tags+xml"/>
  <Override PartName="/ppt/tags/tag4139.xml" ContentType="application/vnd.openxmlformats-officedocument.presentationml.tags+xml"/>
  <Override PartName="/ppt/tags/tag4140.xml" ContentType="application/vnd.openxmlformats-officedocument.presentationml.tags+xml"/>
  <Override PartName="/ppt/tags/tag4141.xml" ContentType="application/vnd.openxmlformats-officedocument.presentationml.tags+xml"/>
  <Override PartName="/ppt/tags/tag4142.xml" ContentType="application/vnd.openxmlformats-officedocument.presentationml.tags+xml"/>
  <Override PartName="/ppt/tags/tag4143.xml" ContentType="application/vnd.openxmlformats-officedocument.presentationml.tags+xml"/>
  <Override PartName="/ppt/tags/tag4144.xml" ContentType="application/vnd.openxmlformats-officedocument.presentationml.tags+xml"/>
  <Override PartName="/ppt/tags/tag4145.xml" ContentType="application/vnd.openxmlformats-officedocument.presentationml.tags+xml"/>
  <Override PartName="/ppt/tags/tag4146.xml" ContentType="application/vnd.openxmlformats-officedocument.presentationml.tags+xml"/>
  <Override PartName="/ppt/tags/tag4147.xml" ContentType="application/vnd.openxmlformats-officedocument.presentationml.tags+xml"/>
  <Override PartName="/ppt/notesSlides/notesSlide78.xml" ContentType="application/vnd.openxmlformats-officedocument.presentationml.notesSlide+xml"/>
  <Override PartName="/ppt/tags/tag4148.xml" ContentType="application/vnd.openxmlformats-officedocument.presentationml.tags+xml"/>
  <Override PartName="/ppt/tags/tag4149.xml" ContentType="application/vnd.openxmlformats-officedocument.presentationml.tags+xml"/>
  <Override PartName="/ppt/tags/tag4150.xml" ContentType="application/vnd.openxmlformats-officedocument.presentationml.tags+xml"/>
  <Override PartName="/ppt/tags/tag4151.xml" ContentType="application/vnd.openxmlformats-officedocument.presentationml.tags+xml"/>
  <Override PartName="/ppt/tags/tag4152.xml" ContentType="application/vnd.openxmlformats-officedocument.presentationml.tags+xml"/>
  <Override PartName="/ppt/tags/tag4153.xml" ContentType="application/vnd.openxmlformats-officedocument.presentationml.tags+xml"/>
  <Override PartName="/ppt/tags/tag4154.xml" ContentType="application/vnd.openxmlformats-officedocument.presentationml.tags+xml"/>
  <Override PartName="/ppt/tags/tag4155.xml" ContentType="application/vnd.openxmlformats-officedocument.presentationml.tags+xml"/>
  <Override PartName="/ppt/tags/tag4156.xml" ContentType="application/vnd.openxmlformats-officedocument.presentationml.tags+xml"/>
  <Override PartName="/ppt/tags/tag4157.xml" ContentType="application/vnd.openxmlformats-officedocument.presentationml.tags+xml"/>
  <Override PartName="/ppt/tags/tag4158.xml" ContentType="application/vnd.openxmlformats-officedocument.presentationml.tags+xml"/>
  <Override PartName="/ppt/tags/tag4159.xml" ContentType="application/vnd.openxmlformats-officedocument.presentationml.tags+xml"/>
  <Override PartName="/ppt/tags/tag4160.xml" ContentType="application/vnd.openxmlformats-officedocument.presentationml.tags+xml"/>
  <Override PartName="/ppt/tags/tag4161.xml" ContentType="application/vnd.openxmlformats-officedocument.presentationml.tags+xml"/>
  <Override PartName="/ppt/tags/tag4162.xml" ContentType="application/vnd.openxmlformats-officedocument.presentationml.tags+xml"/>
  <Override PartName="/ppt/tags/tag4163.xml" ContentType="application/vnd.openxmlformats-officedocument.presentationml.tags+xml"/>
  <Override PartName="/ppt/tags/tag4164.xml" ContentType="application/vnd.openxmlformats-officedocument.presentationml.tags+xml"/>
  <Override PartName="/ppt/tags/tag4165.xml" ContentType="application/vnd.openxmlformats-officedocument.presentationml.tags+xml"/>
  <Override PartName="/ppt/tags/tag4166.xml" ContentType="application/vnd.openxmlformats-officedocument.presentationml.tags+xml"/>
  <Override PartName="/ppt/tags/tag4167.xml" ContentType="application/vnd.openxmlformats-officedocument.presentationml.tags+xml"/>
  <Override PartName="/ppt/tags/tag4168.xml" ContentType="application/vnd.openxmlformats-officedocument.presentationml.tags+xml"/>
  <Override PartName="/ppt/tags/tag4169.xml" ContentType="application/vnd.openxmlformats-officedocument.presentationml.tags+xml"/>
  <Override PartName="/ppt/tags/tag4170.xml" ContentType="application/vnd.openxmlformats-officedocument.presentationml.tags+xml"/>
  <Override PartName="/ppt/tags/tag4171.xml" ContentType="application/vnd.openxmlformats-officedocument.presentationml.tags+xml"/>
  <Override PartName="/ppt/tags/tag4172.xml" ContentType="application/vnd.openxmlformats-officedocument.presentationml.tags+xml"/>
  <Override PartName="/ppt/tags/tag4173.xml" ContentType="application/vnd.openxmlformats-officedocument.presentationml.tags+xml"/>
  <Override PartName="/ppt/tags/tag4174.xml" ContentType="application/vnd.openxmlformats-officedocument.presentationml.tags+xml"/>
  <Override PartName="/ppt/tags/tag4175.xml" ContentType="application/vnd.openxmlformats-officedocument.presentationml.tags+xml"/>
  <Override PartName="/ppt/tags/tag4176.xml" ContentType="application/vnd.openxmlformats-officedocument.presentationml.tags+xml"/>
  <Override PartName="/ppt/tags/tag4177.xml" ContentType="application/vnd.openxmlformats-officedocument.presentationml.tags+xml"/>
  <Override PartName="/ppt/tags/tag4178.xml" ContentType="application/vnd.openxmlformats-officedocument.presentationml.tags+xml"/>
  <Override PartName="/ppt/tags/tag4179.xml" ContentType="application/vnd.openxmlformats-officedocument.presentationml.tags+xml"/>
  <Override PartName="/ppt/tags/tag4180.xml" ContentType="application/vnd.openxmlformats-officedocument.presentationml.tags+xml"/>
  <Override PartName="/ppt/tags/tag4181.xml" ContentType="application/vnd.openxmlformats-officedocument.presentationml.tags+xml"/>
  <Override PartName="/ppt/tags/tag4182.xml" ContentType="application/vnd.openxmlformats-officedocument.presentationml.tags+xml"/>
  <Override PartName="/ppt/tags/tag4183.xml" ContentType="application/vnd.openxmlformats-officedocument.presentationml.tags+xml"/>
  <Override PartName="/ppt/tags/tag4184.xml" ContentType="application/vnd.openxmlformats-officedocument.presentationml.tags+xml"/>
  <Override PartName="/ppt/tags/tag4185.xml" ContentType="application/vnd.openxmlformats-officedocument.presentationml.tags+xml"/>
  <Override PartName="/ppt/tags/tag4186.xml" ContentType="application/vnd.openxmlformats-officedocument.presentationml.tags+xml"/>
  <Override PartName="/ppt/tags/tag4187.xml" ContentType="application/vnd.openxmlformats-officedocument.presentationml.tags+xml"/>
  <Override PartName="/ppt/tags/tag4188.xml" ContentType="application/vnd.openxmlformats-officedocument.presentationml.tags+xml"/>
  <Override PartName="/ppt/tags/tag4189.xml" ContentType="application/vnd.openxmlformats-officedocument.presentationml.tags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3"/>
  </p:notesMasterIdLst>
  <p:handoutMasterIdLst>
    <p:handoutMasterId r:id="rId104"/>
  </p:handoutMasterIdLst>
  <p:sldIdLst>
    <p:sldId id="256" r:id="rId2"/>
    <p:sldId id="636" r:id="rId3"/>
    <p:sldId id="417" r:id="rId4"/>
    <p:sldId id="418" r:id="rId5"/>
    <p:sldId id="852" r:id="rId6"/>
    <p:sldId id="421" r:id="rId7"/>
    <p:sldId id="632" r:id="rId8"/>
    <p:sldId id="427" r:id="rId9"/>
    <p:sldId id="854" r:id="rId10"/>
    <p:sldId id="855" r:id="rId11"/>
    <p:sldId id="856" r:id="rId12"/>
    <p:sldId id="857" r:id="rId13"/>
    <p:sldId id="858" r:id="rId14"/>
    <p:sldId id="755" r:id="rId15"/>
    <p:sldId id="748" r:id="rId16"/>
    <p:sldId id="652" r:id="rId17"/>
    <p:sldId id="860" r:id="rId18"/>
    <p:sldId id="654" r:id="rId19"/>
    <p:sldId id="653" r:id="rId20"/>
    <p:sldId id="656" r:id="rId21"/>
    <p:sldId id="863" r:id="rId22"/>
    <p:sldId id="865" r:id="rId23"/>
    <p:sldId id="866" r:id="rId24"/>
    <p:sldId id="661" r:id="rId25"/>
    <p:sldId id="663" r:id="rId26"/>
    <p:sldId id="664" r:id="rId27"/>
    <p:sldId id="756" r:id="rId28"/>
    <p:sldId id="662" r:id="rId29"/>
    <p:sldId id="665" r:id="rId30"/>
    <p:sldId id="666" r:id="rId31"/>
    <p:sldId id="746" r:id="rId32"/>
    <p:sldId id="667" r:id="rId33"/>
    <p:sldId id="669" r:id="rId34"/>
    <p:sldId id="670" r:id="rId35"/>
    <p:sldId id="671" r:id="rId36"/>
    <p:sldId id="673" r:id="rId37"/>
    <p:sldId id="674" r:id="rId38"/>
    <p:sldId id="672" r:id="rId39"/>
    <p:sldId id="753" r:id="rId40"/>
    <p:sldId id="675" r:id="rId41"/>
    <p:sldId id="676" r:id="rId42"/>
    <p:sldId id="677" r:id="rId43"/>
    <p:sldId id="678" r:id="rId44"/>
    <p:sldId id="680" r:id="rId45"/>
    <p:sldId id="679" r:id="rId46"/>
    <p:sldId id="681" r:id="rId47"/>
    <p:sldId id="684" r:id="rId48"/>
    <p:sldId id="749" r:id="rId49"/>
    <p:sldId id="683" r:id="rId50"/>
    <p:sldId id="687" r:id="rId51"/>
    <p:sldId id="954" r:id="rId52"/>
    <p:sldId id="690" r:id="rId53"/>
    <p:sldId id="691" r:id="rId54"/>
    <p:sldId id="1025" r:id="rId55"/>
    <p:sldId id="696" r:id="rId56"/>
    <p:sldId id="693" r:id="rId57"/>
    <p:sldId id="689" r:id="rId58"/>
    <p:sldId id="751" r:id="rId59"/>
    <p:sldId id="697" r:id="rId60"/>
    <p:sldId id="699" r:id="rId61"/>
    <p:sldId id="700" r:id="rId62"/>
    <p:sldId id="701" r:id="rId63"/>
    <p:sldId id="703" r:id="rId64"/>
    <p:sldId id="702" r:id="rId65"/>
    <p:sldId id="704" r:id="rId66"/>
    <p:sldId id="705" r:id="rId67"/>
    <p:sldId id="351" r:id="rId68"/>
    <p:sldId id="1012" r:id="rId69"/>
    <p:sldId id="534" r:id="rId70"/>
    <p:sldId id="716" r:id="rId71"/>
    <p:sldId id="717" r:id="rId72"/>
    <p:sldId id="719" r:id="rId73"/>
    <p:sldId id="720" r:id="rId74"/>
    <p:sldId id="718" r:id="rId75"/>
    <p:sldId id="721" r:id="rId76"/>
    <p:sldId id="722" r:id="rId77"/>
    <p:sldId id="724" r:id="rId78"/>
    <p:sldId id="723" r:id="rId79"/>
    <p:sldId id="725" r:id="rId80"/>
    <p:sldId id="726" r:id="rId81"/>
    <p:sldId id="615" r:id="rId82"/>
    <p:sldId id="727" r:id="rId83"/>
    <p:sldId id="728" r:id="rId84"/>
    <p:sldId id="1018" r:id="rId85"/>
    <p:sldId id="1020" r:id="rId86"/>
    <p:sldId id="618" r:id="rId87"/>
    <p:sldId id="617" r:id="rId88"/>
    <p:sldId id="1021" r:id="rId89"/>
    <p:sldId id="729" r:id="rId90"/>
    <p:sldId id="730" r:id="rId91"/>
    <p:sldId id="731" r:id="rId92"/>
    <p:sldId id="732" r:id="rId93"/>
    <p:sldId id="733" r:id="rId94"/>
    <p:sldId id="734" r:id="rId95"/>
    <p:sldId id="737" r:id="rId96"/>
    <p:sldId id="736" r:id="rId97"/>
    <p:sldId id="738" r:id="rId98"/>
    <p:sldId id="742" r:id="rId99"/>
    <p:sldId id="741" r:id="rId100"/>
    <p:sldId id="740" r:id="rId101"/>
    <p:sldId id="629" r:id="rId102"/>
  </p:sldIdLst>
  <p:sldSz cx="9144000" cy="6858000" type="screen4x3"/>
  <p:notesSz cx="6858000" cy="9144000"/>
  <p:custDataLst>
    <p:tags r:id="rId105"/>
  </p:custDataLst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2">
          <p15:clr>
            <a:srgbClr val="A4A3A4"/>
          </p15:clr>
        </p15:guide>
        <p15:guide id="2" pos="29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456">
          <p15:clr>
            <a:srgbClr val="A4A3A4"/>
          </p15:clr>
        </p15:guide>
        <p15:guide id="2" pos="217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lin" initials="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FF3399"/>
    <a:srgbClr val="CCCCFF"/>
    <a:srgbClr val="99CCFF"/>
    <a:srgbClr val="CCFFFF"/>
    <a:srgbClr val="CC99FF"/>
    <a:srgbClr val="CCECFF"/>
    <a:srgbClr val="FFCC99"/>
    <a:srgbClr val="FFCC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00" autoAdjust="0"/>
    <p:restoredTop sz="95584" autoAdjust="0"/>
  </p:normalViewPr>
  <p:slideViewPr>
    <p:cSldViewPr showGuides="1">
      <p:cViewPr varScale="1">
        <p:scale>
          <a:sx n="105" d="100"/>
          <a:sy n="105" d="100"/>
        </p:scale>
        <p:origin x="1216" y="68"/>
      </p:cViewPr>
      <p:guideLst>
        <p:guide orient="horz" pos="1842"/>
        <p:guide pos="29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851"/>
    </p:cViewPr>
  </p:sorterViewPr>
  <p:notesViewPr>
    <p:cSldViewPr>
      <p:cViewPr varScale="1">
        <p:scale>
          <a:sx n="61" d="100"/>
          <a:sy n="61" d="100"/>
        </p:scale>
        <p:origin x="-2592" y="-72"/>
      </p:cViewPr>
      <p:guideLst>
        <p:guide orient="horz" pos="2456"/>
        <p:guide pos="217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DB6F26E7-574D-4CA8-975B-8F51F23828A6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035278BF-B3A1-4F44-8B36-56B73E962ECD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zh-CN" altLang="en-US" dirty="0"/>
              <a:t>学时（指令执行过程的组织结束</a:t>
            </a:r>
            <a:r>
              <a:rPr lang="en-US" altLang="zh-CN" dirty="0"/>
              <a:t>P29</a:t>
            </a:r>
            <a:r>
              <a:rPr lang="zh-CN" altLang="en-US" dirty="0"/>
              <a:t>），</a:t>
            </a:r>
            <a:r>
              <a:rPr lang="en-US" altLang="zh-CN" dirty="0"/>
              <a:t>2</a:t>
            </a:r>
            <a:r>
              <a:rPr lang="zh-CN" altLang="en-US" dirty="0"/>
              <a:t>学时（期中），</a:t>
            </a:r>
            <a:r>
              <a:rPr lang="en-US" altLang="zh-CN" dirty="0"/>
              <a:t>3</a:t>
            </a:r>
            <a:r>
              <a:rPr lang="zh-CN" altLang="en-US" dirty="0"/>
              <a:t>学时（数据通路</a:t>
            </a:r>
            <a:r>
              <a:rPr lang="en-US" dirty="0"/>
              <a:t>&amp;CU</a:t>
            </a:r>
            <a:r>
              <a:rPr lang="en-US" altLang="zh-CN" dirty="0"/>
              <a:t>P67</a:t>
            </a:r>
            <a:r>
              <a:rPr lang="zh-CN" altLang="en-US" dirty="0"/>
              <a:t>），</a:t>
            </a:r>
            <a:r>
              <a:rPr lang="en-US" altLang="zh-CN" dirty="0"/>
              <a:t>3</a:t>
            </a:r>
            <a:r>
              <a:rPr lang="zh-CN" altLang="en-US" dirty="0"/>
              <a:t>学时（）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MMU</a:t>
            </a:r>
            <a:r>
              <a:rPr lang="zh-CN" altLang="en-US" dirty="0"/>
              <a:t>可看作存储管理部件，属于存储系统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思考：中断处理与指令执行过程无关，可简化实现、不影响响应时间（设备很慢）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dirty="0"/>
              <a:t>P4-</a:t>
            </a:r>
            <a:r>
              <a:rPr lang="zh-CN" altLang="en-US" dirty="0"/>
              <a:t>看</a:t>
            </a:r>
            <a:r>
              <a:rPr lang="en-US" altLang="zh-CN" dirty="0"/>
              <a:t>CU</a:t>
            </a:r>
            <a:r>
              <a:rPr lang="zh-CN" altLang="en-US" dirty="0"/>
              <a:t>与数据通路的关系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思考：基址</a:t>
            </a:r>
            <a:r>
              <a:rPr lang="en-US" altLang="zh-CN" dirty="0"/>
              <a:t>/</a:t>
            </a:r>
            <a:r>
              <a:rPr lang="zh-CN" altLang="en-US" dirty="0"/>
              <a:t>变址、相对；可以，顺序型与指令内容无关，转移型与数据操作无关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P4-</a:t>
            </a:r>
            <a:r>
              <a:rPr lang="zh-CN" altLang="en-US" dirty="0"/>
              <a:t>看数据通路组成，</a:t>
            </a:r>
            <a:r>
              <a:rPr lang="en-US" altLang="zh-CN" dirty="0"/>
              <a:t>P5-</a:t>
            </a:r>
            <a:r>
              <a:rPr lang="zh-CN" altLang="en-US" dirty="0"/>
              <a:t>看</a:t>
            </a:r>
            <a:r>
              <a:rPr lang="en-US" altLang="zh-CN" dirty="0"/>
              <a:t>GPR</a:t>
            </a:r>
            <a:r>
              <a:rPr lang="zh-CN" altLang="en-US" dirty="0"/>
              <a:t>、</a:t>
            </a:r>
            <a:r>
              <a:rPr lang="en-US" altLang="zh-CN" dirty="0"/>
              <a:t>PSR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P7-</a:t>
            </a:r>
            <a:r>
              <a:rPr lang="zh-CN" altLang="en-US" dirty="0"/>
              <a:t>看基于指令格式的指令执行步骤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看基本操作的类型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P4-</a:t>
            </a:r>
            <a:r>
              <a:rPr lang="zh-CN" altLang="en-US" dirty="0"/>
              <a:t>看数据通路部件的组成要求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66700" indent="-266700" algn="l">
              <a:lnSpc>
                <a:spcPct val="90000"/>
              </a:lnSpc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  <a:r>
              <a:rPr lang="zh-CN" altLang="en-US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dirty="0"/>
              <a:t>：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              </a:t>
            </a:r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看部件需求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P17-</a:t>
            </a:r>
            <a:r>
              <a:rPr lang="zh-CN" altLang="en-US" dirty="0"/>
              <a:t>看</a:t>
            </a:r>
            <a:r>
              <a:rPr lang="en-US" altLang="zh-CN" dirty="0"/>
              <a:t>MEM</a:t>
            </a:r>
            <a:r>
              <a:rPr lang="zh-CN" altLang="en-US" dirty="0"/>
              <a:t>接口</a:t>
            </a:r>
            <a:r>
              <a:rPr lang="en-US" altLang="zh-CN" dirty="0"/>
              <a:t>&amp;</a:t>
            </a:r>
            <a:r>
              <a:rPr lang="zh-CN" altLang="en-US" dirty="0"/>
              <a:t>操作时序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思考：非共用连接，无需三态门控制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思考：连接到</a:t>
            </a:r>
            <a:r>
              <a:rPr lang="en-US" altLang="zh-CN" dirty="0"/>
              <a:t>MUX</a:t>
            </a:r>
            <a:r>
              <a:rPr lang="zh-CN" altLang="en-US" dirty="0"/>
              <a:t>的端口不同，</a:t>
            </a:r>
            <a:r>
              <a:rPr lang="en-US" altLang="zh-CN" sz="1200" b="0" dirty="0" err="1">
                <a:solidFill>
                  <a:srgbClr val="CC3300"/>
                </a:solidFill>
                <a:latin typeface="+mn-ea"/>
              </a:rPr>
              <a:t>GR</a:t>
            </a:r>
            <a:r>
              <a:rPr lang="en-US" altLang="zh-CN" sz="1200" b="0" baseline="-25000" dirty="0" err="1">
                <a:solidFill>
                  <a:srgbClr val="CC3300"/>
                </a:solidFill>
                <a:latin typeface="+mn-ea"/>
              </a:rPr>
              <a:t>sel</a:t>
            </a:r>
            <a:r>
              <a:rPr lang="zh-CN" altLang="en-US" dirty="0"/>
              <a:t> 不同。</a:t>
            </a:r>
            <a:r>
              <a:rPr lang="en-US" altLang="zh-CN" dirty="0"/>
              <a:t>   P6-</a:t>
            </a:r>
            <a:r>
              <a:rPr lang="zh-CN" altLang="en-US" dirty="0"/>
              <a:t>看</a:t>
            </a:r>
            <a:r>
              <a:rPr lang="en-US" altLang="zh-CN" dirty="0"/>
              <a:t>End</a:t>
            </a:r>
            <a:r>
              <a:rPr lang="zh-CN" altLang="en-US" dirty="0"/>
              <a:t>的作用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 dirty="0">
                <a:latin typeface="+mn-ea"/>
                <a:ea typeface="+mn-ea"/>
              </a:rPr>
              <a:t>思考：</a:t>
            </a:r>
            <a:r>
              <a:rPr lang="en-US" altLang="zh-CN" b="0" dirty="0">
                <a:latin typeface="+mn-ea"/>
                <a:ea typeface="+mn-ea"/>
              </a:rPr>
              <a:t>CU</a:t>
            </a:r>
            <a:r>
              <a:rPr lang="zh-CN" altLang="en-US" b="0" dirty="0">
                <a:latin typeface="+mn-ea"/>
                <a:ea typeface="+mn-ea"/>
              </a:rPr>
              <a:t>的</a:t>
            </a:r>
            <a:r>
              <a:rPr lang="en-US" altLang="zh-CN" sz="1200" b="0" dirty="0" err="1">
                <a:latin typeface="+mn-ea"/>
                <a:ea typeface="+mn-ea"/>
              </a:rPr>
              <a:t>μOP</a:t>
            </a:r>
            <a:r>
              <a:rPr lang="zh-CN" altLang="en-US" sz="1200" b="0" dirty="0">
                <a:latin typeface="+mn-ea"/>
                <a:ea typeface="+mn-ea"/>
              </a:rPr>
              <a:t>控制信号形成电路</a:t>
            </a:r>
            <a:r>
              <a:rPr lang="zh-CN" altLang="en-US" b="0" dirty="0">
                <a:latin typeface="+mn-ea"/>
                <a:ea typeface="+mn-ea"/>
              </a:rPr>
              <a:t>，</a:t>
            </a:r>
            <a:r>
              <a:rPr lang="en-US" altLang="zh-CN" b="0" dirty="0">
                <a:latin typeface="+mn-ea"/>
                <a:ea typeface="+mn-ea"/>
              </a:rPr>
              <a:t>PSR</a:t>
            </a:r>
            <a:r>
              <a:rPr lang="zh-CN" altLang="en-US" b="0" dirty="0">
                <a:latin typeface="+mn-ea"/>
                <a:ea typeface="+mn-ea"/>
              </a:rPr>
              <a:t>→</a:t>
            </a:r>
            <a:r>
              <a:rPr lang="en-US" altLang="zh-CN" sz="1200" b="0" dirty="0" err="1">
                <a:latin typeface="+mn-ea"/>
                <a:ea typeface="+mn-ea"/>
              </a:rPr>
              <a:t>μOP</a:t>
            </a:r>
            <a:r>
              <a:rPr lang="zh-CN" altLang="en-US" sz="1200" b="0" dirty="0">
                <a:latin typeface="+mn-ea"/>
                <a:ea typeface="+mn-ea"/>
              </a:rPr>
              <a:t>控制信号形成电路     </a:t>
            </a:r>
            <a:r>
              <a:rPr lang="en-US" altLang="zh-CN" dirty="0">
                <a:sym typeface="+mn-ea"/>
              </a:rPr>
              <a:t>P13-</a:t>
            </a:r>
            <a:r>
              <a:rPr lang="zh-CN" altLang="en-US" dirty="0">
                <a:sym typeface="+mn-ea"/>
              </a:rPr>
              <a:t>看双字长指令取指方法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P24-</a:t>
            </a:r>
            <a:r>
              <a:rPr lang="zh-CN" altLang="en-US" dirty="0">
                <a:sym typeface="+mn-ea"/>
              </a:rPr>
              <a:t>与单总线通路对比取指令</a:t>
            </a:r>
            <a:r>
              <a:rPr lang="en-US" altLang="zh-CN" dirty="0" err="1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dirty="0" err="1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序列</a:t>
            </a: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P25-</a:t>
            </a:r>
            <a:r>
              <a:rPr lang="zh-CN" altLang="en-US" dirty="0">
                <a:sym typeface="+mn-ea"/>
              </a:rPr>
              <a:t>与单总线通路对比减法指令</a:t>
            </a:r>
            <a:r>
              <a:rPr lang="en-US" altLang="zh-CN" dirty="0" err="1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dirty="0" err="1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序列</a:t>
            </a: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endParaRPr lang="en-US" altLang="zh-CN" b="0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dirty="0">
                <a:solidFill>
                  <a:schemeClr val="accent2"/>
                </a:solidFill>
                <a:latin typeface="宋体" panose="02010600030101010101" pitchFamily="2" charset="-122"/>
              </a:rPr>
              <a:t>P27-</a:t>
            </a:r>
            <a:r>
              <a:rPr lang="zh-CN" altLang="en-US" sz="1200" b="0" dirty="0">
                <a:solidFill>
                  <a:schemeClr val="accent2"/>
                </a:solidFill>
                <a:latin typeface="宋体" panose="02010600030101010101" pitchFamily="2" charset="-122"/>
              </a:rPr>
              <a:t>对比状态转换图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P4-</a:t>
            </a:r>
            <a:r>
              <a:rPr lang="zh-CN" altLang="en-US" dirty="0"/>
              <a:t>看特殊寄存器的组成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看分析结果包含的内容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/>
              <a:t>P31-</a:t>
            </a:r>
            <a:r>
              <a:rPr lang="zh-CN" altLang="en-US" b="0" dirty="0"/>
              <a:t>看部件设计包含的内容，上页</a:t>
            </a:r>
            <a:r>
              <a:rPr lang="en-US" altLang="zh-CN" b="0" dirty="0"/>
              <a:t>-</a:t>
            </a:r>
            <a:r>
              <a:rPr lang="zh-CN" altLang="en-US" b="0" dirty="0"/>
              <a:t>看设计需求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P32-</a:t>
            </a:r>
            <a:r>
              <a:rPr lang="zh-CN" altLang="en-US" dirty="0"/>
              <a:t>看设计需求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P32-</a:t>
            </a:r>
            <a:r>
              <a:rPr lang="zh-CN" altLang="en-US" dirty="0"/>
              <a:t>看设计需求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看已有通路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看已有通路，</a:t>
            </a:r>
            <a:r>
              <a:rPr lang="en-US" altLang="zh-CN" dirty="0"/>
              <a:t>P35-</a:t>
            </a:r>
            <a:r>
              <a:rPr lang="zh-CN" altLang="en-US" dirty="0"/>
              <a:t>看</a:t>
            </a:r>
            <a:r>
              <a:rPr lang="en-US" altLang="zh-CN" dirty="0"/>
              <a:t>ALU</a:t>
            </a:r>
            <a:r>
              <a:rPr lang="zh-CN" altLang="en-US" dirty="0"/>
              <a:t>在前半周期完成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看已有通路，</a:t>
            </a:r>
            <a:r>
              <a:rPr lang="en-US" altLang="zh-CN" dirty="0"/>
              <a:t>P34-</a:t>
            </a:r>
            <a:r>
              <a:rPr lang="zh-CN" altLang="en-US" dirty="0"/>
              <a:t>看</a:t>
            </a:r>
            <a:r>
              <a:rPr lang="en-US" altLang="zh-CN" dirty="0"/>
              <a:t>ACU</a:t>
            </a:r>
            <a:r>
              <a:rPr lang="zh-CN" altLang="en-US" dirty="0"/>
              <a:t>结构与引脚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看控制信号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P40-</a:t>
            </a:r>
            <a:r>
              <a:rPr lang="zh-CN" altLang="en-US" dirty="0"/>
              <a:t>看单周期</a:t>
            </a:r>
            <a:r>
              <a:rPr lang="en-US" altLang="zh-CN" dirty="0"/>
              <a:t>DP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P40-</a:t>
            </a:r>
            <a:r>
              <a:rPr lang="zh-CN" altLang="en-US" dirty="0"/>
              <a:t>看单周期</a:t>
            </a:r>
            <a:r>
              <a:rPr lang="en-US" altLang="zh-CN" dirty="0"/>
              <a:t>DP</a:t>
            </a:r>
            <a:r>
              <a:rPr lang="zh-CN" altLang="en-US" dirty="0"/>
              <a:t>，上页</a:t>
            </a:r>
            <a:r>
              <a:rPr lang="en-US" altLang="zh-CN" dirty="0"/>
              <a:t>-</a:t>
            </a:r>
            <a:r>
              <a:rPr lang="zh-CN" altLang="en-US" dirty="0"/>
              <a:t>看附加寄存器方案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看多周期</a:t>
            </a:r>
            <a:r>
              <a:rPr lang="en-US" altLang="zh-CN" dirty="0"/>
              <a:t>DP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P44-</a:t>
            </a:r>
            <a:r>
              <a:rPr lang="zh-CN" altLang="en-US" dirty="0"/>
              <a:t>看多周期</a:t>
            </a:r>
            <a:r>
              <a:rPr lang="en-US" altLang="zh-CN" dirty="0"/>
              <a:t>DP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P49-</a:t>
            </a:r>
            <a:r>
              <a:rPr lang="zh-CN" altLang="en-US" dirty="0"/>
              <a:t>看多周期</a:t>
            </a:r>
            <a:r>
              <a:rPr lang="en-US" altLang="zh-CN" dirty="0"/>
              <a:t>DP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程序状态：如单步跟踪标志</a:t>
            </a:r>
            <a:r>
              <a:rPr lang="en-US" altLang="zh-CN" dirty="0"/>
              <a:t>TF</a:t>
            </a:r>
            <a:r>
              <a:rPr lang="zh-CN" altLang="en-US" dirty="0"/>
              <a:t>，结果标志</a:t>
            </a:r>
            <a:r>
              <a:rPr lang="en-US" altLang="zh-CN" dirty="0"/>
              <a:t>CF/ZF</a:t>
            </a:r>
            <a:r>
              <a:rPr lang="zh-CN" altLang="en-US" dirty="0"/>
              <a:t>等（可选），机器状态：如中断</a:t>
            </a:r>
            <a:r>
              <a:rPr lang="en-US" altLang="zh-CN" dirty="0"/>
              <a:t>/</a:t>
            </a:r>
            <a:r>
              <a:rPr lang="zh-CN" altLang="en-US" dirty="0"/>
              <a:t>异常类型号，操作状态：如完成位</a:t>
            </a:r>
            <a:r>
              <a:rPr lang="en-US" altLang="zh-CN" dirty="0"/>
              <a:t>(</a:t>
            </a:r>
            <a:r>
              <a:rPr lang="en-US" altLang="zh-CN" dirty="0" err="1"/>
              <a:t>mfc</a:t>
            </a:r>
            <a:r>
              <a:rPr lang="en-US" altLang="zh-CN" dirty="0"/>
              <a:t>)</a:t>
            </a:r>
            <a:r>
              <a:rPr lang="zh-CN" altLang="en-US" dirty="0"/>
              <a:t>、就绪位等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P47-</a:t>
            </a:r>
            <a:r>
              <a:rPr lang="zh-CN" altLang="en-US" dirty="0"/>
              <a:t>看状态转换图构成有限状态机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50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机器周期不用原因：早期</a:t>
            </a:r>
            <a:r>
              <a:rPr lang="en-US" altLang="zh-CN" dirty="0"/>
              <a:t>1</a:t>
            </a:r>
            <a:r>
              <a:rPr lang="zh-CN" altLang="en-US" dirty="0"/>
              <a:t>个较复杂</a:t>
            </a:r>
            <a:r>
              <a:rPr lang="en-US" altLang="zh-CN" sz="1200" b="0" spc="-50" dirty="0" err="1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μOP</a:t>
            </a:r>
            <a:r>
              <a:rPr lang="zh-CN" altLang="en-US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有多个</a:t>
            </a:r>
            <a:r>
              <a:rPr lang="en-US" altLang="zh-CN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TC</a:t>
            </a:r>
            <a:r>
              <a:rPr lang="zh-CN" altLang="en-US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，执行阶段可能几十个</a:t>
            </a:r>
            <a:r>
              <a:rPr lang="en-US" altLang="zh-CN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TC</a:t>
            </a:r>
            <a:r>
              <a:rPr lang="zh-CN" altLang="en-US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，含机器周期可简化实现（如是</a:t>
            </a:r>
            <a:r>
              <a:rPr lang="en-US" altLang="zh-CN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-</a:t>
            </a:r>
            <a:r>
              <a:rPr lang="zh-CN" altLang="en-US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分</a:t>
            </a:r>
            <a:r>
              <a:rPr lang="en-US" altLang="zh-CN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-</a:t>
            </a:r>
            <a:r>
              <a:rPr lang="zh-CN" altLang="en-US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秒），后期</a:t>
            </a:r>
            <a:r>
              <a:rPr lang="en-US" altLang="zh-CN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1</a:t>
            </a:r>
            <a:r>
              <a:rPr lang="zh-CN" altLang="en-US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个</a:t>
            </a:r>
            <a:r>
              <a:rPr lang="en-US" altLang="zh-CN" sz="1200" b="0" spc="-50" dirty="0" err="1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μOP</a:t>
            </a:r>
            <a:r>
              <a:rPr lang="zh-CN" altLang="en-US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常为一个</a:t>
            </a:r>
            <a:r>
              <a:rPr lang="en-US" altLang="zh-CN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TC</a:t>
            </a:r>
            <a:r>
              <a:rPr lang="zh-CN" altLang="en-US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，执行阶段常为几个</a:t>
            </a:r>
            <a:r>
              <a:rPr lang="en-US" altLang="zh-CN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TC</a:t>
            </a:r>
            <a:r>
              <a:rPr lang="zh-CN" altLang="en-US" sz="1200" b="0" spc="-50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，机器周期没存在必要。</a:t>
            </a:r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51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P47-</a:t>
            </a:r>
            <a:r>
              <a:rPr lang="zh-CN" altLang="en-US" dirty="0"/>
              <a:t>看各指令的步骤数，</a:t>
            </a:r>
            <a:r>
              <a:rPr lang="en-US" altLang="zh-CN" dirty="0"/>
              <a:t>P44-</a:t>
            </a:r>
            <a:r>
              <a:rPr lang="zh-CN" altLang="en-US" dirty="0"/>
              <a:t>看</a:t>
            </a:r>
            <a:r>
              <a:rPr lang="en-US" altLang="zh-CN" dirty="0"/>
              <a:t>DP</a:t>
            </a:r>
            <a:r>
              <a:rPr lang="zh-CN" altLang="en-US" dirty="0"/>
              <a:t>的脉冲信号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52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 dirty="0">
                <a:latin typeface="+mn-ea"/>
                <a:ea typeface="+mn-ea"/>
                <a:sym typeface="+mn-ea"/>
              </a:rPr>
              <a:t>思考：</a:t>
            </a:r>
            <a:r>
              <a:rPr lang="en-US" altLang="zh-CN" b="0" dirty="0">
                <a:latin typeface="+mn-ea"/>
                <a:ea typeface="+mn-ea"/>
                <a:sym typeface="+mn-ea"/>
              </a:rPr>
              <a:t>D1=S•T</a:t>
            </a:r>
            <a:r>
              <a:rPr lang="en-US" altLang="zh-CN" b="0" baseline="-25000" dirty="0">
                <a:latin typeface="+mn-ea"/>
                <a:ea typeface="+mn-ea"/>
                <a:sym typeface="+mn-ea"/>
              </a:rPr>
              <a:t>0</a:t>
            </a:r>
            <a:r>
              <a:rPr lang="zh-CN" altLang="en-US" b="0" dirty="0">
                <a:latin typeface="+mn-ea"/>
                <a:ea typeface="+mn-ea"/>
                <a:sym typeface="+mn-ea"/>
              </a:rPr>
              <a:t>，</a:t>
            </a:r>
            <a:r>
              <a:rPr lang="en-US" altLang="zh-CN" b="0" dirty="0">
                <a:latin typeface="+mn-ea"/>
                <a:ea typeface="+mn-ea"/>
                <a:sym typeface="+mn-ea"/>
              </a:rPr>
              <a:t>D2=S•T</a:t>
            </a:r>
            <a:r>
              <a:rPr lang="en-US" altLang="zh-CN" b="0" baseline="-25000" dirty="0">
                <a:latin typeface="+mn-ea"/>
                <a:ea typeface="+mn-ea"/>
                <a:sym typeface="+mn-ea"/>
              </a:rPr>
              <a:t>1</a:t>
            </a:r>
            <a:r>
              <a:rPr lang="en-US" altLang="zh-CN" b="0" dirty="0">
                <a:latin typeface="+mn-ea"/>
                <a:ea typeface="+mn-ea"/>
                <a:sym typeface="+mn-ea"/>
              </a:rPr>
              <a:t>+~S•T</a:t>
            </a:r>
            <a:r>
              <a:rPr lang="en-US" altLang="zh-CN" b="0" baseline="-25000" dirty="0">
                <a:latin typeface="+mn-ea"/>
                <a:ea typeface="+mn-ea"/>
                <a:sym typeface="+mn-ea"/>
              </a:rPr>
              <a:t>0</a:t>
            </a:r>
            <a:r>
              <a:rPr lang="en-US" altLang="zh-CN" b="0" dirty="0">
                <a:latin typeface="+mn-ea"/>
                <a:ea typeface="+mn-ea"/>
                <a:sym typeface="+mn-ea"/>
              </a:rPr>
              <a:t>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53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P23-</a:t>
            </a:r>
            <a:r>
              <a:rPr lang="zh-CN" altLang="en-US" dirty="0"/>
              <a:t>看</a:t>
            </a:r>
            <a:r>
              <a:rPr lang="en-US" altLang="zh-CN" dirty="0"/>
              <a:t>MEM</a:t>
            </a:r>
            <a:r>
              <a:rPr lang="zh-CN" altLang="en-US" dirty="0"/>
              <a:t>的</a:t>
            </a:r>
            <a:r>
              <a:rPr lang="en-US" altLang="zh-CN" dirty="0" err="1"/>
              <a:t>mfc</a:t>
            </a:r>
            <a:r>
              <a:rPr lang="zh-CN" altLang="en-US" dirty="0"/>
              <a:t>，</a:t>
            </a:r>
            <a:r>
              <a:rPr lang="en-US" altLang="zh-CN" dirty="0"/>
              <a:t>P53-</a:t>
            </a:r>
            <a:r>
              <a:rPr lang="zh-CN" altLang="en-US" dirty="0"/>
              <a:t>看定时逻辑电路的输入信号与时序信号形成电路的关系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P50-</a:t>
            </a:r>
            <a:r>
              <a:rPr lang="zh-CN" altLang="en-US" dirty="0"/>
              <a:t>看控制器类型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P47-</a:t>
            </a:r>
            <a:r>
              <a:rPr lang="zh-CN" altLang="en-US" dirty="0">
                <a:sym typeface="+mn-ea"/>
              </a:rPr>
              <a:t>看状态转换图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P53-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看时序电路的组成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P40-</a:t>
            </a:r>
            <a:r>
              <a:rPr lang="zh-CN" altLang="en-US" dirty="0"/>
              <a:t>看单周期</a:t>
            </a:r>
            <a:r>
              <a:rPr lang="en-US" altLang="zh-CN" dirty="0"/>
              <a:t>DP</a:t>
            </a:r>
            <a:r>
              <a:rPr lang="zh-CN" altLang="en-US" dirty="0"/>
              <a:t>的工作脉冲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60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P41-</a:t>
            </a:r>
            <a:r>
              <a:rPr lang="zh-CN" altLang="en-US" dirty="0"/>
              <a:t>看状态转换图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P59-</a:t>
            </a:r>
            <a:r>
              <a:rPr lang="zh-CN" altLang="en-US" dirty="0"/>
              <a:t>看设计步骤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P67-</a:t>
            </a:r>
            <a:r>
              <a:rPr lang="zh-CN" altLang="en-US" dirty="0"/>
              <a:t>看设计步骤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63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P67-</a:t>
            </a:r>
            <a:r>
              <a:rPr lang="zh-CN" altLang="en-US" dirty="0"/>
              <a:t>看设计步骤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64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P62-</a:t>
            </a:r>
            <a:r>
              <a:rPr lang="zh-CN" altLang="en-US" dirty="0"/>
              <a:t>看状态转换图的时间戳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65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P64-</a:t>
            </a:r>
            <a:r>
              <a:rPr lang="zh-CN" altLang="en-US" dirty="0"/>
              <a:t>看时序电路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66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P50-</a:t>
            </a:r>
            <a:r>
              <a:rPr lang="zh-CN" altLang="en-US" dirty="0"/>
              <a:t>看微程序</a:t>
            </a:r>
            <a:r>
              <a:rPr lang="en-US" altLang="zh-CN" dirty="0"/>
              <a:t>CU</a:t>
            </a:r>
            <a:r>
              <a:rPr lang="zh-CN" altLang="en-US" dirty="0"/>
              <a:t>特征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67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P49-</a:t>
            </a:r>
            <a:r>
              <a:rPr lang="zh-CN" altLang="en-US" dirty="0"/>
              <a:t>看控制器的基本组成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69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70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71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看中断与异常的产生部件不同，</a:t>
            </a:r>
            <a:r>
              <a:rPr lang="en-US" altLang="zh-CN" dirty="0"/>
              <a:t>P6-</a:t>
            </a:r>
            <a:r>
              <a:rPr lang="zh-CN" altLang="en-US" dirty="0"/>
              <a:t>看中断周期在指令周期之间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72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思考；异常</a:t>
            </a:r>
            <a:r>
              <a:rPr lang="en-US" altLang="zh-CN" dirty="0"/>
              <a:t>=</a:t>
            </a:r>
            <a:r>
              <a:rPr lang="zh-CN" altLang="en-US" dirty="0"/>
              <a:t>当前</a:t>
            </a:r>
            <a:r>
              <a:rPr lang="en-US" altLang="zh-CN" dirty="0"/>
              <a:t>/</a:t>
            </a:r>
            <a:r>
              <a:rPr lang="zh-CN" altLang="en-US" dirty="0"/>
              <a:t>下条指令，中断</a:t>
            </a:r>
            <a:r>
              <a:rPr lang="en-US" altLang="zh-CN" dirty="0"/>
              <a:t>=</a:t>
            </a:r>
            <a:r>
              <a:rPr lang="zh-CN" altLang="en-US" dirty="0"/>
              <a:t>下条指令</a:t>
            </a:r>
            <a:r>
              <a:rPr lang="zh-CN" altLang="en-US" baseline="0" dirty="0"/>
              <a:t>      </a:t>
            </a:r>
            <a:r>
              <a:rPr lang="en-US" altLang="zh-CN" dirty="0"/>
              <a:t>P71-</a:t>
            </a:r>
            <a:r>
              <a:rPr lang="zh-CN" altLang="en-US" dirty="0"/>
              <a:t>看异常的返回方式</a:t>
            </a:r>
            <a:r>
              <a:rPr lang="en-US" altLang="zh-CN" dirty="0"/>
              <a:t>    </a:t>
            </a:r>
            <a:r>
              <a:rPr lang="en-US" altLang="zh-CN" dirty="0">
                <a:sym typeface="+mn-ea"/>
              </a:rPr>
              <a:t>P25-</a:t>
            </a:r>
            <a:r>
              <a:rPr lang="zh-CN" altLang="en-US" dirty="0">
                <a:sym typeface="+mn-ea"/>
              </a:rPr>
              <a:t>看</a:t>
            </a:r>
            <a:r>
              <a:rPr lang="en-US" altLang="zh-CN" dirty="0">
                <a:sym typeface="+mn-ea"/>
              </a:rPr>
              <a:t>End</a:t>
            </a:r>
            <a:r>
              <a:rPr lang="zh-CN" altLang="en-US" dirty="0">
                <a:sym typeface="+mn-ea"/>
              </a:rPr>
              <a:t>的应用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73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74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思考①：</a:t>
            </a:r>
            <a:r>
              <a:rPr lang="en-US" altLang="zh-CN" dirty="0"/>
              <a:t>A</a:t>
            </a:r>
            <a:r>
              <a:rPr lang="zh-CN" altLang="en-US" dirty="0"/>
              <a:t>最高、</a:t>
            </a:r>
            <a:r>
              <a:rPr lang="en-US" altLang="zh-CN" dirty="0"/>
              <a:t>Z</a:t>
            </a:r>
            <a:r>
              <a:rPr lang="zh-CN" altLang="en-US" dirty="0"/>
              <a:t>最低，对应于查询次序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75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76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看向量方式的响应过程，</a:t>
            </a:r>
            <a:r>
              <a:rPr lang="en-US" altLang="zh-CN" dirty="0"/>
              <a:t>P75-</a:t>
            </a:r>
            <a:r>
              <a:rPr lang="zh-CN" altLang="en-US" dirty="0"/>
              <a:t>看非向量方式的响应过程</a:t>
            </a:r>
            <a:endParaRPr lang="en-US" altLang="zh-CN" dirty="0"/>
          </a:p>
          <a:p>
            <a:r>
              <a:rPr lang="zh-CN" altLang="en-US" dirty="0"/>
              <a:t>思考：无③④，增设异常类型</a:t>
            </a:r>
            <a:r>
              <a:rPr lang="en-US" altLang="zh-CN" dirty="0"/>
              <a:t>REG</a:t>
            </a:r>
            <a:r>
              <a:rPr lang="zh-CN" altLang="en-US" dirty="0"/>
              <a:t>，入口地址固定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77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P75-</a:t>
            </a:r>
            <a:r>
              <a:rPr lang="zh-CN" altLang="en-US" dirty="0"/>
              <a:t>看非向量方式处理过程，下页</a:t>
            </a:r>
            <a:r>
              <a:rPr lang="en-US" altLang="zh-CN" dirty="0"/>
              <a:t>-</a:t>
            </a:r>
            <a:r>
              <a:rPr lang="zh-CN" altLang="en-US" dirty="0"/>
              <a:t>看原数据通路</a:t>
            </a:r>
            <a:r>
              <a:rPr lang="en-US" altLang="zh-CN" dirty="0"/>
              <a:t>    P80-</a:t>
            </a:r>
            <a:r>
              <a:rPr lang="zh-CN" altLang="en-US" dirty="0"/>
              <a:t>看原状态转换图</a:t>
            </a:r>
            <a:r>
              <a:rPr lang="en-US" altLang="zh-CN" dirty="0"/>
              <a:t>-</a:t>
            </a:r>
            <a:r>
              <a:rPr lang="zh-CN" altLang="en-US" dirty="0"/>
              <a:t>检测时间，上页</a:t>
            </a:r>
            <a:r>
              <a:rPr lang="en-US" altLang="zh-CN" dirty="0"/>
              <a:t>-</a:t>
            </a:r>
            <a:r>
              <a:rPr lang="zh-CN" altLang="en-US" dirty="0"/>
              <a:t>看响应部件及过程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78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80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81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思考：</a:t>
            </a:r>
            <a:r>
              <a:rPr lang="zh-CN" altLang="en-US" sz="1200" dirty="0">
                <a:solidFill>
                  <a:schemeClr val="tx1"/>
                </a:solidFill>
              </a:rPr>
              <a:t>数据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地址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命令，</a:t>
            </a:r>
            <a:r>
              <a:rPr lang="zh-CN" altLang="en-US" sz="1200" u="sng" dirty="0">
                <a:solidFill>
                  <a:schemeClr val="tx1"/>
                </a:solidFill>
              </a:rPr>
              <a:t>产生</a:t>
            </a:r>
            <a:r>
              <a:rPr lang="en-US" altLang="zh-CN" sz="1200" u="sng" dirty="0">
                <a:solidFill>
                  <a:schemeClr val="tx1"/>
                </a:solidFill>
              </a:rPr>
              <a:t>-</a:t>
            </a:r>
            <a:r>
              <a:rPr lang="zh-CN" altLang="en-US" sz="1200" u="sng" dirty="0">
                <a:solidFill>
                  <a:schemeClr val="tx1"/>
                </a:solidFill>
              </a:rPr>
              <a:t>使用之间</a:t>
            </a:r>
            <a:r>
              <a:rPr lang="zh-CN" altLang="en-US" sz="1200" dirty="0">
                <a:solidFill>
                  <a:schemeClr val="tx1"/>
                </a:solidFill>
              </a:rPr>
              <a:t>的</a:t>
            </a:r>
            <a:r>
              <a:rPr lang="zh-CN" altLang="en-US" sz="1200" dirty="0">
                <a:solidFill>
                  <a:srgbClr val="0070C0"/>
                </a:solidFill>
              </a:rPr>
              <a:t>所有段，寄存器采用边沿触发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82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83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P79-</a:t>
            </a:r>
            <a:r>
              <a:rPr lang="zh-CN" altLang="en-US" dirty="0"/>
              <a:t>看多周期数据通路组成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P81-</a:t>
            </a:r>
            <a:r>
              <a:rPr lang="zh-CN" altLang="en-US" dirty="0"/>
              <a:t>看时空图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86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87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P83-</a:t>
            </a:r>
            <a:r>
              <a:rPr lang="zh-CN" altLang="en-US" dirty="0"/>
              <a:t>看冒险处理与流水线组成的关系，</a:t>
            </a:r>
            <a:r>
              <a:rPr lang="en-US" altLang="zh-CN" dirty="0"/>
              <a:t>P84-</a:t>
            </a:r>
            <a:r>
              <a:rPr lang="zh-CN" altLang="en-US" dirty="0"/>
              <a:t>看</a:t>
            </a:r>
            <a:r>
              <a:rPr lang="en-US" altLang="zh-CN" dirty="0"/>
              <a:t>PC+4</a:t>
            </a:r>
            <a:r>
              <a:rPr lang="zh-CN" altLang="en-US" dirty="0"/>
              <a:t>等现象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89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91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P97-</a:t>
            </a:r>
            <a:r>
              <a:rPr lang="zh-CN" altLang="en-US" dirty="0"/>
              <a:t>看</a:t>
            </a:r>
            <a:r>
              <a:rPr lang="en-US" altLang="zh-CN" dirty="0"/>
              <a:t>RAW</a:t>
            </a:r>
            <a:r>
              <a:rPr lang="zh-CN" altLang="en-US" dirty="0"/>
              <a:t>冒险最多在几条指令之间，上页</a:t>
            </a:r>
            <a:r>
              <a:rPr lang="en-US" altLang="zh-CN" dirty="0"/>
              <a:t>-</a:t>
            </a:r>
            <a:r>
              <a:rPr lang="zh-CN" altLang="en-US" dirty="0"/>
              <a:t>看自动消除、隔条冲突停顿拍数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92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</a:t>
            </a:r>
            <a:r>
              <a:rPr lang="en-US" altLang="zh-CN" dirty="0"/>
              <a:t>CU</a:t>
            </a:r>
            <a:r>
              <a:rPr lang="zh-CN" altLang="en-US" dirty="0"/>
              <a:t>。    </a:t>
            </a:r>
            <a:r>
              <a:rPr lang="en-US" altLang="zh-CN" dirty="0"/>
              <a:t>P91-</a:t>
            </a:r>
            <a:r>
              <a:rPr lang="zh-CN" altLang="en-US" dirty="0"/>
              <a:t>看阻塞法的实现机制（暂停</a:t>
            </a:r>
            <a:r>
              <a:rPr lang="en-US" altLang="zh-CN" dirty="0"/>
              <a:t>IF</a:t>
            </a:r>
            <a:r>
              <a:rPr lang="zh-CN" altLang="en-US" dirty="0"/>
              <a:t>段、</a:t>
            </a:r>
            <a:r>
              <a:rPr lang="en-US" altLang="zh-CN" dirty="0"/>
              <a:t>ID</a:t>
            </a:r>
            <a:r>
              <a:rPr lang="zh-CN" altLang="en-US" dirty="0"/>
              <a:t>段产生气泡）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93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en-US" altLang="zh-CN" sz="1200" b="0" dirty="0">
                <a:solidFill>
                  <a:srgbClr val="990099"/>
                </a:solidFill>
                <a:latin typeface="宋体" panose="02010600030101010101" pitchFamily="2" charset="-122"/>
              </a:rPr>
              <a:t>T</a:t>
            </a:r>
            <a:r>
              <a:rPr kumimoji="0" lang="zh-CN" altLang="en-US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＝</a:t>
            </a:r>
            <a:r>
              <a:rPr kumimoji="0" lang="en-US" altLang="zh-CN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[5</a:t>
            </a:r>
            <a:r>
              <a:rPr kumimoji="1" lang="en-US" altLang="zh-CN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+(5-1)</a:t>
            </a:r>
            <a:r>
              <a:rPr kumimoji="1" lang="en-US" altLang="zh-CN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t]</a:t>
            </a:r>
            <a:r>
              <a:rPr kumimoji="0" lang="en-US" altLang="zh-CN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+(0+2+0+2)</a:t>
            </a:r>
            <a:r>
              <a:rPr kumimoji="1" lang="en-US" altLang="zh-CN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＝</a:t>
            </a:r>
            <a:r>
              <a:rPr lang="en-US" altLang="zh-CN" sz="1200" b="0" dirty="0">
                <a:solidFill>
                  <a:srgbClr val="990099"/>
                </a:solidFill>
                <a:latin typeface="宋体" panose="02010600030101010101" pitchFamily="2" charset="-122"/>
              </a:rPr>
              <a:t>13t</a:t>
            </a:r>
            <a:r>
              <a:rPr lang="zh-CN" altLang="en-US" sz="1200" b="0" dirty="0">
                <a:solidFill>
                  <a:srgbClr val="990099"/>
                </a:solidFill>
                <a:latin typeface="宋体" panose="02010600030101010101" pitchFamily="2" charset="-122"/>
              </a:rPr>
              <a:t>，思考②：</a:t>
            </a:r>
            <a:r>
              <a:rPr lang="en-US" altLang="zh-CN" sz="1200" b="0" dirty="0">
                <a:solidFill>
                  <a:srgbClr val="990099"/>
                </a:solidFill>
                <a:latin typeface="宋体" panose="02010600030101010101" pitchFamily="2" charset="-122"/>
              </a:rPr>
              <a:t>T</a:t>
            </a:r>
            <a:r>
              <a:rPr kumimoji="0" lang="zh-CN" altLang="en-US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＝</a:t>
            </a:r>
            <a:r>
              <a:rPr kumimoji="0" lang="en-US" altLang="zh-CN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[5</a:t>
            </a:r>
            <a:r>
              <a:rPr kumimoji="1" lang="en-US" altLang="zh-CN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+(5-1)</a:t>
            </a:r>
            <a:r>
              <a:rPr kumimoji="1" lang="en-US" altLang="zh-CN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t]</a:t>
            </a:r>
            <a:r>
              <a:rPr kumimoji="0" lang="en-US" altLang="zh-CN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+(0+2+0+1)</a:t>
            </a:r>
            <a:r>
              <a:rPr kumimoji="1" lang="en-US" altLang="zh-CN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1200" kern="1200" dirty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＝</a:t>
            </a:r>
            <a:r>
              <a:rPr lang="en-US" altLang="zh-CN" sz="1200" b="0" dirty="0">
                <a:solidFill>
                  <a:srgbClr val="990099"/>
                </a:solidFill>
                <a:latin typeface="宋体" panose="02010600030101010101" pitchFamily="2" charset="-122"/>
              </a:rPr>
              <a:t>12t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94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P90-</a:t>
            </a:r>
            <a:r>
              <a:rPr lang="zh-CN" altLang="en-US" dirty="0"/>
              <a:t>小结数据冒险的处理方法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95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P91-</a:t>
            </a:r>
            <a:r>
              <a:rPr lang="zh-CN" altLang="en-US" dirty="0"/>
              <a:t>看数据冒险的阻塞法的不同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97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P104-</a:t>
            </a:r>
            <a:r>
              <a:rPr lang="zh-CN" altLang="en-US" dirty="0"/>
              <a:t>看阻塞法停顿拍数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99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P96-</a:t>
            </a:r>
            <a:r>
              <a:rPr lang="zh-CN" altLang="en-US" dirty="0"/>
              <a:t>小结控制冒险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100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P81-</a:t>
            </a:r>
            <a:r>
              <a:rPr lang="zh-CN" altLang="en-US" dirty="0"/>
              <a:t>看流水线基本思想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  <a:t>101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7F11A5-702D-4259-924C-A338DC96A34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B6CE0F-E368-4619-973C-B3EF7012EF7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9E0806-4AE2-4094-AA46-20AA0939191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E4A4BA-C34C-4D99-A1F2-B12F128DD2F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E21E9F-FFC4-4FF6-9F32-548575A8569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2E4083-08A8-466D-9E7D-E14BAA745C2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D9F6E18D-FF9A-4BD5-BDFA-25F6368EE484}" type="slidenum">
              <a:rPr lang="en-US" altLang="zh-CN" smtClean="0"/>
              <a:t>‹#›</a:t>
            </a:fld>
            <a:endParaRPr lang="en-US" altLang="zh-CN" dirty="0"/>
          </a:p>
        </p:txBody>
      </p:sp>
      <p:sp>
        <p:nvSpPr>
          <p:cNvPr id="6" name="灯片编号占位符 3"/>
          <p:cNvSpPr txBox="1"/>
          <p:nvPr userDrawn="1"/>
        </p:nvSpPr>
        <p:spPr bwMode="auto">
          <a:xfrm>
            <a:off x="2704" y="6453336"/>
            <a:ext cx="1184920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C8ED17-9A3A-4F92-8B6C-970C0EE496C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A21311-FED6-41ED-9CD5-F7CBA8ED989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ADA4DE-3F6A-4B5F-9434-6DAC35E00C4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684A3A-370F-49C5-BBB3-6671E097359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AC1D7547-9981-45AA-BF56-AB1C88BED00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7" Type="http://schemas.openxmlformats.org/officeDocument/2006/relationships/slide" Target="slide7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7.xml"/><Relationship Id="rId5" Type="http://schemas.openxmlformats.org/officeDocument/2006/relationships/slide" Target="slide59.xml"/><Relationship Id="rId4" Type="http://schemas.openxmlformats.org/officeDocument/2006/relationships/slide" Target="slide49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tags" Target="../tags/tag40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notesSlide" Target="../notesSlides/notesSlide2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tags" Target="../tags/tag41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9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tags" Target="../tags/tag67.xml"/><Relationship Id="rId21" Type="http://schemas.openxmlformats.org/officeDocument/2006/relationships/tags" Target="../tags/tag62.xml"/><Relationship Id="rId42" Type="http://schemas.openxmlformats.org/officeDocument/2006/relationships/tags" Target="../tags/tag83.xml"/><Relationship Id="rId47" Type="http://schemas.openxmlformats.org/officeDocument/2006/relationships/tags" Target="../tags/tag88.xml"/><Relationship Id="rId63" Type="http://schemas.openxmlformats.org/officeDocument/2006/relationships/tags" Target="../tags/tag104.xml"/><Relationship Id="rId68" Type="http://schemas.openxmlformats.org/officeDocument/2006/relationships/tags" Target="../tags/tag109.xml"/><Relationship Id="rId84" Type="http://schemas.openxmlformats.org/officeDocument/2006/relationships/notesSlide" Target="../notesSlides/notesSlide3.xml"/><Relationship Id="rId16" Type="http://schemas.openxmlformats.org/officeDocument/2006/relationships/tags" Target="../tags/tag57.xml"/><Relationship Id="rId11" Type="http://schemas.openxmlformats.org/officeDocument/2006/relationships/tags" Target="../tags/tag52.xml"/><Relationship Id="rId32" Type="http://schemas.openxmlformats.org/officeDocument/2006/relationships/tags" Target="../tags/tag73.xml"/><Relationship Id="rId37" Type="http://schemas.openxmlformats.org/officeDocument/2006/relationships/tags" Target="../tags/tag78.xml"/><Relationship Id="rId53" Type="http://schemas.openxmlformats.org/officeDocument/2006/relationships/tags" Target="../tags/tag94.xml"/><Relationship Id="rId58" Type="http://schemas.openxmlformats.org/officeDocument/2006/relationships/tags" Target="../tags/tag99.xml"/><Relationship Id="rId74" Type="http://schemas.openxmlformats.org/officeDocument/2006/relationships/tags" Target="../tags/tag115.xml"/><Relationship Id="rId79" Type="http://schemas.openxmlformats.org/officeDocument/2006/relationships/tags" Target="../tags/tag120.xml"/><Relationship Id="rId5" Type="http://schemas.openxmlformats.org/officeDocument/2006/relationships/tags" Target="../tags/tag46.xml"/><Relationship Id="rId19" Type="http://schemas.openxmlformats.org/officeDocument/2006/relationships/tags" Target="../tags/tag60.xml"/><Relationship Id="rId14" Type="http://schemas.openxmlformats.org/officeDocument/2006/relationships/tags" Target="../tags/tag55.xml"/><Relationship Id="rId22" Type="http://schemas.openxmlformats.org/officeDocument/2006/relationships/tags" Target="../tags/tag63.xml"/><Relationship Id="rId27" Type="http://schemas.openxmlformats.org/officeDocument/2006/relationships/tags" Target="../tags/tag68.xml"/><Relationship Id="rId30" Type="http://schemas.openxmlformats.org/officeDocument/2006/relationships/tags" Target="../tags/tag71.xml"/><Relationship Id="rId35" Type="http://schemas.openxmlformats.org/officeDocument/2006/relationships/tags" Target="../tags/tag76.xml"/><Relationship Id="rId43" Type="http://schemas.openxmlformats.org/officeDocument/2006/relationships/tags" Target="../tags/tag84.xml"/><Relationship Id="rId48" Type="http://schemas.openxmlformats.org/officeDocument/2006/relationships/tags" Target="../tags/tag89.xml"/><Relationship Id="rId56" Type="http://schemas.openxmlformats.org/officeDocument/2006/relationships/tags" Target="../tags/tag97.xml"/><Relationship Id="rId64" Type="http://schemas.openxmlformats.org/officeDocument/2006/relationships/tags" Target="../tags/tag105.xml"/><Relationship Id="rId69" Type="http://schemas.openxmlformats.org/officeDocument/2006/relationships/tags" Target="../tags/tag110.xml"/><Relationship Id="rId77" Type="http://schemas.openxmlformats.org/officeDocument/2006/relationships/tags" Target="../tags/tag118.xml"/><Relationship Id="rId8" Type="http://schemas.openxmlformats.org/officeDocument/2006/relationships/tags" Target="../tags/tag49.xml"/><Relationship Id="rId51" Type="http://schemas.openxmlformats.org/officeDocument/2006/relationships/tags" Target="../tags/tag92.xml"/><Relationship Id="rId72" Type="http://schemas.openxmlformats.org/officeDocument/2006/relationships/tags" Target="../tags/tag113.xml"/><Relationship Id="rId80" Type="http://schemas.openxmlformats.org/officeDocument/2006/relationships/tags" Target="../tags/tag121.xml"/><Relationship Id="rId85" Type="http://schemas.openxmlformats.org/officeDocument/2006/relationships/slide" Target="slide8.xml"/><Relationship Id="rId3" Type="http://schemas.openxmlformats.org/officeDocument/2006/relationships/tags" Target="../tags/tag44.xml"/><Relationship Id="rId12" Type="http://schemas.openxmlformats.org/officeDocument/2006/relationships/tags" Target="../tags/tag53.xml"/><Relationship Id="rId17" Type="http://schemas.openxmlformats.org/officeDocument/2006/relationships/tags" Target="../tags/tag58.xml"/><Relationship Id="rId25" Type="http://schemas.openxmlformats.org/officeDocument/2006/relationships/tags" Target="../tags/tag66.xml"/><Relationship Id="rId33" Type="http://schemas.openxmlformats.org/officeDocument/2006/relationships/tags" Target="../tags/tag74.xml"/><Relationship Id="rId38" Type="http://schemas.openxmlformats.org/officeDocument/2006/relationships/tags" Target="../tags/tag79.xml"/><Relationship Id="rId46" Type="http://schemas.openxmlformats.org/officeDocument/2006/relationships/tags" Target="../tags/tag87.xml"/><Relationship Id="rId59" Type="http://schemas.openxmlformats.org/officeDocument/2006/relationships/tags" Target="../tags/tag100.xml"/><Relationship Id="rId67" Type="http://schemas.openxmlformats.org/officeDocument/2006/relationships/tags" Target="../tags/tag108.xml"/><Relationship Id="rId20" Type="http://schemas.openxmlformats.org/officeDocument/2006/relationships/tags" Target="../tags/tag61.xml"/><Relationship Id="rId41" Type="http://schemas.openxmlformats.org/officeDocument/2006/relationships/tags" Target="../tags/tag82.xml"/><Relationship Id="rId54" Type="http://schemas.openxmlformats.org/officeDocument/2006/relationships/tags" Target="../tags/tag95.xml"/><Relationship Id="rId62" Type="http://schemas.openxmlformats.org/officeDocument/2006/relationships/tags" Target="../tags/tag103.xml"/><Relationship Id="rId70" Type="http://schemas.openxmlformats.org/officeDocument/2006/relationships/tags" Target="../tags/tag111.xml"/><Relationship Id="rId75" Type="http://schemas.openxmlformats.org/officeDocument/2006/relationships/tags" Target="../tags/tag116.xml"/><Relationship Id="rId83" Type="http://schemas.openxmlformats.org/officeDocument/2006/relationships/slideLayout" Target="../slideLayouts/slideLayout7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5" Type="http://schemas.openxmlformats.org/officeDocument/2006/relationships/tags" Target="../tags/tag56.xml"/><Relationship Id="rId23" Type="http://schemas.openxmlformats.org/officeDocument/2006/relationships/tags" Target="../tags/tag64.xml"/><Relationship Id="rId28" Type="http://schemas.openxmlformats.org/officeDocument/2006/relationships/tags" Target="../tags/tag69.xml"/><Relationship Id="rId36" Type="http://schemas.openxmlformats.org/officeDocument/2006/relationships/tags" Target="../tags/tag77.xml"/><Relationship Id="rId49" Type="http://schemas.openxmlformats.org/officeDocument/2006/relationships/tags" Target="../tags/tag90.xml"/><Relationship Id="rId57" Type="http://schemas.openxmlformats.org/officeDocument/2006/relationships/tags" Target="../tags/tag98.xml"/><Relationship Id="rId10" Type="http://schemas.openxmlformats.org/officeDocument/2006/relationships/tags" Target="../tags/tag51.xml"/><Relationship Id="rId31" Type="http://schemas.openxmlformats.org/officeDocument/2006/relationships/tags" Target="../tags/tag72.xml"/><Relationship Id="rId44" Type="http://schemas.openxmlformats.org/officeDocument/2006/relationships/tags" Target="../tags/tag85.xml"/><Relationship Id="rId52" Type="http://schemas.openxmlformats.org/officeDocument/2006/relationships/tags" Target="../tags/tag93.xml"/><Relationship Id="rId60" Type="http://schemas.openxmlformats.org/officeDocument/2006/relationships/tags" Target="../tags/tag101.xml"/><Relationship Id="rId65" Type="http://schemas.openxmlformats.org/officeDocument/2006/relationships/tags" Target="../tags/tag106.xml"/><Relationship Id="rId73" Type="http://schemas.openxmlformats.org/officeDocument/2006/relationships/tags" Target="../tags/tag114.xml"/><Relationship Id="rId78" Type="http://schemas.openxmlformats.org/officeDocument/2006/relationships/tags" Target="../tags/tag119.xml"/><Relationship Id="rId81" Type="http://schemas.openxmlformats.org/officeDocument/2006/relationships/tags" Target="../tags/tag122.xml"/><Relationship Id="rId86" Type="http://schemas.openxmlformats.org/officeDocument/2006/relationships/slide" Target="slide6.xml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3" Type="http://schemas.openxmlformats.org/officeDocument/2006/relationships/tags" Target="../tags/tag54.xml"/><Relationship Id="rId18" Type="http://schemas.openxmlformats.org/officeDocument/2006/relationships/tags" Target="../tags/tag59.xml"/><Relationship Id="rId39" Type="http://schemas.openxmlformats.org/officeDocument/2006/relationships/tags" Target="../tags/tag80.xml"/><Relationship Id="rId34" Type="http://schemas.openxmlformats.org/officeDocument/2006/relationships/tags" Target="../tags/tag75.xml"/><Relationship Id="rId50" Type="http://schemas.openxmlformats.org/officeDocument/2006/relationships/tags" Target="../tags/tag91.xml"/><Relationship Id="rId55" Type="http://schemas.openxmlformats.org/officeDocument/2006/relationships/tags" Target="../tags/tag96.xml"/><Relationship Id="rId76" Type="http://schemas.openxmlformats.org/officeDocument/2006/relationships/tags" Target="../tags/tag117.xml"/><Relationship Id="rId7" Type="http://schemas.openxmlformats.org/officeDocument/2006/relationships/tags" Target="../tags/tag48.xml"/><Relationship Id="rId71" Type="http://schemas.openxmlformats.org/officeDocument/2006/relationships/tags" Target="../tags/tag112.xml"/><Relationship Id="rId2" Type="http://schemas.openxmlformats.org/officeDocument/2006/relationships/tags" Target="../tags/tag43.xml"/><Relationship Id="rId29" Type="http://schemas.openxmlformats.org/officeDocument/2006/relationships/tags" Target="../tags/tag70.xml"/><Relationship Id="rId24" Type="http://schemas.openxmlformats.org/officeDocument/2006/relationships/tags" Target="../tags/tag65.xml"/><Relationship Id="rId40" Type="http://schemas.openxmlformats.org/officeDocument/2006/relationships/tags" Target="../tags/tag81.xml"/><Relationship Id="rId45" Type="http://schemas.openxmlformats.org/officeDocument/2006/relationships/tags" Target="../tags/tag86.xml"/><Relationship Id="rId66" Type="http://schemas.openxmlformats.org/officeDocument/2006/relationships/tags" Target="../tags/tag107.xml"/><Relationship Id="rId61" Type="http://schemas.openxmlformats.org/officeDocument/2006/relationships/tags" Target="../tags/tag102.xml"/><Relationship Id="rId82" Type="http://schemas.openxmlformats.org/officeDocument/2006/relationships/tags" Target="../tags/tag123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36.xml"/><Relationship Id="rId18" Type="http://schemas.openxmlformats.org/officeDocument/2006/relationships/tags" Target="../tags/tag141.xml"/><Relationship Id="rId26" Type="http://schemas.openxmlformats.org/officeDocument/2006/relationships/tags" Target="../tags/tag149.xml"/><Relationship Id="rId3" Type="http://schemas.openxmlformats.org/officeDocument/2006/relationships/tags" Target="../tags/tag126.xml"/><Relationship Id="rId21" Type="http://schemas.openxmlformats.org/officeDocument/2006/relationships/tags" Target="../tags/tag144.xml"/><Relationship Id="rId34" Type="http://schemas.openxmlformats.org/officeDocument/2006/relationships/tags" Target="../tags/tag157.xml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17" Type="http://schemas.openxmlformats.org/officeDocument/2006/relationships/tags" Target="../tags/tag140.xml"/><Relationship Id="rId25" Type="http://schemas.openxmlformats.org/officeDocument/2006/relationships/tags" Target="../tags/tag148.xml"/><Relationship Id="rId33" Type="http://schemas.openxmlformats.org/officeDocument/2006/relationships/tags" Target="../tags/tag156.xml"/><Relationship Id="rId2" Type="http://schemas.openxmlformats.org/officeDocument/2006/relationships/tags" Target="../tags/tag125.xml"/><Relationship Id="rId16" Type="http://schemas.openxmlformats.org/officeDocument/2006/relationships/tags" Target="../tags/tag139.xml"/><Relationship Id="rId20" Type="http://schemas.openxmlformats.org/officeDocument/2006/relationships/tags" Target="../tags/tag143.xml"/><Relationship Id="rId29" Type="http://schemas.openxmlformats.org/officeDocument/2006/relationships/tags" Target="../tags/tag152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24" Type="http://schemas.openxmlformats.org/officeDocument/2006/relationships/tags" Target="../tags/tag147.xml"/><Relationship Id="rId32" Type="http://schemas.openxmlformats.org/officeDocument/2006/relationships/tags" Target="../tags/tag155.xml"/><Relationship Id="rId5" Type="http://schemas.openxmlformats.org/officeDocument/2006/relationships/tags" Target="../tags/tag128.xml"/><Relationship Id="rId15" Type="http://schemas.openxmlformats.org/officeDocument/2006/relationships/tags" Target="../tags/tag138.xml"/><Relationship Id="rId23" Type="http://schemas.openxmlformats.org/officeDocument/2006/relationships/tags" Target="../tags/tag146.xml"/><Relationship Id="rId28" Type="http://schemas.openxmlformats.org/officeDocument/2006/relationships/tags" Target="../tags/tag151.xml"/><Relationship Id="rId36" Type="http://schemas.openxmlformats.org/officeDocument/2006/relationships/slide" Target="slide8.xml"/><Relationship Id="rId10" Type="http://schemas.openxmlformats.org/officeDocument/2006/relationships/tags" Target="../tags/tag133.xml"/><Relationship Id="rId19" Type="http://schemas.openxmlformats.org/officeDocument/2006/relationships/tags" Target="../tags/tag142.xml"/><Relationship Id="rId31" Type="http://schemas.openxmlformats.org/officeDocument/2006/relationships/tags" Target="../tags/tag154.xml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tags" Target="../tags/tag137.xml"/><Relationship Id="rId22" Type="http://schemas.openxmlformats.org/officeDocument/2006/relationships/tags" Target="../tags/tag145.xml"/><Relationship Id="rId27" Type="http://schemas.openxmlformats.org/officeDocument/2006/relationships/tags" Target="../tags/tag150.xml"/><Relationship Id="rId30" Type="http://schemas.openxmlformats.org/officeDocument/2006/relationships/tags" Target="../tags/tag153.xml"/><Relationship Id="rId35" Type="http://schemas.openxmlformats.org/officeDocument/2006/relationships/slideLayout" Target="../slideLayouts/slideLayout7.xml"/><Relationship Id="rId8" Type="http://schemas.openxmlformats.org/officeDocument/2006/relationships/tags" Target="../tags/tag13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170.xml"/><Relationship Id="rId18" Type="http://schemas.openxmlformats.org/officeDocument/2006/relationships/tags" Target="../tags/tag175.xml"/><Relationship Id="rId26" Type="http://schemas.openxmlformats.org/officeDocument/2006/relationships/tags" Target="../tags/tag183.xml"/><Relationship Id="rId39" Type="http://schemas.openxmlformats.org/officeDocument/2006/relationships/tags" Target="../tags/tag196.xml"/><Relationship Id="rId21" Type="http://schemas.openxmlformats.org/officeDocument/2006/relationships/tags" Target="../tags/tag178.xml"/><Relationship Id="rId34" Type="http://schemas.openxmlformats.org/officeDocument/2006/relationships/tags" Target="../tags/tag191.xml"/><Relationship Id="rId42" Type="http://schemas.openxmlformats.org/officeDocument/2006/relationships/tags" Target="../tags/tag199.xml"/><Relationship Id="rId47" Type="http://schemas.openxmlformats.org/officeDocument/2006/relationships/slide" Target="slide72.xml"/><Relationship Id="rId7" Type="http://schemas.openxmlformats.org/officeDocument/2006/relationships/tags" Target="../tags/tag164.xml"/><Relationship Id="rId2" Type="http://schemas.openxmlformats.org/officeDocument/2006/relationships/tags" Target="../tags/tag159.xml"/><Relationship Id="rId16" Type="http://schemas.openxmlformats.org/officeDocument/2006/relationships/tags" Target="../tags/tag173.xml"/><Relationship Id="rId29" Type="http://schemas.openxmlformats.org/officeDocument/2006/relationships/tags" Target="../tags/tag186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1" Type="http://schemas.openxmlformats.org/officeDocument/2006/relationships/tags" Target="../tags/tag168.xml"/><Relationship Id="rId24" Type="http://schemas.openxmlformats.org/officeDocument/2006/relationships/tags" Target="../tags/tag181.xml"/><Relationship Id="rId32" Type="http://schemas.openxmlformats.org/officeDocument/2006/relationships/tags" Target="../tags/tag189.xml"/><Relationship Id="rId37" Type="http://schemas.openxmlformats.org/officeDocument/2006/relationships/tags" Target="../tags/tag194.xml"/><Relationship Id="rId40" Type="http://schemas.openxmlformats.org/officeDocument/2006/relationships/tags" Target="../tags/tag197.xml"/><Relationship Id="rId45" Type="http://schemas.openxmlformats.org/officeDocument/2006/relationships/notesSlide" Target="../notesSlides/notesSlide4.xml"/><Relationship Id="rId5" Type="http://schemas.openxmlformats.org/officeDocument/2006/relationships/tags" Target="../tags/tag162.xml"/><Relationship Id="rId15" Type="http://schemas.openxmlformats.org/officeDocument/2006/relationships/tags" Target="../tags/tag172.xml"/><Relationship Id="rId23" Type="http://schemas.openxmlformats.org/officeDocument/2006/relationships/tags" Target="../tags/tag180.xml"/><Relationship Id="rId28" Type="http://schemas.openxmlformats.org/officeDocument/2006/relationships/tags" Target="../tags/tag185.xml"/><Relationship Id="rId36" Type="http://schemas.openxmlformats.org/officeDocument/2006/relationships/tags" Target="../tags/tag193.xml"/><Relationship Id="rId10" Type="http://schemas.openxmlformats.org/officeDocument/2006/relationships/tags" Target="../tags/tag167.xml"/><Relationship Id="rId19" Type="http://schemas.openxmlformats.org/officeDocument/2006/relationships/tags" Target="../tags/tag176.xml"/><Relationship Id="rId31" Type="http://schemas.openxmlformats.org/officeDocument/2006/relationships/tags" Target="../tags/tag188.xml"/><Relationship Id="rId44" Type="http://schemas.openxmlformats.org/officeDocument/2006/relationships/slideLayout" Target="../slideLayouts/slideLayout7.xml"/><Relationship Id="rId4" Type="http://schemas.openxmlformats.org/officeDocument/2006/relationships/tags" Target="../tags/tag161.xml"/><Relationship Id="rId9" Type="http://schemas.openxmlformats.org/officeDocument/2006/relationships/tags" Target="../tags/tag166.xml"/><Relationship Id="rId14" Type="http://schemas.openxmlformats.org/officeDocument/2006/relationships/tags" Target="../tags/tag171.xml"/><Relationship Id="rId22" Type="http://schemas.openxmlformats.org/officeDocument/2006/relationships/tags" Target="../tags/tag179.xml"/><Relationship Id="rId27" Type="http://schemas.openxmlformats.org/officeDocument/2006/relationships/tags" Target="../tags/tag184.xml"/><Relationship Id="rId30" Type="http://schemas.openxmlformats.org/officeDocument/2006/relationships/tags" Target="../tags/tag187.xml"/><Relationship Id="rId35" Type="http://schemas.openxmlformats.org/officeDocument/2006/relationships/tags" Target="../tags/tag192.xml"/><Relationship Id="rId43" Type="http://schemas.openxmlformats.org/officeDocument/2006/relationships/tags" Target="../tags/tag200.xml"/><Relationship Id="rId48" Type="http://schemas.openxmlformats.org/officeDocument/2006/relationships/slide" Target="slide4.xml"/><Relationship Id="rId8" Type="http://schemas.openxmlformats.org/officeDocument/2006/relationships/tags" Target="../tags/tag165.xml"/><Relationship Id="rId3" Type="http://schemas.openxmlformats.org/officeDocument/2006/relationships/tags" Target="../tags/tag160.xml"/><Relationship Id="rId12" Type="http://schemas.openxmlformats.org/officeDocument/2006/relationships/tags" Target="../tags/tag169.xml"/><Relationship Id="rId17" Type="http://schemas.openxmlformats.org/officeDocument/2006/relationships/tags" Target="../tags/tag174.xml"/><Relationship Id="rId25" Type="http://schemas.openxmlformats.org/officeDocument/2006/relationships/tags" Target="../tags/tag182.xml"/><Relationship Id="rId33" Type="http://schemas.openxmlformats.org/officeDocument/2006/relationships/tags" Target="../tags/tag190.xml"/><Relationship Id="rId38" Type="http://schemas.openxmlformats.org/officeDocument/2006/relationships/tags" Target="../tags/tag195.xml"/><Relationship Id="rId46" Type="http://schemas.openxmlformats.org/officeDocument/2006/relationships/slide" Target="slide25.xml"/><Relationship Id="rId20" Type="http://schemas.openxmlformats.org/officeDocument/2006/relationships/tags" Target="../tags/tag177.xml"/><Relationship Id="rId41" Type="http://schemas.openxmlformats.org/officeDocument/2006/relationships/tags" Target="../tags/tag198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213.xml"/><Relationship Id="rId18" Type="http://schemas.openxmlformats.org/officeDocument/2006/relationships/tags" Target="../tags/tag218.xml"/><Relationship Id="rId26" Type="http://schemas.openxmlformats.org/officeDocument/2006/relationships/tags" Target="../tags/tag226.xml"/><Relationship Id="rId39" Type="http://schemas.openxmlformats.org/officeDocument/2006/relationships/tags" Target="../tags/tag239.xml"/><Relationship Id="rId21" Type="http://schemas.openxmlformats.org/officeDocument/2006/relationships/tags" Target="../tags/tag221.xml"/><Relationship Id="rId34" Type="http://schemas.openxmlformats.org/officeDocument/2006/relationships/tags" Target="../tags/tag234.xml"/><Relationship Id="rId42" Type="http://schemas.openxmlformats.org/officeDocument/2006/relationships/tags" Target="../tags/tag242.xml"/><Relationship Id="rId47" Type="http://schemas.openxmlformats.org/officeDocument/2006/relationships/tags" Target="../tags/tag247.xml"/><Relationship Id="rId50" Type="http://schemas.openxmlformats.org/officeDocument/2006/relationships/tags" Target="../tags/tag250.xml"/><Relationship Id="rId55" Type="http://schemas.openxmlformats.org/officeDocument/2006/relationships/slideLayout" Target="../slideLayouts/slideLayout7.xml"/><Relationship Id="rId7" Type="http://schemas.openxmlformats.org/officeDocument/2006/relationships/tags" Target="../tags/tag207.xml"/><Relationship Id="rId2" Type="http://schemas.openxmlformats.org/officeDocument/2006/relationships/tags" Target="../tags/tag202.xml"/><Relationship Id="rId16" Type="http://schemas.openxmlformats.org/officeDocument/2006/relationships/tags" Target="../tags/tag216.xml"/><Relationship Id="rId29" Type="http://schemas.openxmlformats.org/officeDocument/2006/relationships/tags" Target="../tags/tag229.xml"/><Relationship Id="rId11" Type="http://schemas.openxmlformats.org/officeDocument/2006/relationships/tags" Target="../tags/tag211.xml"/><Relationship Id="rId24" Type="http://schemas.openxmlformats.org/officeDocument/2006/relationships/tags" Target="../tags/tag224.xml"/><Relationship Id="rId32" Type="http://schemas.openxmlformats.org/officeDocument/2006/relationships/tags" Target="../tags/tag232.xml"/><Relationship Id="rId37" Type="http://schemas.openxmlformats.org/officeDocument/2006/relationships/tags" Target="../tags/tag237.xml"/><Relationship Id="rId40" Type="http://schemas.openxmlformats.org/officeDocument/2006/relationships/tags" Target="../tags/tag240.xml"/><Relationship Id="rId45" Type="http://schemas.openxmlformats.org/officeDocument/2006/relationships/tags" Target="../tags/tag245.xml"/><Relationship Id="rId53" Type="http://schemas.openxmlformats.org/officeDocument/2006/relationships/tags" Target="../tags/tag253.xml"/><Relationship Id="rId5" Type="http://schemas.openxmlformats.org/officeDocument/2006/relationships/tags" Target="../tags/tag205.xml"/><Relationship Id="rId19" Type="http://schemas.openxmlformats.org/officeDocument/2006/relationships/tags" Target="../tags/tag219.xml"/><Relationship Id="rId4" Type="http://schemas.openxmlformats.org/officeDocument/2006/relationships/tags" Target="../tags/tag204.xml"/><Relationship Id="rId9" Type="http://schemas.openxmlformats.org/officeDocument/2006/relationships/tags" Target="../tags/tag209.xml"/><Relationship Id="rId14" Type="http://schemas.openxmlformats.org/officeDocument/2006/relationships/tags" Target="../tags/tag214.xml"/><Relationship Id="rId22" Type="http://schemas.openxmlformats.org/officeDocument/2006/relationships/tags" Target="../tags/tag222.xml"/><Relationship Id="rId27" Type="http://schemas.openxmlformats.org/officeDocument/2006/relationships/tags" Target="../tags/tag227.xml"/><Relationship Id="rId30" Type="http://schemas.openxmlformats.org/officeDocument/2006/relationships/tags" Target="../tags/tag230.xml"/><Relationship Id="rId35" Type="http://schemas.openxmlformats.org/officeDocument/2006/relationships/tags" Target="../tags/tag235.xml"/><Relationship Id="rId43" Type="http://schemas.openxmlformats.org/officeDocument/2006/relationships/tags" Target="../tags/tag243.xml"/><Relationship Id="rId48" Type="http://schemas.openxmlformats.org/officeDocument/2006/relationships/tags" Target="../tags/tag248.xml"/><Relationship Id="rId56" Type="http://schemas.openxmlformats.org/officeDocument/2006/relationships/notesSlide" Target="../notesSlides/notesSlide5.xml"/><Relationship Id="rId8" Type="http://schemas.openxmlformats.org/officeDocument/2006/relationships/tags" Target="../tags/tag208.xml"/><Relationship Id="rId51" Type="http://schemas.openxmlformats.org/officeDocument/2006/relationships/tags" Target="../tags/tag251.xml"/><Relationship Id="rId3" Type="http://schemas.openxmlformats.org/officeDocument/2006/relationships/tags" Target="../tags/tag203.xml"/><Relationship Id="rId12" Type="http://schemas.openxmlformats.org/officeDocument/2006/relationships/tags" Target="../tags/tag212.xml"/><Relationship Id="rId17" Type="http://schemas.openxmlformats.org/officeDocument/2006/relationships/tags" Target="../tags/tag217.xml"/><Relationship Id="rId25" Type="http://schemas.openxmlformats.org/officeDocument/2006/relationships/tags" Target="../tags/tag225.xml"/><Relationship Id="rId33" Type="http://schemas.openxmlformats.org/officeDocument/2006/relationships/tags" Target="../tags/tag233.xml"/><Relationship Id="rId38" Type="http://schemas.openxmlformats.org/officeDocument/2006/relationships/tags" Target="../tags/tag238.xml"/><Relationship Id="rId46" Type="http://schemas.openxmlformats.org/officeDocument/2006/relationships/tags" Target="../tags/tag246.xml"/><Relationship Id="rId20" Type="http://schemas.openxmlformats.org/officeDocument/2006/relationships/tags" Target="../tags/tag220.xml"/><Relationship Id="rId41" Type="http://schemas.openxmlformats.org/officeDocument/2006/relationships/tags" Target="../tags/tag241.xml"/><Relationship Id="rId54" Type="http://schemas.openxmlformats.org/officeDocument/2006/relationships/tags" Target="../tags/tag254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5" Type="http://schemas.openxmlformats.org/officeDocument/2006/relationships/tags" Target="../tags/tag215.xml"/><Relationship Id="rId23" Type="http://schemas.openxmlformats.org/officeDocument/2006/relationships/tags" Target="../tags/tag223.xml"/><Relationship Id="rId28" Type="http://schemas.openxmlformats.org/officeDocument/2006/relationships/tags" Target="../tags/tag228.xml"/><Relationship Id="rId36" Type="http://schemas.openxmlformats.org/officeDocument/2006/relationships/tags" Target="../tags/tag236.xml"/><Relationship Id="rId49" Type="http://schemas.openxmlformats.org/officeDocument/2006/relationships/tags" Target="../tags/tag249.xml"/><Relationship Id="rId57" Type="http://schemas.openxmlformats.org/officeDocument/2006/relationships/slide" Target="slide9.xml"/><Relationship Id="rId10" Type="http://schemas.openxmlformats.org/officeDocument/2006/relationships/tags" Target="../tags/tag210.xml"/><Relationship Id="rId31" Type="http://schemas.openxmlformats.org/officeDocument/2006/relationships/tags" Target="../tags/tag231.xml"/><Relationship Id="rId44" Type="http://schemas.openxmlformats.org/officeDocument/2006/relationships/tags" Target="../tags/tag244.xml"/><Relationship Id="rId52" Type="http://schemas.openxmlformats.org/officeDocument/2006/relationships/tags" Target="../tags/tag25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tags" Target="../tags/tag280.xml"/><Relationship Id="rId21" Type="http://schemas.openxmlformats.org/officeDocument/2006/relationships/tags" Target="../tags/tag275.xml"/><Relationship Id="rId42" Type="http://schemas.openxmlformats.org/officeDocument/2006/relationships/tags" Target="../tags/tag296.xml"/><Relationship Id="rId47" Type="http://schemas.openxmlformats.org/officeDocument/2006/relationships/tags" Target="../tags/tag301.xml"/><Relationship Id="rId63" Type="http://schemas.openxmlformats.org/officeDocument/2006/relationships/tags" Target="../tags/tag317.xml"/><Relationship Id="rId68" Type="http://schemas.openxmlformats.org/officeDocument/2006/relationships/tags" Target="../tags/tag322.xml"/><Relationship Id="rId84" Type="http://schemas.openxmlformats.org/officeDocument/2006/relationships/slide" Target="slide12.xml"/><Relationship Id="rId16" Type="http://schemas.openxmlformats.org/officeDocument/2006/relationships/tags" Target="../tags/tag270.xml"/><Relationship Id="rId11" Type="http://schemas.openxmlformats.org/officeDocument/2006/relationships/tags" Target="../tags/tag265.xml"/><Relationship Id="rId32" Type="http://schemas.openxmlformats.org/officeDocument/2006/relationships/tags" Target="../tags/tag286.xml"/><Relationship Id="rId37" Type="http://schemas.openxmlformats.org/officeDocument/2006/relationships/tags" Target="../tags/tag291.xml"/><Relationship Id="rId53" Type="http://schemas.openxmlformats.org/officeDocument/2006/relationships/tags" Target="../tags/tag307.xml"/><Relationship Id="rId58" Type="http://schemas.openxmlformats.org/officeDocument/2006/relationships/tags" Target="../tags/tag312.xml"/><Relationship Id="rId74" Type="http://schemas.openxmlformats.org/officeDocument/2006/relationships/tags" Target="../tags/tag328.xml"/><Relationship Id="rId79" Type="http://schemas.openxmlformats.org/officeDocument/2006/relationships/notesSlide" Target="../notesSlides/notesSlide6.xml"/><Relationship Id="rId5" Type="http://schemas.openxmlformats.org/officeDocument/2006/relationships/tags" Target="../tags/tag259.xml"/><Relationship Id="rId61" Type="http://schemas.openxmlformats.org/officeDocument/2006/relationships/tags" Target="../tags/tag315.xml"/><Relationship Id="rId82" Type="http://schemas.openxmlformats.org/officeDocument/2006/relationships/slide" Target="slide11.xml"/><Relationship Id="rId19" Type="http://schemas.openxmlformats.org/officeDocument/2006/relationships/tags" Target="../tags/tag273.xml"/><Relationship Id="rId14" Type="http://schemas.openxmlformats.org/officeDocument/2006/relationships/tags" Target="../tags/tag268.xml"/><Relationship Id="rId22" Type="http://schemas.openxmlformats.org/officeDocument/2006/relationships/tags" Target="../tags/tag276.xml"/><Relationship Id="rId27" Type="http://schemas.openxmlformats.org/officeDocument/2006/relationships/tags" Target="../tags/tag281.xml"/><Relationship Id="rId30" Type="http://schemas.openxmlformats.org/officeDocument/2006/relationships/tags" Target="../tags/tag284.xml"/><Relationship Id="rId35" Type="http://schemas.openxmlformats.org/officeDocument/2006/relationships/tags" Target="../tags/tag289.xml"/><Relationship Id="rId43" Type="http://schemas.openxmlformats.org/officeDocument/2006/relationships/tags" Target="../tags/tag297.xml"/><Relationship Id="rId48" Type="http://schemas.openxmlformats.org/officeDocument/2006/relationships/tags" Target="../tags/tag302.xml"/><Relationship Id="rId56" Type="http://schemas.openxmlformats.org/officeDocument/2006/relationships/tags" Target="../tags/tag310.xml"/><Relationship Id="rId64" Type="http://schemas.openxmlformats.org/officeDocument/2006/relationships/tags" Target="../tags/tag318.xml"/><Relationship Id="rId69" Type="http://schemas.openxmlformats.org/officeDocument/2006/relationships/tags" Target="../tags/tag323.xml"/><Relationship Id="rId77" Type="http://schemas.openxmlformats.org/officeDocument/2006/relationships/tags" Target="../tags/tag331.xml"/><Relationship Id="rId8" Type="http://schemas.openxmlformats.org/officeDocument/2006/relationships/tags" Target="../tags/tag262.xml"/><Relationship Id="rId51" Type="http://schemas.openxmlformats.org/officeDocument/2006/relationships/tags" Target="../tags/tag305.xml"/><Relationship Id="rId72" Type="http://schemas.openxmlformats.org/officeDocument/2006/relationships/tags" Target="../tags/tag326.xml"/><Relationship Id="rId80" Type="http://schemas.openxmlformats.org/officeDocument/2006/relationships/slide" Target="slide10.xml"/><Relationship Id="rId3" Type="http://schemas.openxmlformats.org/officeDocument/2006/relationships/tags" Target="../tags/tag257.xml"/><Relationship Id="rId12" Type="http://schemas.openxmlformats.org/officeDocument/2006/relationships/tags" Target="../tags/tag266.xml"/><Relationship Id="rId17" Type="http://schemas.openxmlformats.org/officeDocument/2006/relationships/tags" Target="../tags/tag271.xml"/><Relationship Id="rId25" Type="http://schemas.openxmlformats.org/officeDocument/2006/relationships/tags" Target="../tags/tag279.xml"/><Relationship Id="rId33" Type="http://schemas.openxmlformats.org/officeDocument/2006/relationships/tags" Target="../tags/tag287.xml"/><Relationship Id="rId38" Type="http://schemas.openxmlformats.org/officeDocument/2006/relationships/tags" Target="../tags/tag292.xml"/><Relationship Id="rId46" Type="http://schemas.openxmlformats.org/officeDocument/2006/relationships/tags" Target="../tags/tag300.xml"/><Relationship Id="rId59" Type="http://schemas.openxmlformats.org/officeDocument/2006/relationships/tags" Target="../tags/tag313.xml"/><Relationship Id="rId67" Type="http://schemas.openxmlformats.org/officeDocument/2006/relationships/tags" Target="../tags/tag321.xml"/><Relationship Id="rId20" Type="http://schemas.openxmlformats.org/officeDocument/2006/relationships/tags" Target="../tags/tag274.xml"/><Relationship Id="rId41" Type="http://schemas.openxmlformats.org/officeDocument/2006/relationships/tags" Target="../tags/tag295.xml"/><Relationship Id="rId54" Type="http://schemas.openxmlformats.org/officeDocument/2006/relationships/tags" Target="../tags/tag308.xml"/><Relationship Id="rId62" Type="http://schemas.openxmlformats.org/officeDocument/2006/relationships/tags" Target="../tags/tag316.xml"/><Relationship Id="rId70" Type="http://schemas.openxmlformats.org/officeDocument/2006/relationships/tags" Target="../tags/tag324.xml"/><Relationship Id="rId75" Type="http://schemas.openxmlformats.org/officeDocument/2006/relationships/tags" Target="../tags/tag329.xml"/><Relationship Id="rId83" Type="http://schemas.openxmlformats.org/officeDocument/2006/relationships/slide" Target="slide5.xml"/><Relationship Id="rId1" Type="http://schemas.openxmlformats.org/officeDocument/2006/relationships/tags" Target="../tags/tag255.xml"/><Relationship Id="rId6" Type="http://schemas.openxmlformats.org/officeDocument/2006/relationships/tags" Target="../tags/tag260.xml"/><Relationship Id="rId15" Type="http://schemas.openxmlformats.org/officeDocument/2006/relationships/tags" Target="../tags/tag269.xml"/><Relationship Id="rId23" Type="http://schemas.openxmlformats.org/officeDocument/2006/relationships/tags" Target="../tags/tag277.xml"/><Relationship Id="rId28" Type="http://schemas.openxmlformats.org/officeDocument/2006/relationships/tags" Target="../tags/tag282.xml"/><Relationship Id="rId36" Type="http://schemas.openxmlformats.org/officeDocument/2006/relationships/tags" Target="../tags/tag290.xml"/><Relationship Id="rId49" Type="http://schemas.openxmlformats.org/officeDocument/2006/relationships/tags" Target="../tags/tag303.xml"/><Relationship Id="rId57" Type="http://schemas.openxmlformats.org/officeDocument/2006/relationships/tags" Target="../tags/tag311.xml"/><Relationship Id="rId10" Type="http://schemas.openxmlformats.org/officeDocument/2006/relationships/tags" Target="../tags/tag264.xml"/><Relationship Id="rId31" Type="http://schemas.openxmlformats.org/officeDocument/2006/relationships/tags" Target="../tags/tag285.xml"/><Relationship Id="rId44" Type="http://schemas.openxmlformats.org/officeDocument/2006/relationships/tags" Target="../tags/tag298.xml"/><Relationship Id="rId52" Type="http://schemas.openxmlformats.org/officeDocument/2006/relationships/tags" Target="../tags/tag306.xml"/><Relationship Id="rId60" Type="http://schemas.openxmlformats.org/officeDocument/2006/relationships/tags" Target="../tags/tag314.xml"/><Relationship Id="rId65" Type="http://schemas.openxmlformats.org/officeDocument/2006/relationships/tags" Target="../tags/tag319.xml"/><Relationship Id="rId73" Type="http://schemas.openxmlformats.org/officeDocument/2006/relationships/tags" Target="../tags/tag327.xml"/><Relationship Id="rId78" Type="http://schemas.openxmlformats.org/officeDocument/2006/relationships/slideLayout" Target="../slideLayouts/slideLayout7.xml"/><Relationship Id="rId81" Type="http://schemas.openxmlformats.org/officeDocument/2006/relationships/slide" Target="slide4.xml"/><Relationship Id="rId4" Type="http://schemas.openxmlformats.org/officeDocument/2006/relationships/tags" Target="../tags/tag258.xml"/><Relationship Id="rId9" Type="http://schemas.openxmlformats.org/officeDocument/2006/relationships/tags" Target="../tags/tag263.xml"/><Relationship Id="rId13" Type="http://schemas.openxmlformats.org/officeDocument/2006/relationships/tags" Target="../tags/tag267.xml"/><Relationship Id="rId18" Type="http://schemas.openxmlformats.org/officeDocument/2006/relationships/tags" Target="../tags/tag272.xml"/><Relationship Id="rId39" Type="http://schemas.openxmlformats.org/officeDocument/2006/relationships/tags" Target="../tags/tag293.xml"/><Relationship Id="rId34" Type="http://schemas.openxmlformats.org/officeDocument/2006/relationships/tags" Target="../tags/tag288.xml"/><Relationship Id="rId50" Type="http://schemas.openxmlformats.org/officeDocument/2006/relationships/tags" Target="../tags/tag304.xml"/><Relationship Id="rId55" Type="http://schemas.openxmlformats.org/officeDocument/2006/relationships/tags" Target="../tags/tag309.xml"/><Relationship Id="rId76" Type="http://schemas.openxmlformats.org/officeDocument/2006/relationships/tags" Target="../tags/tag330.xml"/><Relationship Id="rId7" Type="http://schemas.openxmlformats.org/officeDocument/2006/relationships/tags" Target="../tags/tag261.xml"/><Relationship Id="rId71" Type="http://schemas.openxmlformats.org/officeDocument/2006/relationships/tags" Target="../tags/tag325.xml"/><Relationship Id="rId2" Type="http://schemas.openxmlformats.org/officeDocument/2006/relationships/tags" Target="../tags/tag256.xml"/><Relationship Id="rId29" Type="http://schemas.openxmlformats.org/officeDocument/2006/relationships/tags" Target="../tags/tag283.xml"/><Relationship Id="rId24" Type="http://schemas.openxmlformats.org/officeDocument/2006/relationships/tags" Target="../tags/tag278.xml"/><Relationship Id="rId40" Type="http://schemas.openxmlformats.org/officeDocument/2006/relationships/tags" Target="../tags/tag294.xml"/><Relationship Id="rId45" Type="http://schemas.openxmlformats.org/officeDocument/2006/relationships/tags" Target="../tags/tag299.xml"/><Relationship Id="rId66" Type="http://schemas.openxmlformats.org/officeDocument/2006/relationships/tags" Target="../tags/tag320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tags" Target="../tags/tag357.xml"/><Relationship Id="rId21" Type="http://schemas.openxmlformats.org/officeDocument/2006/relationships/tags" Target="../tags/tag352.xml"/><Relationship Id="rId42" Type="http://schemas.openxmlformats.org/officeDocument/2006/relationships/tags" Target="../tags/tag373.xml"/><Relationship Id="rId47" Type="http://schemas.openxmlformats.org/officeDocument/2006/relationships/tags" Target="../tags/tag378.xml"/><Relationship Id="rId63" Type="http://schemas.openxmlformats.org/officeDocument/2006/relationships/tags" Target="../tags/tag394.xml"/><Relationship Id="rId68" Type="http://schemas.openxmlformats.org/officeDocument/2006/relationships/tags" Target="../tags/tag399.xml"/><Relationship Id="rId84" Type="http://schemas.openxmlformats.org/officeDocument/2006/relationships/tags" Target="../tags/tag415.xml"/><Relationship Id="rId89" Type="http://schemas.openxmlformats.org/officeDocument/2006/relationships/tags" Target="../tags/tag420.xml"/><Relationship Id="rId16" Type="http://schemas.openxmlformats.org/officeDocument/2006/relationships/tags" Target="../tags/tag347.xml"/><Relationship Id="rId11" Type="http://schemas.openxmlformats.org/officeDocument/2006/relationships/tags" Target="../tags/tag342.xml"/><Relationship Id="rId32" Type="http://schemas.openxmlformats.org/officeDocument/2006/relationships/tags" Target="../tags/tag363.xml"/><Relationship Id="rId37" Type="http://schemas.openxmlformats.org/officeDocument/2006/relationships/tags" Target="../tags/tag368.xml"/><Relationship Id="rId53" Type="http://schemas.openxmlformats.org/officeDocument/2006/relationships/tags" Target="../tags/tag384.xml"/><Relationship Id="rId58" Type="http://schemas.openxmlformats.org/officeDocument/2006/relationships/tags" Target="../tags/tag389.xml"/><Relationship Id="rId74" Type="http://schemas.openxmlformats.org/officeDocument/2006/relationships/tags" Target="../tags/tag405.xml"/><Relationship Id="rId79" Type="http://schemas.openxmlformats.org/officeDocument/2006/relationships/tags" Target="../tags/tag410.xml"/><Relationship Id="rId5" Type="http://schemas.openxmlformats.org/officeDocument/2006/relationships/tags" Target="../tags/tag336.xml"/><Relationship Id="rId90" Type="http://schemas.openxmlformats.org/officeDocument/2006/relationships/tags" Target="../tags/tag421.xml"/><Relationship Id="rId95" Type="http://schemas.openxmlformats.org/officeDocument/2006/relationships/notesSlide" Target="../notesSlides/notesSlide7.xml"/><Relationship Id="rId22" Type="http://schemas.openxmlformats.org/officeDocument/2006/relationships/tags" Target="../tags/tag353.xml"/><Relationship Id="rId27" Type="http://schemas.openxmlformats.org/officeDocument/2006/relationships/tags" Target="../tags/tag358.xml"/><Relationship Id="rId43" Type="http://schemas.openxmlformats.org/officeDocument/2006/relationships/tags" Target="../tags/tag374.xml"/><Relationship Id="rId48" Type="http://schemas.openxmlformats.org/officeDocument/2006/relationships/tags" Target="../tags/tag379.xml"/><Relationship Id="rId64" Type="http://schemas.openxmlformats.org/officeDocument/2006/relationships/tags" Target="../tags/tag395.xml"/><Relationship Id="rId69" Type="http://schemas.openxmlformats.org/officeDocument/2006/relationships/tags" Target="../tags/tag400.xml"/><Relationship Id="rId80" Type="http://schemas.openxmlformats.org/officeDocument/2006/relationships/tags" Target="../tags/tag411.xml"/><Relationship Id="rId85" Type="http://schemas.openxmlformats.org/officeDocument/2006/relationships/tags" Target="../tags/tag416.xml"/><Relationship Id="rId3" Type="http://schemas.openxmlformats.org/officeDocument/2006/relationships/tags" Target="../tags/tag334.xml"/><Relationship Id="rId12" Type="http://schemas.openxmlformats.org/officeDocument/2006/relationships/tags" Target="../tags/tag343.xml"/><Relationship Id="rId17" Type="http://schemas.openxmlformats.org/officeDocument/2006/relationships/tags" Target="../tags/tag348.xml"/><Relationship Id="rId25" Type="http://schemas.openxmlformats.org/officeDocument/2006/relationships/tags" Target="../tags/tag356.xml"/><Relationship Id="rId33" Type="http://schemas.openxmlformats.org/officeDocument/2006/relationships/tags" Target="../tags/tag364.xml"/><Relationship Id="rId38" Type="http://schemas.openxmlformats.org/officeDocument/2006/relationships/tags" Target="../tags/tag369.xml"/><Relationship Id="rId46" Type="http://schemas.openxmlformats.org/officeDocument/2006/relationships/tags" Target="../tags/tag377.xml"/><Relationship Id="rId59" Type="http://schemas.openxmlformats.org/officeDocument/2006/relationships/tags" Target="../tags/tag390.xml"/><Relationship Id="rId67" Type="http://schemas.openxmlformats.org/officeDocument/2006/relationships/tags" Target="../tags/tag398.xml"/><Relationship Id="rId20" Type="http://schemas.openxmlformats.org/officeDocument/2006/relationships/tags" Target="../tags/tag351.xml"/><Relationship Id="rId41" Type="http://schemas.openxmlformats.org/officeDocument/2006/relationships/tags" Target="../tags/tag372.xml"/><Relationship Id="rId54" Type="http://schemas.openxmlformats.org/officeDocument/2006/relationships/tags" Target="../tags/tag385.xml"/><Relationship Id="rId62" Type="http://schemas.openxmlformats.org/officeDocument/2006/relationships/tags" Target="../tags/tag393.xml"/><Relationship Id="rId70" Type="http://schemas.openxmlformats.org/officeDocument/2006/relationships/tags" Target="../tags/tag401.xml"/><Relationship Id="rId75" Type="http://schemas.openxmlformats.org/officeDocument/2006/relationships/tags" Target="../tags/tag406.xml"/><Relationship Id="rId83" Type="http://schemas.openxmlformats.org/officeDocument/2006/relationships/tags" Target="../tags/tag414.xml"/><Relationship Id="rId88" Type="http://schemas.openxmlformats.org/officeDocument/2006/relationships/tags" Target="../tags/tag419.xml"/><Relationship Id="rId91" Type="http://schemas.openxmlformats.org/officeDocument/2006/relationships/tags" Target="../tags/tag422.xml"/><Relationship Id="rId96" Type="http://schemas.openxmlformats.org/officeDocument/2006/relationships/slide" Target="slide12.xml"/><Relationship Id="rId1" Type="http://schemas.openxmlformats.org/officeDocument/2006/relationships/tags" Target="../tags/tag332.xml"/><Relationship Id="rId6" Type="http://schemas.openxmlformats.org/officeDocument/2006/relationships/tags" Target="../tags/tag337.xml"/><Relationship Id="rId15" Type="http://schemas.openxmlformats.org/officeDocument/2006/relationships/tags" Target="../tags/tag346.xml"/><Relationship Id="rId23" Type="http://schemas.openxmlformats.org/officeDocument/2006/relationships/tags" Target="../tags/tag354.xml"/><Relationship Id="rId28" Type="http://schemas.openxmlformats.org/officeDocument/2006/relationships/tags" Target="../tags/tag359.xml"/><Relationship Id="rId36" Type="http://schemas.openxmlformats.org/officeDocument/2006/relationships/tags" Target="../tags/tag367.xml"/><Relationship Id="rId49" Type="http://schemas.openxmlformats.org/officeDocument/2006/relationships/tags" Target="../tags/tag380.xml"/><Relationship Id="rId57" Type="http://schemas.openxmlformats.org/officeDocument/2006/relationships/tags" Target="../tags/tag388.xml"/><Relationship Id="rId10" Type="http://schemas.openxmlformats.org/officeDocument/2006/relationships/tags" Target="../tags/tag341.xml"/><Relationship Id="rId31" Type="http://schemas.openxmlformats.org/officeDocument/2006/relationships/tags" Target="../tags/tag362.xml"/><Relationship Id="rId44" Type="http://schemas.openxmlformats.org/officeDocument/2006/relationships/tags" Target="../tags/tag375.xml"/><Relationship Id="rId52" Type="http://schemas.openxmlformats.org/officeDocument/2006/relationships/tags" Target="../tags/tag383.xml"/><Relationship Id="rId60" Type="http://schemas.openxmlformats.org/officeDocument/2006/relationships/tags" Target="../tags/tag391.xml"/><Relationship Id="rId65" Type="http://schemas.openxmlformats.org/officeDocument/2006/relationships/tags" Target="../tags/tag396.xml"/><Relationship Id="rId73" Type="http://schemas.openxmlformats.org/officeDocument/2006/relationships/tags" Target="../tags/tag404.xml"/><Relationship Id="rId78" Type="http://schemas.openxmlformats.org/officeDocument/2006/relationships/tags" Target="../tags/tag409.xml"/><Relationship Id="rId81" Type="http://schemas.openxmlformats.org/officeDocument/2006/relationships/tags" Target="../tags/tag412.xml"/><Relationship Id="rId86" Type="http://schemas.openxmlformats.org/officeDocument/2006/relationships/tags" Target="../tags/tag417.xml"/><Relationship Id="rId94" Type="http://schemas.openxmlformats.org/officeDocument/2006/relationships/slideLayout" Target="../slideLayouts/slideLayout7.xml"/><Relationship Id="rId4" Type="http://schemas.openxmlformats.org/officeDocument/2006/relationships/tags" Target="../tags/tag335.xml"/><Relationship Id="rId9" Type="http://schemas.openxmlformats.org/officeDocument/2006/relationships/tags" Target="../tags/tag340.xml"/><Relationship Id="rId13" Type="http://schemas.openxmlformats.org/officeDocument/2006/relationships/tags" Target="../tags/tag344.xml"/><Relationship Id="rId18" Type="http://schemas.openxmlformats.org/officeDocument/2006/relationships/tags" Target="../tags/tag349.xml"/><Relationship Id="rId39" Type="http://schemas.openxmlformats.org/officeDocument/2006/relationships/tags" Target="../tags/tag370.xml"/><Relationship Id="rId34" Type="http://schemas.openxmlformats.org/officeDocument/2006/relationships/tags" Target="../tags/tag365.xml"/><Relationship Id="rId50" Type="http://schemas.openxmlformats.org/officeDocument/2006/relationships/tags" Target="../tags/tag381.xml"/><Relationship Id="rId55" Type="http://schemas.openxmlformats.org/officeDocument/2006/relationships/tags" Target="../tags/tag386.xml"/><Relationship Id="rId76" Type="http://schemas.openxmlformats.org/officeDocument/2006/relationships/tags" Target="../tags/tag407.xml"/><Relationship Id="rId97" Type="http://schemas.openxmlformats.org/officeDocument/2006/relationships/slide" Target="slide11.xml"/><Relationship Id="rId7" Type="http://schemas.openxmlformats.org/officeDocument/2006/relationships/tags" Target="../tags/tag338.xml"/><Relationship Id="rId71" Type="http://schemas.openxmlformats.org/officeDocument/2006/relationships/tags" Target="../tags/tag402.xml"/><Relationship Id="rId92" Type="http://schemas.openxmlformats.org/officeDocument/2006/relationships/tags" Target="../tags/tag423.xml"/><Relationship Id="rId2" Type="http://schemas.openxmlformats.org/officeDocument/2006/relationships/tags" Target="../tags/tag333.xml"/><Relationship Id="rId29" Type="http://schemas.openxmlformats.org/officeDocument/2006/relationships/tags" Target="../tags/tag360.xml"/><Relationship Id="rId24" Type="http://schemas.openxmlformats.org/officeDocument/2006/relationships/tags" Target="../tags/tag355.xml"/><Relationship Id="rId40" Type="http://schemas.openxmlformats.org/officeDocument/2006/relationships/tags" Target="../tags/tag371.xml"/><Relationship Id="rId45" Type="http://schemas.openxmlformats.org/officeDocument/2006/relationships/tags" Target="../tags/tag376.xml"/><Relationship Id="rId66" Type="http://schemas.openxmlformats.org/officeDocument/2006/relationships/tags" Target="../tags/tag397.xml"/><Relationship Id="rId87" Type="http://schemas.openxmlformats.org/officeDocument/2006/relationships/tags" Target="../tags/tag418.xml"/><Relationship Id="rId61" Type="http://schemas.openxmlformats.org/officeDocument/2006/relationships/tags" Target="../tags/tag392.xml"/><Relationship Id="rId82" Type="http://schemas.openxmlformats.org/officeDocument/2006/relationships/tags" Target="../tags/tag413.xml"/><Relationship Id="rId19" Type="http://schemas.openxmlformats.org/officeDocument/2006/relationships/tags" Target="../tags/tag350.xml"/><Relationship Id="rId14" Type="http://schemas.openxmlformats.org/officeDocument/2006/relationships/tags" Target="../tags/tag345.xml"/><Relationship Id="rId30" Type="http://schemas.openxmlformats.org/officeDocument/2006/relationships/tags" Target="../tags/tag361.xml"/><Relationship Id="rId35" Type="http://schemas.openxmlformats.org/officeDocument/2006/relationships/tags" Target="../tags/tag366.xml"/><Relationship Id="rId56" Type="http://schemas.openxmlformats.org/officeDocument/2006/relationships/tags" Target="../tags/tag387.xml"/><Relationship Id="rId77" Type="http://schemas.openxmlformats.org/officeDocument/2006/relationships/tags" Target="../tags/tag408.xml"/><Relationship Id="rId8" Type="http://schemas.openxmlformats.org/officeDocument/2006/relationships/tags" Target="../tags/tag339.xml"/><Relationship Id="rId51" Type="http://schemas.openxmlformats.org/officeDocument/2006/relationships/tags" Target="../tags/tag382.xml"/><Relationship Id="rId72" Type="http://schemas.openxmlformats.org/officeDocument/2006/relationships/tags" Target="../tags/tag403.xml"/><Relationship Id="rId93" Type="http://schemas.openxmlformats.org/officeDocument/2006/relationships/tags" Target="../tags/tag424.xml"/><Relationship Id="rId98" Type="http://schemas.openxmlformats.org/officeDocument/2006/relationships/slide" Target="slide7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tags" Target="../tags/tag450.xml"/><Relationship Id="rId21" Type="http://schemas.openxmlformats.org/officeDocument/2006/relationships/tags" Target="../tags/tag445.xml"/><Relationship Id="rId42" Type="http://schemas.openxmlformats.org/officeDocument/2006/relationships/tags" Target="../tags/tag466.xml"/><Relationship Id="rId47" Type="http://schemas.openxmlformats.org/officeDocument/2006/relationships/tags" Target="../tags/tag471.xml"/><Relationship Id="rId63" Type="http://schemas.openxmlformats.org/officeDocument/2006/relationships/tags" Target="../tags/tag487.xml"/><Relationship Id="rId68" Type="http://schemas.openxmlformats.org/officeDocument/2006/relationships/slideLayout" Target="../slideLayouts/slideLayout7.xml"/><Relationship Id="rId7" Type="http://schemas.openxmlformats.org/officeDocument/2006/relationships/tags" Target="../tags/tag431.xml"/><Relationship Id="rId2" Type="http://schemas.openxmlformats.org/officeDocument/2006/relationships/tags" Target="../tags/tag426.xml"/><Relationship Id="rId16" Type="http://schemas.openxmlformats.org/officeDocument/2006/relationships/tags" Target="../tags/tag440.xml"/><Relationship Id="rId29" Type="http://schemas.openxmlformats.org/officeDocument/2006/relationships/tags" Target="../tags/tag453.xml"/><Relationship Id="rId11" Type="http://schemas.openxmlformats.org/officeDocument/2006/relationships/tags" Target="../tags/tag435.xml"/><Relationship Id="rId24" Type="http://schemas.openxmlformats.org/officeDocument/2006/relationships/tags" Target="../tags/tag448.xml"/><Relationship Id="rId32" Type="http://schemas.openxmlformats.org/officeDocument/2006/relationships/tags" Target="../tags/tag456.xml"/><Relationship Id="rId37" Type="http://schemas.openxmlformats.org/officeDocument/2006/relationships/tags" Target="../tags/tag461.xml"/><Relationship Id="rId40" Type="http://schemas.openxmlformats.org/officeDocument/2006/relationships/tags" Target="../tags/tag464.xml"/><Relationship Id="rId45" Type="http://schemas.openxmlformats.org/officeDocument/2006/relationships/tags" Target="../tags/tag469.xml"/><Relationship Id="rId53" Type="http://schemas.openxmlformats.org/officeDocument/2006/relationships/tags" Target="../tags/tag477.xml"/><Relationship Id="rId58" Type="http://schemas.openxmlformats.org/officeDocument/2006/relationships/tags" Target="../tags/tag482.xml"/><Relationship Id="rId66" Type="http://schemas.openxmlformats.org/officeDocument/2006/relationships/tags" Target="../tags/tag490.xml"/><Relationship Id="rId5" Type="http://schemas.openxmlformats.org/officeDocument/2006/relationships/tags" Target="../tags/tag429.xml"/><Relationship Id="rId61" Type="http://schemas.openxmlformats.org/officeDocument/2006/relationships/tags" Target="../tags/tag485.xml"/><Relationship Id="rId19" Type="http://schemas.openxmlformats.org/officeDocument/2006/relationships/tags" Target="../tags/tag443.xml"/><Relationship Id="rId14" Type="http://schemas.openxmlformats.org/officeDocument/2006/relationships/tags" Target="../tags/tag438.xml"/><Relationship Id="rId22" Type="http://schemas.openxmlformats.org/officeDocument/2006/relationships/tags" Target="../tags/tag446.xml"/><Relationship Id="rId27" Type="http://schemas.openxmlformats.org/officeDocument/2006/relationships/tags" Target="../tags/tag451.xml"/><Relationship Id="rId30" Type="http://schemas.openxmlformats.org/officeDocument/2006/relationships/tags" Target="../tags/tag454.xml"/><Relationship Id="rId35" Type="http://schemas.openxmlformats.org/officeDocument/2006/relationships/tags" Target="../tags/tag459.xml"/><Relationship Id="rId43" Type="http://schemas.openxmlformats.org/officeDocument/2006/relationships/tags" Target="../tags/tag467.xml"/><Relationship Id="rId48" Type="http://schemas.openxmlformats.org/officeDocument/2006/relationships/tags" Target="../tags/tag472.xml"/><Relationship Id="rId56" Type="http://schemas.openxmlformats.org/officeDocument/2006/relationships/tags" Target="../tags/tag480.xml"/><Relationship Id="rId64" Type="http://schemas.openxmlformats.org/officeDocument/2006/relationships/tags" Target="../tags/tag488.xml"/><Relationship Id="rId69" Type="http://schemas.openxmlformats.org/officeDocument/2006/relationships/slide" Target="slide8.xml"/><Relationship Id="rId8" Type="http://schemas.openxmlformats.org/officeDocument/2006/relationships/tags" Target="../tags/tag432.xml"/><Relationship Id="rId51" Type="http://schemas.openxmlformats.org/officeDocument/2006/relationships/tags" Target="../tags/tag475.xml"/><Relationship Id="rId3" Type="http://schemas.openxmlformats.org/officeDocument/2006/relationships/tags" Target="../tags/tag427.xml"/><Relationship Id="rId12" Type="http://schemas.openxmlformats.org/officeDocument/2006/relationships/tags" Target="../tags/tag436.xml"/><Relationship Id="rId17" Type="http://schemas.openxmlformats.org/officeDocument/2006/relationships/tags" Target="../tags/tag441.xml"/><Relationship Id="rId25" Type="http://schemas.openxmlformats.org/officeDocument/2006/relationships/tags" Target="../tags/tag449.xml"/><Relationship Id="rId33" Type="http://schemas.openxmlformats.org/officeDocument/2006/relationships/tags" Target="../tags/tag457.xml"/><Relationship Id="rId38" Type="http://schemas.openxmlformats.org/officeDocument/2006/relationships/tags" Target="../tags/tag462.xml"/><Relationship Id="rId46" Type="http://schemas.openxmlformats.org/officeDocument/2006/relationships/tags" Target="../tags/tag470.xml"/><Relationship Id="rId59" Type="http://schemas.openxmlformats.org/officeDocument/2006/relationships/tags" Target="../tags/tag483.xml"/><Relationship Id="rId67" Type="http://schemas.openxmlformats.org/officeDocument/2006/relationships/tags" Target="../tags/tag491.xml"/><Relationship Id="rId20" Type="http://schemas.openxmlformats.org/officeDocument/2006/relationships/tags" Target="../tags/tag444.xml"/><Relationship Id="rId41" Type="http://schemas.openxmlformats.org/officeDocument/2006/relationships/tags" Target="../tags/tag465.xml"/><Relationship Id="rId54" Type="http://schemas.openxmlformats.org/officeDocument/2006/relationships/tags" Target="../tags/tag478.xml"/><Relationship Id="rId62" Type="http://schemas.openxmlformats.org/officeDocument/2006/relationships/tags" Target="../tags/tag486.xml"/><Relationship Id="rId1" Type="http://schemas.openxmlformats.org/officeDocument/2006/relationships/tags" Target="../tags/tag425.xml"/><Relationship Id="rId6" Type="http://schemas.openxmlformats.org/officeDocument/2006/relationships/tags" Target="../tags/tag430.xml"/><Relationship Id="rId15" Type="http://schemas.openxmlformats.org/officeDocument/2006/relationships/tags" Target="../tags/tag439.xml"/><Relationship Id="rId23" Type="http://schemas.openxmlformats.org/officeDocument/2006/relationships/tags" Target="../tags/tag447.xml"/><Relationship Id="rId28" Type="http://schemas.openxmlformats.org/officeDocument/2006/relationships/tags" Target="../tags/tag452.xml"/><Relationship Id="rId36" Type="http://schemas.openxmlformats.org/officeDocument/2006/relationships/tags" Target="../tags/tag460.xml"/><Relationship Id="rId49" Type="http://schemas.openxmlformats.org/officeDocument/2006/relationships/tags" Target="../tags/tag473.xml"/><Relationship Id="rId57" Type="http://schemas.openxmlformats.org/officeDocument/2006/relationships/tags" Target="../tags/tag481.xml"/><Relationship Id="rId10" Type="http://schemas.openxmlformats.org/officeDocument/2006/relationships/tags" Target="../tags/tag434.xml"/><Relationship Id="rId31" Type="http://schemas.openxmlformats.org/officeDocument/2006/relationships/tags" Target="../tags/tag455.xml"/><Relationship Id="rId44" Type="http://schemas.openxmlformats.org/officeDocument/2006/relationships/tags" Target="../tags/tag468.xml"/><Relationship Id="rId52" Type="http://schemas.openxmlformats.org/officeDocument/2006/relationships/tags" Target="../tags/tag476.xml"/><Relationship Id="rId60" Type="http://schemas.openxmlformats.org/officeDocument/2006/relationships/tags" Target="../tags/tag484.xml"/><Relationship Id="rId65" Type="http://schemas.openxmlformats.org/officeDocument/2006/relationships/tags" Target="../tags/tag489.xml"/><Relationship Id="rId4" Type="http://schemas.openxmlformats.org/officeDocument/2006/relationships/tags" Target="../tags/tag428.xml"/><Relationship Id="rId9" Type="http://schemas.openxmlformats.org/officeDocument/2006/relationships/tags" Target="../tags/tag433.xml"/><Relationship Id="rId13" Type="http://schemas.openxmlformats.org/officeDocument/2006/relationships/tags" Target="../tags/tag437.xml"/><Relationship Id="rId18" Type="http://schemas.openxmlformats.org/officeDocument/2006/relationships/tags" Target="../tags/tag442.xml"/><Relationship Id="rId39" Type="http://schemas.openxmlformats.org/officeDocument/2006/relationships/tags" Target="../tags/tag463.xml"/><Relationship Id="rId34" Type="http://schemas.openxmlformats.org/officeDocument/2006/relationships/tags" Target="../tags/tag458.xml"/><Relationship Id="rId50" Type="http://schemas.openxmlformats.org/officeDocument/2006/relationships/tags" Target="../tags/tag474.xml"/><Relationship Id="rId55" Type="http://schemas.openxmlformats.org/officeDocument/2006/relationships/tags" Target="../tags/tag479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tags" Target="../tags/tag517.xml"/><Relationship Id="rId21" Type="http://schemas.openxmlformats.org/officeDocument/2006/relationships/tags" Target="../tags/tag512.xml"/><Relationship Id="rId42" Type="http://schemas.openxmlformats.org/officeDocument/2006/relationships/tags" Target="../tags/tag533.xml"/><Relationship Id="rId47" Type="http://schemas.openxmlformats.org/officeDocument/2006/relationships/tags" Target="../tags/tag538.xml"/><Relationship Id="rId63" Type="http://schemas.openxmlformats.org/officeDocument/2006/relationships/tags" Target="../tags/tag554.xml"/><Relationship Id="rId68" Type="http://schemas.openxmlformats.org/officeDocument/2006/relationships/tags" Target="../tags/tag559.xml"/><Relationship Id="rId2" Type="http://schemas.openxmlformats.org/officeDocument/2006/relationships/tags" Target="../tags/tag493.xml"/><Relationship Id="rId16" Type="http://schemas.openxmlformats.org/officeDocument/2006/relationships/tags" Target="../tags/tag507.xml"/><Relationship Id="rId29" Type="http://schemas.openxmlformats.org/officeDocument/2006/relationships/tags" Target="../tags/tag520.xml"/><Relationship Id="rId11" Type="http://schemas.openxmlformats.org/officeDocument/2006/relationships/tags" Target="../tags/tag502.xml"/><Relationship Id="rId24" Type="http://schemas.openxmlformats.org/officeDocument/2006/relationships/tags" Target="../tags/tag515.xml"/><Relationship Id="rId32" Type="http://schemas.openxmlformats.org/officeDocument/2006/relationships/tags" Target="../tags/tag523.xml"/><Relationship Id="rId37" Type="http://schemas.openxmlformats.org/officeDocument/2006/relationships/tags" Target="../tags/tag528.xml"/><Relationship Id="rId40" Type="http://schemas.openxmlformats.org/officeDocument/2006/relationships/tags" Target="../tags/tag531.xml"/><Relationship Id="rId45" Type="http://schemas.openxmlformats.org/officeDocument/2006/relationships/tags" Target="../tags/tag536.xml"/><Relationship Id="rId53" Type="http://schemas.openxmlformats.org/officeDocument/2006/relationships/tags" Target="../tags/tag544.xml"/><Relationship Id="rId58" Type="http://schemas.openxmlformats.org/officeDocument/2006/relationships/tags" Target="../tags/tag549.xml"/><Relationship Id="rId66" Type="http://schemas.openxmlformats.org/officeDocument/2006/relationships/tags" Target="../tags/tag557.xml"/><Relationship Id="rId74" Type="http://schemas.openxmlformats.org/officeDocument/2006/relationships/slide" Target="slide8.xml"/><Relationship Id="rId5" Type="http://schemas.openxmlformats.org/officeDocument/2006/relationships/tags" Target="../tags/tag496.xml"/><Relationship Id="rId61" Type="http://schemas.openxmlformats.org/officeDocument/2006/relationships/tags" Target="../tags/tag552.xml"/><Relationship Id="rId19" Type="http://schemas.openxmlformats.org/officeDocument/2006/relationships/tags" Target="../tags/tag510.xml"/><Relationship Id="rId14" Type="http://schemas.openxmlformats.org/officeDocument/2006/relationships/tags" Target="../tags/tag505.xml"/><Relationship Id="rId22" Type="http://schemas.openxmlformats.org/officeDocument/2006/relationships/tags" Target="../tags/tag513.xml"/><Relationship Id="rId27" Type="http://schemas.openxmlformats.org/officeDocument/2006/relationships/tags" Target="../tags/tag518.xml"/><Relationship Id="rId30" Type="http://schemas.openxmlformats.org/officeDocument/2006/relationships/tags" Target="../tags/tag521.xml"/><Relationship Id="rId35" Type="http://schemas.openxmlformats.org/officeDocument/2006/relationships/tags" Target="../tags/tag526.xml"/><Relationship Id="rId43" Type="http://schemas.openxmlformats.org/officeDocument/2006/relationships/tags" Target="../tags/tag534.xml"/><Relationship Id="rId48" Type="http://schemas.openxmlformats.org/officeDocument/2006/relationships/tags" Target="../tags/tag539.xml"/><Relationship Id="rId56" Type="http://schemas.openxmlformats.org/officeDocument/2006/relationships/tags" Target="../tags/tag547.xml"/><Relationship Id="rId64" Type="http://schemas.openxmlformats.org/officeDocument/2006/relationships/tags" Target="../tags/tag555.xml"/><Relationship Id="rId69" Type="http://schemas.openxmlformats.org/officeDocument/2006/relationships/tags" Target="../tags/tag560.xml"/><Relationship Id="rId8" Type="http://schemas.openxmlformats.org/officeDocument/2006/relationships/tags" Target="../tags/tag499.xml"/><Relationship Id="rId51" Type="http://schemas.openxmlformats.org/officeDocument/2006/relationships/tags" Target="../tags/tag542.xml"/><Relationship Id="rId72" Type="http://schemas.openxmlformats.org/officeDocument/2006/relationships/slideLayout" Target="../slideLayouts/slideLayout7.xml"/><Relationship Id="rId3" Type="http://schemas.openxmlformats.org/officeDocument/2006/relationships/tags" Target="../tags/tag494.xml"/><Relationship Id="rId12" Type="http://schemas.openxmlformats.org/officeDocument/2006/relationships/tags" Target="../tags/tag503.xml"/><Relationship Id="rId17" Type="http://schemas.openxmlformats.org/officeDocument/2006/relationships/tags" Target="../tags/tag508.xml"/><Relationship Id="rId25" Type="http://schemas.openxmlformats.org/officeDocument/2006/relationships/tags" Target="../tags/tag516.xml"/><Relationship Id="rId33" Type="http://schemas.openxmlformats.org/officeDocument/2006/relationships/tags" Target="../tags/tag524.xml"/><Relationship Id="rId38" Type="http://schemas.openxmlformats.org/officeDocument/2006/relationships/tags" Target="../tags/tag529.xml"/><Relationship Id="rId46" Type="http://schemas.openxmlformats.org/officeDocument/2006/relationships/tags" Target="../tags/tag537.xml"/><Relationship Id="rId59" Type="http://schemas.openxmlformats.org/officeDocument/2006/relationships/tags" Target="../tags/tag550.xml"/><Relationship Id="rId67" Type="http://schemas.openxmlformats.org/officeDocument/2006/relationships/tags" Target="../tags/tag558.xml"/><Relationship Id="rId20" Type="http://schemas.openxmlformats.org/officeDocument/2006/relationships/tags" Target="../tags/tag511.xml"/><Relationship Id="rId41" Type="http://schemas.openxmlformats.org/officeDocument/2006/relationships/tags" Target="../tags/tag532.xml"/><Relationship Id="rId54" Type="http://schemas.openxmlformats.org/officeDocument/2006/relationships/tags" Target="../tags/tag545.xml"/><Relationship Id="rId62" Type="http://schemas.openxmlformats.org/officeDocument/2006/relationships/tags" Target="../tags/tag553.xml"/><Relationship Id="rId70" Type="http://schemas.openxmlformats.org/officeDocument/2006/relationships/tags" Target="../tags/tag561.xml"/><Relationship Id="rId1" Type="http://schemas.openxmlformats.org/officeDocument/2006/relationships/tags" Target="../tags/tag492.xml"/><Relationship Id="rId6" Type="http://schemas.openxmlformats.org/officeDocument/2006/relationships/tags" Target="../tags/tag497.xml"/><Relationship Id="rId15" Type="http://schemas.openxmlformats.org/officeDocument/2006/relationships/tags" Target="../tags/tag506.xml"/><Relationship Id="rId23" Type="http://schemas.openxmlformats.org/officeDocument/2006/relationships/tags" Target="../tags/tag514.xml"/><Relationship Id="rId28" Type="http://schemas.openxmlformats.org/officeDocument/2006/relationships/tags" Target="../tags/tag519.xml"/><Relationship Id="rId36" Type="http://schemas.openxmlformats.org/officeDocument/2006/relationships/tags" Target="../tags/tag527.xml"/><Relationship Id="rId49" Type="http://schemas.openxmlformats.org/officeDocument/2006/relationships/tags" Target="../tags/tag540.xml"/><Relationship Id="rId57" Type="http://schemas.openxmlformats.org/officeDocument/2006/relationships/tags" Target="../tags/tag548.xml"/><Relationship Id="rId10" Type="http://schemas.openxmlformats.org/officeDocument/2006/relationships/tags" Target="../tags/tag501.xml"/><Relationship Id="rId31" Type="http://schemas.openxmlformats.org/officeDocument/2006/relationships/tags" Target="../tags/tag522.xml"/><Relationship Id="rId44" Type="http://schemas.openxmlformats.org/officeDocument/2006/relationships/tags" Target="../tags/tag535.xml"/><Relationship Id="rId52" Type="http://schemas.openxmlformats.org/officeDocument/2006/relationships/tags" Target="../tags/tag543.xml"/><Relationship Id="rId60" Type="http://schemas.openxmlformats.org/officeDocument/2006/relationships/tags" Target="../tags/tag551.xml"/><Relationship Id="rId65" Type="http://schemas.openxmlformats.org/officeDocument/2006/relationships/tags" Target="../tags/tag556.xml"/><Relationship Id="rId73" Type="http://schemas.openxmlformats.org/officeDocument/2006/relationships/slide" Target="slide9.xml"/><Relationship Id="rId4" Type="http://schemas.openxmlformats.org/officeDocument/2006/relationships/tags" Target="../tags/tag495.xml"/><Relationship Id="rId9" Type="http://schemas.openxmlformats.org/officeDocument/2006/relationships/tags" Target="../tags/tag500.xml"/><Relationship Id="rId13" Type="http://schemas.openxmlformats.org/officeDocument/2006/relationships/tags" Target="../tags/tag504.xml"/><Relationship Id="rId18" Type="http://schemas.openxmlformats.org/officeDocument/2006/relationships/tags" Target="../tags/tag509.xml"/><Relationship Id="rId39" Type="http://schemas.openxmlformats.org/officeDocument/2006/relationships/tags" Target="../tags/tag530.xml"/><Relationship Id="rId34" Type="http://schemas.openxmlformats.org/officeDocument/2006/relationships/tags" Target="../tags/tag525.xml"/><Relationship Id="rId50" Type="http://schemas.openxmlformats.org/officeDocument/2006/relationships/tags" Target="../tags/tag541.xml"/><Relationship Id="rId55" Type="http://schemas.openxmlformats.org/officeDocument/2006/relationships/tags" Target="../tags/tag546.xml"/><Relationship Id="rId7" Type="http://schemas.openxmlformats.org/officeDocument/2006/relationships/tags" Target="../tags/tag498.xml"/><Relationship Id="rId71" Type="http://schemas.openxmlformats.org/officeDocument/2006/relationships/tags" Target="../tags/tag562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tags" Target="../tags/tag588.xml"/><Relationship Id="rId21" Type="http://schemas.openxmlformats.org/officeDocument/2006/relationships/tags" Target="../tags/tag583.xml"/><Relationship Id="rId42" Type="http://schemas.openxmlformats.org/officeDocument/2006/relationships/tags" Target="../tags/tag604.xml"/><Relationship Id="rId47" Type="http://schemas.openxmlformats.org/officeDocument/2006/relationships/tags" Target="../tags/tag609.xml"/><Relationship Id="rId63" Type="http://schemas.openxmlformats.org/officeDocument/2006/relationships/tags" Target="../tags/tag625.xml"/><Relationship Id="rId68" Type="http://schemas.openxmlformats.org/officeDocument/2006/relationships/slideLayout" Target="../slideLayouts/slideLayout7.xml"/><Relationship Id="rId7" Type="http://schemas.openxmlformats.org/officeDocument/2006/relationships/tags" Target="../tags/tag569.xml"/><Relationship Id="rId2" Type="http://schemas.openxmlformats.org/officeDocument/2006/relationships/tags" Target="../tags/tag564.xml"/><Relationship Id="rId16" Type="http://schemas.openxmlformats.org/officeDocument/2006/relationships/tags" Target="../tags/tag578.xml"/><Relationship Id="rId29" Type="http://schemas.openxmlformats.org/officeDocument/2006/relationships/tags" Target="../tags/tag591.xml"/><Relationship Id="rId11" Type="http://schemas.openxmlformats.org/officeDocument/2006/relationships/tags" Target="../tags/tag573.xml"/><Relationship Id="rId24" Type="http://schemas.openxmlformats.org/officeDocument/2006/relationships/tags" Target="../tags/tag586.xml"/><Relationship Id="rId32" Type="http://schemas.openxmlformats.org/officeDocument/2006/relationships/tags" Target="../tags/tag594.xml"/><Relationship Id="rId37" Type="http://schemas.openxmlformats.org/officeDocument/2006/relationships/tags" Target="../tags/tag599.xml"/><Relationship Id="rId40" Type="http://schemas.openxmlformats.org/officeDocument/2006/relationships/tags" Target="../tags/tag602.xml"/><Relationship Id="rId45" Type="http://schemas.openxmlformats.org/officeDocument/2006/relationships/tags" Target="../tags/tag607.xml"/><Relationship Id="rId53" Type="http://schemas.openxmlformats.org/officeDocument/2006/relationships/tags" Target="../tags/tag615.xml"/><Relationship Id="rId58" Type="http://schemas.openxmlformats.org/officeDocument/2006/relationships/tags" Target="../tags/tag620.xml"/><Relationship Id="rId66" Type="http://schemas.openxmlformats.org/officeDocument/2006/relationships/tags" Target="../tags/tag628.xml"/><Relationship Id="rId5" Type="http://schemas.openxmlformats.org/officeDocument/2006/relationships/tags" Target="../tags/tag567.xml"/><Relationship Id="rId61" Type="http://schemas.openxmlformats.org/officeDocument/2006/relationships/tags" Target="../tags/tag623.xml"/><Relationship Id="rId19" Type="http://schemas.openxmlformats.org/officeDocument/2006/relationships/tags" Target="../tags/tag581.xml"/><Relationship Id="rId14" Type="http://schemas.openxmlformats.org/officeDocument/2006/relationships/tags" Target="../tags/tag576.xml"/><Relationship Id="rId22" Type="http://schemas.openxmlformats.org/officeDocument/2006/relationships/tags" Target="../tags/tag584.xml"/><Relationship Id="rId27" Type="http://schemas.openxmlformats.org/officeDocument/2006/relationships/tags" Target="../tags/tag589.xml"/><Relationship Id="rId30" Type="http://schemas.openxmlformats.org/officeDocument/2006/relationships/tags" Target="../tags/tag592.xml"/><Relationship Id="rId35" Type="http://schemas.openxmlformats.org/officeDocument/2006/relationships/tags" Target="../tags/tag597.xml"/><Relationship Id="rId43" Type="http://schemas.openxmlformats.org/officeDocument/2006/relationships/tags" Target="../tags/tag605.xml"/><Relationship Id="rId48" Type="http://schemas.openxmlformats.org/officeDocument/2006/relationships/tags" Target="../tags/tag610.xml"/><Relationship Id="rId56" Type="http://schemas.openxmlformats.org/officeDocument/2006/relationships/tags" Target="../tags/tag618.xml"/><Relationship Id="rId64" Type="http://schemas.openxmlformats.org/officeDocument/2006/relationships/tags" Target="../tags/tag626.xml"/><Relationship Id="rId69" Type="http://schemas.openxmlformats.org/officeDocument/2006/relationships/slide" Target="slide8.xml"/><Relationship Id="rId8" Type="http://schemas.openxmlformats.org/officeDocument/2006/relationships/tags" Target="../tags/tag570.xml"/><Relationship Id="rId51" Type="http://schemas.openxmlformats.org/officeDocument/2006/relationships/tags" Target="../tags/tag613.xml"/><Relationship Id="rId3" Type="http://schemas.openxmlformats.org/officeDocument/2006/relationships/tags" Target="../tags/tag565.xml"/><Relationship Id="rId12" Type="http://schemas.openxmlformats.org/officeDocument/2006/relationships/tags" Target="../tags/tag574.xml"/><Relationship Id="rId17" Type="http://schemas.openxmlformats.org/officeDocument/2006/relationships/tags" Target="../tags/tag579.xml"/><Relationship Id="rId25" Type="http://schemas.openxmlformats.org/officeDocument/2006/relationships/tags" Target="../tags/tag587.xml"/><Relationship Id="rId33" Type="http://schemas.openxmlformats.org/officeDocument/2006/relationships/tags" Target="../tags/tag595.xml"/><Relationship Id="rId38" Type="http://schemas.openxmlformats.org/officeDocument/2006/relationships/tags" Target="../tags/tag600.xml"/><Relationship Id="rId46" Type="http://schemas.openxmlformats.org/officeDocument/2006/relationships/tags" Target="../tags/tag608.xml"/><Relationship Id="rId59" Type="http://schemas.openxmlformats.org/officeDocument/2006/relationships/tags" Target="../tags/tag621.xml"/><Relationship Id="rId67" Type="http://schemas.openxmlformats.org/officeDocument/2006/relationships/tags" Target="../tags/tag629.xml"/><Relationship Id="rId20" Type="http://schemas.openxmlformats.org/officeDocument/2006/relationships/tags" Target="../tags/tag582.xml"/><Relationship Id="rId41" Type="http://schemas.openxmlformats.org/officeDocument/2006/relationships/tags" Target="../tags/tag603.xml"/><Relationship Id="rId54" Type="http://schemas.openxmlformats.org/officeDocument/2006/relationships/tags" Target="../tags/tag616.xml"/><Relationship Id="rId62" Type="http://schemas.openxmlformats.org/officeDocument/2006/relationships/tags" Target="../tags/tag624.xml"/><Relationship Id="rId70" Type="http://schemas.openxmlformats.org/officeDocument/2006/relationships/slide" Target="slide9.xml"/><Relationship Id="rId1" Type="http://schemas.openxmlformats.org/officeDocument/2006/relationships/tags" Target="../tags/tag563.xml"/><Relationship Id="rId6" Type="http://schemas.openxmlformats.org/officeDocument/2006/relationships/tags" Target="../tags/tag568.xml"/><Relationship Id="rId15" Type="http://schemas.openxmlformats.org/officeDocument/2006/relationships/tags" Target="../tags/tag577.xml"/><Relationship Id="rId23" Type="http://schemas.openxmlformats.org/officeDocument/2006/relationships/tags" Target="../tags/tag585.xml"/><Relationship Id="rId28" Type="http://schemas.openxmlformats.org/officeDocument/2006/relationships/tags" Target="../tags/tag590.xml"/><Relationship Id="rId36" Type="http://schemas.openxmlformats.org/officeDocument/2006/relationships/tags" Target="../tags/tag598.xml"/><Relationship Id="rId49" Type="http://schemas.openxmlformats.org/officeDocument/2006/relationships/tags" Target="../tags/tag611.xml"/><Relationship Id="rId57" Type="http://schemas.openxmlformats.org/officeDocument/2006/relationships/tags" Target="../tags/tag619.xml"/><Relationship Id="rId10" Type="http://schemas.openxmlformats.org/officeDocument/2006/relationships/tags" Target="../tags/tag572.xml"/><Relationship Id="rId31" Type="http://schemas.openxmlformats.org/officeDocument/2006/relationships/tags" Target="../tags/tag593.xml"/><Relationship Id="rId44" Type="http://schemas.openxmlformats.org/officeDocument/2006/relationships/tags" Target="../tags/tag606.xml"/><Relationship Id="rId52" Type="http://schemas.openxmlformats.org/officeDocument/2006/relationships/tags" Target="../tags/tag614.xml"/><Relationship Id="rId60" Type="http://schemas.openxmlformats.org/officeDocument/2006/relationships/tags" Target="../tags/tag622.xml"/><Relationship Id="rId65" Type="http://schemas.openxmlformats.org/officeDocument/2006/relationships/tags" Target="../tags/tag627.xml"/><Relationship Id="rId4" Type="http://schemas.openxmlformats.org/officeDocument/2006/relationships/tags" Target="../tags/tag566.xml"/><Relationship Id="rId9" Type="http://schemas.openxmlformats.org/officeDocument/2006/relationships/tags" Target="../tags/tag571.xml"/><Relationship Id="rId13" Type="http://schemas.openxmlformats.org/officeDocument/2006/relationships/tags" Target="../tags/tag575.xml"/><Relationship Id="rId18" Type="http://schemas.openxmlformats.org/officeDocument/2006/relationships/tags" Target="../tags/tag580.xml"/><Relationship Id="rId39" Type="http://schemas.openxmlformats.org/officeDocument/2006/relationships/tags" Target="../tags/tag601.xml"/><Relationship Id="rId34" Type="http://schemas.openxmlformats.org/officeDocument/2006/relationships/tags" Target="../tags/tag596.xml"/><Relationship Id="rId50" Type="http://schemas.openxmlformats.org/officeDocument/2006/relationships/tags" Target="../tags/tag612.xml"/><Relationship Id="rId55" Type="http://schemas.openxmlformats.org/officeDocument/2006/relationships/tags" Target="../tags/tag61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637.xml"/><Relationship Id="rId13" Type="http://schemas.openxmlformats.org/officeDocument/2006/relationships/tags" Target="../tags/tag642.xml"/><Relationship Id="rId18" Type="http://schemas.openxmlformats.org/officeDocument/2006/relationships/tags" Target="../tags/tag647.xml"/><Relationship Id="rId3" Type="http://schemas.openxmlformats.org/officeDocument/2006/relationships/tags" Target="../tags/tag632.xml"/><Relationship Id="rId7" Type="http://schemas.openxmlformats.org/officeDocument/2006/relationships/tags" Target="../tags/tag636.xml"/><Relationship Id="rId12" Type="http://schemas.openxmlformats.org/officeDocument/2006/relationships/tags" Target="../tags/tag641.xml"/><Relationship Id="rId17" Type="http://schemas.openxmlformats.org/officeDocument/2006/relationships/tags" Target="../tags/tag646.xml"/><Relationship Id="rId2" Type="http://schemas.openxmlformats.org/officeDocument/2006/relationships/tags" Target="../tags/tag631.xml"/><Relationship Id="rId16" Type="http://schemas.openxmlformats.org/officeDocument/2006/relationships/tags" Target="../tags/tag645.xml"/><Relationship Id="rId20" Type="http://schemas.openxmlformats.org/officeDocument/2006/relationships/slide" Target="slide26.xml"/><Relationship Id="rId1" Type="http://schemas.openxmlformats.org/officeDocument/2006/relationships/tags" Target="../tags/tag630.xml"/><Relationship Id="rId6" Type="http://schemas.openxmlformats.org/officeDocument/2006/relationships/tags" Target="../tags/tag635.xml"/><Relationship Id="rId11" Type="http://schemas.openxmlformats.org/officeDocument/2006/relationships/tags" Target="../tags/tag640.xml"/><Relationship Id="rId5" Type="http://schemas.openxmlformats.org/officeDocument/2006/relationships/tags" Target="../tags/tag634.xml"/><Relationship Id="rId15" Type="http://schemas.openxmlformats.org/officeDocument/2006/relationships/tags" Target="../tags/tag644.xml"/><Relationship Id="rId10" Type="http://schemas.openxmlformats.org/officeDocument/2006/relationships/tags" Target="../tags/tag639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633.xml"/><Relationship Id="rId9" Type="http://schemas.openxmlformats.org/officeDocument/2006/relationships/tags" Target="../tags/tag638.xml"/><Relationship Id="rId14" Type="http://schemas.openxmlformats.org/officeDocument/2006/relationships/tags" Target="../tags/tag643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tags" Target="../tags/tag673.xml"/><Relationship Id="rId21" Type="http://schemas.openxmlformats.org/officeDocument/2006/relationships/tags" Target="../tags/tag668.xml"/><Relationship Id="rId42" Type="http://schemas.openxmlformats.org/officeDocument/2006/relationships/tags" Target="../tags/tag689.xml"/><Relationship Id="rId47" Type="http://schemas.openxmlformats.org/officeDocument/2006/relationships/tags" Target="../tags/tag694.xml"/><Relationship Id="rId63" Type="http://schemas.openxmlformats.org/officeDocument/2006/relationships/tags" Target="../tags/tag710.xml"/><Relationship Id="rId68" Type="http://schemas.openxmlformats.org/officeDocument/2006/relationships/tags" Target="../tags/tag715.xml"/><Relationship Id="rId84" Type="http://schemas.openxmlformats.org/officeDocument/2006/relationships/tags" Target="../tags/tag731.xml"/><Relationship Id="rId89" Type="http://schemas.openxmlformats.org/officeDocument/2006/relationships/tags" Target="../tags/tag736.xml"/><Relationship Id="rId16" Type="http://schemas.openxmlformats.org/officeDocument/2006/relationships/tags" Target="../tags/tag663.xml"/><Relationship Id="rId11" Type="http://schemas.openxmlformats.org/officeDocument/2006/relationships/tags" Target="../tags/tag658.xml"/><Relationship Id="rId32" Type="http://schemas.openxmlformats.org/officeDocument/2006/relationships/tags" Target="../tags/tag679.xml"/><Relationship Id="rId37" Type="http://schemas.openxmlformats.org/officeDocument/2006/relationships/tags" Target="../tags/tag684.xml"/><Relationship Id="rId53" Type="http://schemas.openxmlformats.org/officeDocument/2006/relationships/tags" Target="../tags/tag700.xml"/><Relationship Id="rId58" Type="http://schemas.openxmlformats.org/officeDocument/2006/relationships/tags" Target="../tags/tag705.xml"/><Relationship Id="rId74" Type="http://schemas.openxmlformats.org/officeDocument/2006/relationships/tags" Target="../tags/tag721.xml"/><Relationship Id="rId79" Type="http://schemas.openxmlformats.org/officeDocument/2006/relationships/tags" Target="../tags/tag726.xml"/><Relationship Id="rId5" Type="http://schemas.openxmlformats.org/officeDocument/2006/relationships/tags" Target="../tags/tag652.xml"/><Relationship Id="rId90" Type="http://schemas.openxmlformats.org/officeDocument/2006/relationships/slideLayout" Target="../slideLayouts/slideLayout7.xml"/><Relationship Id="rId14" Type="http://schemas.openxmlformats.org/officeDocument/2006/relationships/tags" Target="../tags/tag661.xml"/><Relationship Id="rId22" Type="http://schemas.openxmlformats.org/officeDocument/2006/relationships/tags" Target="../tags/tag669.xml"/><Relationship Id="rId27" Type="http://schemas.openxmlformats.org/officeDocument/2006/relationships/tags" Target="../tags/tag674.xml"/><Relationship Id="rId30" Type="http://schemas.openxmlformats.org/officeDocument/2006/relationships/tags" Target="../tags/tag677.xml"/><Relationship Id="rId35" Type="http://schemas.openxmlformats.org/officeDocument/2006/relationships/tags" Target="../tags/tag682.xml"/><Relationship Id="rId43" Type="http://schemas.openxmlformats.org/officeDocument/2006/relationships/tags" Target="../tags/tag690.xml"/><Relationship Id="rId48" Type="http://schemas.openxmlformats.org/officeDocument/2006/relationships/tags" Target="../tags/tag695.xml"/><Relationship Id="rId56" Type="http://schemas.openxmlformats.org/officeDocument/2006/relationships/tags" Target="../tags/tag703.xml"/><Relationship Id="rId64" Type="http://schemas.openxmlformats.org/officeDocument/2006/relationships/tags" Target="../tags/tag711.xml"/><Relationship Id="rId69" Type="http://schemas.openxmlformats.org/officeDocument/2006/relationships/tags" Target="../tags/tag716.xml"/><Relationship Id="rId77" Type="http://schemas.openxmlformats.org/officeDocument/2006/relationships/tags" Target="../tags/tag724.xml"/><Relationship Id="rId8" Type="http://schemas.openxmlformats.org/officeDocument/2006/relationships/tags" Target="../tags/tag655.xml"/><Relationship Id="rId51" Type="http://schemas.openxmlformats.org/officeDocument/2006/relationships/tags" Target="../tags/tag698.xml"/><Relationship Id="rId72" Type="http://schemas.openxmlformats.org/officeDocument/2006/relationships/tags" Target="../tags/tag719.xml"/><Relationship Id="rId80" Type="http://schemas.openxmlformats.org/officeDocument/2006/relationships/tags" Target="../tags/tag727.xml"/><Relationship Id="rId85" Type="http://schemas.openxmlformats.org/officeDocument/2006/relationships/tags" Target="../tags/tag732.xml"/><Relationship Id="rId3" Type="http://schemas.openxmlformats.org/officeDocument/2006/relationships/tags" Target="../tags/tag650.xml"/><Relationship Id="rId12" Type="http://schemas.openxmlformats.org/officeDocument/2006/relationships/tags" Target="../tags/tag659.xml"/><Relationship Id="rId17" Type="http://schemas.openxmlformats.org/officeDocument/2006/relationships/tags" Target="../tags/tag664.xml"/><Relationship Id="rId25" Type="http://schemas.openxmlformats.org/officeDocument/2006/relationships/tags" Target="../tags/tag672.xml"/><Relationship Id="rId33" Type="http://schemas.openxmlformats.org/officeDocument/2006/relationships/tags" Target="../tags/tag680.xml"/><Relationship Id="rId38" Type="http://schemas.openxmlformats.org/officeDocument/2006/relationships/tags" Target="../tags/tag685.xml"/><Relationship Id="rId46" Type="http://schemas.openxmlformats.org/officeDocument/2006/relationships/tags" Target="../tags/tag693.xml"/><Relationship Id="rId59" Type="http://schemas.openxmlformats.org/officeDocument/2006/relationships/tags" Target="../tags/tag706.xml"/><Relationship Id="rId67" Type="http://schemas.openxmlformats.org/officeDocument/2006/relationships/tags" Target="../tags/tag714.xml"/><Relationship Id="rId20" Type="http://schemas.openxmlformats.org/officeDocument/2006/relationships/tags" Target="../tags/tag667.xml"/><Relationship Id="rId41" Type="http://schemas.openxmlformats.org/officeDocument/2006/relationships/tags" Target="../tags/tag688.xml"/><Relationship Id="rId54" Type="http://schemas.openxmlformats.org/officeDocument/2006/relationships/tags" Target="../tags/tag701.xml"/><Relationship Id="rId62" Type="http://schemas.openxmlformats.org/officeDocument/2006/relationships/tags" Target="../tags/tag709.xml"/><Relationship Id="rId70" Type="http://schemas.openxmlformats.org/officeDocument/2006/relationships/tags" Target="../tags/tag717.xml"/><Relationship Id="rId75" Type="http://schemas.openxmlformats.org/officeDocument/2006/relationships/tags" Target="../tags/tag722.xml"/><Relationship Id="rId83" Type="http://schemas.openxmlformats.org/officeDocument/2006/relationships/tags" Target="../tags/tag730.xml"/><Relationship Id="rId88" Type="http://schemas.openxmlformats.org/officeDocument/2006/relationships/tags" Target="../tags/tag735.xml"/><Relationship Id="rId91" Type="http://schemas.openxmlformats.org/officeDocument/2006/relationships/notesSlide" Target="../notesSlides/notesSlide8.xml"/><Relationship Id="rId1" Type="http://schemas.openxmlformats.org/officeDocument/2006/relationships/tags" Target="../tags/tag648.xml"/><Relationship Id="rId6" Type="http://schemas.openxmlformats.org/officeDocument/2006/relationships/tags" Target="../tags/tag653.xml"/><Relationship Id="rId15" Type="http://schemas.openxmlformats.org/officeDocument/2006/relationships/tags" Target="../tags/tag662.xml"/><Relationship Id="rId23" Type="http://schemas.openxmlformats.org/officeDocument/2006/relationships/tags" Target="../tags/tag670.xml"/><Relationship Id="rId28" Type="http://schemas.openxmlformats.org/officeDocument/2006/relationships/tags" Target="../tags/tag675.xml"/><Relationship Id="rId36" Type="http://schemas.openxmlformats.org/officeDocument/2006/relationships/tags" Target="../tags/tag683.xml"/><Relationship Id="rId49" Type="http://schemas.openxmlformats.org/officeDocument/2006/relationships/tags" Target="../tags/tag696.xml"/><Relationship Id="rId57" Type="http://schemas.openxmlformats.org/officeDocument/2006/relationships/tags" Target="../tags/tag704.xml"/><Relationship Id="rId10" Type="http://schemas.openxmlformats.org/officeDocument/2006/relationships/tags" Target="../tags/tag657.xml"/><Relationship Id="rId31" Type="http://schemas.openxmlformats.org/officeDocument/2006/relationships/tags" Target="../tags/tag678.xml"/><Relationship Id="rId44" Type="http://schemas.openxmlformats.org/officeDocument/2006/relationships/tags" Target="../tags/tag691.xml"/><Relationship Id="rId52" Type="http://schemas.openxmlformats.org/officeDocument/2006/relationships/tags" Target="../tags/tag699.xml"/><Relationship Id="rId60" Type="http://schemas.openxmlformats.org/officeDocument/2006/relationships/tags" Target="../tags/tag707.xml"/><Relationship Id="rId65" Type="http://schemas.openxmlformats.org/officeDocument/2006/relationships/tags" Target="../tags/tag712.xml"/><Relationship Id="rId73" Type="http://schemas.openxmlformats.org/officeDocument/2006/relationships/tags" Target="../tags/tag720.xml"/><Relationship Id="rId78" Type="http://schemas.openxmlformats.org/officeDocument/2006/relationships/tags" Target="../tags/tag725.xml"/><Relationship Id="rId81" Type="http://schemas.openxmlformats.org/officeDocument/2006/relationships/tags" Target="../tags/tag728.xml"/><Relationship Id="rId86" Type="http://schemas.openxmlformats.org/officeDocument/2006/relationships/tags" Target="../tags/tag733.xml"/><Relationship Id="rId4" Type="http://schemas.openxmlformats.org/officeDocument/2006/relationships/tags" Target="../tags/tag651.xml"/><Relationship Id="rId9" Type="http://schemas.openxmlformats.org/officeDocument/2006/relationships/tags" Target="../tags/tag656.xml"/><Relationship Id="rId13" Type="http://schemas.openxmlformats.org/officeDocument/2006/relationships/tags" Target="../tags/tag660.xml"/><Relationship Id="rId18" Type="http://schemas.openxmlformats.org/officeDocument/2006/relationships/tags" Target="../tags/tag665.xml"/><Relationship Id="rId39" Type="http://schemas.openxmlformats.org/officeDocument/2006/relationships/tags" Target="../tags/tag686.xml"/><Relationship Id="rId34" Type="http://schemas.openxmlformats.org/officeDocument/2006/relationships/tags" Target="../tags/tag681.xml"/><Relationship Id="rId50" Type="http://schemas.openxmlformats.org/officeDocument/2006/relationships/tags" Target="../tags/tag697.xml"/><Relationship Id="rId55" Type="http://schemas.openxmlformats.org/officeDocument/2006/relationships/tags" Target="../tags/tag702.xml"/><Relationship Id="rId76" Type="http://schemas.openxmlformats.org/officeDocument/2006/relationships/tags" Target="../tags/tag723.xml"/><Relationship Id="rId7" Type="http://schemas.openxmlformats.org/officeDocument/2006/relationships/tags" Target="../tags/tag654.xml"/><Relationship Id="rId71" Type="http://schemas.openxmlformats.org/officeDocument/2006/relationships/tags" Target="../tags/tag718.xml"/><Relationship Id="rId2" Type="http://schemas.openxmlformats.org/officeDocument/2006/relationships/tags" Target="../tags/tag649.xml"/><Relationship Id="rId29" Type="http://schemas.openxmlformats.org/officeDocument/2006/relationships/tags" Target="../tags/tag676.xml"/><Relationship Id="rId24" Type="http://schemas.openxmlformats.org/officeDocument/2006/relationships/tags" Target="../tags/tag671.xml"/><Relationship Id="rId40" Type="http://schemas.openxmlformats.org/officeDocument/2006/relationships/tags" Target="../tags/tag687.xml"/><Relationship Id="rId45" Type="http://schemas.openxmlformats.org/officeDocument/2006/relationships/tags" Target="../tags/tag692.xml"/><Relationship Id="rId66" Type="http://schemas.openxmlformats.org/officeDocument/2006/relationships/tags" Target="../tags/tag713.xml"/><Relationship Id="rId87" Type="http://schemas.openxmlformats.org/officeDocument/2006/relationships/tags" Target="../tags/tag734.xml"/><Relationship Id="rId61" Type="http://schemas.openxmlformats.org/officeDocument/2006/relationships/tags" Target="../tags/tag708.xml"/><Relationship Id="rId82" Type="http://schemas.openxmlformats.org/officeDocument/2006/relationships/tags" Target="../tags/tag729.xml"/><Relationship Id="rId19" Type="http://schemas.openxmlformats.org/officeDocument/2006/relationships/tags" Target="../tags/tag66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744.xml"/><Relationship Id="rId13" Type="http://schemas.openxmlformats.org/officeDocument/2006/relationships/tags" Target="../tags/tag749.xml"/><Relationship Id="rId18" Type="http://schemas.openxmlformats.org/officeDocument/2006/relationships/tags" Target="../tags/tag754.xml"/><Relationship Id="rId3" Type="http://schemas.openxmlformats.org/officeDocument/2006/relationships/tags" Target="../tags/tag73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743.xml"/><Relationship Id="rId12" Type="http://schemas.openxmlformats.org/officeDocument/2006/relationships/tags" Target="../tags/tag748.xml"/><Relationship Id="rId17" Type="http://schemas.openxmlformats.org/officeDocument/2006/relationships/tags" Target="../tags/tag753.xml"/><Relationship Id="rId2" Type="http://schemas.openxmlformats.org/officeDocument/2006/relationships/tags" Target="../tags/tag738.xml"/><Relationship Id="rId16" Type="http://schemas.openxmlformats.org/officeDocument/2006/relationships/tags" Target="../tags/tag752.xml"/><Relationship Id="rId20" Type="http://schemas.openxmlformats.org/officeDocument/2006/relationships/tags" Target="../tags/tag756.xml"/><Relationship Id="rId1" Type="http://schemas.openxmlformats.org/officeDocument/2006/relationships/tags" Target="../tags/tag737.xml"/><Relationship Id="rId6" Type="http://schemas.openxmlformats.org/officeDocument/2006/relationships/tags" Target="../tags/tag742.xml"/><Relationship Id="rId11" Type="http://schemas.openxmlformats.org/officeDocument/2006/relationships/tags" Target="../tags/tag747.xml"/><Relationship Id="rId24" Type="http://schemas.openxmlformats.org/officeDocument/2006/relationships/slide" Target="slide4.xml"/><Relationship Id="rId5" Type="http://schemas.openxmlformats.org/officeDocument/2006/relationships/tags" Target="../tags/tag741.xml"/><Relationship Id="rId15" Type="http://schemas.openxmlformats.org/officeDocument/2006/relationships/tags" Target="../tags/tag751.xml"/><Relationship Id="rId23" Type="http://schemas.openxmlformats.org/officeDocument/2006/relationships/slide" Target="slide2.xml"/><Relationship Id="rId10" Type="http://schemas.openxmlformats.org/officeDocument/2006/relationships/tags" Target="../tags/tag746.xml"/><Relationship Id="rId19" Type="http://schemas.openxmlformats.org/officeDocument/2006/relationships/tags" Target="../tags/tag755.xml"/><Relationship Id="rId4" Type="http://schemas.openxmlformats.org/officeDocument/2006/relationships/tags" Target="../tags/tag740.xml"/><Relationship Id="rId9" Type="http://schemas.openxmlformats.org/officeDocument/2006/relationships/tags" Target="../tags/tag745.xml"/><Relationship Id="rId14" Type="http://schemas.openxmlformats.org/officeDocument/2006/relationships/tags" Target="../tags/tag750.xml"/><Relationship Id="rId22" Type="http://schemas.openxmlformats.org/officeDocument/2006/relationships/notesSlide" Target="../notesSlides/notesSlid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7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tags" Target="../tags/tag874.xml"/><Relationship Id="rId21" Type="http://schemas.openxmlformats.org/officeDocument/2006/relationships/tags" Target="../tags/tag778.xml"/><Relationship Id="rId42" Type="http://schemas.openxmlformats.org/officeDocument/2006/relationships/tags" Target="../tags/tag799.xml"/><Relationship Id="rId63" Type="http://schemas.openxmlformats.org/officeDocument/2006/relationships/tags" Target="../tags/tag820.xml"/><Relationship Id="rId84" Type="http://schemas.openxmlformats.org/officeDocument/2006/relationships/tags" Target="../tags/tag841.xml"/><Relationship Id="rId138" Type="http://schemas.openxmlformats.org/officeDocument/2006/relationships/tags" Target="../tags/tag895.xml"/><Relationship Id="rId159" Type="http://schemas.openxmlformats.org/officeDocument/2006/relationships/tags" Target="../tags/tag916.xml"/><Relationship Id="rId170" Type="http://schemas.openxmlformats.org/officeDocument/2006/relationships/tags" Target="../tags/tag927.xml"/><Relationship Id="rId191" Type="http://schemas.openxmlformats.org/officeDocument/2006/relationships/tags" Target="../tags/tag948.xml"/><Relationship Id="rId107" Type="http://schemas.openxmlformats.org/officeDocument/2006/relationships/tags" Target="../tags/tag864.xml"/><Relationship Id="rId11" Type="http://schemas.openxmlformats.org/officeDocument/2006/relationships/tags" Target="../tags/tag768.xml"/><Relationship Id="rId32" Type="http://schemas.openxmlformats.org/officeDocument/2006/relationships/tags" Target="../tags/tag789.xml"/><Relationship Id="rId53" Type="http://schemas.openxmlformats.org/officeDocument/2006/relationships/tags" Target="../tags/tag810.xml"/><Relationship Id="rId74" Type="http://schemas.openxmlformats.org/officeDocument/2006/relationships/tags" Target="../tags/tag831.xml"/><Relationship Id="rId128" Type="http://schemas.openxmlformats.org/officeDocument/2006/relationships/tags" Target="../tags/tag885.xml"/><Relationship Id="rId149" Type="http://schemas.openxmlformats.org/officeDocument/2006/relationships/tags" Target="../tags/tag906.xml"/><Relationship Id="rId5" Type="http://schemas.openxmlformats.org/officeDocument/2006/relationships/tags" Target="../tags/tag762.xml"/><Relationship Id="rId95" Type="http://schemas.openxmlformats.org/officeDocument/2006/relationships/tags" Target="../tags/tag852.xml"/><Relationship Id="rId160" Type="http://schemas.openxmlformats.org/officeDocument/2006/relationships/tags" Target="../tags/tag917.xml"/><Relationship Id="rId181" Type="http://schemas.openxmlformats.org/officeDocument/2006/relationships/tags" Target="../tags/tag938.xml"/><Relationship Id="rId22" Type="http://schemas.openxmlformats.org/officeDocument/2006/relationships/tags" Target="../tags/tag779.xml"/><Relationship Id="rId43" Type="http://schemas.openxmlformats.org/officeDocument/2006/relationships/tags" Target="../tags/tag800.xml"/><Relationship Id="rId64" Type="http://schemas.openxmlformats.org/officeDocument/2006/relationships/tags" Target="../tags/tag821.xml"/><Relationship Id="rId118" Type="http://schemas.openxmlformats.org/officeDocument/2006/relationships/tags" Target="../tags/tag875.xml"/><Relationship Id="rId139" Type="http://schemas.openxmlformats.org/officeDocument/2006/relationships/tags" Target="../tags/tag896.xml"/><Relationship Id="rId85" Type="http://schemas.openxmlformats.org/officeDocument/2006/relationships/tags" Target="../tags/tag842.xml"/><Relationship Id="rId150" Type="http://schemas.openxmlformats.org/officeDocument/2006/relationships/tags" Target="../tags/tag907.xml"/><Relationship Id="rId171" Type="http://schemas.openxmlformats.org/officeDocument/2006/relationships/tags" Target="../tags/tag928.xml"/><Relationship Id="rId192" Type="http://schemas.openxmlformats.org/officeDocument/2006/relationships/tags" Target="../tags/tag949.xml"/><Relationship Id="rId12" Type="http://schemas.openxmlformats.org/officeDocument/2006/relationships/tags" Target="../tags/tag769.xml"/><Relationship Id="rId33" Type="http://schemas.openxmlformats.org/officeDocument/2006/relationships/tags" Target="../tags/tag790.xml"/><Relationship Id="rId108" Type="http://schemas.openxmlformats.org/officeDocument/2006/relationships/tags" Target="../tags/tag865.xml"/><Relationship Id="rId129" Type="http://schemas.openxmlformats.org/officeDocument/2006/relationships/tags" Target="../tags/tag886.xml"/><Relationship Id="rId54" Type="http://schemas.openxmlformats.org/officeDocument/2006/relationships/tags" Target="../tags/tag811.xml"/><Relationship Id="rId75" Type="http://schemas.openxmlformats.org/officeDocument/2006/relationships/tags" Target="../tags/tag832.xml"/><Relationship Id="rId96" Type="http://schemas.openxmlformats.org/officeDocument/2006/relationships/tags" Target="../tags/tag853.xml"/><Relationship Id="rId140" Type="http://schemas.openxmlformats.org/officeDocument/2006/relationships/tags" Target="../tags/tag897.xml"/><Relationship Id="rId161" Type="http://schemas.openxmlformats.org/officeDocument/2006/relationships/tags" Target="../tags/tag918.xml"/><Relationship Id="rId182" Type="http://schemas.openxmlformats.org/officeDocument/2006/relationships/tags" Target="../tags/tag939.xml"/><Relationship Id="rId6" Type="http://schemas.openxmlformats.org/officeDocument/2006/relationships/tags" Target="../tags/tag763.xml"/><Relationship Id="rId23" Type="http://schemas.openxmlformats.org/officeDocument/2006/relationships/tags" Target="../tags/tag780.xml"/><Relationship Id="rId119" Type="http://schemas.openxmlformats.org/officeDocument/2006/relationships/tags" Target="../tags/tag876.xml"/><Relationship Id="rId44" Type="http://schemas.openxmlformats.org/officeDocument/2006/relationships/tags" Target="../tags/tag801.xml"/><Relationship Id="rId65" Type="http://schemas.openxmlformats.org/officeDocument/2006/relationships/tags" Target="../tags/tag822.xml"/><Relationship Id="rId86" Type="http://schemas.openxmlformats.org/officeDocument/2006/relationships/tags" Target="../tags/tag843.xml"/><Relationship Id="rId130" Type="http://schemas.openxmlformats.org/officeDocument/2006/relationships/tags" Target="../tags/tag887.xml"/><Relationship Id="rId151" Type="http://schemas.openxmlformats.org/officeDocument/2006/relationships/tags" Target="../tags/tag908.xml"/><Relationship Id="rId172" Type="http://schemas.openxmlformats.org/officeDocument/2006/relationships/tags" Target="../tags/tag929.xml"/><Relationship Id="rId193" Type="http://schemas.openxmlformats.org/officeDocument/2006/relationships/tags" Target="../tags/tag950.xml"/><Relationship Id="rId13" Type="http://schemas.openxmlformats.org/officeDocument/2006/relationships/tags" Target="../tags/tag770.xml"/><Relationship Id="rId109" Type="http://schemas.openxmlformats.org/officeDocument/2006/relationships/tags" Target="../tags/tag866.xml"/><Relationship Id="rId34" Type="http://schemas.openxmlformats.org/officeDocument/2006/relationships/tags" Target="../tags/tag791.xml"/><Relationship Id="rId55" Type="http://schemas.openxmlformats.org/officeDocument/2006/relationships/tags" Target="../tags/tag812.xml"/><Relationship Id="rId76" Type="http://schemas.openxmlformats.org/officeDocument/2006/relationships/tags" Target="../tags/tag833.xml"/><Relationship Id="rId97" Type="http://schemas.openxmlformats.org/officeDocument/2006/relationships/tags" Target="../tags/tag854.xml"/><Relationship Id="rId120" Type="http://schemas.openxmlformats.org/officeDocument/2006/relationships/tags" Target="../tags/tag877.xml"/><Relationship Id="rId141" Type="http://schemas.openxmlformats.org/officeDocument/2006/relationships/tags" Target="../tags/tag898.xml"/><Relationship Id="rId7" Type="http://schemas.openxmlformats.org/officeDocument/2006/relationships/tags" Target="../tags/tag764.xml"/><Relationship Id="rId162" Type="http://schemas.openxmlformats.org/officeDocument/2006/relationships/tags" Target="../tags/tag919.xml"/><Relationship Id="rId183" Type="http://schemas.openxmlformats.org/officeDocument/2006/relationships/tags" Target="../tags/tag940.xml"/><Relationship Id="rId2" Type="http://schemas.openxmlformats.org/officeDocument/2006/relationships/tags" Target="../tags/tag759.xml"/><Relationship Id="rId29" Type="http://schemas.openxmlformats.org/officeDocument/2006/relationships/tags" Target="../tags/tag786.xml"/><Relationship Id="rId24" Type="http://schemas.openxmlformats.org/officeDocument/2006/relationships/tags" Target="../tags/tag781.xml"/><Relationship Id="rId40" Type="http://schemas.openxmlformats.org/officeDocument/2006/relationships/tags" Target="../tags/tag797.xml"/><Relationship Id="rId45" Type="http://schemas.openxmlformats.org/officeDocument/2006/relationships/tags" Target="../tags/tag802.xml"/><Relationship Id="rId66" Type="http://schemas.openxmlformats.org/officeDocument/2006/relationships/tags" Target="../tags/tag823.xml"/><Relationship Id="rId87" Type="http://schemas.openxmlformats.org/officeDocument/2006/relationships/tags" Target="../tags/tag844.xml"/><Relationship Id="rId110" Type="http://schemas.openxmlformats.org/officeDocument/2006/relationships/tags" Target="../tags/tag867.xml"/><Relationship Id="rId115" Type="http://schemas.openxmlformats.org/officeDocument/2006/relationships/tags" Target="../tags/tag872.xml"/><Relationship Id="rId131" Type="http://schemas.openxmlformats.org/officeDocument/2006/relationships/tags" Target="../tags/tag888.xml"/><Relationship Id="rId136" Type="http://schemas.openxmlformats.org/officeDocument/2006/relationships/tags" Target="../tags/tag893.xml"/><Relationship Id="rId157" Type="http://schemas.openxmlformats.org/officeDocument/2006/relationships/tags" Target="../tags/tag914.xml"/><Relationship Id="rId178" Type="http://schemas.openxmlformats.org/officeDocument/2006/relationships/tags" Target="../tags/tag935.xml"/><Relationship Id="rId61" Type="http://schemas.openxmlformats.org/officeDocument/2006/relationships/tags" Target="../tags/tag818.xml"/><Relationship Id="rId82" Type="http://schemas.openxmlformats.org/officeDocument/2006/relationships/tags" Target="../tags/tag839.xml"/><Relationship Id="rId152" Type="http://schemas.openxmlformats.org/officeDocument/2006/relationships/tags" Target="../tags/tag909.xml"/><Relationship Id="rId173" Type="http://schemas.openxmlformats.org/officeDocument/2006/relationships/tags" Target="../tags/tag930.xml"/><Relationship Id="rId194" Type="http://schemas.openxmlformats.org/officeDocument/2006/relationships/tags" Target="../tags/tag951.xml"/><Relationship Id="rId199" Type="http://schemas.openxmlformats.org/officeDocument/2006/relationships/tags" Target="../tags/tag956.xml"/><Relationship Id="rId19" Type="http://schemas.openxmlformats.org/officeDocument/2006/relationships/tags" Target="../tags/tag776.xml"/><Relationship Id="rId14" Type="http://schemas.openxmlformats.org/officeDocument/2006/relationships/tags" Target="../tags/tag771.xml"/><Relationship Id="rId30" Type="http://schemas.openxmlformats.org/officeDocument/2006/relationships/tags" Target="../tags/tag787.xml"/><Relationship Id="rId35" Type="http://schemas.openxmlformats.org/officeDocument/2006/relationships/tags" Target="../tags/tag792.xml"/><Relationship Id="rId56" Type="http://schemas.openxmlformats.org/officeDocument/2006/relationships/tags" Target="../tags/tag813.xml"/><Relationship Id="rId77" Type="http://schemas.openxmlformats.org/officeDocument/2006/relationships/tags" Target="../tags/tag834.xml"/><Relationship Id="rId100" Type="http://schemas.openxmlformats.org/officeDocument/2006/relationships/tags" Target="../tags/tag857.xml"/><Relationship Id="rId105" Type="http://schemas.openxmlformats.org/officeDocument/2006/relationships/tags" Target="../tags/tag862.xml"/><Relationship Id="rId126" Type="http://schemas.openxmlformats.org/officeDocument/2006/relationships/tags" Target="../tags/tag883.xml"/><Relationship Id="rId147" Type="http://schemas.openxmlformats.org/officeDocument/2006/relationships/tags" Target="../tags/tag904.xml"/><Relationship Id="rId168" Type="http://schemas.openxmlformats.org/officeDocument/2006/relationships/tags" Target="../tags/tag925.xml"/><Relationship Id="rId8" Type="http://schemas.openxmlformats.org/officeDocument/2006/relationships/tags" Target="../tags/tag765.xml"/><Relationship Id="rId51" Type="http://schemas.openxmlformats.org/officeDocument/2006/relationships/tags" Target="../tags/tag808.xml"/><Relationship Id="rId72" Type="http://schemas.openxmlformats.org/officeDocument/2006/relationships/tags" Target="../tags/tag829.xml"/><Relationship Id="rId93" Type="http://schemas.openxmlformats.org/officeDocument/2006/relationships/tags" Target="../tags/tag850.xml"/><Relationship Id="rId98" Type="http://schemas.openxmlformats.org/officeDocument/2006/relationships/tags" Target="../tags/tag855.xml"/><Relationship Id="rId121" Type="http://schemas.openxmlformats.org/officeDocument/2006/relationships/tags" Target="../tags/tag878.xml"/><Relationship Id="rId142" Type="http://schemas.openxmlformats.org/officeDocument/2006/relationships/tags" Target="../tags/tag899.xml"/><Relationship Id="rId163" Type="http://schemas.openxmlformats.org/officeDocument/2006/relationships/tags" Target="../tags/tag920.xml"/><Relationship Id="rId184" Type="http://schemas.openxmlformats.org/officeDocument/2006/relationships/tags" Target="../tags/tag941.xml"/><Relationship Id="rId189" Type="http://schemas.openxmlformats.org/officeDocument/2006/relationships/tags" Target="../tags/tag946.xml"/><Relationship Id="rId3" Type="http://schemas.openxmlformats.org/officeDocument/2006/relationships/tags" Target="../tags/tag760.xml"/><Relationship Id="rId25" Type="http://schemas.openxmlformats.org/officeDocument/2006/relationships/tags" Target="../tags/tag782.xml"/><Relationship Id="rId46" Type="http://schemas.openxmlformats.org/officeDocument/2006/relationships/tags" Target="../tags/tag803.xml"/><Relationship Id="rId67" Type="http://schemas.openxmlformats.org/officeDocument/2006/relationships/tags" Target="../tags/tag824.xml"/><Relationship Id="rId116" Type="http://schemas.openxmlformats.org/officeDocument/2006/relationships/tags" Target="../tags/tag873.xml"/><Relationship Id="rId137" Type="http://schemas.openxmlformats.org/officeDocument/2006/relationships/tags" Target="../tags/tag894.xml"/><Relationship Id="rId158" Type="http://schemas.openxmlformats.org/officeDocument/2006/relationships/tags" Target="../tags/tag915.xml"/><Relationship Id="rId20" Type="http://schemas.openxmlformats.org/officeDocument/2006/relationships/tags" Target="../tags/tag777.xml"/><Relationship Id="rId41" Type="http://schemas.openxmlformats.org/officeDocument/2006/relationships/tags" Target="../tags/tag798.xml"/><Relationship Id="rId62" Type="http://schemas.openxmlformats.org/officeDocument/2006/relationships/tags" Target="../tags/tag819.xml"/><Relationship Id="rId83" Type="http://schemas.openxmlformats.org/officeDocument/2006/relationships/tags" Target="../tags/tag840.xml"/><Relationship Id="rId88" Type="http://schemas.openxmlformats.org/officeDocument/2006/relationships/tags" Target="../tags/tag845.xml"/><Relationship Id="rId111" Type="http://schemas.openxmlformats.org/officeDocument/2006/relationships/tags" Target="../tags/tag868.xml"/><Relationship Id="rId132" Type="http://schemas.openxmlformats.org/officeDocument/2006/relationships/tags" Target="../tags/tag889.xml"/><Relationship Id="rId153" Type="http://schemas.openxmlformats.org/officeDocument/2006/relationships/tags" Target="../tags/tag910.xml"/><Relationship Id="rId174" Type="http://schemas.openxmlformats.org/officeDocument/2006/relationships/tags" Target="../tags/tag931.xml"/><Relationship Id="rId179" Type="http://schemas.openxmlformats.org/officeDocument/2006/relationships/tags" Target="../tags/tag936.xml"/><Relationship Id="rId195" Type="http://schemas.openxmlformats.org/officeDocument/2006/relationships/tags" Target="../tags/tag952.xml"/><Relationship Id="rId190" Type="http://schemas.openxmlformats.org/officeDocument/2006/relationships/tags" Target="../tags/tag947.xml"/><Relationship Id="rId15" Type="http://schemas.openxmlformats.org/officeDocument/2006/relationships/tags" Target="../tags/tag772.xml"/><Relationship Id="rId36" Type="http://schemas.openxmlformats.org/officeDocument/2006/relationships/tags" Target="../tags/tag793.xml"/><Relationship Id="rId57" Type="http://schemas.openxmlformats.org/officeDocument/2006/relationships/tags" Target="../tags/tag814.xml"/><Relationship Id="rId106" Type="http://schemas.openxmlformats.org/officeDocument/2006/relationships/tags" Target="../tags/tag863.xml"/><Relationship Id="rId127" Type="http://schemas.openxmlformats.org/officeDocument/2006/relationships/tags" Target="../tags/tag884.xml"/><Relationship Id="rId10" Type="http://schemas.openxmlformats.org/officeDocument/2006/relationships/tags" Target="../tags/tag767.xml"/><Relationship Id="rId31" Type="http://schemas.openxmlformats.org/officeDocument/2006/relationships/tags" Target="../tags/tag788.xml"/><Relationship Id="rId52" Type="http://schemas.openxmlformats.org/officeDocument/2006/relationships/tags" Target="../tags/tag809.xml"/><Relationship Id="rId73" Type="http://schemas.openxmlformats.org/officeDocument/2006/relationships/tags" Target="../tags/tag830.xml"/><Relationship Id="rId78" Type="http://schemas.openxmlformats.org/officeDocument/2006/relationships/tags" Target="../tags/tag835.xml"/><Relationship Id="rId94" Type="http://schemas.openxmlformats.org/officeDocument/2006/relationships/tags" Target="../tags/tag851.xml"/><Relationship Id="rId99" Type="http://schemas.openxmlformats.org/officeDocument/2006/relationships/tags" Target="../tags/tag856.xml"/><Relationship Id="rId101" Type="http://schemas.openxmlformats.org/officeDocument/2006/relationships/tags" Target="../tags/tag858.xml"/><Relationship Id="rId122" Type="http://schemas.openxmlformats.org/officeDocument/2006/relationships/tags" Target="../tags/tag879.xml"/><Relationship Id="rId143" Type="http://schemas.openxmlformats.org/officeDocument/2006/relationships/tags" Target="../tags/tag900.xml"/><Relationship Id="rId148" Type="http://schemas.openxmlformats.org/officeDocument/2006/relationships/tags" Target="../tags/tag905.xml"/><Relationship Id="rId164" Type="http://schemas.openxmlformats.org/officeDocument/2006/relationships/tags" Target="../tags/tag921.xml"/><Relationship Id="rId169" Type="http://schemas.openxmlformats.org/officeDocument/2006/relationships/tags" Target="../tags/tag926.xml"/><Relationship Id="rId185" Type="http://schemas.openxmlformats.org/officeDocument/2006/relationships/tags" Target="../tags/tag942.xml"/><Relationship Id="rId4" Type="http://schemas.openxmlformats.org/officeDocument/2006/relationships/tags" Target="../tags/tag761.xml"/><Relationship Id="rId9" Type="http://schemas.openxmlformats.org/officeDocument/2006/relationships/tags" Target="../tags/tag766.xml"/><Relationship Id="rId180" Type="http://schemas.openxmlformats.org/officeDocument/2006/relationships/tags" Target="../tags/tag937.xml"/><Relationship Id="rId26" Type="http://schemas.openxmlformats.org/officeDocument/2006/relationships/tags" Target="../tags/tag783.xml"/><Relationship Id="rId47" Type="http://schemas.openxmlformats.org/officeDocument/2006/relationships/tags" Target="../tags/tag804.xml"/><Relationship Id="rId68" Type="http://schemas.openxmlformats.org/officeDocument/2006/relationships/tags" Target="../tags/tag825.xml"/><Relationship Id="rId89" Type="http://schemas.openxmlformats.org/officeDocument/2006/relationships/tags" Target="../tags/tag846.xml"/><Relationship Id="rId112" Type="http://schemas.openxmlformats.org/officeDocument/2006/relationships/tags" Target="../tags/tag869.xml"/><Relationship Id="rId133" Type="http://schemas.openxmlformats.org/officeDocument/2006/relationships/tags" Target="../tags/tag890.xml"/><Relationship Id="rId154" Type="http://schemas.openxmlformats.org/officeDocument/2006/relationships/tags" Target="../tags/tag911.xml"/><Relationship Id="rId175" Type="http://schemas.openxmlformats.org/officeDocument/2006/relationships/tags" Target="../tags/tag932.xml"/><Relationship Id="rId196" Type="http://schemas.openxmlformats.org/officeDocument/2006/relationships/tags" Target="../tags/tag953.xml"/><Relationship Id="rId200" Type="http://schemas.openxmlformats.org/officeDocument/2006/relationships/tags" Target="../tags/tag957.xml"/><Relationship Id="rId16" Type="http://schemas.openxmlformats.org/officeDocument/2006/relationships/tags" Target="../tags/tag773.xml"/><Relationship Id="rId37" Type="http://schemas.openxmlformats.org/officeDocument/2006/relationships/tags" Target="../tags/tag794.xml"/><Relationship Id="rId58" Type="http://schemas.openxmlformats.org/officeDocument/2006/relationships/tags" Target="../tags/tag815.xml"/><Relationship Id="rId79" Type="http://schemas.openxmlformats.org/officeDocument/2006/relationships/tags" Target="../tags/tag836.xml"/><Relationship Id="rId102" Type="http://schemas.openxmlformats.org/officeDocument/2006/relationships/tags" Target="../tags/tag859.xml"/><Relationship Id="rId123" Type="http://schemas.openxmlformats.org/officeDocument/2006/relationships/tags" Target="../tags/tag880.xml"/><Relationship Id="rId144" Type="http://schemas.openxmlformats.org/officeDocument/2006/relationships/tags" Target="../tags/tag901.xml"/><Relationship Id="rId90" Type="http://schemas.openxmlformats.org/officeDocument/2006/relationships/tags" Target="../tags/tag847.xml"/><Relationship Id="rId165" Type="http://schemas.openxmlformats.org/officeDocument/2006/relationships/tags" Target="../tags/tag922.xml"/><Relationship Id="rId186" Type="http://schemas.openxmlformats.org/officeDocument/2006/relationships/tags" Target="../tags/tag943.xml"/><Relationship Id="rId27" Type="http://schemas.openxmlformats.org/officeDocument/2006/relationships/tags" Target="../tags/tag784.xml"/><Relationship Id="rId48" Type="http://schemas.openxmlformats.org/officeDocument/2006/relationships/tags" Target="../tags/tag805.xml"/><Relationship Id="rId69" Type="http://schemas.openxmlformats.org/officeDocument/2006/relationships/tags" Target="../tags/tag826.xml"/><Relationship Id="rId113" Type="http://schemas.openxmlformats.org/officeDocument/2006/relationships/tags" Target="../tags/tag870.xml"/><Relationship Id="rId134" Type="http://schemas.openxmlformats.org/officeDocument/2006/relationships/tags" Target="../tags/tag891.xml"/><Relationship Id="rId80" Type="http://schemas.openxmlformats.org/officeDocument/2006/relationships/tags" Target="../tags/tag837.xml"/><Relationship Id="rId155" Type="http://schemas.openxmlformats.org/officeDocument/2006/relationships/tags" Target="../tags/tag912.xml"/><Relationship Id="rId176" Type="http://schemas.openxmlformats.org/officeDocument/2006/relationships/tags" Target="../tags/tag933.xml"/><Relationship Id="rId197" Type="http://schemas.openxmlformats.org/officeDocument/2006/relationships/tags" Target="../tags/tag954.xml"/><Relationship Id="rId201" Type="http://schemas.openxmlformats.org/officeDocument/2006/relationships/tags" Target="../tags/tag958.xml"/><Relationship Id="rId17" Type="http://schemas.openxmlformats.org/officeDocument/2006/relationships/tags" Target="../tags/tag774.xml"/><Relationship Id="rId38" Type="http://schemas.openxmlformats.org/officeDocument/2006/relationships/tags" Target="../tags/tag795.xml"/><Relationship Id="rId59" Type="http://schemas.openxmlformats.org/officeDocument/2006/relationships/tags" Target="../tags/tag816.xml"/><Relationship Id="rId103" Type="http://schemas.openxmlformats.org/officeDocument/2006/relationships/tags" Target="../tags/tag860.xml"/><Relationship Id="rId124" Type="http://schemas.openxmlformats.org/officeDocument/2006/relationships/tags" Target="../tags/tag881.xml"/><Relationship Id="rId70" Type="http://schemas.openxmlformats.org/officeDocument/2006/relationships/tags" Target="../tags/tag827.xml"/><Relationship Id="rId91" Type="http://schemas.openxmlformats.org/officeDocument/2006/relationships/tags" Target="../tags/tag848.xml"/><Relationship Id="rId145" Type="http://schemas.openxmlformats.org/officeDocument/2006/relationships/tags" Target="../tags/tag902.xml"/><Relationship Id="rId166" Type="http://schemas.openxmlformats.org/officeDocument/2006/relationships/tags" Target="../tags/tag923.xml"/><Relationship Id="rId187" Type="http://schemas.openxmlformats.org/officeDocument/2006/relationships/tags" Target="../tags/tag944.xml"/><Relationship Id="rId1" Type="http://schemas.openxmlformats.org/officeDocument/2006/relationships/tags" Target="../tags/tag758.xml"/><Relationship Id="rId28" Type="http://schemas.openxmlformats.org/officeDocument/2006/relationships/tags" Target="../tags/tag785.xml"/><Relationship Id="rId49" Type="http://schemas.openxmlformats.org/officeDocument/2006/relationships/tags" Target="../tags/tag806.xml"/><Relationship Id="rId114" Type="http://schemas.openxmlformats.org/officeDocument/2006/relationships/tags" Target="../tags/tag871.xml"/><Relationship Id="rId60" Type="http://schemas.openxmlformats.org/officeDocument/2006/relationships/tags" Target="../tags/tag817.xml"/><Relationship Id="rId81" Type="http://schemas.openxmlformats.org/officeDocument/2006/relationships/tags" Target="../tags/tag838.xml"/><Relationship Id="rId135" Type="http://schemas.openxmlformats.org/officeDocument/2006/relationships/tags" Target="../tags/tag892.xml"/><Relationship Id="rId156" Type="http://schemas.openxmlformats.org/officeDocument/2006/relationships/tags" Target="../tags/tag913.xml"/><Relationship Id="rId177" Type="http://schemas.openxmlformats.org/officeDocument/2006/relationships/tags" Target="../tags/tag934.xml"/><Relationship Id="rId198" Type="http://schemas.openxmlformats.org/officeDocument/2006/relationships/tags" Target="../tags/tag955.xml"/><Relationship Id="rId202" Type="http://schemas.openxmlformats.org/officeDocument/2006/relationships/slideLayout" Target="../slideLayouts/slideLayout7.xml"/><Relationship Id="rId18" Type="http://schemas.openxmlformats.org/officeDocument/2006/relationships/tags" Target="../tags/tag775.xml"/><Relationship Id="rId39" Type="http://schemas.openxmlformats.org/officeDocument/2006/relationships/tags" Target="../tags/tag796.xml"/><Relationship Id="rId50" Type="http://schemas.openxmlformats.org/officeDocument/2006/relationships/tags" Target="../tags/tag807.xml"/><Relationship Id="rId104" Type="http://schemas.openxmlformats.org/officeDocument/2006/relationships/tags" Target="../tags/tag861.xml"/><Relationship Id="rId125" Type="http://schemas.openxmlformats.org/officeDocument/2006/relationships/tags" Target="../tags/tag882.xml"/><Relationship Id="rId146" Type="http://schemas.openxmlformats.org/officeDocument/2006/relationships/tags" Target="../tags/tag903.xml"/><Relationship Id="rId167" Type="http://schemas.openxmlformats.org/officeDocument/2006/relationships/tags" Target="../tags/tag924.xml"/><Relationship Id="rId188" Type="http://schemas.openxmlformats.org/officeDocument/2006/relationships/tags" Target="../tags/tag945.xml"/><Relationship Id="rId71" Type="http://schemas.openxmlformats.org/officeDocument/2006/relationships/tags" Target="../tags/tag828.xml"/><Relationship Id="rId92" Type="http://schemas.openxmlformats.org/officeDocument/2006/relationships/tags" Target="../tags/tag849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tags" Target="../tags/tag984.xml"/><Relationship Id="rId21" Type="http://schemas.openxmlformats.org/officeDocument/2006/relationships/tags" Target="../tags/tag979.xml"/><Relationship Id="rId42" Type="http://schemas.openxmlformats.org/officeDocument/2006/relationships/tags" Target="../tags/tag1000.xml"/><Relationship Id="rId47" Type="http://schemas.openxmlformats.org/officeDocument/2006/relationships/tags" Target="../tags/tag1005.xml"/><Relationship Id="rId63" Type="http://schemas.openxmlformats.org/officeDocument/2006/relationships/tags" Target="../tags/tag1021.xml"/><Relationship Id="rId68" Type="http://schemas.openxmlformats.org/officeDocument/2006/relationships/tags" Target="../tags/tag1026.xml"/><Relationship Id="rId16" Type="http://schemas.openxmlformats.org/officeDocument/2006/relationships/tags" Target="../tags/tag974.xml"/><Relationship Id="rId11" Type="http://schemas.openxmlformats.org/officeDocument/2006/relationships/tags" Target="../tags/tag969.xml"/><Relationship Id="rId24" Type="http://schemas.openxmlformats.org/officeDocument/2006/relationships/tags" Target="../tags/tag982.xml"/><Relationship Id="rId32" Type="http://schemas.openxmlformats.org/officeDocument/2006/relationships/tags" Target="../tags/tag990.xml"/><Relationship Id="rId37" Type="http://schemas.openxmlformats.org/officeDocument/2006/relationships/tags" Target="../tags/tag995.xml"/><Relationship Id="rId40" Type="http://schemas.openxmlformats.org/officeDocument/2006/relationships/tags" Target="../tags/tag998.xml"/><Relationship Id="rId45" Type="http://schemas.openxmlformats.org/officeDocument/2006/relationships/tags" Target="../tags/tag1003.xml"/><Relationship Id="rId53" Type="http://schemas.openxmlformats.org/officeDocument/2006/relationships/tags" Target="../tags/tag1011.xml"/><Relationship Id="rId58" Type="http://schemas.openxmlformats.org/officeDocument/2006/relationships/tags" Target="../tags/tag1016.xml"/><Relationship Id="rId66" Type="http://schemas.openxmlformats.org/officeDocument/2006/relationships/tags" Target="../tags/tag1024.xml"/><Relationship Id="rId74" Type="http://schemas.openxmlformats.org/officeDocument/2006/relationships/tags" Target="../tags/tag1032.xml"/><Relationship Id="rId79" Type="http://schemas.openxmlformats.org/officeDocument/2006/relationships/notesSlide" Target="../notesSlides/notesSlide11.xml"/><Relationship Id="rId5" Type="http://schemas.openxmlformats.org/officeDocument/2006/relationships/tags" Target="../tags/tag963.xml"/><Relationship Id="rId61" Type="http://schemas.openxmlformats.org/officeDocument/2006/relationships/tags" Target="../tags/tag1019.xml"/><Relationship Id="rId19" Type="http://schemas.openxmlformats.org/officeDocument/2006/relationships/tags" Target="../tags/tag977.xml"/><Relationship Id="rId14" Type="http://schemas.openxmlformats.org/officeDocument/2006/relationships/tags" Target="../tags/tag972.xml"/><Relationship Id="rId22" Type="http://schemas.openxmlformats.org/officeDocument/2006/relationships/tags" Target="../tags/tag980.xml"/><Relationship Id="rId27" Type="http://schemas.openxmlformats.org/officeDocument/2006/relationships/tags" Target="../tags/tag985.xml"/><Relationship Id="rId30" Type="http://schemas.openxmlformats.org/officeDocument/2006/relationships/tags" Target="../tags/tag988.xml"/><Relationship Id="rId35" Type="http://schemas.openxmlformats.org/officeDocument/2006/relationships/tags" Target="../tags/tag993.xml"/><Relationship Id="rId43" Type="http://schemas.openxmlformats.org/officeDocument/2006/relationships/tags" Target="../tags/tag1001.xml"/><Relationship Id="rId48" Type="http://schemas.openxmlformats.org/officeDocument/2006/relationships/tags" Target="../tags/tag1006.xml"/><Relationship Id="rId56" Type="http://schemas.openxmlformats.org/officeDocument/2006/relationships/tags" Target="../tags/tag1014.xml"/><Relationship Id="rId64" Type="http://schemas.openxmlformats.org/officeDocument/2006/relationships/tags" Target="../tags/tag1022.xml"/><Relationship Id="rId69" Type="http://schemas.openxmlformats.org/officeDocument/2006/relationships/tags" Target="../tags/tag1027.xml"/><Relationship Id="rId77" Type="http://schemas.openxmlformats.org/officeDocument/2006/relationships/tags" Target="../tags/tag1035.xml"/><Relationship Id="rId8" Type="http://schemas.openxmlformats.org/officeDocument/2006/relationships/tags" Target="../tags/tag966.xml"/><Relationship Id="rId51" Type="http://schemas.openxmlformats.org/officeDocument/2006/relationships/tags" Target="../tags/tag1009.xml"/><Relationship Id="rId72" Type="http://schemas.openxmlformats.org/officeDocument/2006/relationships/tags" Target="../tags/tag1030.xml"/><Relationship Id="rId3" Type="http://schemas.openxmlformats.org/officeDocument/2006/relationships/tags" Target="../tags/tag961.xml"/><Relationship Id="rId12" Type="http://schemas.openxmlformats.org/officeDocument/2006/relationships/tags" Target="../tags/tag970.xml"/><Relationship Id="rId17" Type="http://schemas.openxmlformats.org/officeDocument/2006/relationships/tags" Target="../tags/tag975.xml"/><Relationship Id="rId25" Type="http://schemas.openxmlformats.org/officeDocument/2006/relationships/tags" Target="../tags/tag983.xml"/><Relationship Id="rId33" Type="http://schemas.openxmlformats.org/officeDocument/2006/relationships/tags" Target="../tags/tag991.xml"/><Relationship Id="rId38" Type="http://schemas.openxmlformats.org/officeDocument/2006/relationships/tags" Target="../tags/tag996.xml"/><Relationship Id="rId46" Type="http://schemas.openxmlformats.org/officeDocument/2006/relationships/tags" Target="../tags/tag1004.xml"/><Relationship Id="rId59" Type="http://schemas.openxmlformats.org/officeDocument/2006/relationships/tags" Target="../tags/tag1017.xml"/><Relationship Id="rId67" Type="http://schemas.openxmlformats.org/officeDocument/2006/relationships/tags" Target="../tags/tag1025.xml"/><Relationship Id="rId20" Type="http://schemas.openxmlformats.org/officeDocument/2006/relationships/tags" Target="../tags/tag978.xml"/><Relationship Id="rId41" Type="http://schemas.openxmlformats.org/officeDocument/2006/relationships/tags" Target="../tags/tag999.xml"/><Relationship Id="rId54" Type="http://schemas.openxmlformats.org/officeDocument/2006/relationships/tags" Target="../tags/tag1012.xml"/><Relationship Id="rId62" Type="http://schemas.openxmlformats.org/officeDocument/2006/relationships/tags" Target="../tags/tag1020.xml"/><Relationship Id="rId70" Type="http://schemas.openxmlformats.org/officeDocument/2006/relationships/tags" Target="../tags/tag1028.xml"/><Relationship Id="rId75" Type="http://schemas.openxmlformats.org/officeDocument/2006/relationships/tags" Target="../tags/tag1033.xml"/><Relationship Id="rId1" Type="http://schemas.openxmlformats.org/officeDocument/2006/relationships/tags" Target="../tags/tag959.xml"/><Relationship Id="rId6" Type="http://schemas.openxmlformats.org/officeDocument/2006/relationships/tags" Target="../tags/tag964.xml"/><Relationship Id="rId15" Type="http://schemas.openxmlformats.org/officeDocument/2006/relationships/tags" Target="../tags/tag973.xml"/><Relationship Id="rId23" Type="http://schemas.openxmlformats.org/officeDocument/2006/relationships/tags" Target="../tags/tag981.xml"/><Relationship Id="rId28" Type="http://schemas.openxmlformats.org/officeDocument/2006/relationships/tags" Target="../tags/tag986.xml"/><Relationship Id="rId36" Type="http://schemas.openxmlformats.org/officeDocument/2006/relationships/tags" Target="../tags/tag994.xml"/><Relationship Id="rId49" Type="http://schemas.openxmlformats.org/officeDocument/2006/relationships/tags" Target="../tags/tag1007.xml"/><Relationship Id="rId57" Type="http://schemas.openxmlformats.org/officeDocument/2006/relationships/tags" Target="../tags/tag1015.xml"/><Relationship Id="rId10" Type="http://schemas.openxmlformats.org/officeDocument/2006/relationships/tags" Target="../tags/tag968.xml"/><Relationship Id="rId31" Type="http://schemas.openxmlformats.org/officeDocument/2006/relationships/tags" Target="../tags/tag989.xml"/><Relationship Id="rId44" Type="http://schemas.openxmlformats.org/officeDocument/2006/relationships/tags" Target="../tags/tag1002.xml"/><Relationship Id="rId52" Type="http://schemas.openxmlformats.org/officeDocument/2006/relationships/tags" Target="../tags/tag1010.xml"/><Relationship Id="rId60" Type="http://schemas.openxmlformats.org/officeDocument/2006/relationships/tags" Target="../tags/tag1018.xml"/><Relationship Id="rId65" Type="http://schemas.openxmlformats.org/officeDocument/2006/relationships/tags" Target="../tags/tag1023.xml"/><Relationship Id="rId73" Type="http://schemas.openxmlformats.org/officeDocument/2006/relationships/tags" Target="../tags/tag1031.xml"/><Relationship Id="rId78" Type="http://schemas.openxmlformats.org/officeDocument/2006/relationships/slideLayout" Target="../slideLayouts/slideLayout7.xml"/><Relationship Id="rId4" Type="http://schemas.openxmlformats.org/officeDocument/2006/relationships/tags" Target="../tags/tag962.xml"/><Relationship Id="rId9" Type="http://schemas.openxmlformats.org/officeDocument/2006/relationships/tags" Target="../tags/tag967.xml"/><Relationship Id="rId13" Type="http://schemas.openxmlformats.org/officeDocument/2006/relationships/tags" Target="../tags/tag971.xml"/><Relationship Id="rId18" Type="http://schemas.openxmlformats.org/officeDocument/2006/relationships/tags" Target="../tags/tag976.xml"/><Relationship Id="rId39" Type="http://schemas.openxmlformats.org/officeDocument/2006/relationships/tags" Target="../tags/tag997.xml"/><Relationship Id="rId34" Type="http://schemas.openxmlformats.org/officeDocument/2006/relationships/tags" Target="../tags/tag992.xml"/><Relationship Id="rId50" Type="http://schemas.openxmlformats.org/officeDocument/2006/relationships/tags" Target="../tags/tag1008.xml"/><Relationship Id="rId55" Type="http://schemas.openxmlformats.org/officeDocument/2006/relationships/tags" Target="../tags/tag1013.xml"/><Relationship Id="rId76" Type="http://schemas.openxmlformats.org/officeDocument/2006/relationships/tags" Target="../tags/tag1034.xml"/><Relationship Id="rId7" Type="http://schemas.openxmlformats.org/officeDocument/2006/relationships/tags" Target="../tags/tag965.xml"/><Relationship Id="rId71" Type="http://schemas.openxmlformats.org/officeDocument/2006/relationships/tags" Target="../tags/tag1029.xml"/><Relationship Id="rId2" Type="http://schemas.openxmlformats.org/officeDocument/2006/relationships/tags" Target="../tags/tag960.xml"/><Relationship Id="rId29" Type="http://schemas.openxmlformats.org/officeDocument/2006/relationships/tags" Target="../tags/tag987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tags" Target="../tags/tag1061.xml"/><Relationship Id="rId21" Type="http://schemas.openxmlformats.org/officeDocument/2006/relationships/tags" Target="../tags/tag1056.xml"/><Relationship Id="rId42" Type="http://schemas.openxmlformats.org/officeDocument/2006/relationships/tags" Target="../tags/tag1077.xml"/><Relationship Id="rId47" Type="http://schemas.openxmlformats.org/officeDocument/2006/relationships/tags" Target="../tags/tag1082.xml"/><Relationship Id="rId63" Type="http://schemas.openxmlformats.org/officeDocument/2006/relationships/tags" Target="../tags/tag1098.xml"/><Relationship Id="rId68" Type="http://schemas.openxmlformats.org/officeDocument/2006/relationships/tags" Target="../tags/tag1103.xml"/><Relationship Id="rId16" Type="http://schemas.openxmlformats.org/officeDocument/2006/relationships/tags" Target="../tags/tag1051.xml"/><Relationship Id="rId11" Type="http://schemas.openxmlformats.org/officeDocument/2006/relationships/tags" Target="../tags/tag1046.xml"/><Relationship Id="rId24" Type="http://schemas.openxmlformats.org/officeDocument/2006/relationships/tags" Target="../tags/tag1059.xml"/><Relationship Id="rId32" Type="http://schemas.openxmlformats.org/officeDocument/2006/relationships/tags" Target="../tags/tag1067.xml"/><Relationship Id="rId37" Type="http://schemas.openxmlformats.org/officeDocument/2006/relationships/tags" Target="../tags/tag1072.xml"/><Relationship Id="rId40" Type="http://schemas.openxmlformats.org/officeDocument/2006/relationships/tags" Target="../tags/tag1075.xml"/><Relationship Id="rId45" Type="http://schemas.openxmlformats.org/officeDocument/2006/relationships/tags" Target="../tags/tag1080.xml"/><Relationship Id="rId53" Type="http://schemas.openxmlformats.org/officeDocument/2006/relationships/tags" Target="../tags/tag1088.xml"/><Relationship Id="rId58" Type="http://schemas.openxmlformats.org/officeDocument/2006/relationships/tags" Target="../tags/tag1093.xml"/><Relationship Id="rId66" Type="http://schemas.openxmlformats.org/officeDocument/2006/relationships/tags" Target="../tags/tag1101.xml"/><Relationship Id="rId74" Type="http://schemas.openxmlformats.org/officeDocument/2006/relationships/tags" Target="../tags/tag1109.xml"/><Relationship Id="rId79" Type="http://schemas.openxmlformats.org/officeDocument/2006/relationships/slideLayout" Target="../slideLayouts/slideLayout7.xml"/><Relationship Id="rId5" Type="http://schemas.openxmlformats.org/officeDocument/2006/relationships/tags" Target="../tags/tag1040.xml"/><Relationship Id="rId61" Type="http://schemas.openxmlformats.org/officeDocument/2006/relationships/tags" Target="../tags/tag1096.xml"/><Relationship Id="rId19" Type="http://schemas.openxmlformats.org/officeDocument/2006/relationships/tags" Target="../tags/tag1054.xml"/><Relationship Id="rId14" Type="http://schemas.openxmlformats.org/officeDocument/2006/relationships/tags" Target="../tags/tag1049.xml"/><Relationship Id="rId22" Type="http://schemas.openxmlformats.org/officeDocument/2006/relationships/tags" Target="../tags/tag1057.xml"/><Relationship Id="rId27" Type="http://schemas.openxmlformats.org/officeDocument/2006/relationships/tags" Target="../tags/tag1062.xml"/><Relationship Id="rId30" Type="http://schemas.openxmlformats.org/officeDocument/2006/relationships/tags" Target="../tags/tag1065.xml"/><Relationship Id="rId35" Type="http://schemas.openxmlformats.org/officeDocument/2006/relationships/tags" Target="../tags/tag1070.xml"/><Relationship Id="rId43" Type="http://schemas.openxmlformats.org/officeDocument/2006/relationships/tags" Target="../tags/tag1078.xml"/><Relationship Id="rId48" Type="http://schemas.openxmlformats.org/officeDocument/2006/relationships/tags" Target="../tags/tag1083.xml"/><Relationship Id="rId56" Type="http://schemas.openxmlformats.org/officeDocument/2006/relationships/tags" Target="../tags/tag1091.xml"/><Relationship Id="rId64" Type="http://schemas.openxmlformats.org/officeDocument/2006/relationships/tags" Target="../tags/tag1099.xml"/><Relationship Id="rId69" Type="http://schemas.openxmlformats.org/officeDocument/2006/relationships/tags" Target="../tags/tag1104.xml"/><Relationship Id="rId77" Type="http://schemas.openxmlformats.org/officeDocument/2006/relationships/tags" Target="../tags/tag1112.xml"/><Relationship Id="rId8" Type="http://schemas.openxmlformats.org/officeDocument/2006/relationships/tags" Target="../tags/tag1043.xml"/><Relationship Id="rId51" Type="http://schemas.openxmlformats.org/officeDocument/2006/relationships/tags" Target="../tags/tag1086.xml"/><Relationship Id="rId72" Type="http://schemas.openxmlformats.org/officeDocument/2006/relationships/tags" Target="../tags/tag1107.xml"/><Relationship Id="rId80" Type="http://schemas.openxmlformats.org/officeDocument/2006/relationships/notesSlide" Target="../notesSlides/notesSlide12.xml"/><Relationship Id="rId3" Type="http://schemas.openxmlformats.org/officeDocument/2006/relationships/tags" Target="../tags/tag1038.xml"/><Relationship Id="rId12" Type="http://schemas.openxmlformats.org/officeDocument/2006/relationships/tags" Target="../tags/tag1047.xml"/><Relationship Id="rId17" Type="http://schemas.openxmlformats.org/officeDocument/2006/relationships/tags" Target="../tags/tag1052.xml"/><Relationship Id="rId25" Type="http://schemas.openxmlformats.org/officeDocument/2006/relationships/tags" Target="../tags/tag1060.xml"/><Relationship Id="rId33" Type="http://schemas.openxmlformats.org/officeDocument/2006/relationships/tags" Target="../tags/tag1068.xml"/><Relationship Id="rId38" Type="http://schemas.openxmlformats.org/officeDocument/2006/relationships/tags" Target="../tags/tag1073.xml"/><Relationship Id="rId46" Type="http://schemas.openxmlformats.org/officeDocument/2006/relationships/tags" Target="../tags/tag1081.xml"/><Relationship Id="rId59" Type="http://schemas.openxmlformats.org/officeDocument/2006/relationships/tags" Target="../tags/tag1094.xml"/><Relationship Id="rId67" Type="http://schemas.openxmlformats.org/officeDocument/2006/relationships/tags" Target="../tags/tag1102.xml"/><Relationship Id="rId20" Type="http://schemas.openxmlformats.org/officeDocument/2006/relationships/tags" Target="../tags/tag1055.xml"/><Relationship Id="rId41" Type="http://schemas.openxmlformats.org/officeDocument/2006/relationships/tags" Target="../tags/tag1076.xml"/><Relationship Id="rId54" Type="http://schemas.openxmlformats.org/officeDocument/2006/relationships/tags" Target="../tags/tag1089.xml"/><Relationship Id="rId62" Type="http://schemas.openxmlformats.org/officeDocument/2006/relationships/tags" Target="../tags/tag1097.xml"/><Relationship Id="rId70" Type="http://schemas.openxmlformats.org/officeDocument/2006/relationships/tags" Target="../tags/tag1105.xml"/><Relationship Id="rId75" Type="http://schemas.openxmlformats.org/officeDocument/2006/relationships/tags" Target="../tags/tag1110.xml"/><Relationship Id="rId1" Type="http://schemas.openxmlformats.org/officeDocument/2006/relationships/tags" Target="../tags/tag1036.xml"/><Relationship Id="rId6" Type="http://schemas.openxmlformats.org/officeDocument/2006/relationships/tags" Target="../tags/tag1041.xml"/><Relationship Id="rId15" Type="http://schemas.openxmlformats.org/officeDocument/2006/relationships/tags" Target="../tags/tag1050.xml"/><Relationship Id="rId23" Type="http://schemas.openxmlformats.org/officeDocument/2006/relationships/tags" Target="../tags/tag1058.xml"/><Relationship Id="rId28" Type="http://schemas.openxmlformats.org/officeDocument/2006/relationships/tags" Target="../tags/tag1063.xml"/><Relationship Id="rId36" Type="http://schemas.openxmlformats.org/officeDocument/2006/relationships/tags" Target="../tags/tag1071.xml"/><Relationship Id="rId49" Type="http://schemas.openxmlformats.org/officeDocument/2006/relationships/tags" Target="../tags/tag1084.xml"/><Relationship Id="rId57" Type="http://schemas.openxmlformats.org/officeDocument/2006/relationships/tags" Target="../tags/tag1092.xml"/><Relationship Id="rId10" Type="http://schemas.openxmlformats.org/officeDocument/2006/relationships/tags" Target="../tags/tag1045.xml"/><Relationship Id="rId31" Type="http://schemas.openxmlformats.org/officeDocument/2006/relationships/tags" Target="../tags/tag1066.xml"/><Relationship Id="rId44" Type="http://schemas.openxmlformats.org/officeDocument/2006/relationships/tags" Target="../tags/tag1079.xml"/><Relationship Id="rId52" Type="http://schemas.openxmlformats.org/officeDocument/2006/relationships/tags" Target="../tags/tag1087.xml"/><Relationship Id="rId60" Type="http://schemas.openxmlformats.org/officeDocument/2006/relationships/tags" Target="../tags/tag1095.xml"/><Relationship Id="rId65" Type="http://schemas.openxmlformats.org/officeDocument/2006/relationships/tags" Target="../tags/tag1100.xml"/><Relationship Id="rId73" Type="http://schemas.openxmlformats.org/officeDocument/2006/relationships/tags" Target="../tags/tag1108.xml"/><Relationship Id="rId78" Type="http://schemas.openxmlformats.org/officeDocument/2006/relationships/tags" Target="../tags/tag1113.xml"/><Relationship Id="rId4" Type="http://schemas.openxmlformats.org/officeDocument/2006/relationships/tags" Target="../tags/tag1039.xml"/><Relationship Id="rId9" Type="http://schemas.openxmlformats.org/officeDocument/2006/relationships/tags" Target="../tags/tag1044.xml"/><Relationship Id="rId13" Type="http://schemas.openxmlformats.org/officeDocument/2006/relationships/tags" Target="../tags/tag1048.xml"/><Relationship Id="rId18" Type="http://schemas.openxmlformats.org/officeDocument/2006/relationships/tags" Target="../tags/tag1053.xml"/><Relationship Id="rId39" Type="http://schemas.openxmlformats.org/officeDocument/2006/relationships/tags" Target="../tags/tag1074.xml"/><Relationship Id="rId34" Type="http://schemas.openxmlformats.org/officeDocument/2006/relationships/tags" Target="../tags/tag1069.xml"/><Relationship Id="rId50" Type="http://schemas.openxmlformats.org/officeDocument/2006/relationships/tags" Target="../tags/tag1085.xml"/><Relationship Id="rId55" Type="http://schemas.openxmlformats.org/officeDocument/2006/relationships/tags" Target="../tags/tag1090.xml"/><Relationship Id="rId76" Type="http://schemas.openxmlformats.org/officeDocument/2006/relationships/tags" Target="../tags/tag1111.xml"/><Relationship Id="rId7" Type="http://schemas.openxmlformats.org/officeDocument/2006/relationships/tags" Target="../tags/tag1042.xml"/><Relationship Id="rId71" Type="http://schemas.openxmlformats.org/officeDocument/2006/relationships/tags" Target="../tags/tag1106.xml"/><Relationship Id="rId2" Type="http://schemas.openxmlformats.org/officeDocument/2006/relationships/tags" Target="../tags/tag1037.xml"/><Relationship Id="rId29" Type="http://schemas.openxmlformats.org/officeDocument/2006/relationships/tags" Target="../tags/tag1064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tags" Target="../tags/tag1139.xml"/><Relationship Id="rId21" Type="http://schemas.openxmlformats.org/officeDocument/2006/relationships/tags" Target="../tags/tag1134.xml"/><Relationship Id="rId42" Type="http://schemas.openxmlformats.org/officeDocument/2006/relationships/tags" Target="../tags/tag1155.xml"/><Relationship Id="rId47" Type="http://schemas.openxmlformats.org/officeDocument/2006/relationships/tags" Target="../tags/tag1160.xml"/><Relationship Id="rId63" Type="http://schemas.openxmlformats.org/officeDocument/2006/relationships/tags" Target="../tags/tag1176.xml"/><Relationship Id="rId68" Type="http://schemas.openxmlformats.org/officeDocument/2006/relationships/tags" Target="../tags/tag1181.xml"/><Relationship Id="rId84" Type="http://schemas.openxmlformats.org/officeDocument/2006/relationships/tags" Target="../tags/tag1197.xml"/><Relationship Id="rId89" Type="http://schemas.openxmlformats.org/officeDocument/2006/relationships/notesSlide" Target="../notesSlides/notesSlide13.xml"/><Relationship Id="rId16" Type="http://schemas.openxmlformats.org/officeDocument/2006/relationships/tags" Target="../tags/tag1129.xml"/><Relationship Id="rId11" Type="http://schemas.openxmlformats.org/officeDocument/2006/relationships/tags" Target="../tags/tag1124.xml"/><Relationship Id="rId32" Type="http://schemas.openxmlformats.org/officeDocument/2006/relationships/tags" Target="../tags/tag1145.xml"/><Relationship Id="rId37" Type="http://schemas.openxmlformats.org/officeDocument/2006/relationships/tags" Target="../tags/tag1150.xml"/><Relationship Id="rId53" Type="http://schemas.openxmlformats.org/officeDocument/2006/relationships/tags" Target="../tags/tag1166.xml"/><Relationship Id="rId58" Type="http://schemas.openxmlformats.org/officeDocument/2006/relationships/tags" Target="../tags/tag1171.xml"/><Relationship Id="rId74" Type="http://schemas.openxmlformats.org/officeDocument/2006/relationships/tags" Target="../tags/tag1187.xml"/><Relationship Id="rId79" Type="http://schemas.openxmlformats.org/officeDocument/2006/relationships/tags" Target="../tags/tag1192.xml"/><Relationship Id="rId5" Type="http://schemas.openxmlformats.org/officeDocument/2006/relationships/tags" Target="../tags/tag1118.xml"/><Relationship Id="rId14" Type="http://schemas.openxmlformats.org/officeDocument/2006/relationships/tags" Target="../tags/tag1127.xml"/><Relationship Id="rId22" Type="http://schemas.openxmlformats.org/officeDocument/2006/relationships/tags" Target="../tags/tag1135.xml"/><Relationship Id="rId27" Type="http://schemas.openxmlformats.org/officeDocument/2006/relationships/tags" Target="../tags/tag1140.xml"/><Relationship Id="rId30" Type="http://schemas.openxmlformats.org/officeDocument/2006/relationships/tags" Target="../tags/tag1143.xml"/><Relationship Id="rId35" Type="http://schemas.openxmlformats.org/officeDocument/2006/relationships/tags" Target="../tags/tag1148.xml"/><Relationship Id="rId43" Type="http://schemas.openxmlformats.org/officeDocument/2006/relationships/tags" Target="../tags/tag1156.xml"/><Relationship Id="rId48" Type="http://schemas.openxmlformats.org/officeDocument/2006/relationships/tags" Target="../tags/tag1161.xml"/><Relationship Id="rId56" Type="http://schemas.openxmlformats.org/officeDocument/2006/relationships/tags" Target="../tags/tag1169.xml"/><Relationship Id="rId64" Type="http://schemas.openxmlformats.org/officeDocument/2006/relationships/tags" Target="../tags/tag1177.xml"/><Relationship Id="rId69" Type="http://schemas.openxmlformats.org/officeDocument/2006/relationships/tags" Target="../tags/tag1182.xml"/><Relationship Id="rId77" Type="http://schemas.openxmlformats.org/officeDocument/2006/relationships/tags" Target="../tags/tag1190.xml"/><Relationship Id="rId8" Type="http://schemas.openxmlformats.org/officeDocument/2006/relationships/tags" Target="../tags/tag1121.xml"/><Relationship Id="rId51" Type="http://schemas.openxmlformats.org/officeDocument/2006/relationships/tags" Target="../tags/tag1164.xml"/><Relationship Id="rId72" Type="http://schemas.openxmlformats.org/officeDocument/2006/relationships/tags" Target="../tags/tag1185.xml"/><Relationship Id="rId80" Type="http://schemas.openxmlformats.org/officeDocument/2006/relationships/tags" Target="../tags/tag1193.xml"/><Relationship Id="rId85" Type="http://schemas.openxmlformats.org/officeDocument/2006/relationships/tags" Target="../tags/tag1198.xml"/><Relationship Id="rId3" Type="http://schemas.openxmlformats.org/officeDocument/2006/relationships/tags" Target="../tags/tag1116.xml"/><Relationship Id="rId12" Type="http://schemas.openxmlformats.org/officeDocument/2006/relationships/tags" Target="../tags/tag1125.xml"/><Relationship Id="rId17" Type="http://schemas.openxmlformats.org/officeDocument/2006/relationships/tags" Target="../tags/tag1130.xml"/><Relationship Id="rId25" Type="http://schemas.openxmlformats.org/officeDocument/2006/relationships/tags" Target="../tags/tag1138.xml"/><Relationship Id="rId33" Type="http://schemas.openxmlformats.org/officeDocument/2006/relationships/tags" Target="../tags/tag1146.xml"/><Relationship Id="rId38" Type="http://schemas.openxmlformats.org/officeDocument/2006/relationships/tags" Target="../tags/tag1151.xml"/><Relationship Id="rId46" Type="http://schemas.openxmlformats.org/officeDocument/2006/relationships/tags" Target="../tags/tag1159.xml"/><Relationship Id="rId59" Type="http://schemas.openxmlformats.org/officeDocument/2006/relationships/tags" Target="../tags/tag1172.xml"/><Relationship Id="rId67" Type="http://schemas.openxmlformats.org/officeDocument/2006/relationships/tags" Target="../tags/tag1180.xml"/><Relationship Id="rId20" Type="http://schemas.openxmlformats.org/officeDocument/2006/relationships/tags" Target="../tags/tag1133.xml"/><Relationship Id="rId41" Type="http://schemas.openxmlformats.org/officeDocument/2006/relationships/tags" Target="../tags/tag1154.xml"/><Relationship Id="rId54" Type="http://schemas.openxmlformats.org/officeDocument/2006/relationships/tags" Target="../tags/tag1167.xml"/><Relationship Id="rId62" Type="http://schemas.openxmlformats.org/officeDocument/2006/relationships/tags" Target="../tags/tag1175.xml"/><Relationship Id="rId70" Type="http://schemas.openxmlformats.org/officeDocument/2006/relationships/tags" Target="../tags/tag1183.xml"/><Relationship Id="rId75" Type="http://schemas.openxmlformats.org/officeDocument/2006/relationships/tags" Target="../tags/tag1188.xml"/><Relationship Id="rId83" Type="http://schemas.openxmlformats.org/officeDocument/2006/relationships/tags" Target="../tags/tag1196.xml"/><Relationship Id="rId88" Type="http://schemas.openxmlformats.org/officeDocument/2006/relationships/slideLayout" Target="../slideLayouts/slideLayout7.xml"/><Relationship Id="rId1" Type="http://schemas.openxmlformats.org/officeDocument/2006/relationships/tags" Target="../tags/tag1114.xml"/><Relationship Id="rId6" Type="http://schemas.openxmlformats.org/officeDocument/2006/relationships/tags" Target="../tags/tag1119.xml"/><Relationship Id="rId15" Type="http://schemas.openxmlformats.org/officeDocument/2006/relationships/tags" Target="../tags/tag1128.xml"/><Relationship Id="rId23" Type="http://schemas.openxmlformats.org/officeDocument/2006/relationships/tags" Target="../tags/tag1136.xml"/><Relationship Id="rId28" Type="http://schemas.openxmlformats.org/officeDocument/2006/relationships/tags" Target="../tags/tag1141.xml"/><Relationship Id="rId36" Type="http://schemas.openxmlformats.org/officeDocument/2006/relationships/tags" Target="../tags/tag1149.xml"/><Relationship Id="rId49" Type="http://schemas.openxmlformats.org/officeDocument/2006/relationships/tags" Target="../tags/tag1162.xml"/><Relationship Id="rId57" Type="http://schemas.openxmlformats.org/officeDocument/2006/relationships/tags" Target="../tags/tag1170.xml"/><Relationship Id="rId10" Type="http://schemas.openxmlformats.org/officeDocument/2006/relationships/tags" Target="../tags/tag1123.xml"/><Relationship Id="rId31" Type="http://schemas.openxmlformats.org/officeDocument/2006/relationships/tags" Target="../tags/tag1144.xml"/><Relationship Id="rId44" Type="http://schemas.openxmlformats.org/officeDocument/2006/relationships/tags" Target="../tags/tag1157.xml"/><Relationship Id="rId52" Type="http://schemas.openxmlformats.org/officeDocument/2006/relationships/tags" Target="../tags/tag1165.xml"/><Relationship Id="rId60" Type="http://schemas.openxmlformats.org/officeDocument/2006/relationships/tags" Target="../tags/tag1173.xml"/><Relationship Id="rId65" Type="http://schemas.openxmlformats.org/officeDocument/2006/relationships/tags" Target="../tags/tag1178.xml"/><Relationship Id="rId73" Type="http://schemas.openxmlformats.org/officeDocument/2006/relationships/tags" Target="../tags/tag1186.xml"/><Relationship Id="rId78" Type="http://schemas.openxmlformats.org/officeDocument/2006/relationships/tags" Target="../tags/tag1191.xml"/><Relationship Id="rId81" Type="http://schemas.openxmlformats.org/officeDocument/2006/relationships/tags" Target="../tags/tag1194.xml"/><Relationship Id="rId86" Type="http://schemas.openxmlformats.org/officeDocument/2006/relationships/tags" Target="../tags/tag1199.xml"/><Relationship Id="rId4" Type="http://schemas.openxmlformats.org/officeDocument/2006/relationships/tags" Target="../tags/tag1117.xml"/><Relationship Id="rId9" Type="http://schemas.openxmlformats.org/officeDocument/2006/relationships/tags" Target="../tags/tag1122.xml"/><Relationship Id="rId13" Type="http://schemas.openxmlformats.org/officeDocument/2006/relationships/tags" Target="../tags/tag1126.xml"/><Relationship Id="rId18" Type="http://schemas.openxmlformats.org/officeDocument/2006/relationships/tags" Target="../tags/tag1131.xml"/><Relationship Id="rId39" Type="http://schemas.openxmlformats.org/officeDocument/2006/relationships/tags" Target="../tags/tag1152.xml"/><Relationship Id="rId34" Type="http://schemas.openxmlformats.org/officeDocument/2006/relationships/tags" Target="../tags/tag1147.xml"/><Relationship Id="rId50" Type="http://schemas.openxmlformats.org/officeDocument/2006/relationships/tags" Target="../tags/tag1163.xml"/><Relationship Id="rId55" Type="http://schemas.openxmlformats.org/officeDocument/2006/relationships/tags" Target="../tags/tag1168.xml"/><Relationship Id="rId76" Type="http://schemas.openxmlformats.org/officeDocument/2006/relationships/tags" Target="../tags/tag1189.xml"/><Relationship Id="rId7" Type="http://schemas.openxmlformats.org/officeDocument/2006/relationships/tags" Target="../tags/tag1120.xml"/><Relationship Id="rId71" Type="http://schemas.openxmlformats.org/officeDocument/2006/relationships/tags" Target="../tags/tag1184.xml"/><Relationship Id="rId2" Type="http://schemas.openxmlformats.org/officeDocument/2006/relationships/tags" Target="../tags/tag1115.xml"/><Relationship Id="rId29" Type="http://schemas.openxmlformats.org/officeDocument/2006/relationships/tags" Target="../tags/tag1142.xml"/><Relationship Id="rId24" Type="http://schemas.openxmlformats.org/officeDocument/2006/relationships/tags" Target="../tags/tag1137.xml"/><Relationship Id="rId40" Type="http://schemas.openxmlformats.org/officeDocument/2006/relationships/tags" Target="../tags/tag1153.xml"/><Relationship Id="rId45" Type="http://schemas.openxmlformats.org/officeDocument/2006/relationships/tags" Target="../tags/tag1158.xml"/><Relationship Id="rId66" Type="http://schemas.openxmlformats.org/officeDocument/2006/relationships/tags" Target="../tags/tag1179.xml"/><Relationship Id="rId87" Type="http://schemas.openxmlformats.org/officeDocument/2006/relationships/tags" Target="../tags/tag1200.xml"/><Relationship Id="rId61" Type="http://schemas.openxmlformats.org/officeDocument/2006/relationships/tags" Target="../tags/tag1174.xml"/><Relationship Id="rId82" Type="http://schemas.openxmlformats.org/officeDocument/2006/relationships/tags" Target="../tags/tag1195.xml"/><Relationship Id="rId19" Type="http://schemas.openxmlformats.org/officeDocument/2006/relationships/tags" Target="../tags/tag1132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tags" Target="../tags/tag1226.xml"/><Relationship Id="rId21" Type="http://schemas.openxmlformats.org/officeDocument/2006/relationships/tags" Target="../tags/tag1221.xml"/><Relationship Id="rId34" Type="http://schemas.openxmlformats.org/officeDocument/2006/relationships/tags" Target="../tags/tag1234.xml"/><Relationship Id="rId42" Type="http://schemas.openxmlformats.org/officeDocument/2006/relationships/tags" Target="../tags/tag1242.xml"/><Relationship Id="rId47" Type="http://schemas.openxmlformats.org/officeDocument/2006/relationships/tags" Target="../tags/tag1247.xml"/><Relationship Id="rId50" Type="http://schemas.openxmlformats.org/officeDocument/2006/relationships/tags" Target="../tags/tag1250.xml"/><Relationship Id="rId55" Type="http://schemas.openxmlformats.org/officeDocument/2006/relationships/tags" Target="../tags/tag1255.xml"/><Relationship Id="rId63" Type="http://schemas.openxmlformats.org/officeDocument/2006/relationships/tags" Target="../tags/tag1263.xml"/><Relationship Id="rId7" Type="http://schemas.openxmlformats.org/officeDocument/2006/relationships/tags" Target="../tags/tag1207.xml"/><Relationship Id="rId2" Type="http://schemas.openxmlformats.org/officeDocument/2006/relationships/tags" Target="../tags/tag1202.xml"/><Relationship Id="rId16" Type="http://schemas.openxmlformats.org/officeDocument/2006/relationships/tags" Target="../tags/tag1216.xml"/><Relationship Id="rId29" Type="http://schemas.openxmlformats.org/officeDocument/2006/relationships/tags" Target="../tags/tag1229.xml"/><Relationship Id="rId11" Type="http://schemas.openxmlformats.org/officeDocument/2006/relationships/tags" Target="../tags/tag1211.xml"/><Relationship Id="rId24" Type="http://schemas.openxmlformats.org/officeDocument/2006/relationships/tags" Target="../tags/tag1224.xml"/><Relationship Id="rId32" Type="http://schemas.openxmlformats.org/officeDocument/2006/relationships/tags" Target="../tags/tag1232.xml"/><Relationship Id="rId37" Type="http://schemas.openxmlformats.org/officeDocument/2006/relationships/tags" Target="../tags/tag1237.xml"/><Relationship Id="rId40" Type="http://schemas.openxmlformats.org/officeDocument/2006/relationships/tags" Target="../tags/tag1240.xml"/><Relationship Id="rId45" Type="http://schemas.openxmlformats.org/officeDocument/2006/relationships/tags" Target="../tags/tag1245.xml"/><Relationship Id="rId53" Type="http://schemas.openxmlformats.org/officeDocument/2006/relationships/tags" Target="../tags/tag1253.xml"/><Relationship Id="rId58" Type="http://schemas.openxmlformats.org/officeDocument/2006/relationships/tags" Target="../tags/tag1258.xml"/><Relationship Id="rId5" Type="http://schemas.openxmlformats.org/officeDocument/2006/relationships/tags" Target="../tags/tag1205.xml"/><Relationship Id="rId61" Type="http://schemas.openxmlformats.org/officeDocument/2006/relationships/tags" Target="../tags/tag1261.xml"/><Relationship Id="rId19" Type="http://schemas.openxmlformats.org/officeDocument/2006/relationships/tags" Target="../tags/tag1219.xml"/><Relationship Id="rId14" Type="http://schemas.openxmlformats.org/officeDocument/2006/relationships/tags" Target="../tags/tag1214.xml"/><Relationship Id="rId22" Type="http://schemas.openxmlformats.org/officeDocument/2006/relationships/tags" Target="../tags/tag1222.xml"/><Relationship Id="rId27" Type="http://schemas.openxmlformats.org/officeDocument/2006/relationships/tags" Target="../tags/tag1227.xml"/><Relationship Id="rId30" Type="http://schemas.openxmlformats.org/officeDocument/2006/relationships/tags" Target="../tags/tag1230.xml"/><Relationship Id="rId35" Type="http://schemas.openxmlformats.org/officeDocument/2006/relationships/tags" Target="../tags/tag1235.xml"/><Relationship Id="rId43" Type="http://schemas.openxmlformats.org/officeDocument/2006/relationships/tags" Target="../tags/tag1243.xml"/><Relationship Id="rId48" Type="http://schemas.openxmlformats.org/officeDocument/2006/relationships/tags" Target="../tags/tag1248.xml"/><Relationship Id="rId56" Type="http://schemas.openxmlformats.org/officeDocument/2006/relationships/tags" Target="../tags/tag1256.xml"/><Relationship Id="rId64" Type="http://schemas.openxmlformats.org/officeDocument/2006/relationships/tags" Target="../tags/tag1264.xml"/><Relationship Id="rId8" Type="http://schemas.openxmlformats.org/officeDocument/2006/relationships/tags" Target="../tags/tag1208.xml"/><Relationship Id="rId51" Type="http://schemas.openxmlformats.org/officeDocument/2006/relationships/tags" Target="../tags/tag1251.xml"/><Relationship Id="rId3" Type="http://schemas.openxmlformats.org/officeDocument/2006/relationships/tags" Target="../tags/tag1203.xml"/><Relationship Id="rId12" Type="http://schemas.openxmlformats.org/officeDocument/2006/relationships/tags" Target="../tags/tag1212.xml"/><Relationship Id="rId17" Type="http://schemas.openxmlformats.org/officeDocument/2006/relationships/tags" Target="../tags/tag1217.xml"/><Relationship Id="rId25" Type="http://schemas.openxmlformats.org/officeDocument/2006/relationships/tags" Target="../tags/tag1225.xml"/><Relationship Id="rId33" Type="http://schemas.openxmlformats.org/officeDocument/2006/relationships/tags" Target="../tags/tag1233.xml"/><Relationship Id="rId38" Type="http://schemas.openxmlformats.org/officeDocument/2006/relationships/tags" Target="../tags/tag1238.xml"/><Relationship Id="rId46" Type="http://schemas.openxmlformats.org/officeDocument/2006/relationships/tags" Target="../tags/tag1246.xml"/><Relationship Id="rId59" Type="http://schemas.openxmlformats.org/officeDocument/2006/relationships/tags" Target="../tags/tag1259.xml"/><Relationship Id="rId20" Type="http://schemas.openxmlformats.org/officeDocument/2006/relationships/tags" Target="../tags/tag1220.xml"/><Relationship Id="rId41" Type="http://schemas.openxmlformats.org/officeDocument/2006/relationships/tags" Target="../tags/tag1241.xml"/><Relationship Id="rId54" Type="http://schemas.openxmlformats.org/officeDocument/2006/relationships/tags" Target="../tags/tag1254.xml"/><Relationship Id="rId62" Type="http://schemas.openxmlformats.org/officeDocument/2006/relationships/tags" Target="../tags/tag1262.xml"/><Relationship Id="rId1" Type="http://schemas.openxmlformats.org/officeDocument/2006/relationships/tags" Target="../tags/tag1201.xml"/><Relationship Id="rId6" Type="http://schemas.openxmlformats.org/officeDocument/2006/relationships/tags" Target="../tags/tag1206.xml"/><Relationship Id="rId15" Type="http://schemas.openxmlformats.org/officeDocument/2006/relationships/tags" Target="../tags/tag1215.xml"/><Relationship Id="rId23" Type="http://schemas.openxmlformats.org/officeDocument/2006/relationships/tags" Target="../tags/tag1223.xml"/><Relationship Id="rId28" Type="http://schemas.openxmlformats.org/officeDocument/2006/relationships/tags" Target="../tags/tag1228.xml"/><Relationship Id="rId36" Type="http://schemas.openxmlformats.org/officeDocument/2006/relationships/tags" Target="../tags/tag1236.xml"/><Relationship Id="rId49" Type="http://schemas.openxmlformats.org/officeDocument/2006/relationships/tags" Target="../tags/tag1249.xml"/><Relationship Id="rId57" Type="http://schemas.openxmlformats.org/officeDocument/2006/relationships/tags" Target="../tags/tag1257.xml"/><Relationship Id="rId10" Type="http://schemas.openxmlformats.org/officeDocument/2006/relationships/tags" Target="../tags/tag1210.xml"/><Relationship Id="rId31" Type="http://schemas.openxmlformats.org/officeDocument/2006/relationships/tags" Target="../tags/tag1231.xml"/><Relationship Id="rId44" Type="http://schemas.openxmlformats.org/officeDocument/2006/relationships/tags" Target="../tags/tag1244.xml"/><Relationship Id="rId52" Type="http://schemas.openxmlformats.org/officeDocument/2006/relationships/tags" Target="../tags/tag1252.xml"/><Relationship Id="rId60" Type="http://schemas.openxmlformats.org/officeDocument/2006/relationships/tags" Target="../tags/tag1260.xml"/><Relationship Id="rId65" Type="http://schemas.openxmlformats.org/officeDocument/2006/relationships/slideLayout" Target="../slideLayouts/slideLayout7.xml"/><Relationship Id="rId4" Type="http://schemas.openxmlformats.org/officeDocument/2006/relationships/tags" Target="../tags/tag1204.xml"/><Relationship Id="rId9" Type="http://schemas.openxmlformats.org/officeDocument/2006/relationships/tags" Target="../tags/tag1209.xml"/><Relationship Id="rId13" Type="http://schemas.openxmlformats.org/officeDocument/2006/relationships/tags" Target="../tags/tag1213.xml"/><Relationship Id="rId18" Type="http://schemas.openxmlformats.org/officeDocument/2006/relationships/tags" Target="../tags/tag1218.xml"/><Relationship Id="rId39" Type="http://schemas.openxmlformats.org/officeDocument/2006/relationships/tags" Target="../tags/tag1239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tags" Target="../tags/tag1290.xml"/><Relationship Id="rId21" Type="http://schemas.openxmlformats.org/officeDocument/2006/relationships/tags" Target="../tags/tag1285.xml"/><Relationship Id="rId42" Type="http://schemas.openxmlformats.org/officeDocument/2006/relationships/tags" Target="../tags/tag1306.xml"/><Relationship Id="rId47" Type="http://schemas.openxmlformats.org/officeDocument/2006/relationships/tags" Target="../tags/tag1311.xml"/><Relationship Id="rId63" Type="http://schemas.openxmlformats.org/officeDocument/2006/relationships/tags" Target="../tags/tag1327.xml"/><Relationship Id="rId68" Type="http://schemas.openxmlformats.org/officeDocument/2006/relationships/tags" Target="../tags/tag1332.xml"/><Relationship Id="rId84" Type="http://schemas.openxmlformats.org/officeDocument/2006/relationships/slideLayout" Target="../slideLayouts/slideLayout7.xml"/><Relationship Id="rId16" Type="http://schemas.openxmlformats.org/officeDocument/2006/relationships/tags" Target="../tags/tag1280.xml"/><Relationship Id="rId11" Type="http://schemas.openxmlformats.org/officeDocument/2006/relationships/tags" Target="../tags/tag1275.xml"/><Relationship Id="rId32" Type="http://schemas.openxmlformats.org/officeDocument/2006/relationships/tags" Target="../tags/tag1296.xml"/><Relationship Id="rId37" Type="http://schemas.openxmlformats.org/officeDocument/2006/relationships/tags" Target="../tags/tag1301.xml"/><Relationship Id="rId53" Type="http://schemas.openxmlformats.org/officeDocument/2006/relationships/tags" Target="../tags/tag1317.xml"/><Relationship Id="rId58" Type="http://schemas.openxmlformats.org/officeDocument/2006/relationships/tags" Target="../tags/tag1322.xml"/><Relationship Id="rId74" Type="http://schemas.openxmlformats.org/officeDocument/2006/relationships/tags" Target="../tags/tag1338.xml"/><Relationship Id="rId79" Type="http://schemas.openxmlformats.org/officeDocument/2006/relationships/tags" Target="../tags/tag1343.xml"/><Relationship Id="rId5" Type="http://schemas.openxmlformats.org/officeDocument/2006/relationships/tags" Target="../tags/tag1269.xml"/><Relationship Id="rId61" Type="http://schemas.openxmlformats.org/officeDocument/2006/relationships/tags" Target="../tags/tag1325.xml"/><Relationship Id="rId82" Type="http://schemas.openxmlformats.org/officeDocument/2006/relationships/tags" Target="../tags/tag1346.xml"/><Relationship Id="rId19" Type="http://schemas.openxmlformats.org/officeDocument/2006/relationships/tags" Target="../tags/tag1283.xml"/><Relationship Id="rId14" Type="http://schemas.openxmlformats.org/officeDocument/2006/relationships/tags" Target="../tags/tag1278.xml"/><Relationship Id="rId22" Type="http://schemas.openxmlformats.org/officeDocument/2006/relationships/tags" Target="../tags/tag1286.xml"/><Relationship Id="rId27" Type="http://schemas.openxmlformats.org/officeDocument/2006/relationships/tags" Target="../tags/tag1291.xml"/><Relationship Id="rId30" Type="http://schemas.openxmlformats.org/officeDocument/2006/relationships/tags" Target="../tags/tag1294.xml"/><Relationship Id="rId35" Type="http://schemas.openxmlformats.org/officeDocument/2006/relationships/tags" Target="../tags/tag1299.xml"/><Relationship Id="rId43" Type="http://schemas.openxmlformats.org/officeDocument/2006/relationships/tags" Target="../tags/tag1307.xml"/><Relationship Id="rId48" Type="http://schemas.openxmlformats.org/officeDocument/2006/relationships/tags" Target="../tags/tag1312.xml"/><Relationship Id="rId56" Type="http://schemas.openxmlformats.org/officeDocument/2006/relationships/tags" Target="../tags/tag1320.xml"/><Relationship Id="rId64" Type="http://schemas.openxmlformats.org/officeDocument/2006/relationships/tags" Target="../tags/tag1328.xml"/><Relationship Id="rId69" Type="http://schemas.openxmlformats.org/officeDocument/2006/relationships/tags" Target="../tags/tag1333.xml"/><Relationship Id="rId77" Type="http://schemas.openxmlformats.org/officeDocument/2006/relationships/tags" Target="../tags/tag1341.xml"/><Relationship Id="rId8" Type="http://schemas.openxmlformats.org/officeDocument/2006/relationships/tags" Target="../tags/tag1272.xml"/><Relationship Id="rId51" Type="http://schemas.openxmlformats.org/officeDocument/2006/relationships/tags" Target="../tags/tag1315.xml"/><Relationship Id="rId72" Type="http://schemas.openxmlformats.org/officeDocument/2006/relationships/tags" Target="../tags/tag1336.xml"/><Relationship Id="rId80" Type="http://schemas.openxmlformats.org/officeDocument/2006/relationships/tags" Target="../tags/tag1344.xml"/><Relationship Id="rId3" Type="http://schemas.openxmlformats.org/officeDocument/2006/relationships/tags" Target="../tags/tag1267.xml"/><Relationship Id="rId12" Type="http://schemas.openxmlformats.org/officeDocument/2006/relationships/tags" Target="../tags/tag1276.xml"/><Relationship Id="rId17" Type="http://schemas.openxmlformats.org/officeDocument/2006/relationships/tags" Target="../tags/tag1281.xml"/><Relationship Id="rId25" Type="http://schemas.openxmlformats.org/officeDocument/2006/relationships/tags" Target="../tags/tag1289.xml"/><Relationship Id="rId33" Type="http://schemas.openxmlformats.org/officeDocument/2006/relationships/tags" Target="../tags/tag1297.xml"/><Relationship Id="rId38" Type="http://schemas.openxmlformats.org/officeDocument/2006/relationships/tags" Target="../tags/tag1302.xml"/><Relationship Id="rId46" Type="http://schemas.openxmlformats.org/officeDocument/2006/relationships/tags" Target="../tags/tag1310.xml"/><Relationship Id="rId59" Type="http://schemas.openxmlformats.org/officeDocument/2006/relationships/tags" Target="../tags/tag1323.xml"/><Relationship Id="rId67" Type="http://schemas.openxmlformats.org/officeDocument/2006/relationships/tags" Target="../tags/tag1331.xml"/><Relationship Id="rId20" Type="http://schemas.openxmlformats.org/officeDocument/2006/relationships/tags" Target="../tags/tag1284.xml"/><Relationship Id="rId41" Type="http://schemas.openxmlformats.org/officeDocument/2006/relationships/tags" Target="../tags/tag1305.xml"/><Relationship Id="rId54" Type="http://schemas.openxmlformats.org/officeDocument/2006/relationships/tags" Target="../tags/tag1318.xml"/><Relationship Id="rId62" Type="http://schemas.openxmlformats.org/officeDocument/2006/relationships/tags" Target="../tags/tag1326.xml"/><Relationship Id="rId70" Type="http://schemas.openxmlformats.org/officeDocument/2006/relationships/tags" Target="../tags/tag1334.xml"/><Relationship Id="rId75" Type="http://schemas.openxmlformats.org/officeDocument/2006/relationships/tags" Target="../tags/tag1339.xml"/><Relationship Id="rId83" Type="http://schemas.openxmlformats.org/officeDocument/2006/relationships/tags" Target="../tags/tag1347.xml"/><Relationship Id="rId1" Type="http://schemas.openxmlformats.org/officeDocument/2006/relationships/tags" Target="../tags/tag1265.xml"/><Relationship Id="rId6" Type="http://schemas.openxmlformats.org/officeDocument/2006/relationships/tags" Target="../tags/tag1270.xml"/><Relationship Id="rId15" Type="http://schemas.openxmlformats.org/officeDocument/2006/relationships/tags" Target="../tags/tag1279.xml"/><Relationship Id="rId23" Type="http://schemas.openxmlformats.org/officeDocument/2006/relationships/tags" Target="../tags/tag1287.xml"/><Relationship Id="rId28" Type="http://schemas.openxmlformats.org/officeDocument/2006/relationships/tags" Target="../tags/tag1292.xml"/><Relationship Id="rId36" Type="http://schemas.openxmlformats.org/officeDocument/2006/relationships/tags" Target="../tags/tag1300.xml"/><Relationship Id="rId49" Type="http://schemas.openxmlformats.org/officeDocument/2006/relationships/tags" Target="../tags/tag1313.xml"/><Relationship Id="rId57" Type="http://schemas.openxmlformats.org/officeDocument/2006/relationships/tags" Target="../tags/tag1321.xml"/><Relationship Id="rId10" Type="http://schemas.openxmlformats.org/officeDocument/2006/relationships/tags" Target="../tags/tag1274.xml"/><Relationship Id="rId31" Type="http://schemas.openxmlformats.org/officeDocument/2006/relationships/tags" Target="../tags/tag1295.xml"/><Relationship Id="rId44" Type="http://schemas.openxmlformats.org/officeDocument/2006/relationships/tags" Target="../tags/tag1308.xml"/><Relationship Id="rId52" Type="http://schemas.openxmlformats.org/officeDocument/2006/relationships/tags" Target="../tags/tag1316.xml"/><Relationship Id="rId60" Type="http://schemas.openxmlformats.org/officeDocument/2006/relationships/tags" Target="../tags/tag1324.xml"/><Relationship Id="rId65" Type="http://schemas.openxmlformats.org/officeDocument/2006/relationships/tags" Target="../tags/tag1329.xml"/><Relationship Id="rId73" Type="http://schemas.openxmlformats.org/officeDocument/2006/relationships/tags" Target="../tags/tag1337.xml"/><Relationship Id="rId78" Type="http://schemas.openxmlformats.org/officeDocument/2006/relationships/tags" Target="../tags/tag1342.xml"/><Relationship Id="rId81" Type="http://schemas.openxmlformats.org/officeDocument/2006/relationships/tags" Target="../tags/tag1345.xml"/><Relationship Id="rId4" Type="http://schemas.openxmlformats.org/officeDocument/2006/relationships/tags" Target="../tags/tag1268.xml"/><Relationship Id="rId9" Type="http://schemas.openxmlformats.org/officeDocument/2006/relationships/tags" Target="../tags/tag1273.xml"/><Relationship Id="rId13" Type="http://schemas.openxmlformats.org/officeDocument/2006/relationships/tags" Target="../tags/tag1277.xml"/><Relationship Id="rId18" Type="http://schemas.openxmlformats.org/officeDocument/2006/relationships/tags" Target="../tags/tag1282.xml"/><Relationship Id="rId39" Type="http://schemas.openxmlformats.org/officeDocument/2006/relationships/tags" Target="../tags/tag1303.xml"/><Relationship Id="rId34" Type="http://schemas.openxmlformats.org/officeDocument/2006/relationships/tags" Target="../tags/tag1298.xml"/><Relationship Id="rId50" Type="http://schemas.openxmlformats.org/officeDocument/2006/relationships/tags" Target="../tags/tag1314.xml"/><Relationship Id="rId55" Type="http://schemas.openxmlformats.org/officeDocument/2006/relationships/tags" Target="../tags/tag1319.xml"/><Relationship Id="rId76" Type="http://schemas.openxmlformats.org/officeDocument/2006/relationships/tags" Target="../tags/tag1340.xml"/><Relationship Id="rId7" Type="http://schemas.openxmlformats.org/officeDocument/2006/relationships/tags" Target="../tags/tag1271.xml"/><Relationship Id="rId71" Type="http://schemas.openxmlformats.org/officeDocument/2006/relationships/tags" Target="../tags/tag1335.xml"/><Relationship Id="rId2" Type="http://schemas.openxmlformats.org/officeDocument/2006/relationships/tags" Target="../tags/tag1266.xml"/><Relationship Id="rId29" Type="http://schemas.openxmlformats.org/officeDocument/2006/relationships/tags" Target="../tags/tag1293.xml"/><Relationship Id="rId24" Type="http://schemas.openxmlformats.org/officeDocument/2006/relationships/tags" Target="../tags/tag1288.xml"/><Relationship Id="rId40" Type="http://schemas.openxmlformats.org/officeDocument/2006/relationships/tags" Target="../tags/tag1304.xml"/><Relationship Id="rId45" Type="http://schemas.openxmlformats.org/officeDocument/2006/relationships/tags" Target="../tags/tag1309.xml"/><Relationship Id="rId66" Type="http://schemas.openxmlformats.org/officeDocument/2006/relationships/tags" Target="../tags/tag1330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1360.xml"/><Relationship Id="rId18" Type="http://schemas.openxmlformats.org/officeDocument/2006/relationships/tags" Target="../tags/tag1365.xml"/><Relationship Id="rId26" Type="http://schemas.openxmlformats.org/officeDocument/2006/relationships/tags" Target="../tags/tag1373.xml"/><Relationship Id="rId39" Type="http://schemas.openxmlformats.org/officeDocument/2006/relationships/tags" Target="../tags/tag1386.xml"/><Relationship Id="rId21" Type="http://schemas.openxmlformats.org/officeDocument/2006/relationships/tags" Target="../tags/tag1368.xml"/><Relationship Id="rId34" Type="http://schemas.openxmlformats.org/officeDocument/2006/relationships/tags" Target="../tags/tag1381.xml"/><Relationship Id="rId42" Type="http://schemas.openxmlformats.org/officeDocument/2006/relationships/tags" Target="../tags/tag1389.xml"/><Relationship Id="rId47" Type="http://schemas.openxmlformats.org/officeDocument/2006/relationships/tags" Target="../tags/tag1394.xml"/><Relationship Id="rId50" Type="http://schemas.openxmlformats.org/officeDocument/2006/relationships/slide" Target="slide56.xml"/><Relationship Id="rId7" Type="http://schemas.openxmlformats.org/officeDocument/2006/relationships/tags" Target="../tags/tag1354.xml"/><Relationship Id="rId2" Type="http://schemas.openxmlformats.org/officeDocument/2006/relationships/tags" Target="../tags/tag1349.xml"/><Relationship Id="rId16" Type="http://schemas.openxmlformats.org/officeDocument/2006/relationships/tags" Target="../tags/tag1363.xml"/><Relationship Id="rId29" Type="http://schemas.openxmlformats.org/officeDocument/2006/relationships/tags" Target="../tags/tag1376.xml"/><Relationship Id="rId11" Type="http://schemas.openxmlformats.org/officeDocument/2006/relationships/tags" Target="../tags/tag1358.xml"/><Relationship Id="rId24" Type="http://schemas.openxmlformats.org/officeDocument/2006/relationships/tags" Target="../tags/tag1371.xml"/><Relationship Id="rId32" Type="http://schemas.openxmlformats.org/officeDocument/2006/relationships/tags" Target="../tags/tag1379.xml"/><Relationship Id="rId37" Type="http://schemas.openxmlformats.org/officeDocument/2006/relationships/tags" Target="../tags/tag1384.xml"/><Relationship Id="rId40" Type="http://schemas.openxmlformats.org/officeDocument/2006/relationships/tags" Target="../tags/tag1387.xml"/><Relationship Id="rId45" Type="http://schemas.openxmlformats.org/officeDocument/2006/relationships/tags" Target="../tags/tag1392.xml"/><Relationship Id="rId5" Type="http://schemas.openxmlformats.org/officeDocument/2006/relationships/tags" Target="../tags/tag1352.xml"/><Relationship Id="rId15" Type="http://schemas.openxmlformats.org/officeDocument/2006/relationships/tags" Target="../tags/tag1362.xml"/><Relationship Id="rId23" Type="http://schemas.openxmlformats.org/officeDocument/2006/relationships/tags" Target="../tags/tag1370.xml"/><Relationship Id="rId28" Type="http://schemas.openxmlformats.org/officeDocument/2006/relationships/tags" Target="../tags/tag1375.xml"/><Relationship Id="rId36" Type="http://schemas.openxmlformats.org/officeDocument/2006/relationships/tags" Target="../tags/tag1383.xml"/><Relationship Id="rId49" Type="http://schemas.openxmlformats.org/officeDocument/2006/relationships/notesSlide" Target="../notesSlides/notesSlide14.xml"/><Relationship Id="rId10" Type="http://schemas.openxmlformats.org/officeDocument/2006/relationships/tags" Target="../tags/tag1357.xml"/><Relationship Id="rId19" Type="http://schemas.openxmlformats.org/officeDocument/2006/relationships/tags" Target="../tags/tag1366.xml"/><Relationship Id="rId31" Type="http://schemas.openxmlformats.org/officeDocument/2006/relationships/tags" Target="../tags/tag1378.xml"/><Relationship Id="rId44" Type="http://schemas.openxmlformats.org/officeDocument/2006/relationships/tags" Target="../tags/tag1391.xml"/><Relationship Id="rId4" Type="http://schemas.openxmlformats.org/officeDocument/2006/relationships/tags" Target="../tags/tag1351.xml"/><Relationship Id="rId9" Type="http://schemas.openxmlformats.org/officeDocument/2006/relationships/tags" Target="../tags/tag1356.xml"/><Relationship Id="rId14" Type="http://schemas.openxmlformats.org/officeDocument/2006/relationships/tags" Target="../tags/tag1361.xml"/><Relationship Id="rId22" Type="http://schemas.openxmlformats.org/officeDocument/2006/relationships/tags" Target="../tags/tag1369.xml"/><Relationship Id="rId27" Type="http://schemas.openxmlformats.org/officeDocument/2006/relationships/tags" Target="../tags/tag1374.xml"/><Relationship Id="rId30" Type="http://schemas.openxmlformats.org/officeDocument/2006/relationships/tags" Target="../tags/tag1377.xml"/><Relationship Id="rId35" Type="http://schemas.openxmlformats.org/officeDocument/2006/relationships/tags" Target="../tags/tag1382.xml"/><Relationship Id="rId43" Type="http://schemas.openxmlformats.org/officeDocument/2006/relationships/tags" Target="../tags/tag1390.xml"/><Relationship Id="rId48" Type="http://schemas.openxmlformats.org/officeDocument/2006/relationships/slideLayout" Target="../slideLayouts/slideLayout7.xml"/><Relationship Id="rId8" Type="http://schemas.openxmlformats.org/officeDocument/2006/relationships/tags" Target="../tags/tag1355.xml"/><Relationship Id="rId3" Type="http://schemas.openxmlformats.org/officeDocument/2006/relationships/tags" Target="../tags/tag1350.xml"/><Relationship Id="rId12" Type="http://schemas.openxmlformats.org/officeDocument/2006/relationships/tags" Target="../tags/tag1359.xml"/><Relationship Id="rId17" Type="http://schemas.openxmlformats.org/officeDocument/2006/relationships/tags" Target="../tags/tag1364.xml"/><Relationship Id="rId25" Type="http://schemas.openxmlformats.org/officeDocument/2006/relationships/tags" Target="../tags/tag1372.xml"/><Relationship Id="rId33" Type="http://schemas.openxmlformats.org/officeDocument/2006/relationships/tags" Target="../tags/tag1380.xml"/><Relationship Id="rId38" Type="http://schemas.openxmlformats.org/officeDocument/2006/relationships/tags" Target="../tags/tag1385.xml"/><Relationship Id="rId46" Type="http://schemas.openxmlformats.org/officeDocument/2006/relationships/tags" Target="../tags/tag1393.xml"/><Relationship Id="rId20" Type="http://schemas.openxmlformats.org/officeDocument/2006/relationships/tags" Target="../tags/tag1367.xml"/><Relationship Id="rId41" Type="http://schemas.openxmlformats.org/officeDocument/2006/relationships/tags" Target="../tags/tag1388.xml"/><Relationship Id="rId1" Type="http://schemas.openxmlformats.org/officeDocument/2006/relationships/tags" Target="../tags/tag1348.xml"/><Relationship Id="rId6" Type="http://schemas.openxmlformats.org/officeDocument/2006/relationships/tags" Target="../tags/tag1353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tags" Target="../tags/tag1420.xml"/><Relationship Id="rId21" Type="http://schemas.openxmlformats.org/officeDocument/2006/relationships/tags" Target="../tags/tag1415.xml"/><Relationship Id="rId42" Type="http://schemas.openxmlformats.org/officeDocument/2006/relationships/tags" Target="../tags/tag1436.xml"/><Relationship Id="rId47" Type="http://schemas.openxmlformats.org/officeDocument/2006/relationships/tags" Target="../tags/tag1441.xml"/><Relationship Id="rId63" Type="http://schemas.openxmlformats.org/officeDocument/2006/relationships/tags" Target="../tags/tag1457.xml"/><Relationship Id="rId68" Type="http://schemas.openxmlformats.org/officeDocument/2006/relationships/tags" Target="../tags/tag1462.xml"/><Relationship Id="rId84" Type="http://schemas.openxmlformats.org/officeDocument/2006/relationships/tags" Target="../tags/tag1478.xml"/><Relationship Id="rId89" Type="http://schemas.openxmlformats.org/officeDocument/2006/relationships/tags" Target="../tags/tag1483.xml"/><Relationship Id="rId16" Type="http://schemas.openxmlformats.org/officeDocument/2006/relationships/tags" Target="../tags/tag1410.xml"/><Relationship Id="rId11" Type="http://schemas.openxmlformats.org/officeDocument/2006/relationships/tags" Target="../tags/tag1405.xml"/><Relationship Id="rId32" Type="http://schemas.openxmlformats.org/officeDocument/2006/relationships/tags" Target="../tags/tag1426.xml"/><Relationship Id="rId37" Type="http://schemas.openxmlformats.org/officeDocument/2006/relationships/tags" Target="../tags/tag1431.xml"/><Relationship Id="rId53" Type="http://schemas.openxmlformats.org/officeDocument/2006/relationships/tags" Target="../tags/tag1447.xml"/><Relationship Id="rId58" Type="http://schemas.openxmlformats.org/officeDocument/2006/relationships/tags" Target="../tags/tag1452.xml"/><Relationship Id="rId74" Type="http://schemas.openxmlformats.org/officeDocument/2006/relationships/tags" Target="../tags/tag1468.xml"/><Relationship Id="rId79" Type="http://schemas.openxmlformats.org/officeDocument/2006/relationships/tags" Target="../tags/tag1473.xml"/><Relationship Id="rId5" Type="http://schemas.openxmlformats.org/officeDocument/2006/relationships/tags" Target="../tags/tag1399.xml"/><Relationship Id="rId90" Type="http://schemas.openxmlformats.org/officeDocument/2006/relationships/tags" Target="../tags/tag1484.xml"/><Relationship Id="rId95" Type="http://schemas.openxmlformats.org/officeDocument/2006/relationships/tags" Target="../tags/tag1489.xml"/><Relationship Id="rId22" Type="http://schemas.openxmlformats.org/officeDocument/2006/relationships/tags" Target="../tags/tag1416.xml"/><Relationship Id="rId27" Type="http://schemas.openxmlformats.org/officeDocument/2006/relationships/tags" Target="../tags/tag1421.xml"/><Relationship Id="rId43" Type="http://schemas.openxmlformats.org/officeDocument/2006/relationships/tags" Target="../tags/tag1437.xml"/><Relationship Id="rId48" Type="http://schemas.openxmlformats.org/officeDocument/2006/relationships/tags" Target="../tags/tag1442.xml"/><Relationship Id="rId64" Type="http://schemas.openxmlformats.org/officeDocument/2006/relationships/tags" Target="../tags/tag1458.xml"/><Relationship Id="rId69" Type="http://schemas.openxmlformats.org/officeDocument/2006/relationships/tags" Target="../tags/tag1463.xml"/><Relationship Id="rId80" Type="http://schemas.openxmlformats.org/officeDocument/2006/relationships/tags" Target="../tags/tag1474.xml"/><Relationship Id="rId85" Type="http://schemas.openxmlformats.org/officeDocument/2006/relationships/tags" Target="../tags/tag1479.xml"/><Relationship Id="rId3" Type="http://schemas.openxmlformats.org/officeDocument/2006/relationships/tags" Target="../tags/tag1397.xml"/><Relationship Id="rId12" Type="http://schemas.openxmlformats.org/officeDocument/2006/relationships/tags" Target="../tags/tag1406.xml"/><Relationship Id="rId17" Type="http://schemas.openxmlformats.org/officeDocument/2006/relationships/tags" Target="../tags/tag1411.xml"/><Relationship Id="rId25" Type="http://schemas.openxmlformats.org/officeDocument/2006/relationships/tags" Target="../tags/tag1419.xml"/><Relationship Id="rId33" Type="http://schemas.openxmlformats.org/officeDocument/2006/relationships/tags" Target="../tags/tag1427.xml"/><Relationship Id="rId38" Type="http://schemas.openxmlformats.org/officeDocument/2006/relationships/tags" Target="../tags/tag1432.xml"/><Relationship Id="rId46" Type="http://schemas.openxmlformats.org/officeDocument/2006/relationships/tags" Target="../tags/tag1440.xml"/><Relationship Id="rId59" Type="http://schemas.openxmlformats.org/officeDocument/2006/relationships/tags" Target="../tags/tag1453.xml"/><Relationship Id="rId67" Type="http://schemas.openxmlformats.org/officeDocument/2006/relationships/tags" Target="../tags/tag1461.xml"/><Relationship Id="rId20" Type="http://schemas.openxmlformats.org/officeDocument/2006/relationships/tags" Target="../tags/tag1414.xml"/><Relationship Id="rId41" Type="http://schemas.openxmlformats.org/officeDocument/2006/relationships/tags" Target="../tags/tag1435.xml"/><Relationship Id="rId54" Type="http://schemas.openxmlformats.org/officeDocument/2006/relationships/tags" Target="../tags/tag1448.xml"/><Relationship Id="rId62" Type="http://schemas.openxmlformats.org/officeDocument/2006/relationships/tags" Target="../tags/tag1456.xml"/><Relationship Id="rId70" Type="http://schemas.openxmlformats.org/officeDocument/2006/relationships/tags" Target="../tags/tag1464.xml"/><Relationship Id="rId75" Type="http://schemas.openxmlformats.org/officeDocument/2006/relationships/tags" Target="../tags/tag1469.xml"/><Relationship Id="rId83" Type="http://schemas.openxmlformats.org/officeDocument/2006/relationships/tags" Target="../tags/tag1477.xml"/><Relationship Id="rId88" Type="http://schemas.openxmlformats.org/officeDocument/2006/relationships/tags" Target="../tags/tag1482.xml"/><Relationship Id="rId91" Type="http://schemas.openxmlformats.org/officeDocument/2006/relationships/tags" Target="../tags/tag1485.xml"/><Relationship Id="rId96" Type="http://schemas.openxmlformats.org/officeDocument/2006/relationships/tags" Target="../tags/tag1490.xml"/><Relationship Id="rId1" Type="http://schemas.openxmlformats.org/officeDocument/2006/relationships/tags" Target="../tags/tag1395.xml"/><Relationship Id="rId6" Type="http://schemas.openxmlformats.org/officeDocument/2006/relationships/tags" Target="../tags/tag1400.xml"/><Relationship Id="rId15" Type="http://schemas.openxmlformats.org/officeDocument/2006/relationships/tags" Target="../tags/tag1409.xml"/><Relationship Id="rId23" Type="http://schemas.openxmlformats.org/officeDocument/2006/relationships/tags" Target="../tags/tag1417.xml"/><Relationship Id="rId28" Type="http://schemas.openxmlformats.org/officeDocument/2006/relationships/tags" Target="../tags/tag1422.xml"/><Relationship Id="rId36" Type="http://schemas.openxmlformats.org/officeDocument/2006/relationships/tags" Target="../tags/tag1430.xml"/><Relationship Id="rId49" Type="http://schemas.openxmlformats.org/officeDocument/2006/relationships/tags" Target="../tags/tag1443.xml"/><Relationship Id="rId57" Type="http://schemas.openxmlformats.org/officeDocument/2006/relationships/tags" Target="../tags/tag1451.xml"/><Relationship Id="rId10" Type="http://schemas.openxmlformats.org/officeDocument/2006/relationships/tags" Target="../tags/tag1404.xml"/><Relationship Id="rId31" Type="http://schemas.openxmlformats.org/officeDocument/2006/relationships/tags" Target="../tags/tag1425.xml"/><Relationship Id="rId44" Type="http://schemas.openxmlformats.org/officeDocument/2006/relationships/tags" Target="../tags/tag1438.xml"/><Relationship Id="rId52" Type="http://schemas.openxmlformats.org/officeDocument/2006/relationships/tags" Target="../tags/tag1446.xml"/><Relationship Id="rId60" Type="http://schemas.openxmlformats.org/officeDocument/2006/relationships/tags" Target="../tags/tag1454.xml"/><Relationship Id="rId65" Type="http://schemas.openxmlformats.org/officeDocument/2006/relationships/tags" Target="../tags/tag1459.xml"/><Relationship Id="rId73" Type="http://schemas.openxmlformats.org/officeDocument/2006/relationships/tags" Target="../tags/tag1467.xml"/><Relationship Id="rId78" Type="http://schemas.openxmlformats.org/officeDocument/2006/relationships/tags" Target="../tags/tag1472.xml"/><Relationship Id="rId81" Type="http://schemas.openxmlformats.org/officeDocument/2006/relationships/tags" Target="../tags/tag1475.xml"/><Relationship Id="rId86" Type="http://schemas.openxmlformats.org/officeDocument/2006/relationships/tags" Target="../tags/tag1480.xml"/><Relationship Id="rId94" Type="http://schemas.openxmlformats.org/officeDocument/2006/relationships/tags" Target="../tags/tag1488.xml"/><Relationship Id="rId99" Type="http://schemas.openxmlformats.org/officeDocument/2006/relationships/slide" Target="slide28.xml"/><Relationship Id="rId4" Type="http://schemas.openxmlformats.org/officeDocument/2006/relationships/tags" Target="../tags/tag1398.xml"/><Relationship Id="rId9" Type="http://schemas.openxmlformats.org/officeDocument/2006/relationships/tags" Target="../tags/tag1403.xml"/><Relationship Id="rId13" Type="http://schemas.openxmlformats.org/officeDocument/2006/relationships/tags" Target="../tags/tag1407.xml"/><Relationship Id="rId18" Type="http://schemas.openxmlformats.org/officeDocument/2006/relationships/tags" Target="../tags/tag1412.xml"/><Relationship Id="rId39" Type="http://schemas.openxmlformats.org/officeDocument/2006/relationships/tags" Target="../tags/tag1433.xml"/><Relationship Id="rId34" Type="http://schemas.openxmlformats.org/officeDocument/2006/relationships/tags" Target="../tags/tag1428.xml"/><Relationship Id="rId50" Type="http://schemas.openxmlformats.org/officeDocument/2006/relationships/tags" Target="../tags/tag1444.xml"/><Relationship Id="rId55" Type="http://schemas.openxmlformats.org/officeDocument/2006/relationships/tags" Target="../tags/tag1449.xml"/><Relationship Id="rId76" Type="http://schemas.openxmlformats.org/officeDocument/2006/relationships/tags" Target="../tags/tag1470.xml"/><Relationship Id="rId97" Type="http://schemas.openxmlformats.org/officeDocument/2006/relationships/slideLayout" Target="../slideLayouts/slideLayout7.xml"/><Relationship Id="rId7" Type="http://schemas.openxmlformats.org/officeDocument/2006/relationships/tags" Target="../tags/tag1401.xml"/><Relationship Id="rId71" Type="http://schemas.openxmlformats.org/officeDocument/2006/relationships/tags" Target="../tags/tag1465.xml"/><Relationship Id="rId92" Type="http://schemas.openxmlformats.org/officeDocument/2006/relationships/tags" Target="../tags/tag1486.xml"/><Relationship Id="rId2" Type="http://schemas.openxmlformats.org/officeDocument/2006/relationships/tags" Target="../tags/tag1396.xml"/><Relationship Id="rId29" Type="http://schemas.openxmlformats.org/officeDocument/2006/relationships/tags" Target="../tags/tag1423.xml"/><Relationship Id="rId24" Type="http://schemas.openxmlformats.org/officeDocument/2006/relationships/tags" Target="../tags/tag1418.xml"/><Relationship Id="rId40" Type="http://schemas.openxmlformats.org/officeDocument/2006/relationships/tags" Target="../tags/tag1434.xml"/><Relationship Id="rId45" Type="http://schemas.openxmlformats.org/officeDocument/2006/relationships/tags" Target="../tags/tag1439.xml"/><Relationship Id="rId66" Type="http://schemas.openxmlformats.org/officeDocument/2006/relationships/tags" Target="../tags/tag1460.xml"/><Relationship Id="rId87" Type="http://schemas.openxmlformats.org/officeDocument/2006/relationships/tags" Target="../tags/tag1481.xml"/><Relationship Id="rId61" Type="http://schemas.openxmlformats.org/officeDocument/2006/relationships/tags" Target="../tags/tag1455.xml"/><Relationship Id="rId82" Type="http://schemas.openxmlformats.org/officeDocument/2006/relationships/tags" Target="../tags/tag1476.xml"/><Relationship Id="rId19" Type="http://schemas.openxmlformats.org/officeDocument/2006/relationships/tags" Target="../tags/tag1413.xml"/><Relationship Id="rId14" Type="http://schemas.openxmlformats.org/officeDocument/2006/relationships/tags" Target="../tags/tag1408.xml"/><Relationship Id="rId30" Type="http://schemas.openxmlformats.org/officeDocument/2006/relationships/tags" Target="../tags/tag1424.xml"/><Relationship Id="rId35" Type="http://schemas.openxmlformats.org/officeDocument/2006/relationships/tags" Target="../tags/tag1429.xml"/><Relationship Id="rId56" Type="http://schemas.openxmlformats.org/officeDocument/2006/relationships/tags" Target="../tags/tag1450.xml"/><Relationship Id="rId77" Type="http://schemas.openxmlformats.org/officeDocument/2006/relationships/tags" Target="../tags/tag1471.xml"/><Relationship Id="rId8" Type="http://schemas.openxmlformats.org/officeDocument/2006/relationships/tags" Target="../tags/tag1402.xml"/><Relationship Id="rId51" Type="http://schemas.openxmlformats.org/officeDocument/2006/relationships/tags" Target="../tags/tag1445.xml"/><Relationship Id="rId72" Type="http://schemas.openxmlformats.org/officeDocument/2006/relationships/tags" Target="../tags/tag1466.xml"/><Relationship Id="rId93" Type="http://schemas.openxmlformats.org/officeDocument/2006/relationships/tags" Target="../tags/tag1487.xml"/><Relationship Id="rId98" Type="http://schemas.openxmlformats.org/officeDocument/2006/relationships/notesSlide" Target="../notesSlides/notesSlide15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tags" Target="../tags/tag1516.xml"/><Relationship Id="rId21" Type="http://schemas.openxmlformats.org/officeDocument/2006/relationships/tags" Target="../tags/tag1511.xml"/><Relationship Id="rId42" Type="http://schemas.openxmlformats.org/officeDocument/2006/relationships/tags" Target="../tags/tag1532.xml"/><Relationship Id="rId47" Type="http://schemas.openxmlformats.org/officeDocument/2006/relationships/tags" Target="../tags/tag1537.xml"/><Relationship Id="rId63" Type="http://schemas.openxmlformats.org/officeDocument/2006/relationships/tags" Target="../tags/tag1553.xml"/><Relationship Id="rId68" Type="http://schemas.openxmlformats.org/officeDocument/2006/relationships/tags" Target="../tags/tag1558.xml"/><Relationship Id="rId84" Type="http://schemas.openxmlformats.org/officeDocument/2006/relationships/tags" Target="../tags/tag1574.xml"/><Relationship Id="rId89" Type="http://schemas.openxmlformats.org/officeDocument/2006/relationships/tags" Target="../tags/tag1579.xml"/><Relationship Id="rId16" Type="http://schemas.openxmlformats.org/officeDocument/2006/relationships/tags" Target="../tags/tag1506.xml"/><Relationship Id="rId11" Type="http://schemas.openxmlformats.org/officeDocument/2006/relationships/tags" Target="../tags/tag1501.xml"/><Relationship Id="rId32" Type="http://schemas.openxmlformats.org/officeDocument/2006/relationships/tags" Target="../tags/tag1522.xml"/><Relationship Id="rId37" Type="http://schemas.openxmlformats.org/officeDocument/2006/relationships/tags" Target="../tags/tag1527.xml"/><Relationship Id="rId53" Type="http://schemas.openxmlformats.org/officeDocument/2006/relationships/tags" Target="../tags/tag1543.xml"/><Relationship Id="rId58" Type="http://schemas.openxmlformats.org/officeDocument/2006/relationships/tags" Target="../tags/tag1548.xml"/><Relationship Id="rId74" Type="http://schemas.openxmlformats.org/officeDocument/2006/relationships/tags" Target="../tags/tag1564.xml"/><Relationship Id="rId79" Type="http://schemas.openxmlformats.org/officeDocument/2006/relationships/tags" Target="../tags/tag1569.xml"/><Relationship Id="rId5" Type="http://schemas.openxmlformats.org/officeDocument/2006/relationships/tags" Target="../tags/tag1495.xml"/><Relationship Id="rId90" Type="http://schemas.openxmlformats.org/officeDocument/2006/relationships/slideLayout" Target="../slideLayouts/slideLayout7.xml"/><Relationship Id="rId22" Type="http://schemas.openxmlformats.org/officeDocument/2006/relationships/tags" Target="../tags/tag1512.xml"/><Relationship Id="rId27" Type="http://schemas.openxmlformats.org/officeDocument/2006/relationships/tags" Target="../tags/tag1517.xml"/><Relationship Id="rId43" Type="http://schemas.openxmlformats.org/officeDocument/2006/relationships/tags" Target="../tags/tag1533.xml"/><Relationship Id="rId48" Type="http://schemas.openxmlformats.org/officeDocument/2006/relationships/tags" Target="../tags/tag1538.xml"/><Relationship Id="rId64" Type="http://schemas.openxmlformats.org/officeDocument/2006/relationships/tags" Target="../tags/tag1554.xml"/><Relationship Id="rId69" Type="http://schemas.openxmlformats.org/officeDocument/2006/relationships/tags" Target="../tags/tag1559.xml"/><Relationship Id="rId8" Type="http://schemas.openxmlformats.org/officeDocument/2006/relationships/tags" Target="../tags/tag1498.xml"/><Relationship Id="rId51" Type="http://schemas.openxmlformats.org/officeDocument/2006/relationships/tags" Target="../tags/tag1541.xml"/><Relationship Id="rId72" Type="http://schemas.openxmlformats.org/officeDocument/2006/relationships/tags" Target="../tags/tag1562.xml"/><Relationship Id="rId80" Type="http://schemas.openxmlformats.org/officeDocument/2006/relationships/tags" Target="../tags/tag1570.xml"/><Relationship Id="rId85" Type="http://schemas.openxmlformats.org/officeDocument/2006/relationships/tags" Target="../tags/tag1575.xml"/><Relationship Id="rId93" Type="http://schemas.openxmlformats.org/officeDocument/2006/relationships/slide" Target="slide28.xml"/><Relationship Id="rId3" Type="http://schemas.openxmlformats.org/officeDocument/2006/relationships/tags" Target="../tags/tag1493.xml"/><Relationship Id="rId12" Type="http://schemas.openxmlformats.org/officeDocument/2006/relationships/tags" Target="../tags/tag1502.xml"/><Relationship Id="rId17" Type="http://schemas.openxmlformats.org/officeDocument/2006/relationships/tags" Target="../tags/tag1507.xml"/><Relationship Id="rId25" Type="http://schemas.openxmlformats.org/officeDocument/2006/relationships/tags" Target="../tags/tag1515.xml"/><Relationship Id="rId33" Type="http://schemas.openxmlformats.org/officeDocument/2006/relationships/tags" Target="../tags/tag1523.xml"/><Relationship Id="rId38" Type="http://schemas.openxmlformats.org/officeDocument/2006/relationships/tags" Target="../tags/tag1528.xml"/><Relationship Id="rId46" Type="http://schemas.openxmlformats.org/officeDocument/2006/relationships/tags" Target="../tags/tag1536.xml"/><Relationship Id="rId59" Type="http://schemas.openxmlformats.org/officeDocument/2006/relationships/tags" Target="../tags/tag1549.xml"/><Relationship Id="rId67" Type="http://schemas.openxmlformats.org/officeDocument/2006/relationships/tags" Target="../tags/tag1557.xml"/><Relationship Id="rId20" Type="http://schemas.openxmlformats.org/officeDocument/2006/relationships/tags" Target="../tags/tag1510.xml"/><Relationship Id="rId41" Type="http://schemas.openxmlformats.org/officeDocument/2006/relationships/tags" Target="../tags/tag1531.xml"/><Relationship Id="rId54" Type="http://schemas.openxmlformats.org/officeDocument/2006/relationships/tags" Target="../tags/tag1544.xml"/><Relationship Id="rId62" Type="http://schemas.openxmlformats.org/officeDocument/2006/relationships/tags" Target="../tags/tag1552.xml"/><Relationship Id="rId70" Type="http://schemas.openxmlformats.org/officeDocument/2006/relationships/tags" Target="../tags/tag1560.xml"/><Relationship Id="rId75" Type="http://schemas.openxmlformats.org/officeDocument/2006/relationships/tags" Target="../tags/tag1565.xml"/><Relationship Id="rId83" Type="http://schemas.openxmlformats.org/officeDocument/2006/relationships/tags" Target="../tags/tag1573.xml"/><Relationship Id="rId88" Type="http://schemas.openxmlformats.org/officeDocument/2006/relationships/tags" Target="../tags/tag1578.xml"/><Relationship Id="rId91" Type="http://schemas.openxmlformats.org/officeDocument/2006/relationships/notesSlide" Target="../notesSlides/notesSlide16.xml"/><Relationship Id="rId1" Type="http://schemas.openxmlformats.org/officeDocument/2006/relationships/tags" Target="../tags/tag1491.xml"/><Relationship Id="rId6" Type="http://schemas.openxmlformats.org/officeDocument/2006/relationships/tags" Target="../tags/tag1496.xml"/><Relationship Id="rId15" Type="http://schemas.openxmlformats.org/officeDocument/2006/relationships/tags" Target="../tags/tag1505.xml"/><Relationship Id="rId23" Type="http://schemas.openxmlformats.org/officeDocument/2006/relationships/tags" Target="../tags/tag1513.xml"/><Relationship Id="rId28" Type="http://schemas.openxmlformats.org/officeDocument/2006/relationships/tags" Target="../tags/tag1518.xml"/><Relationship Id="rId36" Type="http://schemas.openxmlformats.org/officeDocument/2006/relationships/tags" Target="../tags/tag1526.xml"/><Relationship Id="rId49" Type="http://schemas.openxmlformats.org/officeDocument/2006/relationships/tags" Target="../tags/tag1539.xml"/><Relationship Id="rId57" Type="http://schemas.openxmlformats.org/officeDocument/2006/relationships/tags" Target="../tags/tag1547.xml"/><Relationship Id="rId10" Type="http://schemas.openxmlformats.org/officeDocument/2006/relationships/tags" Target="../tags/tag1500.xml"/><Relationship Id="rId31" Type="http://schemas.openxmlformats.org/officeDocument/2006/relationships/tags" Target="../tags/tag1521.xml"/><Relationship Id="rId44" Type="http://schemas.openxmlformats.org/officeDocument/2006/relationships/tags" Target="../tags/tag1534.xml"/><Relationship Id="rId52" Type="http://schemas.openxmlformats.org/officeDocument/2006/relationships/tags" Target="../tags/tag1542.xml"/><Relationship Id="rId60" Type="http://schemas.openxmlformats.org/officeDocument/2006/relationships/tags" Target="../tags/tag1550.xml"/><Relationship Id="rId65" Type="http://schemas.openxmlformats.org/officeDocument/2006/relationships/tags" Target="../tags/tag1555.xml"/><Relationship Id="rId73" Type="http://schemas.openxmlformats.org/officeDocument/2006/relationships/tags" Target="../tags/tag1563.xml"/><Relationship Id="rId78" Type="http://schemas.openxmlformats.org/officeDocument/2006/relationships/tags" Target="../tags/tag1568.xml"/><Relationship Id="rId81" Type="http://schemas.openxmlformats.org/officeDocument/2006/relationships/tags" Target="../tags/tag1571.xml"/><Relationship Id="rId86" Type="http://schemas.openxmlformats.org/officeDocument/2006/relationships/tags" Target="../tags/tag1576.xml"/><Relationship Id="rId94" Type="http://schemas.openxmlformats.org/officeDocument/2006/relationships/slide" Target="slide73.xml"/><Relationship Id="rId4" Type="http://schemas.openxmlformats.org/officeDocument/2006/relationships/tags" Target="../tags/tag1494.xml"/><Relationship Id="rId9" Type="http://schemas.openxmlformats.org/officeDocument/2006/relationships/tags" Target="../tags/tag1499.xml"/><Relationship Id="rId13" Type="http://schemas.openxmlformats.org/officeDocument/2006/relationships/tags" Target="../tags/tag1503.xml"/><Relationship Id="rId18" Type="http://schemas.openxmlformats.org/officeDocument/2006/relationships/tags" Target="../tags/tag1508.xml"/><Relationship Id="rId39" Type="http://schemas.openxmlformats.org/officeDocument/2006/relationships/tags" Target="../tags/tag1529.xml"/><Relationship Id="rId34" Type="http://schemas.openxmlformats.org/officeDocument/2006/relationships/tags" Target="../tags/tag1524.xml"/><Relationship Id="rId50" Type="http://schemas.openxmlformats.org/officeDocument/2006/relationships/tags" Target="../tags/tag1540.xml"/><Relationship Id="rId55" Type="http://schemas.openxmlformats.org/officeDocument/2006/relationships/tags" Target="../tags/tag1545.xml"/><Relationship Id="rId76" Type="http://schemas.openxmlformats.org/officeDocument/2006/relationships/tags" Target="../tags/tag1566.xml"/><Relationship Id="rId7" Type="http://schemas.openxmlformats.org/officeDocument/2006/relationships/tags" Target="../tags/tag1497.xml"/><Relationship Id="rId71" Type="http://schemas.openxmlformats.org/officeDocument/2006/relationships/tags" Target="../tags/tag1561.xml"/><Relationship Id="rId92" Type="http://schemas.openxmlformats.org/officeDocument/2006/relationships/slide" Target="slide6.xml"/><Relationship Id="rId2" Type="http://schemas.openxmlformats.org/officeDocument/2006/relationships/tags" Target="../tags/tag1492.xml"/><Relationship Id="rId29" Type="http://schemas.openxmlformats.org/officeDocument/2006/relationships/tags" Target="../tags/tag1519.xml"/><Relationship Id="rId24" Type="http://schemas.openxmlformats.org/officeDocument/2006/relationships/tags" Target="../tags/tag1514.xml"/><Relationship Id="rId40" Type="http://schemas.openxmlformats.org/officeDocument/2006/relationships/tags" Target="../tags/tag1530.xml"/><Relationship Id="rId45" Type="http://schemas.openxmlformats.org/officeDocument/2006/relationships/tags" Target="../tags/tag1535.xml"/><Relationship Id="rId66" Type="http://schemas.openxmlformats.org/officeDocument/2006/relationships/tags" Target="../tags/tag1556.xml"/><Relationship Id="rId87" Type="http://schemas.openxmlformats.org/officeDocument/2006/relationships/tags" Target="../tags/tag1577.xml"/><Relationship Id="rId61" Type="http://schemas.openxmlformats.org/officeDocument/2006/relationships/tags" Target="../tags/tag1551.xml"/><Relationship Id="rId82" Type="http://schemas.openxmlformats.org/officeDocument/2006/relationships/tags" Target="../tags/tag1572.xml"/><Relationship Id="rId19" Type="http://schemas.openxmlformats.org/officeDocument/2006/relationships/tags" Target="../tags/tag1509.xml"/><Relationship Id="rId14" Type="http://schemas.openxmlformats.org/officeDocument/2006/relationships/tags" Target="../tags/tag1504.xml"/><Relationship Id="rId30" Type="http://schemas.openxmlformats.org/officeDocument/2006/relationships/tags" Target="../tags/tag1520.xml"/><Relationship Id="rId35" Type="http://schemas.openxmlformats.org/officeDocument/2006/relationships/tags" Target="../tags/tag1525.xml"/><Relationship Id="rId56" Type="http://schemas.openxmlformats.org/officeDocument/2006/relationships/tags" Target="../tags/tag1546.xml"/><Relationship Id="rId77" Type="http://schemas.openxmlformats.org/officeDocument/2006/relationships/tags" Target="../tags/tag1567.xml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tags" Target="../tags/tag1605.xml"/><Relationship Id="rId21" Type="http://schemas.openxmlformats.org/officeDocument/2006/relationships/tags" Target="../tags/tag1600.xml"/><Relationship Id="rId42" Type="http://schemas.openxmlformats.org/officeDocument/2006/relationships/tags" Target="../tags/tag1621.xml"/><Relationship Id="rId47" Type="http://schemas.openxmlformats.org/officeDocument/2006/relationships/tags" Target="../tags/tag1626.xml"/><Relationship Id="rId63" Type="http://schemas.openxmlformats.org/officeDocument/2006/relationships/tags" Target="../tags/tag1642.xml"/><Relationship Id="rId68" Type="http://schemas.openxmlformats.org/officeDocument/2006/relationships/tags" Target="../tags/tag1647.xml"/><Relationship Id="rId84" Type="http://schemas.openxmlformats.org/officeDocument/2006/relationships/tags" Target="../tags/tag1663.xml"/><Relationship Id="rId89" Type="http://schemas.openxmlformats.org/officeDocument/2006/relationships/tags" Target="../tags/tag1668.xml"/><Relationship Id="rId16" Type="http://schemas.openxmlformats.org/officeDocument/2006/relationships/tags" Target="../tags/tag1595.xml"/><Relationship Id="rId107" Type="http://schemas.openxmlformats.org/officeDocument/2006/relationships/slideLayout" Target="../slideLayouts/slideLayout7.xml"/><Relationship Id="rId11" Type="http://schemas.openxmlformats.org/officeDocument/2006/relationships/tags" Target="../tags/tag1590.xml"/><Relationship Id="rId32" Type="http://schemas.openxmlformats.org/officeDocument/2006/relationships/tags" Target="../tags/tag1611.xml"/><Relationship Id="rId37" Type="http://schemas.openxmlformats.org/officeDocument/2006/relationships/tags" Target="../tags/tag1616.xml"/><Relationship Id="rId53" Type="http://schemas.openxmlformats.org/officeDocument/2006/relationships/tags" Target="../tags/tag1632.xml"/><Relationship Id="rId58" Type="http://schemas.openxmlformats.org/officeDocument/2006/relationships/tags" Target="../tags/tag1637.xml"/><Relationship Id="rId74" Type="http://schemas.openxmlformats.org/officeDocument/2006/relationships/tags" Target="../tags/tag1653.xml"/><Relationship Id="rId79" Type="http://schemas.openxmlformats.org/officeDocument/2006/relationships/tags" Target="../tags/tag1658.xml"/><Relationship Id="rId102" Type="http://schemas.openxmlformats.org/officeDocument/2006/relationships/tags" Target="../tags/tag1681.xml"/><Relationship Id="rId5" Type="http://schemas.openxmlformats.org/officeDocument/2006/relationships/tags" Target="../tags/tag1584.xml"/><Relationship Id="rId90" Type="http://schemas.openxmlformats.org/officeDocument/2006/relationships/tags" Target="../tags/tag1669.xml"/><Relationship Id="rId95" Type="http://schemas.openxmlformats.org/officeDocument/2006/relationships/tags" Target="../tags/tag1674.xml"/><Relationship Id="rId22" Type="http://schemas.openxmlformats.org/officeDocument/2006/relationships/tags" Target="../tags/tag1601.xml"/><Relationship Id="rId27" Type="http://schemas.openxmlformats.org/officeDocument/2006/relationships/tags" Target="../tags/tag1606.xml"/><Relationship Id="rId43" Type="http://schemas.openxmlformats.org/officeDocument/2006/relationships/tags" Target="../tags/tag1622.xml"/><Relationship Id="rId48" Type="http://schemas.openxmlformats.org/officeDocument/2006/relationships/tags" Target="../tags/tag1627.xml"/><Relationship Id="rId64" Type="http://schemas.openxmlformats.org/officeDocument/2006/relationships/tags" Target="../tags/tag1643.xml"/><Relationship Id="rId69" Type="http://schemas.openxmlformats.org/officeDocument/2006/relationships/tags" Target="../tags/tag1648.xml"/><Relationship Id="rId80" Type="http://schemas.openxmlformats.org/officeDocument/2006/relationships/tags" Target="../tags/tag1659.xml"/><Relationship Id="rId85" Type="http://schemas.openxmlformats.org/officeDocument/2006/relationships/tags" Target="../tags/tag1664.xml"/><Relationship Id="rId12" Type="http://schemas.openxmlformats.org/officeDocument/2006/relationships/tags" Target="../tags/tag1591.xml"/><Relationship Id="rId17" Type="http://schemas.openxmlformats.org/officeDocument/2006/relationships/tags" Target="../tags/tag1596.xml"/><Relationship Id="rId33" Type="http://schemas.openxmlformats.org/officeDocument/2006/relationships/tags" Target="../tags/tag1612.xml"/><Relationship Id="rId38" Type="http://schemas.openxmlformats.org/officeDocument/2006/relationships/tags" Target="../tags/tag1617.xml"/><Relationship Id="rId59" Type="http://schemas.openxmlformats.org/officeDocument/2006/relationships/tags" Target="../tags/tag1638.xml"/><Relationship Id="rId103" Type="http://schemas.openxmlformats.org/officeDocument/2006/relationships/tags" Target="../tags/tag1682.xml"/><Relationship Id="rId108" Type="http://schemas.openxmlformats.org/officeDocument/2006/relationships/notesSlide" Target="../notesSlides/notesSlide17.xml"/><Relationship Id="rId54" Type="http://schemas.openxmlformats.org/officeDocument/2006/relationships/tags" Target="../tags/tag1633.xml"/><Relationship Id="rId70" Type="http://schemas.openxmlformats.org/officeDocument/2006/relationships/tags" Target="../tags/tag1649.xml"/><Relationship Id="rId75" Type="http://schemas.openxmlformats.org/officeDocument/2006/relationships/tags" Target="../tags/tag1654.xml"/><Relationship Id="rId91" Type="http://schemas.openxmlformats.org/officeDocument/2006/relationships/tags" Target="../tags/tag1670.xml"/><Relationship Id="rId96" Type="http://schemas.openxmlformats.org/officeDocument/2006/relationships/tags" Target="../tags/tag1675.xml"/><Relationship Id="rId1" Type="http://schemas.openxmlformats.org/officeDocument/2006/relationships/tags" Target="../tags/tag1580.xml"/><Relationship Id="rId6" Type="http://schemas.openxmlformats.org/officeDocument/2006/relationships/tags" Target="../tags/tag1585.xml"/><Relationship Id="rId15" Type="http://schemas.openxmlformats.org/officeDocument/2006/relationships/tags" Target="../tags/tag1594.xml"/><Relationship Id="rId23" Type="http://schemas.openxmlformats.org/officeDocument/2006/relationships/tags" Target="../tags/tag1602.xml"/><Relationship Id="rId28" Type="http://schemas.openxmlformats.org/officeDocument/2006/relationships/tags" Target="../tags/tag1607.xml"/><Relationship Id="rId36" Type="http://schemas.openxmlformats.org/officeDocument/2006/relationships/tags" Target="../tags/tag1615.xml"/><Relationship Id="rId49" Type="http://schemas.openxmlformats.org/officeDocument/2006/relationships/tags" Target="../tags/tag1628.xml"/><Relationship Id="rId57" Type="http://schemas.openxmlformats.org/officeDocument/2006/relationships/tags" Target="../tags/tag1636.xml"/><Relationship Id="rId106" Type="http://schemas.openxmlformats.org/officeDocument/2006/relationships/tags" Target="../tags/tag1685.xml"/><Relationship Id="rId10" Type="http://schemas.openxmlformats.org/officeDocument/2006/relationships/tags" Target="../tags/tag1589.xml"/><Relationship Id="rId31" Type="http://schemas.openxmlformats.org/officeDocument/2006/relationships/tags" Target="../tags/tag1610.xml"/><Relationship Id="rId44" Type="http://schemas.openxmlformats.org/officeDocument/2006/relationships/tags" Target="../tags/tag1623.xml"/><Relationship Id="rId52" Type="http://schemas.openxmlformats.org/officeDocument/2006/relationships/tags" Target="../tags/tag1631.xml"/><Relationship Id="rId60" Type="http://schemas.openxmlformats.org/officeDocument/2006/relationships/tags" Target="../tags/tag1639.xml"/><Relationship Id="rId65" Type="http://schemas.openxmlformats.org/officeDocument/2006/relationships/tags" Target="../tags/tag1644.xml"/><Relationship Id="rId73" Type="http://schemas.openxmlformats.org/officeDocument/2006/relationships/tags" Target="../tags/tag1652.xml"/><Relationship Id="rId78" Type="http://schemas.openxmlformats.org/officeDocument/2006/relationships/tags" Target="../tags/tag1657.xml"/><Relationship Id="rId81" Type="http://schemas.openxmlformats.org/officeDocument/2006/relationships/tags" Target="../tags/tag1660.xml"/><Relationship Id="rId86" Type="http://schemas.openxmlformats.org/officeDocument/2006/relationships/tags" Target="../tags/tag1665.xml"/><Relationship Id="rId94" Type="http://schemas.openxmlformats.org/officeDocument/2006/relationships/tags" Target="../tags/tag1673.xml"/><Relationship Id="rId99" Type="http://schemas.openxmlformats.org/officeDocument/2006/relationships/tags" Target="../tags/tag1678.xml"/><Relationship Id="rId101" Type="http://schemas.openxmlformats.org/officeDocument/2006/relationships/tags" Target="../tags/tag1680.xml"/><Relationship Id="rId4" Type="http://schemas.openxmlformats.org/officeDocument/2006/relationships/tags" Target="../tags/tag1583.xml"/><Relationship Id="rId9" Type="http://schemas.openxmlformats.org/officeDocument/2006/relationships/tags" Target="../tags/tag1588.xml"/><Relationship Id="rId13" Type="http://schemas.openxmlformats.org/officeDocument/2006/relationships/tags" Target="../tags/tag1592.xml"/><Relationship Id="rId18" Type="http://schemas.openxmlformats.org/officeDocument/2006/relationships/tags" Target="../tags/tag1597.xml"/><Relationship Id="rId39" Type="http://schemas.openxmlformats.org/officeDocument/2006/relationships/tags" Target="../tags/tag1618.xml"/><Relationship Id="rId109" Type="http://schemas.openxmlformats.org/officeDocument/2006/relationships/slide" Target="slide13.xml"/><Relationship Id="rId34" Type="http://schemas.openxmlformats.org/officeDocument/2006/relationships/tags" Target="../tags/tag1613.xml"/><Relationship Id="rId50" Type="http://schemas.openxmlformats.org/officeDocument/2006/relationships/tags" Target="../tags/tag1629.xml"/><Relationship Id="rId55" Type="http://schemas.openxmlformats.org/officeDocument/2006/relationships/tags" Target="../tags/tag1634.xml"/><Relationship Id="rId76" Type="http://schemas.openxmlformats.org/officeDocument/2006/relationships/tags" Target="../tags/tag1655.xml"/><Relationship Id="rId97" Type="http://schemas.openxmlformats.org/officeDocument/2006/relationships/tags" Target="../tags/tag1676.xml"/><Relationship Id="rId104" Type="http://schemas.openxmlformats.org/officeDocument/2006/relationships/tags" Target="../tags/tag1683.xml"/><Relationship Id="rId7" Type="http://schemas.openxmlformats.org/officeDocument/2006/relationships/tags" Target="../tags/tag1586.xml"/><Relationship Id="rId71" Type="http://schemas.openxmlformats.org/officeDocument/2006/relationships/tags" Target="../tags/tag1650.xml"/><Relationship Id="rId92" Type="http://schemas.openxmlformats.org/officeDocument/2006/relationships/tags" Target="../tags/tag1671.xml"/><Relationship Id="rId2" Type="http://schemas.openxmlformats.org/officeDocument/2006/relationships/tags" Target="../tags/tag1581.xml"/><Relationship Id="rId29" Type="http://schemas.openxmlformats.org/officeDocument/2006/relationships/tags" Target="../tags/tag1608.xml"/><Relationship Id="rId24" Type="http://schemas.openxmlformats.org/officeDocument/2006/relationships/tags" Target="../tags/tag1603.xml"/><Relationship Id="rId40" Type="http://schemas.openxmlformats.org/officeDocument/2006/relationships/tags" Target="../tags/tag1619.xml"/><Relationship Id="rId45" Type="http://schemas.openxmlformats.org/officeDocument/2006/relationships/tags" Target="../tags/tag1624.xml"/><Relationship Id="rId66" Type="http://schemas.openxmlformats.org/officeDocument/2006/relationships/tags" Target="../tags/tag1645.xml"/><Relationship Id="rId87" Type="http://schemas.openxmlformats.org/officeDocument/2006/relationships/tags" Target="../tags/tag1666.xml"/><Relationship Id="rId61" Type="http://schemas.openxmlformats.org/officeDocument/2006/relationships/tags" Target="../tags/tag1640.xml"/><Relationship Id="rId82" Type="http://schemas.openxmlformats.org/officeDocument/2006/relationships/tags" Target="../tags/tag1661.xml"/><Relationship Id="rId19" Type="http://schemas.openxmlformats.org/officeDocument/2006/relationships/tags" Target="../tags/tag1598.xml"/><Relationship Id="rId14" Type="http://schemas.openxmlformats.org/officeDocument/2006/relationships/tags" Target="../tags/tag1593.xml"/><Relationship Id="rId30" Type="http://schemas.openxmlformats.org/officeDocument/2006/relationships/tags" Target="../tags/tag1609.xml"/><Relationship Id="rId35" Type="http://schemas.openxmlformats.org/officeDocument/2006/relationships/tags" Target="../tags/tag1614.xml"/><Relationship Id="rId56" Type="http://schemas.openxmlformats.org/officeDocument/2006/relationships/tags" Target="../tags/tag1635.xml"/><Relationship Id="rId77" Type="http://schemas.openxmlformats.org/officeDocument/2006/relationships/tags" Target="../tags/tag1656.xml"/><Relationship Id="rId100" Type="http://schemas.openxmlformats.org/officeDocument/2006/relationships/tags" Target="../tags/tag1679.xml"/><Relationship Id="rId105" Type="http://schemas.openxmlformats.org/officeDocument/2006/relationships/tags" Target="../tags/tag1684.xml"/><Relationship Id="rId8" Type="http://schemas.openxmlformats.org/officeDocument/2006/relationships/tags" Target="../tags/tag1587.xml"/><Relationship Id="rId51" Type="http://schemas.openxmlformats.org/officeDocument/2006/relationships/tags" Target="../tags/tag1630.xml"/><Relationship Id="rId72" Type="http://schemas.openxmlformats.org/officeDocument/2006/relationships/tags" Target="../tags/tag1651.xml"/><Relationship Id="rId93" Type="http://schemas.openxmlformats.org/officeDocument/2006/relationships/tags" Target="../tags/tag1672.xml"/><Relationship Id="rId98" Type="http://schemas.openxmlformats.org/officeDocument/2006/relationships/tags" Target="../tags/tag1677.xml"/><Relationship Id="rId3" Type="http://schemas.openxmlformats.org/officeDocument/2006/relationships/tags" Target="../tags/tag1582.xml"/><Relationship Id="rId25" Type="http://schemas.openxmlformats.org/officeDocument/2006/relationships/tags" Target="../tags/tag1604.xml"/><Relationship Id="rId46" Type="http://schemas.openxmlformats.org/officeDocument/2006/relationships/tags" Target="../tags/tag1625.xml"/><Relationship Id="rId67" Type="http://schemas.openxmlformats.org/officeDocument/2006/relationships/tags" Target="../tags/tag1646.xml"/><Relationship Id="rId20" Type="http://schemas.openxmlformats.org/officeDocument/2006/relationships/tags" Target="../tags/tag1599.xml"/><Relationship Id="rId41" Type="http://schemas.openxmlformats.org/officeDocument/2006/relationships/tags" Target="../tags/tag1620.xml"/><Relationship Id="rId62" Type="http://schemas.openxmlformats.org/officeDocument/2006/relationships/tags" Target="../tags/tag1641.xml"/><Relationship Id="rId83" Type="http://schemas.openxmlformats.org/officeDocument/2006/relationships/tags" Target="../tags/tag1662.xml"/><Relationship Id="rId88" Type="http://schemas.openxmlformats.org/officeDocument/2006/relationships/tags" Target="../tags/tag1667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tags" Target="../tags/tag1711.xml"/><Relationship Id="rId21" Type="http://schemas.openxmlformats.org/officeDocument/2006/relationships/tags" Target="../tags/tag1706.xml"/><Relationship Id="rId42" Type="http://schemas.openxmlformats.org/officeDocument/2006/relationships/tags" Target="../tags/tag1727.xml"/><Relationship Id="rId47" Type="http://schemas.openxmlformats.org/officeDocument/2006/relationships/tags" Target="../tags/tag1732.xml"/><Relationship Id="rId63" Type="http://schemas.openxmlformats.org/officeDocument/2006/relationships/tags" Target="../tags/tag1748.xml"/><Relationship Id="rId68" Type="http://schemas.openxmlformats.org/officeDocument/2006/relationships/tags" Target="../tags/tag1753.xml"/><Relationship Id="rId84" Type="http://schemas.openxmlformats.org/officeDocument/2006/relationships/tags" Target="../tags/tag1769.xml"/><Relationship Id="rId89" Type="http://schemas.openxmlformats.org/officeDocument/2006/relationships/tags" Target="../tags/tag1774.xml"/><Relationship Id="rId16" Type="http://schemas.openxmlformats.org/officeDocument/2006/relationships/tags" Target="../tags/tag1701.xml"/><Relationship Id="rId11" Type="http://schemas.openxmlformats.org/officeDocument/2006/relationships/tags" Target="../tags/tag1696.xml"/><Relationship Id="rId32" Type="http://schemas.openxmlformats.org/officeDocument/2006/relationships/tags" Target="../tags/tag1717.xml"/><Relationship Id="rId37" Type="http://schemas.openxmlformats.org/officeDocument/2006/relationships/tags" Target="../tags/tag1722.xml"/><Relationship Id="rId53" Type="http://schemas.openxmlformats.org/officeDocument/2006/relationships/tags" Target="../tags/tag1738.xml"/><Relationship Id="rId58" Type="http://schemas.openxmlformats.org/officeDocument/2006/relationships/tags" Target="../tags/tag1743.xml"/><Relationship Id="rId74" Type="http://schemas.openxmlformats.org/officeDocument/2006/relationships/tags" Target="../tags/tag1759.xml"/><Relationship Id="rId79" Type="http://schemas.openxmlformats.org/officeDocument/2006/relationships/tags" Target="../tags/tag1764.xml"/><Relationship Id="rId5" Type="http://schemas.openxmlformats.org/officeDocument/2006/relationships/tags" Target="../tags/tag1690.xml"/><Relationship Id="rId90" Type="http://schemas.openxmlformats.org/officeDocument/2006/relationships/tags" Target="../tags/tag1775.xml"/><Relationship Id="rId95" Type="http://schemas.openxmlformats.org/officeDocument/2006/relationships/slide" Target="slide29.xml"/><Relationship Id="rId22" Type="http://schemas.openxmlformats.org/officeDocument/2006/relationships/tags" Target="../tags/tag1707.xml"/><Relationship Id="rId27" Type="http://schemas.openxmlformats.org/officeDocument/2006/relationships/tags" Target="../tags/tag1712.xml"/><Relationship Id="rId43" Type="http://schemas.openxmlformats.org/officeDocument/2006/relationships/tags" Target="../tags/tag1728.xml"/><Relationship Id="rId48" Type="http://schemas.openxmlformats.org/officeDocument/2006/relationships/tags" Target="../tags/tag1733.xml"/><Relationship Id="rId64" Type="http://schemas.openxmlformats.org/officeDocument/2006/relationships/tags" Target="../tags/tag1749.xml"/><Relationship Id="rId69" Type="http://schemas.openxmlformats.org/officeDocument/2006/relationships/tags" Target="../tags/tag1754.xml"/><Relationship Id="rId8" Type="http://schemas.openxmlformats.org/officeDocument/2006/relationships/tags" Target="../tags/tag1693.xml"/><Relationship Id="rId51" Type="http://schemas.openxmlformats.org/officeDocument/2006/relationships/tags" Target="../tags/tag1736.xml"/><Relationship Id="rId72" Type="http://schemas.openxmlformats.org/officeDocument/2006/relationships/tags" Target="../tags/tag1757.xml"/><Relationship Id="rId80" Type="http://schemas.openxmlformats.org/officeDocument/2006/relationships/tags" Target="../tags/tag1765.xml"/><Relationship Id="rId85" Type="http://schemas.openxmlformats.org/officeDocument/2006/relationships/tags" Target="../tags/tag1770.xml"/><Relationship Id="rId93" Type="http://schemas.openxmlformats.org/officeDocument/2006/relationships/slideLayout" Target="../slideLayouts/slideLayout7.xml"/><Relationship Id="rId3" Type="http://schemas.openxmlformats.org/officeDocument/2006/relationships/tags" Target="../tags/tag1688.xml"/><Relationship Id="rId12" Type="http://schemas.openxmlformats.org/officeDocument/2006/relationships/tags" Target="../tags/tag1697.xml"/><Relationship Id="rId17" Type="http://schemas.openxmlformats.org/officeDocument/2006/relationships/tags" Target="../tags/tag1702.xml"/><Relationship Id="rId25" Type="http://schemas.openxmlformats.org/officeDocument/2006/relationships/tags" Target="../tags/tag1710.xml"/><Relationship Id="rId33" Type="http://schemas.openxmlformats.org/officeDocument/2006/relationships/tags" Target="../tags/tag1718.xml"/><Relationship Id="rId38" Type="http://schemas.openxmlformats.org/officeDocument/2006/relationships/tags" Target="../tags/tag1723.xml"/><Relationship Id="rId46" Type="http://schemas.openxmlformats.org/officeDocument/2006/relationships/tags" Target="../tags/tag1731.xml"/><Relationship Id="rId59" Type="http://schemas.openxmlformats.org/officeDocument/2006/relationships/tags" Target="../tags/tag1744.xml"/><Relationship Id="rId67" Type="http://schemas.openxmlformats.org/officeDocument/2006/relationships/tags" Target="../tags/tag1752.xml"/><Relationship Id="rId20" Type="http://schemas.openxmlformats.org/officeDocument/2006/relationships/tags" Target="../tags/tag1705.xml"/><Relationship Id="rId41" Type="http://schemas.openxmlformats.org/officeDocument/2006/relationships/tags" Target="../tags/tag1726.xml"/><Relationship Id="rId54" Type="http://schemas.openxmlformats.org/officeDocument/2006/relationships/tags" Target="../tags/tag1739.xml"/><Relationship Id="rId62" Type="http://schemas.openxmlformats.org/officeDocument/2006/relationships/tags" Target="../tags/tag1747.xml"/><Relationship Id="rId70" Type="http://schemas.openxmlformats.org/officeDocument/2006/relationships/tags" Target="../tags/tag1755.xml"/><Relationship Id="rId75" Type="http://schemas.openxmlformats.org/officeDocument/2006/relationships/tags" Target="../tags/tag1760.xml"/><Relationship Id="rId83" Type="http://schemas.openxmlformats.org/officeDocument/2006/relationships/tags" Target="../tags/tag1768.xml"/><Relationship Id="rId88" Type="http://schemas.openxmlformats.org/officeDocument/2006/relationships/tags" Target="../tags/tag1773.xml"/><Relationship Id="rId91" Type="http://schemas.openxmlformats.org/officeDocument/2006/relationships/tags" Target="../tags/tag1776.xml"/><Relationship Id="rId1" Type="http://schemas.openxmlformats.org/officeDocument/2006/relationships/tags" Target="../tags/tag1686.xml"/><Relationship Id="rId6" Type="http://schemas.openxmlformats.org/officeDocument/2006/relationships/tags" Target="../tags/tag1691.xml"/><Relationship Id="rId15" Type="http://schemas.openxmlformats.org/officeDocument/2006/relationships/tags" Target="../tags/tag1700.xml"/><Relationship Id="rId23" Type="http://schemas.openxmlformats.org/officeDocument/2006/relationships/tags" Target="../tags/tag1708.xml"/><Relationship Id="rId28" Type="http://schemas.openxmlformats.org/officeDocument/2006/relationships/tags" Target="../tags/tag1713.xml"/><Relationship Id="rId36" Type="http://schemas.openxmlformats.org/officeDocument/2006/relationships/tags" Target="../tags/tag1721.xml"/><Relationship Id="rId49" Type="http://schemas.openxmlformats.org/officeDocument/2006/relationships/tags" Target="../tags/tag1734.xml"/><Relationship Id="rId57" Type="http://schemas.openxmlformats.org/officeDocument/2006/relationships/tags" Target="../tags/tag1742.xml"/><Relationship Id="rId10" Type="http://schemas.openxmlformats.org/officeDocument/2006/relationships/tags" Target="../tags/tag1695.xml"/><Relationship Id="rId31" Type="http://schemas.openxmlformats.org/officeDocument/2006/relationships/tags" Target="../tags/tag1716.xml"/><Relationship Id="rId44" Type="http://schemas.openxmlformats.org/officeDocument/2006/relationships/tags" Target="../tags/tag1729.xml"/><Relationship Id="rId52" Type="http://schemas.openxmlformats.org/officeDocument/2006/relationships/tags" Target="../tags/tag1737.xml"/><Relationship Id="rId60" Type="http://schemas.openxmlformats.org/officeDocument/2006/relationships/tags" Target="../tags/tag1745.xml"/><Relationship Id="rId65" Type="http://schemas.openxmlformats.org/officeDocument/2006/relationships/tags" Target="../tags/tag1750.xml"/><Relationship Id="rId73" Type="http://schemas.openxmlformats.org/officeDocument/2006/relationships/tags" Target="../tags/tag1758.xml"/><Relationship Id="rId78" Type="http://schemas.openxmlformats.org/officeDocument/2006/relationships/tags" Target="../tags/tag1763.xml"/><Relationship Id="rId81" Type="http://schemas.openxmlformats.org/officeDocument/2006/relationships/tags" Target="../tags/tag1766.xml"/><Relationship Id="rId86" Type="http://schemas.openxmlformats.org/officeDocument/2006/relationships/tags" Target="../tags/tag1771.xml"/><Relationship Id="rId94" Type="http://schemas.openxmlformats.org/officeDocument/2006/relationships/notesSlide" Target="../notesSlides/notesSlide18.xml"/><Relationship Id="rId4" Type="http://schemas.openxmlformats.org/officeDocument/2006/relationships/tags" Target="../tags/tag1689.xml"/><Relationship Id="rId9" Type="http://schemas.openxmlformats.org/officeDocument/2006/relationships/tags" Target="../tags/tag1694.xml"/><Relationship Id="rId13" Type="http://schemas.openxmlformats.org/officeDocument/2006/relationships/tags" Target="../tags/tag1698.xml"/><Relationship Id="rId18" Type="http://schemas.openxmlformats.org/officeDocument/2006/relationships/tags" Target="../tags/tag1703.xml"/><Relationship Id="rId39" Type="http://schemas.openxmlformats.org/officeDocument/2006/relationships/tags" Target="../tags/tag1724.xml"/><Relationship Id="rId34" Type="http://schemas.openxmlformats.org/officeDocument/2006/relationships/tags" Target="../tags/tag1719.xml"/><Relationship Id="rId50" Type="http://schemas.openxmlformats.org/officeDocument/2006/relationships/tags" Target="../tags/tag1735.xml"/><Relationship Id="rId55" Type="http://schemas.openxmlformats.org/officeDocument/2006/relationships/tags" Target="../tags/tag1740.xml"/><Relationship Id="rId76" Type="http://schemas.openxmlformats.org/officeDocument/2006/relationships/tags" Target="../tags/tag1761.xml"/><Relationship Id="rId7" Type="http://schemas.openxmlformats.org/officeDocument/2006/relationships/tags" Target="../tags/tag1692.xml"/><Relationship Id="rId71" Type="http://schemas.openxmlformats.org/officeDocument/2006/relationships/tags" Target="../tags/tag1756.xml"/><Relationship Id="rId92" Type="http://schemas.openxmlformats.org/officeDocument/2006/relationships/tags" Target="../tags/tag1777.xml"/><Relationship Id="rId2" Type="http://schemas.openxmlformats.org/officeDocument/2006/relationships/tags" Target="../tags/tag1687.xml"/><Relationship Id="rId29" Type="http://schemas.openxmlformats.org/officeDocument/2006/relationships/tags" Target="../tags/tag1714.xml"/><Relationship Id="rId24" Type="http://schemas.openxmlformats.org/officeDocument/2006/relationships/tags" Target="../tags/tag1709.xml"/><Relationship Id="rId40" Type="http://schemas.openxmlformats.org/officeDocument/2006/relationships/tags" Target="../tags/tag1725.xml"/><Relationship Id="rId45" Type="http://schemas.openxmlformats.org/officeDocument/2006/relationships/tags" Target="../tags/tag1730.xml"/><Relationship Id="rId66" Type="http://schemas.openxmlformats.org/officeDocument/2006/relationships/tags" Target="../tags/tag1751.xml"/><Relationship Id="rId87" Type="http://schemas.openxmlformats.org/officeDocument/2006/relationships/tags" Target="../tags/tag1772.xml"/><Relationship Id="rId61" Type="http://schemas.openxmlformats.org/officeDocument/2006/relationships/tags" Target="../tags/tag1746.xml"/><Relationship Id="rId82" Type="http://schemas.openxmlformats.org/officeDocument/2006/relationships/tags" Target="../tags/tag1767.xml"/><Relationship Id="rId19" Type="http://schemas.openxmlformats.org/officeDocument/2006/relationships/tags" Target="../tags/tag1704.xml"/><Relationship Id="rId14" Type="http://schemas.openxmlformats.org/officeDocument/2006/relationships/tags" Target="../tags/tag1699.xml"/><Relationship Id="rId30" Type="http://schemas.openxmlformats.org/officeDocument/2006/relationships/tags" Target="../tags/tag1715.xml"/><Relationship Id="rId35" Type="http://schemas.openxmlformats.org/officeDocument/2006/relationships/tags" Target="../tags/tag1720.xml"/><Relationship Id="rId56" Type="http://schemas.openxmlformats.org/officeDocument/2006/relationships/tags" Target="../tags/tag1741.xml"/><Relationship Id="rId77" Type="http://schemas.openxmlformats.org/officeDocument/2006/relationships/tags" Target="../tags/tag1762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tags" Target="../tags/tag1803.xml"/><Relationship Id="rId21" Type="http://schemas.openxmlformats.org/officeDocument/2006/relationships/tags" Target="../tags/tag1798.xml"/><Relationship Id="rId42" Type="http://schemas.openxmlformats.org/officeDocument/2006/relationships/tags" Target="../tags/tag1819.xml"/><Relationship Id="rId47" Type="http://schemas.openxmlformats.org/officeDocument/2006/relationships/tags" Target="../tags/tag1824.xml"/><Relationship Id="rId63" Type="http://schemas.openxmlformats.org/officeDocument/2006/relationships/tags" Target="../tags/tag1840.xml"/><Relationship Id="rId68" Type="http://schemas.openxmlformats.org/officeDocument/2006/relationships/tags" Target="../tags/tag1845.xml"/><Relationship Id="rId84" Type="http://schemas.openxmlformats.org/officeDocument/2006/relationships/tags" Target="../tags/tag1861.xml"/><Relationship Id="rId89" Type="http://schemas.openxmlformats.org/officeDocument/2006/relationships/tags" Target="../tags/tag1866.xml"/><Relationship Id="rId16" Type="http://schemas.openxmlformats.org/officeDocument/2006/relationships/tags" Target="../tags/tag1793.xml"/><Relationship Id="rId107" Type="http://schemas.openxmlformats.org/officeDocument/2006/relationships/notesSlide" Target="../notesSlides/notesSlide19.xml"/><Relationship Id="rId11" Type="http://schemas.openxmlformats.org/officeDocument/2006/relationships/tags" Target="../tags/tag1788.xml"/><Relationship Id="rId32" Type="http://schemas.openxmlformats.org/officeDocument/2006/relationships/tags" Target="../tags/tag1809.xml"/><Relationship Id="rId37" Type="http://schemas.openxmlformats.org/officeDocument/2006/relationships/tags" Target="../tags/tag1814.xml"/><Relationship Id="rId53" Type="http://schemas.openxmlformats.org/officeDocument/2006/relationships/tags" Target="../tags/tag1830.xml"/><Relationship Id="rId58" Type="http://schemas.openxmlformats.org/officeDocument/2006/relationships/tags" Target="../tags/tag1835.xml"/><Relationship Id="rId74" Type="http://schemas.openxmlformats.org/officeDocument/2006/relationships/tags" Target="../tags/tag1851.xml"/><Relationship Id="rId79" Type="http://schemas.openxmlformats.org/officeDocument/2006/relationships/tags" Target="../tags/tag1856.xml"/><Relationship Id="rId102" Type="http://schemas.openxmlformats.org/officeDocument/2006/relationships/tags" Target="../tags/tag1879.xml"/><Relationship Id="rId5" Type="http://schemas.openxmlformats.org/officeDocument/2006/relationships/tags" Target="../tags/tag1782.xml"/><Relationship Id="rId90" Type="http://schemas.openxmlformats.org/officeDocument/2006/relationships/tags" Target="../tags/tag1867.xml"/><Relationship Id="rId95" Type="http://schemas.openxmlformats.org/officeDocument/2006/relationships/tags" Target="../tags/tag1872.xml"/><Relationship Id="rId22" Type="http://schemas.openxmlformats.org/officeDocument/2006/relationships/tags" Target="../tags/tag1799.xml"/><Relationship Id="rId27" Type="http://schemas.openxmlformats.org/officeDocument/2006/relationships/tags" Target="../tags/tag1804.xml"/><Relationship Id="rId43" Type="http://schemas.openxmlformats.org/officeDocument/2006/relationships/tags" Target="../tags/tag1820.xml"/><Relationship Id="rId48" Type="http://schemas.openxmlformats.org/officeDocument/2006/relationships/tags" Target="../tags/tag1825.xml"/><Relationship Id="rId64" Type="http://schemas.openxmlformats.org/officeDocument/2006/relationships/tags" Target="../tags/tag1841.xml"/><Relationship Id="rId69" Type="http://schemas.openxmlformats.org/officeDocument/2006/relationships/tags" Target="../tags/tag1846.xml"/><Relationship Id="rId80" Type="http://schemas.openxmlformats.org/officeDocument/2006/relationships/tags" Target="../tags/tag1857.xml"/><Relationship Id="rId85" Type="http://schemas.openxmlformats.org/officeDocument/2006/relationships/tags" Target="../tags/tag1862.xml"/><Relationship Id="rId12" Type="http://schemas.openxmlformats.org/officeDocument/2006/relationships/tags" Target="../tags/tag1789.xml"/><Relationship Id="rId17" Type="http://schemas.openxmlformats.org/officeDocument/2006/relationships/tags" Target="../tags/tag1794.xml"/><Relationship Id="rId33" Type="http://schemas.openxmlformats.org/officeDocument/2006/relationships/tags" Target="../tags/tag1810.xml"/><Relationship Id="rId38" Type="http://schemas.openxmlformats.org/officeDocument/2006/relationships/tags" Target="../tags/tag1815.xml"/><Relationship Id="rId59" Type="http://schemas.openxmlformats.org/officeDocument/2006/relationships/tags" Target="../tags/tag1836.xml"/><Relationship Id="rId103" Type="http://schemas.openxmlformats.org/officeDocument/2006/relationships/tags" Target="../tags/tag1880.xml"/><Relationship Id="rId108" Type="http://schemas.openxmlformats.org/officeDocument/2006/relationships/slide" Target="slide24.xml"/><Relationship Id="rId54" Type="http://schemas.openxmlformats.org/officeDocument/2006/relationships/tags" Target="../tags/tag1831.xml"/><Relationship Id="rId70" Type="http://schemas.openxmlformats.org/officeDocument/2006/relationships/tags" Target="../tags/tag1847.xml"/><Relationship Id="rId75" Type="http://schemas.openxmlformats.org/officeDocument/2006/relationships/tags" Target="../tags/tag1852.xml"/><Relationship Id="rId91" Type="http://schemas.openxmlformats.org/officeDocument/2006/relationships/tags" Target="../tags/tag1868.xml"/><Relationship Id="rId96" Type="http://schemas.openxmlformats.org/officeDocument/2006/relationships/tags" Target="../tags/tag1873.xml"/><Relationship Id="rId1" Type="http://schemas.openxmlformats.org/officeDocument/2006/relationships/tags" Target="../tags/tag1778.xml"/><Relationship Id="rId6" Type="http://schemas.openxmlformats.org/officeDocument/2006/relationships/tags" Target="../tags/tag1783.xml"/><Relationship Id="rId15" Type="http://schemas.openxmlformats.org/officeDocument/2006/relationships/tags" Target="../tags/tag1792.xml"/><Relationship Id="rId23" Type="http://schemas.openxmlformats.org/officeDocument/2006/relationships/tags" Target="../tags/tag1800.xml"/><Relationship Id="rId28" Type="http://schemas.openxmlformats.org/officeDocument/2006/relationships/tags" Target="../tags/tag1805.xml"/><Relationship Id="rId36" Type="http://schemas.openxmlformats.org/officeDocument/2006/relationships/tags" Target="../tags/tag1813.xml"/><Relationship Id="rId49" Type="http://schemas.openxmlformats.org/officeDocument/2006/relationships/tags" Target="../tags/tag1826.xml"/><Relationship Id="rId57" Type="http://schemas.openxmlformats.org/officeDocument/2006/relationships/tags" Target="../tags/tag1834.xml"/><Relationship Id="rId106" Type="http://schemas.openxmlformats.org/officeDocument/2006/relationships/slideLayout" Target="../slideLayouts/slideLayout7.xml"/><Relationship Id="rId10" Type="http://schemas.openxmlformats.org/officeDocument/2006/relationships/tags" Target="../tags/tag1787.xml"/><Relationship Id="rId31" Type="http://schemas.openxmlformats.org/officeDocument/2006/relationships/tags" Target="../tags/tag1808.xml"/><Relationship Id="rId44" Type="http://schemas.openxmlformats.org/officeDocument/2006/relationships/tags" Target="../tags/tag1821.xml"/><Relationship Id="rId52" Type="http://schemas.openxmlformats.org/officeDocument/2006/relationships/tags" Target="../tags/tag1829.xml"/><Relationship Id="rId60" Type="http://schemas.openxmlformats.org/officeDocument/2006/relationships/tags" Target="../tags/tag1837.xml"/><Relationship Id="rId65" Type="http://schemas.openxmlformats.org/officeDocument/2006/relationships/tags" Target="../tags/tag1842.xml"/><Relationship Id="rId73" Type="http://schemas.openxmlformats.org/officeDocument/2006/relationships/tags" Target="../tags/tag1850.xml"/><Relationship Id="rId78" Type="http://schemas.openxmlformats.org/officeDocument/2006/relationships/tags" Target="../tags/tag1855.xml"/><Relationship Id="rId81" Type="http://schemas.openxmlformats.org/officeDocument/2006/relationships/tags" Target="../tags/tag1858.xml"/><Relationship Id="rId86" Type="http://schemas.openxmlformats.org/officeDocument/2006/relationships/tags" Target="../tags/tag1863.xml"/><Relationship Id="rId94" Type="http://schemas.openxmlformats.org/officeDocument/2006/relationships/tags" Target="../tags/tag1871.xml"/><Relationship Id="rId99" Type="http://schemas.openxmlformats.org/officeDocument/2006/relationships/tags" Target="../tags/tag1876.xml"/><Relationship Id="rId101" Type="http://schemas.openxmlformats.org/officeDocument/2006/relationships/tags" Target="../tags/tag1878.xml"/><Relationship Id="rId4" Type="http://schemas.openxmlformats.org/officeDocument/2006/relationships/tags" Target="../tags/tag1781.xml"/><Relationship Id="rId9" Type="http://schemas.openxmlformats.org/officeDocument/2006/relationships/tags" Target="../tags/tag1786.xml"/><Relationship Id="rId13" Type="http://schemas.openxmlformats.org/officeDocument/2006/relationships/tags" Target="../tags/tag1790.xml"/><Relationship Id="rId18" Type="http://schemas.openxmlformats.org/officeDocument/2006/relationships/tags" Target="../tags/tag1795.xml"/><Relationship Id="rId39" Type="http://schemas.openxmlformats.org/officeDocument/2006/relationships/tags" Target="../tags/tag1816.xml"/><Relationship Id="rId109" Type="http://schemas.openxmlformats.org/officeDocument/2006/relationships/slide" Target="slide25.xml"/><Relationship Id="rId34" Type="http://schemas.openxmlformats.org/officeDocument/2006/relationships/tags" Target="../tags/tag1811.xml"/><Relationship Id="rId50" Type="http://schemas.openxmlformats.org/officeDocument/2006/relationships/tags" Target="../tags/tag1827.xml"/><Relationship Id="rId55" Type="http://schemas.openxmlformats.org/officeDocument/2006/relationships/tags" Target="../tags/tag1832.xml"/><Relationship Id="rId76" Type="http://schemas.openxmlformats.org/officeDocument/2006/relationships/tags" Target="../tags/tag1853.xml"/><Relationship Id="rId97" Type="http://schemas.openxmlformats.org/officeDocument/2006/relationships/tags" Target="../tags/tag1874.xml"/><Relationship Id="rId104" Type="http://schemas.openxmlformats.org/officeDocument/2006/relationships/tags" Target="../tags/tag1881.xml"/><Relationship Id="rId7" Type="http://schemas.openxmlformats.org/officeDocument/2006/relationships/tags" Target="../tags/tag1784.xml"/><Relationship Id="rId71" Type="http://schemas.openxmlformats.org/officeDocument/2006/relationships/tags" Target="../tags/tag1848.xml"/><Relationship Id="rId92" Type="http://schemas.openxmlformats.org/officeDocument/2006/relationships/tags" Target="../tags/tag1869.xml"/><Relationship Id="rId2" Type="http://schemas.openxmlformats.org/officeDocument/2006/relationships/tags" Target="../tags/tag1779.xml"/><Relationship Id="rId29" Type="http://schemas.openxmlformats.org/officeDocument/2006/relationships/tags" Target="../tags/tag1806.xml"/><Relationship Id="rId24" Type="http://schemas.openxmlformats.org/officeDocument/2006/relationships/tags" Target="../tags/tag1801.xml"/><Relationship Id="rId40" Type="http://schemas.openxmlformats.org/officeDocument/2006/relationships/tags" Target="../tags/tag1817.xml"/><Relationship Id="rId45" Type="http://schemas.openxmlformats.org/officeDocument/2006/relationships/tags" Target="../tags/tag1822.xml"/><Relationship Id="rId66" Type="http://schemas.openxmlformats.org/officeDocument/2006/relationships/tags" Target="../tags/tag1843.xml"/><Relationship Id="rId87" Type="http://schemas.openxmlformats.org/officeDocument/2006/relationships/tags" Target="../tags/tag1864.xml"/><Relationship Id="rId61" Type="http://schemas.openxmlformats.org/officeDocument/2006/relationships/tags" Target="../tags/tag1838.xml"/><Relationship Id="rId82" Type="http://schemas.openxmlformats.org/officeDocument/2006/relationships/tags" Target="../tags/tag1859.xml"/><Relationship Id="rId19" Type="http://schemas.openxmlformats.org/officeDocument/2006/relationships/tags" Target="../tags/tag1796.xml"/><Relationship Id="rId14" Type="http://schemas.openxmlformats.org/officeDocument/2006/relationships/tags" Target="../tags/tag1791.xml"/><Relationship Id="rId30" Type="http://schemas.openxmlformats.org/officeDocument/2006/relationships/tags" Target="../tags/tag1807.xml"/><Relationship Id="rId35" Type="http://schemas.openxmlformats.org/officeDocument/2006/relationships/tags" Target="../tags/tag1812.xml"/><Relationship Id="rId56" Type="http://schemas.openxmlformats.org/officeDocument/2006/relationships/tags" Target="../tags/tag1833.xml"/><Relationship Id="rId77" Type="http://schemas.openxmlformats.org/officeDocument/2006/relationships/tags" Target="../tags/tag1854.xml"/><Relationship Id="rId100" Type="http://schemas.openxmlformats.org/officeDocument/2006/relationships/tags" Target="../tags/tag1877.xml"/><Relationship Id="rId105" Type="http://schemas.openxmlformats.org/officeDocument/2006/relationships/tags" Target="../tags/tag1882.xml"/><Relationship Id="rId8" Type="http://schemas.openxmlformats.org/officeDocument/2006/relationships/tags" Target="../tags/tag1785.xml"/><Relationship Id="rId51" Type="http://schemas.openxmlformats.org/officeDocument/2006/relationships/tags" Target="../tags/tag1828.xml"/><Relationship Id="rId72" Type="http://schemas.openxmlformats.org/officeDocument/2006/relationships/tags" Target="../tags/tag1849.xml"/><Relationship Id="rId93" Type="http://schemas.openxmlformats.org/officeDocument/2006/relationships/tags" Target="../tags/tag1870.xml"/><Relationship Id="rId98" Type="http://schemas.openxmlformats.org/officeDocument/2006/relationships/tags" Target="../tags/tag1875.xml"/><Relationship Id="rId3" Type="http://schemas.openxmlformats.org/officeDocument/2006/relationships/tags" Target="../tags/tag1780.xml"/><Relationship Id="rId25" Type="http://schemas.openxmlformats.org/officeDocument/2006/relationships/tags" Target="../tags/tag1802.xml"/><Relationship Id="rId46" Type="http://schemas.openxmlformats.org/officeDocument/2006/relationships/tags" Target="../tags/tag1823.xml"/><Relationship Id="rId67" Type="http://schemas.openxmlformats.org/officeDocument/2006/relationships/tags" Target="../tags/tag1844.xml"/><Relationship Id="rId20" Type="http://schemas.openxmlformats.org/officeDocument/2006/relationships/tags" Target="../tags/tag1797.xml"/><Relationship Id="rId41" Type="http://schemas.openxmlformats.org/officeDocument/2006/relationships/tags" Target="../tags/tag1818.xml"/><Relationship Id="rId62" Type="http://schemas.openxmlformats.org/officeDocument/2006/relationships/tags" Target="../tags/tag1839.xml"/><Relationship Id="rId83" Type="http://schemas.openxmlformats.org/officeDocument/2006/relationships/tags" Target="../tags/tag1860.xml"/><Relationship Id="rId88" Type="http://schemas.openxmlformats.org/officeDocument/2006/relationships/tags" Target="../tags/tag186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885.xml"/><Relationship Id="rId2" Type="http://schemas.openxmlformats.org/officeDocument/2006/relationships/tags" Target="../tags/tag1884.xml"/><Relationship Id="rId1" Type="http://schemas.openxmlformats.org/officeDocument/2006/relationships/tags" Target="../tags/tag1883.xml"/><Relationship Id="rId6" Type="http://schemas.openxmlformats.org/officeDocument/2006/relationships/slide" Target="slide27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1893.xml"/><Relationship Id="rId13" Type="http://schemas.openxmlformats.org/officeDocument/2006/relationships/tags" Target="../tags/tag1898.xml"/><Relationship Id="rId18" Type="http://schemas.openxmlformats.org/officeDocument/2006/relationships/tags" Target="../tags/tag1903.xml"/><Relationship Id="rId26" Type="http://schemas.openxmlformats.org/officeDocument/2006/relationships/tags" Target="../tags/tag1911.xml"/><Relationship Id="rId3" Type="http://schemas.openxmlformats.org/officeDocument/2006/relationships/tags" Target="../tags/tag1888.xml"/><Relationship Id="rId21" Type="http://schemas.openxmlformats.org/officeDocument/2006/relationships/tags" Target="../tags/tag1906.xml"/><Relationship Id="rId7" Type="http://schemas.openxmlformats.org/officeDocument/2006/relationships/tags" Target="../tags/tag1892.xml"/><Relationship Id="rId12" Type="http://schemas.openxmlformats.org/officeDocument/2006/relationships/tags" Target="../tags/tag1897.xml"/><Relationship Id="rId17" Type="http://schemas.openxmlformats.org/officeDocument/2006/relationships/tags" Target="../tags/tag1902.xml"/><Relationship Id="rId25" Type="http://schemas.openxmlformats.org/officeDocument/2006/relationships/tags" Target="../tags/tag1910.xml"/><Relationship Id="rId2" Type="http://schemas.openxmlformats.org/officeDocument/2006/relationships/tags" Target="../tags/tag1887.xml"/><Relationship Id="rId16" Type="http://schemas.openxmlformats.org/officeDocument/2006/relationships/tags" Target="../tags/tag1901.xml"/><Relationship Id="rId20" Type="http://schemas.openxmlformats.org/officeDocument/2006/relationships/tags" Target="../tags/tag1905.xml"/><Relationship Id="rId29" Type="http://schemas.openxmlformats.org/officeDocument/2006/relationships/slideLayout" Target="../slideLayouts/slideLayout7.xml"/><Relationship Id="rId1" Type="http://schemas.openxmlformats.org/officeDocument/2006/relationships/tags" Target="../tags/tag1886.xml"/><Relationship Id="rId6" Type="http://schemas.openxmlformats.org/officeDocument/2006/relationships/tags" Target="../tags/tag1891.xml"/><Relationship Id="rId11" Type="http://schemas.openxmlformats.org/officeDocument/2006/relationships/tags" Target="../tags/tag1896.xml"/><Relationship Id="rId24" Type="http://schemas.openxmlformats.org/officeDocument/2006/relationships/tags" Target="../tags/tag1909.xml"/><Relationship Id="rId32" Type="http://schemas.openxmlformats.org/officeDocument/2006/relationships/slide" Target="slide33.xml"/><Relationship Id="rId5" Type="http://schemas.openxmlformats.org/officeDocument/2006/relationships/tags" Target="../tags/tag1890.xml"/><Relationship Id="rId15" Type="http://schemas.openxmlformats.org/officeDocument/2006/relationships/tags" Target="../tags/tag1900.xml"/><Relationship Id="rId23" Type="http://schemas.openxmlformats.org/officeDocument/2006/relationships/tags" Target="../tags/tag1908.xml"/><Relationship Id="rId28" Type="http://schemas.openxmlformats.org/officeDocument/2006/relationships/tags" Target="../tags/tag1913.xml"/><Relationship Id="rId10" Type="http://schemas.openxmlformats.org/officeDocument/2006/relationships/tags" Target="../tags/tag1895.xml"/><Relationship Id="rId19" Type="http://schemas.openxmlformats.org/officeDocument/2006/relationships/tags" Target="../tags/tag1904.xml"/><Relationship Id="rId31" Type="http://schemas.openxmlformats.org/officeDocument/2006/relationships/slide" Target="slide4.xml"/><Relationship Id="rId4" Type="http://schemas.openxmlformats.org/officeDocument/2006/relationships/tags" Target="../tags/tag1889.xml"/><Relationship Id="rId9" Type="http://schemas.openxmlformats.org/officeDocument/2006/relationships/tags" Target="../tags/tag1894.xml"/><Relationship Id="rId14" Type="http://schemas.openxmlformats.org/officeDocument/2006/relationships/tags" Target="../tags/tag1899.xml"/><Relationship Id="rId22" Type="http://schemas.openxmlformats.org/officeDocument/2006/relationships/tags" Target="../tags/tag1907.xml"/><Relationship Id="rId27" Type="http://schemas.openxmlformats.org/officeDocument/2006/relationships/tags" Target="../tags/tag1912.xml"/><Relationship Id="rId30" Type="http://schemas.openxmlformats.org/officeDocument/2006/relationships/notesSlide" Target="../notesSlides/notesSlide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14.xml"/><Relationship Id="rId5" Type="http://schemas.openxmlformats.org/officeDocument/2006/relationships/slide" Target="slide35.xml"/><Relationship Id="rId4" Type="http://schemas.openxmlformats.org/officeDocument/2006/relationships/slide" Target="slide3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16.xml"/><Relationship Id="rId1" Type="http://schemas.openxmlformats.org/officeDocument/2006/relationships/tags" Target="../tags/tag1915.xml"/><Relationship Id="rId5" Type="http://schemas.openxmlformats.org/officeDocument/2006/relationships/slide" Target="slide31.xml"/><Relationship Id="rId4" Type="http://schemas.openxmlformats.org/officeDocument/2006/relationships/notesSlide" Target="../notesSlides/notesSlide2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2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tags" Target="../tags/tag1929.xml"/><Relationship Id="rId18" Type="http://schemas.openxmlformats.org/officeDocument/2006/relationships/tags" Target="../tags/tag1934.xml"/><Relationship Id="rId26" Type="http://schemas.openxmlformats.org/officeDocument/2006/relationships/tags" Target="../tags/tag1942.xml"/><Relationship Id="rId21" Type="http://schemas.openxmlformats.org/officeDocument/2006/relationships/tags" Target="../tags/tag1937.xml"/><Relationship Id="rId34" Type="http://schemas.openxmlformats.org/officeDocument/2006/relationships/tags" Target="../tags/tag1950.xml"/><Relationship Id="rId7" Type="http://schemas.openxmlformats.org/officeDocument/2006/relationships/tags" Target="../tags/tag1923.xml"/><Relationship Id="rId12" Type="http://schemas.openxmlformats.org/officeDocument/2006/relationships/tags" Target="../tags/tag1928.xml"/><Relationship Id="rId17" Type="http://schemas.openxmlformats.org/officeDocument/2006/relationships/tags" Target="../tags/tag1933.xml"/><Relationship Id="rId25" Type="http://schemas.openxmlformats.org/officeDocument/2006/relationships/tags" Target="../tags/tag1941.xml"/><Relationship Id="rId33" Type="http://schemas.openxmlformats.org/officeDocument/2006/relationships/tags" Target="../tags/tag1949.xml"/><Relationship Id="rId2" Type="http://schemas.openxmlformats.org/officeDocument/2006/relationships/tags" Target="../tags/tag1918.xml"/><Relationship Id="rId16" Type="http://schemas.openxmlformats.org/officeDocument/2006/relationships/tags" Target="../tags/tag1932.xml"/><Relationship Id="rId20" Type="http://schemas.openxmlformats.org/officeDocument/2006/relationships/tags" Target="../tags/tag1936.xml"/><Relationship Id="rId29" Type="http://schemas.openxmlformats.org/officeDocument/2006/relationships/tags" Target="../tags/tag1945.xml"/><Relationship Id="rId1" Type="http://schemas.openxmlformats.org/officeDocument/2006/relationships/tags" Target="../tags/tag1917.xml"/><Relationship Id="rId6" Type="http://schemas.openxmlformats.org/officeDocument/2006/relationships/tags" Target="../tags/tag1922.xml"/><Relationship Id="rId11" Type="http://schemas.openxmlformats.org/officeDocument/2006/relationships/tags" Target="../tags/tag1927.xml"/><Relationship Id="rId24" Type="http://schemas.openxmlformats.org/officeDocument/2006/relationships/tags" Target="../tags/tag1940.xml"/><Relationship Id="rId32" Type="http://schemas.openxmlformats.org/officeDocument/2006/relationships/tags" Target="../tags/tag1948.xml"/><Relationship Id="rId37" Type="http://schemas.openxmlformats.org/officeDocument/2006/relationships/slide" Target="slide32.xml"/><Relationship Id="rId5" Type="http://schemas.openxmlformats.org/officeDocument/2006/relationships/tags" Target="../tags/tag1921.xml"/><Relationship Id="rId15" Type="http://schemas.openxmlformats.org/officeDocument/2006/relationships/tags" Target="../tags/tag1931.xml"/><Relationship Id="rId23" Type="http://schemas.openxmlformats.org/officeDocument/2006/relationships/tags" Target="../tags/tag1939.xml"/><Relationship Id="rId28" Type="http://schemas.openxmlformats.org/officeDocument/2006/relationships/tags" Target="../tags/tag1944.xml"/><Relationship Id="rId36" Type="http://schemas.openxmlformats.org/officeDocument/2006/relationships/notesSlide" Target="../notesSlides/notesSlide25.xml"/><Relationship Id="rId10" Type="http://schemas.openxmlformats.org/officeDocument/2006/relationships/tags" Target="../tags/tag1926.xml"/><Relationship Id="rId19" Type="http://schemas.openxmlformats.org/officeDocument/2006/relationships/tags" Target="../tags/tag1935.xml"/><Relationship Id="rId31" Type="http://schemas.openxmlformats.org/officeDocument/2006/relationships/tags" Target="../tags/tag1947.xml"/><Relationship Id="rId4" Type="http://schemas.openxmlformats.org/officeDocument/2006/relationships/tags" Target="../tags/tag1920.xml"/><Relationship Id="rId9" Type="http://schemas.openxmlformats.org/officeDocument/2006/relationships/tags" Target="../tags/tag1925.xml"/><Relationship Id="rId14" Type="http://schemas.openxmlformats.org/officeDocument/2006/relationships/tags" Target="../tags/tag1930.xml"/><Relationship Id="rId22" Type="http://schemas.openxmlformats.org/officeDocument/2006/relationships/tags" Target="../tags/tag1938.xml"/><Relationship Id="rId27" Type="http://schemas.openxmlformats.org/officeDocument/2006/relationships/tags" Target="../tags/tag1943.xml"/><Relationship Id="rId30" Type="http://schemas.openxmlformats.org/officeDocument/2006/relationships/tags" Target="../tags/tag1946.xml"/><Relationship Id="rId35" Type="http://schemas.openxmlformats.org/officeDocument/2006/relationships/slideLayout" Target="../slideLayouts/slideLayout7.xml"/><Relationship Id="rId8" Type="http://schemas.openxmlformats.org/officeDocument/2006/relationships/tags" Target="../tags/tag1924.xml"/><Relationship Id="rId3" Type="http://schemas.openxmlformats.org/officeDocument/2006/relationships/tags" Target="../tags/tag19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52.xml"/><Relationship Id="rId1" Type="http://schemas.openxmlformats.org/officeDocument/2006/relationships/tags" Target="../tags/tag1951.xml"/><Relationship Id="rId4" Type="http://schemas.openxmlformats.org/officeDocument/2006/relationships/notesSlide" Target="../notesSlides/notesSlide2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slide" Target="slide4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53.xml"/><Relationship Id="rId4" Type="http://schemas.openxmlformats.org/officeDocument/2006/relationships/slide" Target="slide6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3" Type="http://schemas.openxmlformats.org/officeDocument/2006/relationships/tags" Target="../tags/tag1956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955.xml"/><Relationship Id="rId1" Type="http://schemas.openxmlformats.org/officeDocument/2006/relationships/tags" Target="../tags/tag1954.xml"/><Relationship Id="rId6" Type="http://schemas.openxmlformats.org/officeDocument/2006/relationships/tags" Target="../tags/tag1959.xml"/><Relationship Id="rId5" Type="http://schemas.openxmlformats.org/officeDocument/2006/relationships/tags" Target="../tags/tag1958.xml"/><Relationship Id="rId4" Type="http://schemas.openxmlformats.org/officeDocument/2006/relationships/tags" Target="../tags/tag1957.xml"/><Relationship Id="rId9" Type="http://schemas.openxmlformats.org/officeDocument/2006/relationships/slide" Target="slide4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60.xml"/><Relationship Id="rId6" Type="http://schemas.openxmlformats.org/officeDocument/2006/relationships/slide" Target="slide46.xml"/><Relationship Id="rId5" Type="http://schemas.openxmlformats.org/officeDocument/2006/relationships/slide" Target="slide40.xml"/><Relationship Id="rId4" Type="http://schemas.openxmlformats.org/officeDocument/2006/relationships/slide" Target="slide5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62.xml"/><Relationship Id="rId1" Type="http://schemas.openxmlformats.org/officeDocument/2006/relationships/tags" Target="../tags/tag1961.xml"/><Relationship Id="rId5" Type="http://schemas.openxmlformats.org/officeDocument/2006/relationships/slide" Target="slide44.xml"/><Relationship Id="rId4" Type="http://schemas.openxmlformats.org/officeDocument/2006/relationships/notesSlide" Target="../notesSlides/notesSlide36.xml"/></Relationships>
</file>

<file path=ppt/slides/_rels/slide47.xml.rels><?xml version="1.0" encoding="UTF-8" standalone="yes"?>
<Relationships xmlns="http://schemas.openxmlformats.org/package/2006/relationships"><Relationship Id="rId26" Type="http://schemas.openxmlformats.org/officeDocument/2006/relationships/tags" Target="../tags/tag1988.xml"/><Relationship Id="rId21" Type="http://schemas.openxmlformats.org/officeDocument/2006/relationships/tags" Target="../tags/tag1983.xml"/><Relationship Id="rId42" Type="http://schemas.openxmlformats.org/officeDocument/2006/relationships/tags" Target="../tags/tag2004.xml"/><Relationship Id="rId47" Type="http://schemas.openxmlformats.org/officeDocument/2006/relationships/tags" Target="../tags/tag2009.xml"/><Relationship Id="rId63" Type="http://schemas.openxmlformats.org/officeDocument/2006/relationships/tags" Target="../tags/tag2025.xml"/><Relationship Id="rId68" Type="http://schemas.openxmlformats.org/officeDocument/2006/relationships/slideLayout" Target="../slideLayouts/slideLayout7.xml"/><Relationship Id="rId7" Type="http://schemas.openxmlformats.org/officeDocument/2006/relationships/tags" Target="../tags/tag1969.xml"/><Relationship Id="rId71" Type="http://schemas.openxmlformats.org/officeDocument/2006/relationships/slide" Target="slide59.xml"/><Relationship Id="rId2" Type="http://schemas.openxmlformats.org/officeDocument/2006/relationships/tags" Target="../tags/tag1964.xml"/><Relationship Id="rId16" Type="http://schemas.openxmlformats.org/officeDocument/2006/relationships/tags" Target="../tags/tag1978.xml"/><Relationship Id="rId29" Type="http://schemas.openxmlformats.org/officeDocument/2006/relationships/tags" Target="../tags/tag1991.xml"/><Relationship Id="rId11" Type="http://schemas.openxmlformats.org/officeDocument/2006/relationships/tags" Target="../tags/tag1973.xml"/><Relationship Id="rId24" Type="http://schemas.openxmlformats.org/officeDocument/2006/relationships/tags" Target="../tags/tag1986.xml"/><Relationship Id="rId32" Type="http://schemas.openxmlformats.org/officeDocument/2006/relationships/tags" Target="../tags/tag1994.xml"/><Relationship Id="rId37" Type="http://schemas.openxmlformats.org/officeDocument/2006/relationships/tags" Target="../tags/tag1999.xml"/><Relationship Id="rId40" Type="http://schemas.openxmlformats.org/officeDocument/2006/relationships/tags" Target="../tags/tag2002.xml"/><Relationship Id="rId45" Type="http://schemas.openxmlformats.org/officeDocument/2006/relationships/tags" Target="../tags/tag2007.xml"/><Relationship Id="rId53" Type="http://schemas.openxmlformats.org/officeDocument/2006/relationships/tags" Target="../tags/tag2015.xml"/><Relationship Id="rId58" Type="http://schemas.openxmlformats.org/officeDocument/2006/relationships/tags" Target="../tags/tag2020.xml"/><Relationship Id="rId66" Type="http://schemas.openxmlformats.org/officeDocument/2006/relationships/tags" Target="../tags/tag2028.xml"/><Relationship Id="rId5" Type="http://schemas.openxmlformats.org/officeDocument/2006/relationships/tags" Target="../tags/tag1967.xml"/><Relationship Id="rId61" Type="http://schemas.openxmlformats.org/officeDocument/2006/relationships/tags" Target="../tags/tag2023.xml"/><Relationship Id="rId19" Type="http://schemas.openxmlformats.org/officeDocument/2006/relationships/tags" Target="../tags/tag1981.xml"/><Relationship Id="rId14" Type="http://schemas.openxmlformats.org/officeDocument/2006/relationships/tags" Target="../tags/tag1976.xml"/><Relationship Id="rId22" Type="http://schemas.openxmlformats.org/officeDocument/2006/relationships/tags" Target="../tags/tag1984.xml"/><Relationship Id="rId27" Type="http://schemas.openxmlformats.org/officeDocument/2006/relationships/tags" Target="../tags/tag1989.xml"/><Relationship Id="rId30" Type="http://schemas.openxmlformats.org/officeDocument/2006/relationships/tags" Target="../tags/tag1992.xml"/><Relationship Id="rId35" Type="http://schemas.openxmlformats.org/officeDocument/2006/relationships/tags" Target="../tags/tag1997.xml"/><Relationship Id="rId43" Type="http://schemas.openxmlformats.org/officeDocument/2006/relationships/tags" Target="../tags/tag2005.xml"/><Relationship Id="rId48" Type="http://schemas.openxmlformats.org/officeDocument/2006/relationships/tags" Target="../tags/tag2010.xml"/><Relationship Id="rId56" Type="http://schemas.openxmlformats.org/officeDocument/2006/relationships/tags" Target="../tags/tag2018.xml"/><Relationship Id="rId64" Type="http://schemas.openxmlformats.org/officeDocument/2006/relationships/tags" Target="../tags/tag2026.xml"/><Relationship Id="rId69" Type="http://schemas.openxmlformats.org/officeDocument/2006/relationships/notesSlide" Target="../notesSlides/notesSlide37.xml"/><Relationship Id="rId8" Type="http://schemas.openxmlformats.org/officeDocument/2006/relationships/tags" Target="../tags/tag1970.xml"/><Relationship Id="rId51" Type="http://schemas.openxmlformats.org/officeDocument/2006/relationships/tags" Target="../tags/tag2013.xml"/><Relationship Id="rId3" Type="http://schemas.openxmlformats.org/officeDocument/2006/relationships/tags" Target="../tags/tag1965.xml"/><Relationship Id="rId12" Type="http://schemas.openxmlformats.org/officeDocument/2006/relationships/tags" Target="../tags/tag1974.xml"/><Relationship Id="rId17" Type="http://schemas.openxmlformats.org/officeDocument/2006/relationships/tags" Target="../tags/tag1979.xml"/><Relationship Id="rId25" Type="http://schemas.openxmlformats.org/officeDocument/2006/relationships/tags" Target="../tags/tag1987.xml"/><Relationship Id="rId33" Type="http://schemas.openxmlformats.org/officeDocument/2006/relationships/tags" Target="../tags/tag1995.xml"/><Relationship Id="rId38" Type="http://schemas.openxmlformats.org/officeDocument/2006/relationships/tags" Target="../tags/tag2000.xml"/><Relationship Id="rId46" Type="http://schemas.openxmlformats.org/officeDocument/2006/relationships/tags" Target="../tags/tag2008.xml"/><Relationship Id="rId59" Type="http://schemas.openxmlformats.org/officeDocument/2006/relationships/tags" Target="../tags/tag2021.xml"/><Relationship Id="rId67" Type="http://schemas.openxmlformats.org/officeDocument/2006/relationships/tags" Target="../tags/tag2029.xml"/><Relationship Id="rId20" Type="http://schemas.openxmlformats.org/officeDocument/2006/relationships/tags" Target="../tags/tag1982.xml"/><Relationship Id="rId41" Type="http://schemas.openxmlformats.org/officeDocument/2006/relationships/tags" Target="../tags/tag2003.xml"/><Relationship Id="rId54" Type="http://schemas.openxmlformats.org/officeDocument/2006/relationships/tags" Target="../tags/tag2016.xml"/><Relationship Id="rId62" Type="http://schemas.openxmlformats.org/officeDocument/2006/relationships/tags" Target="../tags/tag2024.xml"/><Relationship Id="rId70" Type="http://schemas.openxmlformats.org/officeDocument/2006/relationships/slide" Target="slide52.xml"/><Relationship Id="rId1" Type="http://schemas.openxmlformats.org/officeDocument/2006/relationships/tags" Target="../tags/tag1963.xml"/><Relationship Id="rId6" Type="http://schemas.openxmlformats.org/officeDocument/2006/relationships/tags" Target="../tags/tag1968.xml"/><Relationship Id="rId15" Type="http://schemas.openxmlformats.org/officeDocument/2006/relationships/tags" Target="../tags/tag1977.xml"/><Relationship Id="rId23" Type="http://schemas.openxmlformats.org/officeDocument/2006/relationships/tags" Target="../tags/tag1985.xml"/><Relationship Id="rId28" Type="http://schemas.openxmlformats.org/officeDocument/2006/relationships/tags" Target="../tags/tag1990.xml"/><Relationship Id="rId36" Type="http://schemas.openxmlformats.org/officeDocument/2006/relationships/tags" Target="../tags/tag1998.xml"/><Relationship Id="rId49" Type="http://schemas.openxmlformats.org/officeDocument/2006/relationships/tags" Target="../tags/tag2011.xml"/><Relationship Id="rId57" Type="http://schemas.openxmlformats.org/officeDocument/2006/relationships/tags" Target="../tags/tag2019.xml"/><Relationship Id="rId10" Type="http://schemas.openxmlformats.org/officeDocument/2006/relationships/tags" Target="../tags/tag1972.xml"/><Relationship Id="rId31" Type="http://schemas.openxmlformats.org/officeDocument/2006/relationships/tags" Target="../tags/tag1993.xml"/><Relationship Id="rId44" Type="http://schemas.openxmlformats.org/officeDocument/2006/relationships/tags" Target="../tags/tag2006.xml"/><Relationship Id="rId52" Type="http://schemas.openxmlformats.org/officeDocument/2006/relationships/tags" Target="../tags/tag2014.xml"/><Relationship Id="rId60" Type="http://schemas.openxmlformats.org/officeDocument/2006/relationships/tags" Target="../tags/tag2022.xml"/><Relationship Id="rId65" Type="http://schemas.openxmlformats.org/officeDocument/2006/relationships/tags" Target="../tags/tag2027.xml"/><Relationship Id="rId4" Type="http://schemas.openxmlformats.org/officeDocument/2006/relationships/tags" Target="../tags/tag1966.xml"/><Relationship Id="rId9" Type="http://schemas.openxmlformats.org/officeDocument/2006/relationships/tags" Target="../tags/tag1971.xml"/><Relationship Id="rId13" Type="http://schemas.openxmlformats.org/officeDocument/2006/relationships/tags" Target="../tags/tag1975.xml"/><Relationship Id="rId18" Type="http://schemas.openxmlformats.org/officeDocument/2006/relationships/tags" Target="../tags/tag1980.xml"/><Relationship Id="rId39" Type="http://schemas.openxmlformats.org/officeDocument/2006/relationships/tags" Target="../tags/tag2001.xml"/><Relationship Id="rId34" Type="http://schemas.openxmlformats.org/officeDocument/2006/relationships/tags" Target="../tags/tag1996.xml"/><Relationship Id="rId50" Type="http://schemas.openxmlformats.org/officeDocument/2006/relationships/tags" Target="../tags/tag2012.xml"/><Relationship Id="rId55" Type="http://schemas.openxmlformats.org/officeDocument/2006/relationships/tags" Target="../tags/tag201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031.xml"/><Relationship Id="rId1" Type="http://schemas.openxmlformats.org/officeDocument/2006/relationships/tags" Target="../tags/tag2030.xml"/><Relationship Id="rId4" Type="http://schemas.openxmlformats.org/officeDocument/2006/relationships/slide" Target="slide2.xml"/></Relationships>
</file>

<file path=ppt/slides/_rels/slide49.xml.rels><?xml version="1.0" encoding="UTF-8" standalone="yes"?>
<Relationships xmlns="http://schemas.openxmlformats.org/package/2006/relationships"><Relationship Id="rId26" Type="http://schemas.openxmlformats.org/officeDocument/2006/relationships/tags" Target="../tags/tag2057.xml"/><Relationship Id="rId21" Type="http://schemas.openxmlformats.org/officeDocument/2006/relationships/tags" Target="../tags/tag2052.xml"/><Relationship Id="rId42" Type="http://schemas.openxmlformats.org/officeDocument/2006/relationships/tags" Target="../tags/tag2073.xml"/><Relationship Id="rId47" Type="http://schemas.openxmlformats.org/officeDocument/2006/relationships/tags" Target="../tags/tag2078.xml"/><Relationship Id="rId63" Type="http://schemas.openxmlformats.org/officeDocument/2006/relationships/tags" Target="../tags/tag2094.xml"/><Relationship Id="rId68" Type="http://schemas.openxmlformats.org/officeDocument/2006/relationships/tags" Target="../tags/tag2099.xml"/><Relationship Id="rId84" Type="http://schemas.openxmlformats.org/officeDocument/2006/relationships/tags" Target="../tags/tag2115.xml"/><Relationship Id="rId89" Type="http://schemas.openxmlformats.org/officeDocument/2006/relationships/tags" Target="../tags/tag2120.xml"/><Relationship Id="rId16" Type="http://schemas.openxmlformats.org/officeDocument/2006/relationships/tags" Target="../tags/tag2047.xml"/><Relationship Id="rId11" Type="http://schemas.openxmlformats.org/officeDocument/2006/relationships/tags" Target="../tags/tag2042.xml"/><Relationship Id="rId32" Type="http://schemas.openxmlformats.org/officeDocument/2006/relationships/tags" Target="../tags/tag2063.xml"/><Relationship Id="rId37" Type="http://schemas.openxmlformats.org/officeDocument/2006/relationships/tags" Target="../tags/tag2068.xml"/><Relationship Id="rId53" Type="http://schemas.openxmlformats.org/officeDocument/2006/relationships/tags" Target="../tags/tag2084.xml"/><Relationship Id="rId58" Type="http://schemas.openxmlformats.org/officeDocument/2006/relationships/tags" Target="../tags/tag2089.xml"/><Relationship Id="rId74" Type="http://schemas.openxmlformats.org/officeDocument/2006/relationships/tags" Target="../tags/tag2105.xml"/><Relationship Id="rId79" Type="http://schemas.openxmlformats.org/officeDocument/2006/relationships/tags" Target="../tags/tag2110.xml"/><Relationship Id="rId5" Type="http://schemas.openxmlformats.org/officeDocument/2006/relationships/tags" Target="../tags/tag2036.xml"/><Relationship Id="rId90" Type="http://schemas.openxmlformats.org/officeDocument/2006/relationships/tags" Target="../tags/tag2121.xml"/><Relationship Id="rId22" Type="http://schemas.openxmlformats.org/officeDocument/2006/relationships/tags" Target="../tags/tag2053.xml"/><Relationship Id="rId27" Type="http://schemas.openxmlformats.org/officeDocument/2006/relationships/tags" Target="../tags/tag2058.xml"/><Relationship Id="rId43" Type="http://schemas.openxmlformats.org/officeDocument/2006/relationships/tags" Target="../tags/tag2074.xml"/><Relationship Id="rId48" Type="http://schemas.openxmlformats.org/officeDocument/2006/relationships/tags" Target="../tags/tag2079.xml"/><Relationship Id="rId64" Type="http://schemas.openxmlformats.org/officeDocument/2006/relationships/tags" Target="../tags/tag2095.xml"/><Relationship Id="rId69" Type="http://schemas.openxmlformats.org/officeDocument/2006/relationships/tags" Target="../tags/tag2100.xml"/><Relationship Id="rId8" Type="http://schemas.openxmlformats.org/officeDocument/2006/relationships/tags" Target="../tags/tag2039.xml"/><Relationship Id="rId51" Type="http://schemas.openxmlformats.org/officeDocument/2006/relationships/tags" Target="../tags/tag2082.xml"/><Relationship Id="rId72" Type="http://schemas.openxmlformats.org/officeDocument/2006/relationships/tags" Target="../tags/tag2103.xml"/><Relationship Id="rId80" Type="http://schemas.openxmlformats.org/officeDocument/2006/relationships/tags" Target="../tags/tag2111.xml"/><Relationship Id="rId85" Type="http://schemas.openxmlformats.org/officeDocument/2006/relationships/tags" Target="../tags/tag2116.xml"/><Relationship Id="rId93" Type="http://schemas.openxmlformats.org/officeDocument/2006/relationships/slideLayout" Target="../slideLayouts/slideLayout7.xml"/><Relationship Id="rId3" Type="http://schemas.openxmlformats.org/officeDocument/2006/relationships/tags" Target="../tags/tag2034.xml"/><Relationship Id="rId12" Type="http://schemas.openxmlformats.org/officeDocument/2006/relationships/tags" Target="../tags/tag2043.xml"/><Relationship Id="rId17" Type="http://schemas.openxmlformats.org/officeDocument/2006/relationships/tags" Target="../tags/tag2048.xml"/><Relationship Id="rId25" Type="http://schemas.openxmlformats.org/officeDocument/2006/relationships/tags" Target="../tags/tag2056.xml"/><Relationship Id="rId33" Type="http://schemas.openxmlformats.org/officeDocument/2006/relationships/tags" Target="../tags/tag2064.xml"/><Relationship Id="rId38" Type="http://schemas.openxmlformats.org/officeDocument/2006/relationships/tags" Target="../tags/tag2069.xml"/><Relationship Id="rId46" Type="http://schemas.openxmlformats.org/officeDocument/2006/relationships/tags" Target="../tags/tag2077.xml"/><Relationship Id="rId59" Type="http://schemas.openxmlformats.org/officeDocument/2006/relationships/tags" Target="../tags/tag2090.xml"/><Relationship Id="rId67" Type="http://schemas.openxmlformats.org/officeDocument/2006/relationships/tags" Target="../tags/tag2098.xml"/><Relationship Id="rId20" Type="http://schemas.openxmlformats.org/officeDocument/2006/relationships/tags" Target="../tags/tag2051.xml"/><Relationship Id="rId41" Type="http://schemas.openxmlformats.org/officeDocument/2006/relationships/tags" Target="../tags/tag2072.xml"/><Relationship Id="rId54" Type="http://schemas.openxmlformats.org/officeDocument/2006/relationships/tags" Target="../tags/tag2085.xml"/><Relationship Id="rId62" Type="http://schemas.openxmlformats.org/officeDocument/2006/relationships/tags" Target="../tags/tag2093.xml"/><Relationship Id="rId70" Type="http://schemas.openxmlformats.org/officeDocument/2006/relationships/tags" Target="../tags/tag2101.xml"/><Relationship Id="rId75" Type="http://schemas.openxmlformats.org/officeDocument/2006/relationships/tags" Target="../tags/tag2106.xml"/><Relationship Id="rId83" Type="http://schemas.openxmlformats.org/officeDocument/2006/relationships/tags" Target="../tags/tag2114.xml"/><Relationship Id="rId88" Type="http://schemas.openxmlformats.org/officeDocument/2006/relationships/tags" Target="../tags/tag2119.xml"/><Relationship Id="rId91" Type="http://schemas.openxmlformats.org/officeDocument/2006/relationships/tags" Target="../tags/tag2122.xml"/><Relationship Id="rId1" Type="http://schemas.openxmlformats.org/officeDocument/2006/relationships/tags" Target="../tags/tag2032.xml"/><Relationship Id="rId6" Type="http://schemas.openxmlformats.org/officeDocument/2006/relationships/tags" Target="../tags/tag2037.xml"/><Relationship Id="rId15" Type="http://schemas.openxmlformats.org/officeDocument/2006/relationships/tags" Target="../tags/tag2046.xml"/><Relationship Id="rId23" Type="http://schemas.openxmlformats.org/officeDocument/2006/relationships/tags" Target="../tags/tag2054.xml"/><Relationship Id="rId28" Type="http://schemas.openxmlformats.org/officeDocument/2006/relationships/tags" Target="../tags/tag2059.xml"/><Relationship Id="rId36" Type="http://schemas.openxmlformats.org/officeDocument/2006/relationships/tags" Target="../tags/tag2067.xml"/><Relationship Id="rId49" Type="http://schemas.openxmlformats.org/officeDocument/2006/relationships/tags" Target="../tags/tag2080.xml"/><Relationship Id="rId57" Type="http://schemas.openxmlformats.org/officeDocument/2006/relationships/tags" Target="../tags/tag2088.xml"/><Relationship Id="rId10" Type="http://schemas.openxmlformats.org/officeDocument/2006/relationships/tags" Target="../tags/tag2041.xml"/><Relationship Id="rId31" Type="http://schemas.openxmlformats.org/officeDocument/2006/relationships/tags" Target="../tags/tag2062.xml"/><Relationship Id="rId44" Type="http://schemas.openxmlformats.org/officeDocument/2006/relationships/tags" Target="../tags/tag2075.xml"/><Relationship Id="rId52" Type="http://schemas.openxmlformats.org/officeDocument/2006/relationships/tags" Target="../tags/tag2083.xml"/><Relationship Id="rId60" Type="http://schemas.openxmlformats.org/officeDocument/2006/relationships/tags" Target="../tags/tag2091.xml"/><Relationship Id="rId65" Type="http://schemas.openxmlformats.org/officeDocument/2006/relationships/tags" Target="../tags/tag2096.xml"/><Relationship Id="rId73" Type="http://schemas.openxmlformats.org/officeDocument/2006/relationships/tags" Target="../tags/tag2104.xml"/><Relationship Id="rId78" Type="http://schemas.openxmlformats.org/officeDocument/2006/relationships/tags" Target="../tags/tag2109.xml"/><Relationship Id="rId81" Type="http://schemas.openxmlformats.org/officeDocument/2006/relationships/tags" Target="../tags/tag2112.xml"/><Relationship Id="rId86" Type="http://schemas.openxmlformats.org/officeDocument/2006/relationships/tags" Target="../tags/tag2117.xml"/><Relationship Id="rId94" Type="http://schemas.openxmlformats.org/officeDocument/2006/relationships/notesSlide" Target="../notesSlides/notesSlide38.xml"/><Relationship Id="rId4" Type="http://schemas.openxmlformats.org/officeDocument/2006/relationships/tags" Target="../tags/tag2035.xml"/><Relationship Id="rId9" Type="http://schemas.openxmlformats.org/officeDocument/2006/relationships/tags" Target="../tags/tag2040.xml"/><Relationship Id="rId13" Type="http://schemas.openxmlformats.org/officeDocument/2006/relationships/tags" Target="../tags/tag2044.xml"/><Relationship Id="rId18" Type="http://schemas.openxmlformats.org/officeDocument/2006/relationships/tags" Target="../tags/tag2049.xml"/><Relationship Id="rId39" Type="http://schemas.openxmlformats.org/officeDocument/2006/relationships/tags" Target="../tags/tag2070.xml"/><Relationship Id="rId34" Type="http://schemas.openxmlformats.org/officeDocument/2006/relationships/tags" Target="../tags/tag2065.xml"/><Relationship Id="rId50" Type="http://schemas.openxmlformats.org/officeDocument/2006/relationships/tags" Target="../tags/tag2081.xml"/><Relationship Id="rId55" Type="http://schemas.openxmlformats.org/officeDocument/2006/relationships/tags" Target="../tags/tag2086.xml"/><Relationship Id="rId76" Type="http://schemas.openxmlformats.org/officeDocument/2006/relationships/tags" Target="../tags/tag2107.xml"/><Relationship Id="rId7" Type="http://schemas.openxmlformats.org/officeDocument/2006/relationships/tags" Target="../tags/tag2038.xml"/><Relationship Id="rId71" Type="http://schemas.openxmlformats.org/officeDocument/2006/relationships/tags" Target="../tags/tag2102.xml"/><Relationship Id="rId92" Type="http://schemas.openxmlformats.org/officeDocument/2006/relationships/tags" Target="../tags/tag2123.xml"/><Relationship Id="rId2" Type="http://schemas.openxmlformats.org/officeDocument/2006/relationships/tags" Target="../tags/tag2033.xml"/><Relationship Id="rId29" Type="http://schemas.openxmlformats.org/officeDocument/2006/relationships/tags" Target="../tags/tag2060.xml"/><Relationship Id="rId24" Type="http://schemas.openxmlformats.org/officeDocument/2006/relationships/tags" Target="../tags/tag2055.xml"/><Relationship Id="rId40" Type="http://schemas.openxmlformats.org/officeDocument/2006/relationships/tags" Target="../tags/tag2071.xml"/><Relationship Id="rId45" Type="http://schemas.openxmlformats.org/officeDocument/2006/relationships/tags" Target="../tags/tag2076.xml"/><Relationship Id="rId66" Type="http://schemas.openxmlformats.org/officeDocument/2006/relationships/tags" Target="../tags/tag2097.xml"/><Relationship Id="rId87" Type="http://schemas.openxmlformats.org/officeDocument/2006/relationships/tags" Target="../tags/tag2118.xml"/><Relationship Id="rId61" Type="http://schemas.openxmlformats.org/officeDocument/2006/relationships/tags" Target="../tags/tag2092.xml"/><Relationship Id="rId82" Type="http://schemas.openxmlformats.org/officeDocument/2006/relationships/tags" Target="../tags/tag2113.xml"/><Relationship Id="rId19" Type="http://schemas.openxmlformats.org/officeDocument/2006/relationships/tags" Target="../tags/tag2050.xml"/><Relationship Id="rId14" Type="http://schemas.openxmlformats.org/officeDocument/2006/relationships/tags" Target="../tags/tag2045.xml"/><Relationship Id="rId30" Type="http://schemas.openxmlformats.org/officeDocument/2006/relationships/tags" Target="../tags/tag2061.xml"/><Relationship Id="rId35" Type="http://schemas.openxmlformats.org/officeDocument/2006/relationships/tags" Target="../tags/tag2066.xml"/><Relationship Id="rId56" Type="http://schemas.openxmlformats.org/officeDocument/2006/relationships/tags" Target="../tags/tag2087.xml"/><Relationship Id="rId77" Type="http://schemas.openxmlformats.org/officeDocument/2006/relationships/tags" Target="../tags/tag2108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2131.xml"/><Relationship Id="rId13" Type="http://schemas.openxmlformats.org/officeDocument/2006/relationships/slideLayout" Target="../slideLayouts/slideLayout7.xml"/><Relationship Id="rId18" Type="http://schemas.openxmlformats.org/officeDocument/2006/relationships/slide" Target="slide67.xml"/><Relationship Id="rId3" Type="http://schemas.openxmlformats.org/officeDocument/2006/relationships/tags" Target="../tags/tag2126.xml"/><Relationship Id="rId7" Type="http://schemas.openxmlformats.org/officeDocument/2006/relationships/tags" Target="../tags/tag2130.xml"/><Relationship Id="rId12" Type="http://schemas.openxmlformats.org/officeDocument/2006/relationships/tags" Target="../tags/tag2135.xml"/><Relationship Id="rId17" Type="http://schemas.openxmlformats.org/officeDocument/2006/relationships/image" Target="../media/image2.emf"/><Relationship Id="rId2" Type="http://schemas.openxmlformats.org/officeDocument/2006/relationships/tags" Target="../tags/tag2125.xml"/><Relationship Id="rId16" Type="http://schemas.openxmlformats.org/officeDocument/2006/relationships/oleObject" Target="../embeddings/oleObject1.bin"/><Relationship Id="rId1" Type="http://schemas.openxmlformats.org/officeDocument/2006/relationships/tags" Target="../tags/tag2124.xml"/><Relationship Id="rId6" Type="http://schemas.openxmlformats.org/officeDocument/2006/relationships/tags" Target="../tags/tag2129.xml"/><Relationship Id="rId11" Type="http://schemas.openxmlformats.org/officeDocument/2006/relationships/tags" Target="../tags/tag2134.xml"/><Relationship Id="rId5" Type="http://schemas.openxmlformats.org/officeDocument/2006/relationships/tags" Target="../tags/tag2128.xml"/><Relationship Id="rId15" Type="http://schemas.openxmlformats.org/officeDocument/2006/relationships/slide" Target="slide57.xml"/><Relationship Id="rId10" Type="http://schemas.openxmlformats.org/officeDocument/2006/relationships/tags" Target="../tags/tag2133.xml"/><Relationship Id="rId4" Type="http://schemas.openxmlformats.org/officeDocument/2006/relationships/tags" Target="../tags/tag2127.xml"/><Relationship Id="rId9" Type="http://schemas.openxmlformats.org/officeDocument/2006/relationships/tags" Target="../tags/tag2132.xml"/><Relationship Id="rId14" Type="http://schemas.openxmlformats.org/officeDocument/2006/relationships/notesSlide" Target="../notesSlides/notesSlide39.xml"/></Relationships>
</file>

<file path=ppt/slides/_rels/slide51.xml.rels><?xml version="1.0" encoding="UTF-8" standalone="yes"?>
<Relationships xmlns="http://schemas.openxmlformats.org/package/2006/relationships"><Relationship Id="rId117" Type="http://schemas.openxmlformats.org/officeDocument/2006/relationships/tags" Target="../tags/tag2252.xml"/><Relationship Id="rId21" Type="http://schemas.openxmlformats.org/officeDocument/2006/relationships/tags" Target="../tags/tag2156.xml"/><Relationship Id="rId42" Type="http://schemas.openxmlformats.org/officeDocument/2006/relationships/tags" Target="../tags/tag2177.xml"/><Relationship Id="rId63" Type="http://schemas.openxmlformats.org/officeDocument/2006/relationships/tags" Target="../tags/tag2198.xml"/><Relationship Id="rId84" Type="http://schemas.openxmlformats.org/officeDocument/2006/relationships/tags" Target="../tags/tag2219.xml"/><Relationship Id="rId138" Type="http://schemas.openxmlformats.org/officeDocument/2006/relationships/tags" Target="../tags/tag2273.xml"/><Relationship Id="rId159" Type="http://schemas.openxmlformats.org/officeDocument/2006/relationships/tags" Target="../tags/tag2294.xml"/><Relationship Id="rId170" Type="http://schemas.openxmlformats.org/officeDocument/2006/relationships/tags" Target="../tags/tag2305.xml"/><Relationship Id="rId191" Type="http://schemas.openxmlformats.org/officeDocument/2006/relationships/tags" Target="../tags/tag2326.xml"/><Relationship Id="rId205" Type="http://schemas.openxmlformats.org/officeDocument/2006/relationships/tags" Target="../tags/tag2340.xml"/><Relationship Id="rId107" Type="http://schemas.openxmlformats.org/officeDocument/2006/relationships/tags" Target="../tags/tag2242.xml"/><Relationship Id="rId11" Type="http://schemas.openxmlformats.org/officeDocument/2006/relationships/tags" Target="../tags/tag2146.xml"/><Relationship Id="rId32" Type="http://schemas.openxmlformats.org/officeDocument/2006/relationships/tags" Target="../tags/tag2167.xml"/><Relationship Id="rId53" Type="http://schemas.openxmlformats.org/officeDocument/2006/relationships/tags" Target="../tags/tag2188.xml"/><Relationship Id="rId74" Type="http://schemas.openxmlformats.org/officeDocument/2006/relationships/tags" Target="../tags/tag2209.xml"/><Relationship Id="rId128" Type="http://schemas.openxmlformats.org/officeDocument/2006/relationships/tags" Target="../tags/tag2263.xml"/><Relationship Id="rId149" Type="http://schemas.openxmlformats.org/officeDocument/2006/relationships/tags" Target="../tags/tag2284.xml"/><Relationship Id="rId5" Type="http://schemas.openxmlformats.org/officeDocument/2006/relationships/tags" Target="../tags/tag2140.xml"/><Relationship Id="rId95" Type="http://schemas.openxmlformats.org/officeDocument/2006/relationships/tags" Target="../tags/tag2230.xml"/><Relationship Id="rId160" Type="http://schemas.openxmlformats.org/officeDocument/2006/relationships/tags" Target="../tags/tag2295.xml"/><Relationship Id="rId181" Type="http://schemas.openxmlformats.org/officeDocument/2006/relationships/tags" Target="../tags/tag2316.xml"/><Relationship Id="rId22" Type="http://schemas.openxmlformats.org/officeDocument/2006/relationships/tags" Target="../tags/tag2157.xml"/><Relationship Id="rId43" Type="http://schemas.openxmlformats.org/officeDocument/2006/relationships/tags" Target="../tags/tag2178.xml"/><Relationship Id="rId64" Type="http://schemas.openxmlformats.org/officeDocument/2006/relationships/tags" Target="../tags/tag2199.xml"/><Relationship Id="rId118" Type="http://schemas.openxmlformats.org/officeDocument/2006/relationships/tags" Target="../tags/tag2253.xml"/><Relationship Id="rId139" Type="http://schemas.openxmlformats.org/officeDocument/2006/relationships/tags" Target="../tags/tag2274.xml"/><Relationship Id="rId85" Type="http://schemas.openxmlformats.org/officeDocument/2006/relationships/tags" Target="../tags/tag2220.xml"/><Relationship Id="rId150" Type="http://schemas.openxmlformats.org/officeDocument/2006/relationships/tags" Target="../tags/tag2285.xml"/><Relationship Id="rId171" Type="http://schemas.openxmlformats.org/officeDocument/2006/relationships/tags" Target="../tags/tag2306.xml"/><Relationship Id="rId192" Type="http://schemas.openxmlformats.org/officeDocument/2006/relationships/tags" Target="../tags/tag2327.xml"/><Relationship Id="rId206" Type="http://schemas.openxmlformats.org/officeDocument/2006/relationships/tags" Target="../tags/tag2341.xml"/><Relationship Id="rId12" Type="http://schemas.openxmlformats.org/officeDocument/2006/relationships/tags" Target="../tags/tag2147.xml"/><Relationship Id="rId33" Type="http://schemas.openxmlformats.org/officeDocument/2006/relationships/tags" Target="../tags/tag2168.xml"/><Relationship Id="rId108" Type="http://schemas.openxmlformats.org/officeDocument/2006/relationships/tags" Target="../tags/tag2243.xml"/><Relationship Id="rId129" Type="http://schemas.openxmlformats.org/officeDocument/2006/relationships/tags" Target="../tags/tag2264.xml"/><Relationship Id="rId54" Type="http://schemas.openxmlformats.org/officeDocument/2006/relationships/tags" Target="../tags/tag2189.xml"/><Relationship Id="rId75" Type="http://schemas.openxmlformats.org/officeDocument/2006/relationships/tags" Target="../tags/tag2210.xml"/><Relationship Id="rId96" Type="http://schemas.openxmlformats.org/officeDocument/2006/relationships/tags" Target="../tags/tag2231.xml"/><Relationship Id="rId140" Type="http://schemas.openxmlformats.org/officeDocument/2006/relationships/tags" Target="../tags/tag2275.xml"/><Relationship Id="rId161" Type="http://schemas.openxmlformats.org/officeDocument/2006/relationships/tags" Target="../tags/tag2296.xml"/><Relationship Id="rId182" Type="http://schemas.openxmlformats.org/officeDocument/2006/relationships/tags" Target="../tags/tag2317.xml"/><Relationship Id="rId6" Type="http://schemas.openxmlformats.org/officeDocument/2006/relationships/tags" Target="../tags/tag2141.xml"/><Relationship Id="rId23" Type="http://schemas.openxmlformats.org/officeDocument/2006/relationships/tags" Target="../tags/tag2158.xml"/><Relationship Id="rId119" Type="http://schemas.openxmlformats.org/officeDocument/2006/relationships/tags" Target="../tags/tag2254.xml"/><Relationship Id="rId44" Type="http://schemas.openxmlformats.org/officeDocument/2006/relationships/tags" Target="../tags/tag2179.xml"/><Relationship Id="rId65" Type="http://schemas.openxmlformats.org/officeDocument/2006/relationships/tags" Target="../tags/tag2200.xml"/><Relationship Id="rId86" Type="http://schemas.openxmlformats.org/officeDocument/2006/relationships/tags" Target="../tags/tag2221.xml"/><Relationship Id="rId130" Type="http://schemas.openxmlformats.org/officeDocument/2006/relationships/tags" Target="../tags/tag2265.xml"/><Relationship Id="rId151" Type="http://schemas.openxmlformats.org/officeDocument/2006/relationships/tags" Target="../tags/tag2286.xml"/><Relationship Id="rId172" Type="http://schemas.openxmlformats.org/officeDocument/2006/relationships/tags" Target="../tags/tag2307.xml"/><Relationship Id="rId193" Type="http://schemas.openxmlformats.org/officeDocument/2006/relationships/tags" Target="../tags/tag2328.xml"/><Relationship Id="rId207" Type="http://schemas.openxmlformats.org/officeDocument/2006/relationships/tags" Target="../tags/tag2342.xml"/><Relationship Id="rId13" Type="http://schemas.openxmlformats.org/officeDocument/2006/relationships/tags" Target="../tags/tag2148.xml"/><Relationship Id="rId109" Type="http://schemas.openxmlformats.org/officeDocument/2006/relationships/tags" Target="../tags/tag2244.xml"/><Relationship Id="rId34" Type="http://schemas.openxmlformats.org/officeDocument/2006/relationships/tags" Target="../tags/tag2169.xml"/><Relationship Id="rId55" Type="http://schemas.openxmlformats.org/officeDocument/2006/relationships/tags" Target="../tags/tag2190.xml"/><Relationship Id="rId76" Type="http://schemas.openxmlformats.org/officeDocument/2006/relationships/tags" Target="../tags/tag2211.xml"/><Relationship Id="rId97" Type="http://schemas.openxmlformats.org/officeDocument/2006/relationships/tags" Target="../tags/tag2232.xml"/><Relationship Id="rId120" Type="http://schemas.openxmlformats.org/officeDocument/2006/relationships/tags" Target="../tags/tag2255.xml"/><Relationship Id="rId141" Type="http://schemas.openxmlformats.org/officeDocument/2006/relationships/tags" Target="../tags/tag2276.xml"/><Relationship Id="rId7" Type="http://schemas.openxmlformats.org/officeDocument/2006/relationships/tags" Target="../tags/tag2142.xml"/><Relationship Id="rId162" Type="http://schemas.openxmlformats.org/officeDocument/2006/relationships/tags" Target="../tags/tag2297.xml"/><Relationship Id="rId183" Type="http://schemas.openxmlformats.org/officeDocument/2006/relationships/tags" Target="../tags/tag2318.xml"/><Relationship Id="rId24" Type="http://schemas.openxmlformats.org/officeDocument/2006/relationships/tags" Target="../tags/tag2159.xml"/><Relationship Id="rId45" Type="http://schemas.openxmlformats.org/officeDocument/2006/relationships/tags" Target="../tags/tag2180.xml"/><Relationship Id="rId66" Type="http://schemas.openxmlformats.org/officeDocument/2006/relationships/tags" Target="../tags/tag2201.xml"/><Relationship Id="rId87" Type="http://schemas.openxmlformats.org/officeDocument/2006/relationships/tags" Target="../tags/tag2222.xml"/><Relationship Id="rId110" Type="http://schemas.openxmlformats.org/officeDocument/2006/relationships/tags" Target="../tags/tag2245.xml"/><Relationship Id="rId131" Type="http://schemas.openxmlformats.org/officeDocument/2006/relationships/tags" Target="../tags/tag2266.xml"/><Relationship Id="rId61" Type="http://schemas.openxmlformats.org/officeDocument/2006/relationships/tags" Target="../tags/tag2196.xml"/><Relationship Id="rId82" Type="http://schemas.openxmlformats.org/officeDocument/2006/relationships/tags" Target="../tags/tag2217.xml"/><Relationship Id="rId152" Type="http://schemas.openxmlformats.org/officeDocument/2006/relationships/tags" Target="../tags/tag2287.xml"/><Relationship Id="rId173" Type="http://schemas.openxmlformats.org/officeDocument/2006/relationships/tags" Target="../tags/tag2308.xml"/><Relationship Id="rId194" Type="http://schemas.openxmlformats.org/officeDocument/2006/relationships/tags" Target="../tags/tag2329.xml"/><Relationship Id="rId199" Type="http://schemas.openxmlformats.org/officeDocument/2006/relationships/tags" Target="../tags/tag2334.xml"/><Relationship Id="rId203" Type="http://schemas.openxmlformats.org/officeDocument/2006/relationships/tags" Target="../tags/tag2338.xml"/><Relationship Id="rId208" Type="http://schemas.openxmlformats.org/officeDocument/2006/relationships/tags" Target="../tags/tag2343.xml"/><Relationship Id="rId19" Type="http://schemas.openxmlformats.org/officeDocument/2006/relationships/tags" Target="../tags/tag2154.xml"/><Relationship Id="rId14" Type="http://schemas.openxmlformats.org/officeDocument/2006/relationships/tags" Target="../tags/tag2149.xml"/><Relationship Id="rId30" Type="http://schemas.openxmlformats.org/officeDocument/2006/relationships/tags" Target="../tags/tag2165.xml"/><Relationship Id="rId35" Type="http://schemas.openxmlformats.org/officeDocument/2006/relationships/tags" Target="../tags/tag2170.xml"/><Relationship Id="rId56" Type="http://schemas.openxmlformats.org/officeDocument/2006/relationships/tags" Target="../tags/tag2191.xml"/><Relationship Id="rId77" Type="http://schemas.openxmlformats.org/officeDocument/2006/relationships/tags" Target="../tags/tag2212.xml"/><Relationship Id="rId100" Type="http://schemas.openxmlformats.org/officeDocument/2006/relationships/tags" Target="../tags/tag2235.xml"/><Relationship Id="rId105" Type="http://schemas.openxmlformats.org/officeDocument/2006/relationships/tags" Target="../tags/tag2240.xml"/><Relationship Id="rId126" Type="http://schemas.openxmlformats.org/officeDocument/2006/relationships/tags" Target="../tags/tag2261.xml"/><Relationship Id="rId147" Type="http://schemas.openxmlformats.org/officeDocument/2006/relationships/tags" Target="../tags/tag2282.xml"/><Relationship Id="rId168" Type="http://schemas.openxmlformats.org/officeDocument/2006/relationships/tags" Target="../tags/tag2303.xml"/><Relationship Id="rId8" Type="http://schemas.openxmlformats.org/officeDocument/2006/relationships/tags" Target="../tags/tag2143.xml"/><Relationship Id="rId51" Type="http://schemas.openxmlformats.org/officeDocument/2006/relationships/tags" Target="../tags/tag2186.xml"/><Relationship Id="rId72" Type="http://schemas.openxmlformats.org/officeDocument/2006/relationships/tags" Target="../tags/tag2207.xml"/><Relationship Id="rId93" Type="http://schemas.openxmlformats.org/officeDocument/2006/relationships/tags" Target="../tags/tag2228.xml"/><Relationship Id="rId98" Type="http://schemas.openxmlformats.org/officeDocument/2006/relationships/tags" Target="../tags/tag2233.xml"/><Relationship Id="rId121" Type="http://schemas.openxmlformats.org/officeDocument/2006/relationships/tags" Target="../tags/tag2256.xml"/><Relationship Id="rId142" Type="http://schemas.openxmlformats.org/officeDocument/2006/relationships/tags" Target="../tags/tag2277.xml"/><Relationship Id="rId163" Type="http://schemas.openxmlformats.org/officeDocument/2006/relationships/tags" Target="../tags/tag2298.xml"/><Relationship Id="rId184" Type="http://schemas.openxmlformats.org/officeDocument/2006/relationships/tags" Target="../tags/tag2319.xml"/><Relationship Id="rId189" Type="http://schemas.openxmlformats.org/officeDocument/2006/relationships/tags" Target="../tags/tag2324.xml"/><Relationship Id="rId3" Type="http://schemas.openxmlformats.org/officeDocument/2006/relationships/tags" Target="../tags/tag2138.xml"/><Relationship Id="rId25" Type="http://schemas.openxmlformats.org/officeDocument/2006/relationships/tags" Target="../tags/tag2160.xml"/><Relationship Id="rId46" Type="http://schemas.openxmlformats.org/officeDocument/2006/relationships/tags" Target="../tags/tag2181.xml"/><Relationship Id="rId67" Type="http://schemas.openxmlformats.org/officeDocument/2006/relationships/tags" Target="../tags/tag2202.xml"/><Relationship Id="rId116" Type="http://schemas.openxmlformats.org/officeDocument/2006/relationships/tags" Target="../tags/tag2251.xml"/><Relationship Id="rId137" Type="http://schemas.openxmlformats.org/officeDocument/2006/relationships/tags" Target="../tags/tag2272.xml"/><Relationship Id="rId158" Type="http://schemas.openxmlformats.org/officeDocument/2006/relationships/tags" Target="../tags/tag2293.xml"/><Relationship Id="rId20" Type="http://schemas.openxmlformats.org/officeDocument/2006/relationships/tags" Target="../tags/tag2155.xml"/><Relationship Id="rId41" Type="http://schemas.openxmlformats.org/officeDocument/2006/relationships/tags" Target="../tags/tag2176.xml"/><Relationship Id="rId62" Type="http://schemas.openxmlformats.org/officeDocument/2006/relationships/tags" Target="../tags/tag2197.xml"/><Relationship Id="rId83" Type="http://schemas.openxmlformats.org/officeDocument/2006/relationships/tags" Target="../tags/tag2218.xml"/><Relationship Id="rId88" Type="http://schemas.openxmlformats.org/officeDocument/2006/relationships/tags" Target="../tags/tag2223.xml"/><Relationship Id="rId111" Type="http://schemas.openxmlformats.org/officeDocument/2006/relationships/tags" Target="../tags/tag2246.xml"/><Relationship Id="rId132" Type="http://schemas.openxmlformats.org/officeDocument/2006/relationships/tags" Target="../tags/tag2267.xml"/><Relationship Id="rId153" Type="http://schemas.openxmlformats.org/officeDocument/2006/relationships/tags" Target="../tags/tag2288.xml"/><Relationship Id="rId174" Type="http://schemas.openxmlformats.org/officeDocument/2006/relationships/tags" Target="../tags/tag2309.xml"/><Relationship Id="rId179" Type="http://schemas.openxmlformats.org/officeDocument/2006/relationships/tags" Target="../tags/tag2314.xml"/><Relationship Id="rId195" Type="http://schemas.openxmlformats.org/officeDocument/2006/relationships/tags" Target="../tags/tag2330.xml"/><Relationship Id="rId209" Type="http://schemas.openxmlformats.org/officeDocument/2006/relationships/tags" Target="../tags/tag2344.xml"/><Relationship Id="rId190" Type="http://schemas.openxmlformats.org/officeDocument/2006/relationships/tags" Target="../tags/tag2325.xml"/><Relationship Id="rId204" Type="http://schemas.openxmlformats.org/officeDocument/2006/relationships/tags" Target="../tags/tag2339.xml"/><Relationship Id="rId15" Type="http://schemas.openxmlformats.org/officeDocument/2006/relationships/tags" Target="../tags/tag2150.xml"/><Relationship Id="rId36" Type="http://schemas.openxmlformats.org/officeDocument/2006/relationships/tags" Target="../tags/tag2171.xml"/><Relationship Id="rId57" Type="http://schemas.openxmlformats.org/officeDocument/2006/relationships/tags" Target="../tags/tag2192.xml"/><Relationship Id="rId106" Type="http://schemas.openxmlformats.org/officeDocument/2006/relationships/tags" Target="../tags/tag2241.xml"/><Relationship Id="rId127" Type="http://schemas.openxmlformats.org/officeDocument/2006/relationships/tags" Target="../tags/tag2262.xml"/><Relationship Id="rId10" Type="http://schemas.openxmlformats.org/officeDocument/2006/relationships/tags" Target="../tags/tag2145.xml"/><Relationship Id="rId31" Type="http://schemas.openxmlformats.org/officeDocument/2006/relationships/tags" Target="../tags/tag2166.xml"/><Relationship Id="rId52" Type="http://schemas.openxmlformats.org/officeDocument/2006/relationships/tags" Target="../tags/tag2187.xml"/><Relationship Id="rId73" Type="http://schemas.openxmlformats.org/officeDocument/2006/relationships/tags" Target="../tags/tag2208.xml"/><Relationship Id="rId78" Type="http://schemas.openxmlformats.org/officeDocument/2006/relationships/tags" Target="../tags/tag2213.xml"/><Relationship Id="rId94" Type="http://schemas.openxmlformats.org/officeDocument/2006/relationships/tags" Target="../tags/tag2229.xml"/><Relationship Id="rId99" Type="http://schemas.openxmlformats.org/officeDocument/2006/relationships/tags" Target="../tags/tag2234.xml"/><Relationship Id="rId101" Type="http://schemas.openxmlformats.org/officeDocument/2006/relationships/tags" Target="../tags/tag2236.xml"/><Relationship Id="rId122" Type="http://schemas.openxmlformats.org/officeDocument/2006/relationships/tags" Target="../tags/tag2257.xml"/><Relationship Id="rId143" Type="http://schemas.openxmlformats.org/officeDocument/2006/relationships/tags" Target="../tags/tag2278.xml"/><Relationship Id="rId148" Type="http://schemas.openxmlformats.org/officeDocument/2006/relationships/tags" Target="../tags/tag2283.xml"/><Relationship Id="rId164" Type="http://schemas.openxmlformats.org/officeDocument/2006/relationships/tags" Target="../tags/tag2299.xml"/><Relationship Id="rId169" Type="http://schemas.openxmlformats.org/officeDocument/2006/relationships/tags" Target="../tags/tag2304.xml"/><Relationship Id="rId185" Type="http://schemas.openxmlformats.org/officeDocument/2006/relationships/tags" Target="../tags/tag2320.xml"/><Relationship Id="rId4" Type="http://schemas.openxmlformats.org/officeDocument/2006/relationships/tags" Target="../tags/tag2139.xml"/><Relationship Id="rId9" Type="http://schemas.openxmlformats.org/officeDocument/2006/relationships/tags" Target="../tags/tag2144.xml"/><Relationship Id="rId180" Type="http://schemas.openxmlformats.org/officeDocument/2006/relationships/tags" Target="../tags/tag2315.xml"/><Relationship Id="rId210" Type="http://schemas.openxmlformats.org/officeDocument/2006/relationships/tags" Target="../tags/tag2345.xml"/><Relationship Id="rId26" Type="http://schemas.openxmlformats.org/officeDocument/2006/relationships/tags" Target="../tags/tag2161.xml"/><Relationship Id="rId47" Type="http://schemas.openxmlformats.org/officeDocument/2006/relationships/tags" Target="../tags/tag2182.xml"/><Relationship Id="rId68" Type="http://schemas.openxmlformats.org/officeDocument/2006/relationships/tags" Target="../tags/tag2203.xml"/><Relationship Id="rId89" Type="http://schemas.openxmlformats.org/officeDocument/2006/relationships/tags" Target="../tags/tag2224.xml"/><Relationship Id="rId112" Type="http://schemas.openxmlformats.org/officeDocument/2006/relationships/tags" Target="../tags/tag2247.xml"/><Relationship Id="rId133" Type="http://schemas.openxmlformats.org/officeDocument/2006/relationships/tags" Target="../tags/tag2268.xml"/><Relationship Id="rId154" Type="http://schemas.openxmlformats.org/officeDocument/2006/relationships/tags" Target="../tags/tag2289.xml"/><Relationship Id="rId175" Type="http://schemas.openxmlformats.org/officeDocument/2006/relationships/tags" Target="../tags/tag2310.xml"/><Relationship Id="rId196" Type="http://schemas.openxmlformats.org/officeDocument/2006/relationships/tags" Target="../tags/tag2331.xml"/><Relationship Id="rId200" Type="http://schemas.openxmlformats.org/officeDocument/2006/relationships/tags" Target="../tags/tag2335.xml"/><Relationship Id="rId16" Type="http://schemas.openxmlformats.org/officeDocument/2006/relationships/tags" Target="../tags/tag2151.xml"/><Relationship Id="rId37" Type="http://schemas.openxmlformats.org/officeDocument/2006/relationships/tags" Target="../tags/tag2172.xml"/><Relationship Id="rId58" Type="http://schemas.openxmlformats.org/officeDocument/2006/relationships/tags" Target="../tags/tag2193.xml"/><Relationship Id="rId79" Type="http://schemas.openxmlformats.org/officeDocument/2006/relationships/tags" Target="../tags/tag2214.xml"/><Relationship Id="rId102" Type="http://schemas.openxmlformats.org/officeDocument/2006/relationships/tags" Target="../tags/tag2237.xml"/><Relationship Id="rId123" Type="http://schemas.openxmlformats.org/officeDocument/2006/relationships/tags" Target="../tags/tag2258.xml"/><Relationship Id="rId144" Type="http://schemas.openxmlformats.org/officeDocument/2006/relationships/tags" Target="../tags/tag2279.xml"/><Relationship Id="rId90" Type="http://schemas.openxmlformats.org/officeDocument/2006/relationships/tags" Target="../tags/tag2225.xml"/><Relationship Id="rId165" Type="http://schemas.openxmlformats.org/officeDocument/2006/relationships/tags" Target="../tags/tag2300.xml"/><Relationship Id="rId186" Type="http://schemas.openxmlformats.org/officeDocument/2006/relationships/tags" Target="../tags/tag2321.xml"/><Relationship Id="rId211" Type="http://schemas.openxmlformats.org/officeDocument/2006/relationships/slideLayout" Target="../slideLayouts/slideLayout7.xml"/><Relationship Id="rId27" Type="http://schemas.openxmlformats.org/officeDocument/2006/relationships/tags" Target="../tags/tag2162.xml"/><Relationship Id="rId48" Type="http://schemas.openxmlformats.org/officeDocument/2006/relationships/tags" Target="../tags/tag2183.xml"/><Relationship Id="rId69" Type="http://schemas.openxmlformats.org/officeDocument/2006/relationships/tags" Target="../tags/tag2204.xml"/><Relationship Id="rId113" Type="http://schemas.openxmlformats.org/officeDocument/2006/relationships/tags" Target="../tags/tag2248.xml"/><Relationship Id="rId134" Type="http://schemas.openxmlformats.org/officeDocument/2006/relationships/tags" Target="../tags/tag2269.xml"/><Relationship Id="rId80" Type="http://schemas.openxmlformats.org/officeDocument/2006/relationships/tags" Target="../tags/tag2215.xml"/><Relationship Id="rId155" Type="http://schemas.openxmlformats.org/officeDocument/2006/relationships/tags" Target="../tags/tag2290.xml"/><Relationship Id="rId176" Type="http://schemas.openxmlformats.org/officeDocument/2006/relationships/tags" Target="../tags/tag2311.xml"/><Relationship Id="rId197" Type="http://schemas.openxmlformats.org/officeDocument/2006/relationships/tags" Target="../tags/tag2332.xml"/><Relationship Id="rId201" Type="http://schemas.openxmlformats.org/officeDocument/2006/relationships/tags" Target="../tags/tag2336.xml"/><Relationship Id="rId17" Type="http://schemas.openxmlformats.org/officeDocument/2006/relationships/tags" Target="../tags/tag2152.xml"/><Relationship Id="rId38" Type="http://schemas.openxmlformats.org/officeDocument/2006/relationships/tags" Target="../tags/tag2173.xml"/><Relationship Id="rId59" Type="http://schemas.openxmlformats.org/officeDocument/2006/relationships/tags" Target="../tags/tag2194.xml"/><Relationship Id="rId103" Type="http://schemas.openxmlformats.org/officeDocument/2006/relationships/tags" Target="../tags/tag2238.xml"/><Relationship Id="rId124" Type="http://schemas.openxmlformats.org/officeDocument/2006/relationships/tags" Target="../tags/tag2259.xml"/><Relationship Id="rId70" Type="http://schemas.openxmlformats.org/officeDocument/2006/relationships/tags" Target="../tags/tag2205.xml"/><Relationship Id="rId91" Type="http://schemas.openxmlformats.org/officeDocument/2006/relationships/tags" Target="../tags/tag2226.xml"/><Relationship Id="rId145" Type="http://schemas.openxmlformats.org/officeDocument/2006/relationships/tags" Target="../tags/tag2280.xml"/><Relationship Id="rId166" Type="http://schemas.openxmlformats.org/officeDocument/2006/relationships/tags" Target="../tags/tag2301.xml"/><Relationship Id="rId187" Type="http://schemas.openxmlformats.org/officeDocument/2006/relationships/tags" Target="../tags/tag2322.xml"/><Relationship Id="rId1" Type="http://schemas.openxmlformats.org/officeDocument/2006/relationships/tags" Target="../tags/tag2136.xml"/><Relationship Id="rId212" Type="http://schemas.openxmlformats.org/officeDocument/2006/relationships/notesSlide" Target="../notesSlides/notesSlide40.xml"/><Relationship Id="rId28" Type="http://schemas.openxmlformats.org/officeDocument/2006/relationships/tags" Target="../tags/tag2163.xml"/><Relationship Id="rId49" Type="http://schemas.openxmlformats.org/officeDocument/2006/relationships/tags" Target="../tags/tag2184.xml"/><Relationship Id="rId114" Type="http://schemas.openxmlformats.org/officeDocument/2006/relationships/tags" Target="../tags/tag2249.xml"/><Relationship Id="rId60" Type="http://schemas.openxmlformats.org/officeDocument/2006/relationships/tags" Target="../tags/tag2195.xml"/><Relationship Id="rId81" Type="http://schemas.openxmlformats.org/officeDocument/2006/relationships/tags" Target="../tags/tag2216.xml"/><Relationship Id="rId135" Type="http://schemas.openxmlformats.org/officeDocument/2006/relationships/tags" Target="../tags/tag2270.xml"/><Relationship Id="rId156" Type="http://schemas.openxmlformats.org/officeDocument/2006/relationships/tags" Target="../tags/tag2291.xml"/><Relationship Id="rId177" Type="http://schemas.openxmlformats.org/officeDocument/2006/relationships/tags" Target="../tags/tag2312.xml"/><Relationship Id="rId198" Type="http://schemas.openxmlformats.org/officeDocument/2006/relationships/tags" Target="../tags/tag2333.xml"/><Relationship Id="rId202" Type="http://schemas.openxmlformats.org/officeDocument/2006/relationships/tags" Target="../tags/tag2337.xml"/><Relationship Id="rId18" Type="http://schemas.openxmlformats.org/officeDocument/2006/relationships/tags" Target="../tags/tag2153.xml"/><Relationship Id="rId39" Type="http://schemas.openxmlformats.org/officeDocument/2006/relationships/tags" Target="../tags/tag2174.xml"/><Relationship Id="rId50" Type="http://schemas.openxmlformats.org/officeDocument/2006/relationships/tags" Target="../tags/tag2185.xml"/><Relationship Id="rId104" Type="http://schemas.openxmlformats.org/officeDocument/2006/relationships/tags" Target="../tags/tag2239.xml"/><Relationship Id="rId125" Type="http://schemas.openxmlformats.org/officeDocument/2006/relationships/tags" Target="../tags/tag2260.xml"/><Relationship Id="rId146" Type="http://schemas.openxmlformats.org/officeDocument/2006/relationships/tags" Target="../tags/tag2281.xml"/><Relationship Id="rId167" Type="http://schemas.openxmlformats.org/officeDocument/2006/relationships/tags" Target="../tags/tag2302.xml"/><Relationship Id="rId188" Type="http://schemas.openxmlformats.org/officeDocument/2006/relationships/tags" Target="../tags/tag2323.xml"/><Relationship Id="rId71" Type="http://schemas.openxmlformats.org/officeDocument/2006/relationships/tags" Target="../tags/tag2206.xml"/><Relationship Id="rId92" Type="http://schemas.openxmlformats.org/officeDocument/2006/relationships/tags" Target="../tags/tag2227.xml"/><Relationship Id="rId2" Type="http://schemas.openxmlformats.org/officeDocument/2006/relationships/tags" Target="../tags/tag2137.xml"/><Relationship Id="rId29" Type="http://schemas.openxmlformats.org/officeDocument/2006/relationships/tags" Target="../tags/tag2164.xml"/><Relationship Id="rId40" Type="http://schemas.openxmlformats.org/officeDocument/2006/relationships/tags" Target="../tags/tag2175.xml"/><Relationship Id="rId115" Type="http://schemas.openxmlformats.org/officeDocument/2006/relationships/tags" Target="../tags/tag2250.xml"/><Relationship Id="rId136" Type="http://schemas.openxmlformats.org/officeDocument/2006/relationships/tags" Target="../tags/tag2271.xml"/><Relationship Id="rId157" Type="http://schemas.openxmlformats.org/officeDocument/2006/relationships/tags" Target="../tags/tag2292.xml"/><Relationship Id="rId178" Type="http://schemas.openxmlformats.org/officeDocument/2006/relationships/tags" Target="../tags/tag23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347.xml"/><Relationship Id="rId1" Type="http://schemas.openxmlformats.org/officeDocument/2006/relationships/tags" Target="../tags/tag2346.xml"/><Relationship Id="rId6" Type="http://schemas.openxmlformats.org/officeDocument/2006/relationships/slide" Target="slide44.xml"/><Relationship Id="rId5" Type="http://schemas.openxmlformats.org/officeDocument/2006/relationships/slide" Target="slide47.xml"/><Relationship Id="rId4" Type="http://schemas.openxmlformats.org/officeDocument/2006/relationships/notesSlide" Target="../notesSlides/notesSlide41.xml"/></Relationships>
</file>

<file path=ppt/slides/_rels/slide53.xml.rels><?xml version="1.0" encoding="UTF-8" standalone="yes"?>
<Relationships xmlns="http://schemas.openxmlformats.org/package/2006/relationships"><Relationship Id="rId26" Type="http://schemas.openxmlformats.org/officeDocument/2006/relationships/tags" Target="../tags/tag2373.xml"/><Relationship Id="rId21" Type="http://schemas.openxmlformats.org/officeDocument/2006/relationships/tags" Target="../tags/tag2368.xml"/><Relationship Id="rId42" Type="http://schemas.openxmlformats.org/officeDocument/2006/relationships/tags" Target="../tags/tag2389.xml"/><Relationship Id="rId47" Type="http://schemas.openxmlformats.org/officeDocument/2006/relationships/tags" Target="../tags/tag2394.xml"/><Relationship Id="rId63" Type="http://schemas.openxmlformats.org/officeDocument/2006/relationships/tags" Target="../tags/tag2410.xml"/><Relationship Id="rId68" Type="http://schemas.openxmlformats.org/officeDocument/2006/relationships/tags" Target="../tags/tag2415.xml"/><Relationship Id="rId84" Type="http://schemas.openxmlformats.org/officeDocument/2006/relationships/tags" Target="../tags/tag2431.xml"/><Relationship Id="rId89" Type="http://schemas.openxmlformats.org/officeDocument/2006/relationships/tags" Target="../tags/tag2436.xml"/><Relationship Id="rId16" Type="http://schemas.openxmlformats.org/officeDocument/2006/relationships/tags" Target="../tags/tag2363.xml"/><Relationship Id="rId107" Type="http://schemas.openxmlformats.org/officeDocument/2006/relationships/slide" Target="slide56.xml"/><Relationship Id="rId11" Type="http://schemas.openxmlformats.org/officeDocument/2006/relationships/tags" Target="../tags/tag2358.xml"/><Relationship Id="rId32" Type="http://schemas.openxmlformats.org/officeDocument/2006/relationships/tags" Target="../tags/tag2379.xml"/><Relationship Id="rId37" Type="http://schemas.openxmlformats.org/officeDocument/2006/relationships/tags" Target="../tags/tag2384.xml"/><Relationship Id="rId53" Type="http://schemas.openxmlformats.org/officeDocument/2006/relationships/tags" Target="../tags/tag2400.xml"/><Relationship Id="rId58" Type="http://schemas.openxmlformats.org/officeDocument/2006/relationships/tags" Target="../tags/tag2405.xml"/><Relationship Id="rId74" Type="http://schemas.openxmlformats.org/officeDocument/2006/relationships/tags" Target="../tags/tag2421.xml"/><Relationship Id="rId79" Type="http://schemas.openxmlformats.org/officeDocument/2006/relationships/tags" Target="../tags/tag2426.xml"/><Relationship Id="rId102" Type="http://schemas.openxmlformats.org/officeDocument/2006/relationships/tags" Target="../tags/tag2449.xml"/><Relationship Id="rId5" Type="http://schemas.openxmlformats.org/officeDocument/2006/relationships/tags" Target="../tags/tag2352.xml"/><Relationship Id="rId90" Type="http://schemas.openxmlformats.org/officeDocument/2006/relationships/tags" Target="../tags/tag2437.xml"/><Relationship Id="rId95" Type="http://schemas.openxmlformats.org/officeDocument/2006/relationships/tags" Target="../tags/tag2442.xml"/><Relationship Id="rId22" Type="http://schemas.openxmlformats.org/officeDocument/2006/relationships/tags" Target="../tags/tag2369.xml"/><Relationship Id="rId27" Type="http://schemas.openxmlformats.org/officeDocument/2006/relationships/tags" Target="../tags/tag2374.xml"/><Relationship Id="rId43" Type="http://schemas.openxmlformats.org/officeDocument/2006/relationships/tags" Target="../tags/tag2390.xml"/><Relationship Id="rId48" Type="http://schemas.openxmlformats.org/officeDocument/2006/relationships/tags" Target="../tags/tag2395.xml"/><Relationship Id="rId64" Type="http://schemas.openxmlformats.org/officeDocument/2006/relationships/tags" Target="../tags/tag2411.xml"/><Relationship Id="rId69" Type="http://schemas.openxmlformats.org/officeDocument/2006/relationships/tags" Target="../tags/tag2416.xml"/><Relationship Id="rId80" Type="http://schemas.openxmlformats.org/officeDocument/2006/relationships/tags" Target="../tags/tag2427.xml"/><Relationship Id="rId85" Type="http://schemas.openxmlformats.org/officeDocument/2006/relationships/tags" Target="../tags/tag2432.xml"/><Relationship Id="rId12" Type="http://schemas.openxmlformats.org/officeDocument/2006/relationships/tags" Target="../tags/tag2359.xml"/><Relationship Id="rId17" Type="http://schemas.openxmlformats.org/officeDocument/2006/relationships/tags" Target="../tags/tag2364.xml"/><Relationship Id="rId33" Type="http://schemas.openxmlformats.org/officeDocument/2006/relationships/tags" Target="../tags/tag2380.xml"/><Relationship Id="rId38" Type="http://schemas.openxmlformats.org/officeDocument/2006/relationships/tags" Target="../tags/tag2385.xml"/><Relationship Id="rId59" Type="http://schemas.openxmlformats.org/officeDocument/2006/relationships/tags" Target="../tags/tag2406.xml"/><Relationship Id="rId103" Type="http://schemas.openxmlformats.org/officeDocument/2006/relationships/tags" Target="../tags/tag2450.xml"/><Relationship Id="rId20" Type="http://schemas.openxmlformats.org/officeDocument/2006/relationships/tags" Target="../tags/tag2367.xml"/><Relationship Id="rId41" Type="http://schemas.openxmlformats.org/officeDocument/2006/relationships/tags" Target="../tags/tag2388.xml"/><Relationship Id="rId54" Type="http://schemas.openxmlformats.org/officeDocument/2006/relationships/tags" Target="../tags/tag2401.xml"/><Relationship Id="rId62" Type="http://schemas.openxmlformats.org/officeDocument/2006/relationships/tags" Target="../tags/tag2409.xml"/><Relationship Id="rId70" Type="http://schemas.openxmlformats.org/officeDocument/2006/relationships/tags" Target="../tags/tag2417.xml"/><Relationship Id="rId75" Type="http://schemas.openxmlformats.org/officeDocument/2006/relationships/tags" Target="../tags/tag2422.xml"/><Relationship Id="rId83" Type="http://schemas.openxmlformats.org/officeDocument/2006/relationships/tags" Target="../tags/tag2430.xml"/><Relationship Id="rId88" Type="http://schemas.openxmlformats.org/officeDocument/2006/relationships/tags" Target="../tags/tag2435.xml"/><Relationship Id="rId91" Type="http://schemas.openxmlformats.org/officeDocument/2006/relationships/tags" Target="../tags/tag2438.xml"/><Relationship Id="rId96" Type="http://schemas.openxmlformats.org/officeDocument/2006/relationships/tags" Target="../tags/tag2443.xml"/><Relationship Id="rId1" Type="http://schemas.openxmlformats.org/officeDocument/2006/relationships/tags" Target="../tags/tag2348.xml"/><Relationship Id="rId6" Type="http://schemas.openxmlformats.org/officeDocument/2006/relationships/tags" Target="../tags/tag2353.xml"/><Relationship Id="rId15" Type="http://schemas.openxmlformats.org/officeDocument/2006/relationships/tags" Target="../tags/tag2362.xml"/><Relationship Id="rId23" Type="http://schemas.openxmlformats.org/officeDocument/2006/relationships/tags" Target="../tags/tag2370.xml"/><Relationship Id="rId28" Type="http://schemas.openxmlformats.org/officeDocument/2006/relationships/tags" Target="../tags/tag2375.xml"/><Relationship Id="rId36" Type="http://schemas.openxmlformats.org/officeDocument/2006/relationships/tags" Target="../tags/tag2383.xml"/><Relationship Id="rId49" Type="http://schemas.openxmlformats.org/officeDocument/2006/relationships/tags" Target="../tags/tag2396.xml"/><Relationship Id="rId57" Type="http://schemas.openxmlformats.org/officeDocument/2006/relationships/tags" Target="../tags/tag2404.xml"/><Relationship Id="rId106" Type="http://schemas.openxmlformats.org/officeDocument/2006/relationships/notesSlide" Target="../notesSlides/notesSlide42.xml"/><Relationship Id="rId10" Type="http://schemas.openxmlformats.org/officeDocument/2006/relationships/tags" Target="../tags/tag2357.xml"/><Relationship Id="rId31" Type="http://schemas.openxmlformats.org/officeDocument/2006/relationships/tags" Target="../tags/tag2378.xml"/><Relationship Id="rId44" Type="http://schemas.openxmlformats.org/officeDocument/2006/relationships/tags" Target="../tags/tag2391.xml"/><Relationship Id="rId52" Type="http://schemas.openxmlformats.org/officeDocument/2006/relationships/tags" Target="../tags/tag2399.xml"/><Relationship Id="rId60" Type="http://schemas.openxmlformats.org/officeDocument/2006/relationships/tags" Target="../tags/tag2407.xml"/><Relationship Id="rId65" Type="http://schemas.openxmlformats.org/officeDocument/2006/relationships/tags" Target="../tags/tag2412.xml"/><Relationship Id="rId73" Type="http://schemas.openxmlformats.org/officeDocument/2006/relationships/tags" Target="../tags/tag2420.xml"/><Relationship Id="rId78" Type="http://schemas.openxmlformats.org/officeDocument/2006/relationships/tags" Target="../tags/tag2425.xml"/><Relationship Id="rId81" Type="http://schemas.openxmlformats.org/officeDocument/2006/relationships/tags" Target="../tags/tag2428.xml"/><Relationship Id="rId86" Type="http://schemas.openxmlformats.org/officeDocument/2006/relationships/tags" Target="../tags/tag2433.xml"/><Relationship Id="rId94" Type="http://schemas.openxmlformats.org/officeDocument/2006/relationships/tags" Target="../tags/tag2441.xml"/><Relationship Id="rId99" Type="http://schemas.openxmlformats.org/officeDocument/2006/relationships/tags" Target="../tags/tag2446.xml"/><Relationship Id="rId101" Type="http://schemas.openxmlformats.org/officeDocument/2006/relationships/tags" Target="../tags/tag2448.xml"/><Relationship Id="rId4" Type="http://schemas.openxmlformats.org/officeDocument/2006/relationships/tags" Target="../tags/tag2351.xml"/><Relationship Id="rId9" Type="http://schemas.openxmlformats.org/officeDocument/2006/relationships/tags" Target="../tags/tag2356.xml"/><Relationship Id="rId13" Type="http://schemas.openxmlformats.org/officeDocument/2006/relationships/tags" Target="../tags/tag2360.xml"/><Relationship Id="rId18" Type="http://schemas.openxmlformats.org/officeDocument/2006/relationships/tags" Target="../tags/tag2365.xml"/><Relationship Id="rId39" Type="http://schemas.openxmlformats.org/officeDocument/2006/relationships/tags" Target="../tags/tag2386.xml"/><Relationship Id="rId34" Type="http://schemas.openxmlformats.org/officeDocument/2006/relationships/tags" Target="../tags/tag2381.xml"/><Relationship Id="rId50" Type="http://schemas.openxmlformats.org/officeDocument/2006/relationships/tags" Target="../tags/tag2397.xml"/><Relationship Id="rId55" Type="http://schemas.openxmlformats.org/officeDocument/2006/relationships/tags" Target="../tags/tag2402.xml"/><Relationship Id="rId76" Type="http://schemas.openxmlformats.org/officeDocument/2006/relationships/tags" Target="../tags/tag2423.xml"/><Relationship Id="rId97" Type="http://schemas.openxmlformats.org/officeDocument/2006/relationships/tags" Target="../tags/tag2444.xml"/><Relationship Id="rId104" Type="http://schemas.openxmlformats.org/officeDocument/2006/relationships/tags" Target="../tags/tag2451.xml"/><Relationship Id="rId7" Type="http://schemas.openxmlformats.org/officeDocument/2006/relationships/tags" Target="../tags/tag2354.xml"/><Relationship Id="rId71" Type="http://schemas.openxmlformats.org/officeDocument/2006/relationships/tags" Target="../tags/tag2418.xml"/><Relationship Id="rId92" Type="http://schemas.openxmlformats.org/officeDocument/2006/relationships/tags" Target="../tags/tag2439.xml"/><Relationship Id="rId2" Type="http://schemas.openxmlformats.org/officeDocument/2006/relationships/tags" Target="../tags/tag2349.xml"/><Relationship Id="rId29" Type="http://schemas.openxmlformats.org/officeDocument/2006/relationships/tags" Target="../tags/tag2376.xml"/><Relationship Id="rId24" Type="http://schemas.openxmlformats.org/officeDocument/2006/relationships/tags" Target="../tags/tag2371.xml"/><Relationship Id="rId40" Type="http://schemas.openxmlformats.org/officeDocument/2006/relationships/tags" Target="../tags/tag2387.xml"/><Relationship Id="rId45" Type="http://schemas.openxmlformats.org/officeDocument/2006/relationships/tags" Target="../tags/tag2392.xml"/><Relationship Id="rId66" Type="http://schemas.openxmlformats.org/officeDocument/2006/relationships/tags" Target="../tags/tag2413.xml"/><Relationship Id="rId87" Type="http://schemas.openxmlformats.org/officeDocument/2006/relationships/tags" Target="../tags/tag2434.xml"/><Relationship Id="rId61" Type="http://schemas.openxmlformats.org/officeDocument/2006/relationships/tags" Target="../tags/tag2408.xml"/><Relationship Id="rId82" Type="http://schemas.openxmlformats.org/officeDocument/2006/relationships/tags" Target="../tags/tag2429.xml"/><Relationship Id="rId19" Type="http://schemas.openxmlformats.org/officeDocument/2006/relationships/tags" Target="../tags/tag2366.xml"/><Relationship Id="rId14" Type="http://schemas.openxmlformats.org/officeDocument/2006/relationships/tags" Target="../tags/tag2361.xml"/><Relationship Id="rId30" Type="http://schemas.openxmlformats.org/officeDocument/2006/relationships/tags" Target="../tags/tag2377.xml"/><Relationship Id="rId35" Type="http://schemas.openxmlformats.org/officeDocument/2006/relationships/tags" Target="../tags/tag2382.xml"/><Relationship Id="rId56" Type="http://schemas.openxmlformats.org/officeDocument/2006/relationships/tags" Target="../tags/tag2403.xml"/><Relationship Id="rId77" Type="http://schemas.openxmlformats.org/officeDocument/2006/relationships/tags" Target="../tags/tag2424.xml"/><Relationship Id="rId100" Type="http://schemas.openxmlformats.org/officeDocument/2006/relationships/tags" Target="../tags/tag2447.xml"/><Relationship Id="rId105" Type="http://schemas.openxmlformats.org/officeDocument/2006/relationships/slideLayout" Target="../slideLayouts/slideLayout7.xml"/><Relationship Id="rId8" Type="http://schemas.openxmlformats.org/officeDocument/2006/relationships/tags" Target="../tags/tag2355.xml"/><Relationship Id="rId51" Type="http://schemas.openxmlformats.org/officeDocument/2006/relationships/tags" Target="../tags/tag2398.xml"/><Relationship Id="rId72" Type="http://schemas.openxmlformats.org/officeDocument/2006/relationships/tags" Target="../tags/tag2419.xml"/><Relationship Id="rId93" Type="http://schemas.openxmlformats.org/officeDocument/2006/relationships/tags" Target="../tags/tag2440.xml"/><Relationship Id="rId98" Type="http://schemas.openxmlformats.org/officeDocument/2006/relationships/tags" Target="../tags/tag2445.xml"/><Relationship Id="rId3" Type="http://schemas.openxmlformats.org/officeDocument/2006/relationships/tags" Target="../tags/tag2350.xml"/><Relationship Id="rId25" Type="http://schemas.openxmlformats.org/officeDocument/2006/relationships/tags" Target="../tags/tag2372.xml"/><Relationship Id="rId46" Type="http://schemas.openxmlformats.org/officeDocument/2006/relationships/tags" Target="../tags/tag2393.xml"/><Relationship Id="rId67" Type="http://schemas.openxmlformats.org/officeDocument/2006/relationships/tags" Target="../tags/tag2414.xml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tags" Target="../tags/tag2464.xml"/><Relationship Id="rId18" Type="http://schemas.openxmlformats.org/officeDocument/2006/relationships/tags" Target="../tags/tag2469.xml"/><Relationship Id="rId26" Type="http://schemas.openxmlformats.org/officeDocument/2006/relationships/tags" Target="../tags/tag2477.xml"/><Relationship Id="rId39" Type="http://schemas.openxmlformats.org/officeDocument/2006/relationships/tags" Target="../tags/tag2490.xml"/><Relationship Id="rId21" Type="http://schemas.openxmlformats.org/officeDocument/2006/relationships/tags" Target="../tags/tag2472.xml"/><Relationship Id="rId34" Type="http://schemas.openxmlformats.org/officeDocument/2006/relationships/tags" Target="../tags/tag2485.xml"/><Relationship Id="rId42" Type="http://schemas.openxmlformats.org/officeDocument/2006/relationships/tags" Target="../tags/tag2493.xml"/><Relationship Id="rId47" Type="http://schemas.openxmlformats.org/officeDocument/2006/relationships/tags" Target="../tags/tag2498.xml"/><Relationship Id="rId50" Type="http://schemas.openxmlformats.org/officeDocument/2006/relationships/tags" Target="../tags/tag2501.xml"/><Relationship Id="rId55" Type="http://schemas.openxmlformats.org/officeDocument/2006/relationships/tags" Target="../tags/tag2506.xml"/><Relationship Id="rId7" Type="http://schemas.openxmlformats.org/officeDocument/2006/relationships/tags" Target="../tags/tag2458.xml"/><Relationship Id="rId2" Type="http://schemas.openxmlformats.org/officeDocument/2006/relationships/tags" Target="../tags/tag2453.xml"/><Relationship Id="rId16" Type="http://schemas.openxmlformats.org/officeDocument/2006/relationships/tags" Target="../tags/tag2467.xml"/><Relationship Id="rId29" Type="http://schemas.openxmlformats.org/officeDocument/2006/relationships/tags" Target="../tags/tag2480.xml"/><Relationship Id="rId11" Type="http://schemas.openxmlformats.org/officeDocument/2006/relationships/tags" Target="../tags/tag2462.xml"/><Relationship Id="rId24" Type="http://schemas.openxmlformats.org/officeDocument/2006/relationships/tags" Target="../tags/tag2475.xml"/><Relationship Id="rId32" Type="http://schemas.openxmlformats.org/officeDocument/2006/relationships/tags" Target="../tags/tag2483.xml"/><Relationship Id="rId37" Type="http://schemas.openxmlformats.org/officeDocument/2006/relationships/tags" Target="../tags/tag2488.xml"/><Relationship Id="rId40" Type="http://schemas.openxmlformats.org/officeDocument/2006/relationships/tags" Target="../tags/tag2491.xml"/><Relationship Id="rId45" Type="http://schemas.openxmlformats.org/officeDocument/2006/relationships/tags" Target="../tags/tag2496.xml"/><Relationship Id="rId53" Type="http://schemas.openxmlformats.org/officeDocument/2006/relationships/tags" Target="../tags/tag2504.xml"/><Relationship Id="rId58" Type="http://schemas.openxmlformats.org/officeDocument/2006/relationships/slideLayout" Target="../slideLayouts/slideLayout7.xml"/><Relationship Id="rId5" Type="http://schemas.openxmlformats.org/officeDocument/2006/relationships/tags" Target="../tags/tag2456.xml"/><Relationship Id="rId19" Type="http://schemas.openxmlformats.org/officeDocument/2006/relationships/tags" Target="../tags/tag2470.xml"/><Relationship Id="rId4" Type="http://schemas.openxmlformats.org/officeDocument/2006/relationships/tags" Target="../tags/tag2455.xml"/><Relationship Id="rId9" Type="http://schemas.openxmlformats.org/officeDocument/2006/relationships/tags" Target="../tags/tag2460.xml"/><Relationship Id="rId14" Type="http://schemas.openxmlformats.org/officeDocument/2006/relationships/tags" Target="../tags/tag2465.xml"/><Relationship Id="rId22" Type="http://schemas.openxmlformats.org/officeDocument/2006/relationships/tags" Target="../tags/tag2473.xml"/><Relationship Id="rId27" Type="http://schemas.openxmlformats.org/officeDocument/2006/relationships/tags" Target="../tags/tag2478.xml"/><Relationship Id="rId30" Type="http://schemas.openxmlformats.org/officeDocument/2006/relationships/tags" Target="../tags/tag2481.xml"/><Relationship Id="rId35" Type="http://schemas.openxmlformats.org/officeDocument/2006/relationships/tags" Target="../tags/tag2486.xml"/><Relationship Id="rId43" Type="http://schemas.openxmlformats.org/officeDocument/2006/relationships/tags" Target="../tags/tag2494.xml"/><Relationship Id="rId48" Type="http://schemas.openxmlformats.org/officeDocument/2006/relationships/tags" Target="../tags/tag2499.xml"/><Relationship Id="rId56" Type="http://schemas.openxmlformats.org/officeDocument/2006/relationships/tags" Target="../tags/tag2507.xml"/><Relationship Id="rId8" Type="http://schemas.openxmlformats.org/officeDocument/2006/relationships/tags" Target="../tags/tag2459.xml"/><Relationship Id="rId51" Type="http://schemas.openxmlformats.org/officeDocument/2006/relationships/tags" Target="../tags/tag2502.xml"/><Relationship Id="rId3" Type="http://schemas.openxmlformats.org/officeDocument/2006/relationships/tags" Target="../tags/tag2454.xml"/><Relationship Id="rId12" Type="http://schemas.openxmlformats.org/officeDocument/2006/relationships/tags" Target="../tags/tag2463.xml"/><Relationship Id="rId17" Type="http://schemas.openxmlformats.org/officeDocument/2006/relationships/tags" Target="../tags/tag2468.xml"/><Relationship Id="rId25" Type="http://schemas.openxmlformats.org/officeDocument/2006/relationships/tags" Target="../tags/tag2476.xml"/><Relationship Id="rId33" Type="http://schemas.openxmlformats.org/officeDocument/2006/relationships/tags" Target="../tags/tag2484.xml"/><Relationship Id="rId38" Type="http://schemas.openxmlformats.org/officeDocument/2006/relationships/tags" Target="../tags/tag2489.xml"/><Relationship Id="rId46" Type="http://schemas.openxmlformats.org/officeDocument/2006/relationships/tags" Target="../tags/tag2497.xml"/><Relationship Id="rId20" Type="http://schemas.openxmlformats.org/officeDocument/2006/relationships/tags" Target="../tags/tag2471.xml"/><Relationship Id="rId41" Type="http://schemas.openxmlformats.org/officeDocument/2006/relationships/tags" Target="../tags/tag2492.xml"/><Relationship Id="rId54" Type="http://schemas.openxmlformats.org/officeDocument/2006/relationships/tags" Target="../tags/tag2505.xml"/><Relationship Id="rId1" Type="http://schemas.openxmlformats.org/officeDocument/2006/relationships/tags" Target="../tags/tag2452.xml"/><Relationship Id="rId6" Type="http://schemas.openxmlformats.org/officeDocument/2006/relationships/tags" Target="../tags/tag2457.xml"/><Relationship Id="rId15" Type="http://schemas.openxmlformats.org/officeDocument/2006/relationships/tags" Target="../tags/tag2466.xml"/><Relationship Id="rId23" Type="http://schemas.openxmlformats.org/officeDocument/2006/relationships/tags" Target="../tags/tag2474.xml"/><Relationship Id="rId28" Type="http://schemas.openxmlformats.org/officeDocument/2006/relationships/tags" Target="../tags/tag2479.xml"/><Relationship Id="rId36" Type="http://schemas.openxmlformats.org/officeDocument/2006/relationships/tags" Target="../tags/tag2487.xml"/><Relationship Id="rId49" Type="http://schemas.openxmlformats.org/officeDocument/2006/relationships/tags" Target="../tags/tag2500.xml"/><Relationship Id="rId57" Type="http://schemas.openxmlformats.org/officeDocument/2006/relationships/tags" Target="../tags/tag2508.xml"/><Relationship Id="rId10" Type="http://schemas.openxmlformats.org/officeDocument/2006/relationships/tags" Target="../tags/tag2461.xml"/><Relationship Id="rId31" Type="http://schemas.openxmlformats.org/officeDocument/2006/relationships/tags" Target="../tags/tag2482.xml"/><Relationship Id="rId44" Type="http://schemas.openxmlformats.org/officeDocument/2006/relationships/tags" Target="../tags/tag2495.xml"/><Relationship Id="rId52" Type="http://schemas.openxmlformats.org/officeDocument/2006/relationships/tags" Target="../tags/tag2503.xml"/></Relationships>
</file>

<file path=ppt/slides/_rels/slide55.xml.rels><?xml version="1.0" encoding="UTF-8" standalone="yes"?>
<Relationships xmlns="http://schemas.openxmlformats.org/package/2006/relationships"><Relationship Id="rId26" Type="http://schemas.openxmlformats.org/officeDocument/2006/relationships/tags" Target="../tags/tag2534.xml"/><Relationship Id="rId21" Type="http://schemas.openxmlformats.org/officeDocument/2006/relationships/tags" Target="../tags/tag2529.xml"/><Relationship Id="rId42" Type="http://schemas.openxmlformats.org/officeDocument/2006/relationships/tags" Target="../tags/tag2550.xml"/><Relationship Id="rId47" Type="http://schemas.openxmlformats.org/officeDocument/2006/relationships/tags" Target="../tags/tag2555.xml"/><Relationship Id="rId63" Type="http://schemas.openxmlformats.org/officeDocument/2006/relationships/tags" Target="../tags/tag2571.xml"/><Relationship Id="rId68" Type="http://schemas.openxmlformats.org/officeDocument/2006/relationships/tags" Target="../tags/tag2576.xml"/><Relationship Id="rId84" Type="http://schemas.openxmlformats.org/officeDocument/2006/relationships/tags" Target="../tags/tag2592.xml"/><Relationship Id="rId16" Type="http://schemas.openxmlformats.org/officeDocument/2006/relationships/tags" Target="../tags/tag2524.xml"/><Relationship Id="rId11" Type="http://schemas.openxmlformats.org/officeDocument/2006/relationships/tags" Target="../tags/tag2519.xml"/><Relationship Id="rId32" Type="http://schemas.openxmlformats.org/officeDocument/2006/relationships/tags" Target="../tags/tag2540.xml"/><Relationship Id="rId37" Type="http://schemas.openxmlformats.org/officeDocument/2006/relationships/tags" Target="../tags/tag2545.xml"/><Relationship Id="rId53" Type="http://schemas.openxmlformats.org/officeDocument/2006/relationships/tags" Target="../tags/tag2561.xml"/><Relationship Id="rId58" Type="http://schemas.openxmlformats.org/officeDocument/2006/relationships/tags" Target="../tags/tag2566.xml"/><Relationship Id="rId74" Type="http://schemas.openxmlformats.org/officeDocument/2006/relationships/tags" Target="../tags/tag2582.xml"/><Relationship Id="rId79" Type="http://schemas.openxmlformats.org/officeDocument/2006/relationships/tags" Target="../tags/tag2587.xml"/><Relationship Id="rId5" Type="http://schemas.openxmlformats.org/officeDocument/2006/relationships/tags" Target="../tags/tag2513.xml"/><Relationship Id="rId19" Type="http://schemas.openxmlformats.org/officeDocument/2006/relationships/tags" Target="../tags/tag2527.xml"/><Relationship Id="rId14" Type="http://schemas.openxmlformats.org/officeDocument/2006/relationships/tags" Target="../tags/tag2522.xml"/><Relationship Id="rId22" Type="http://schemas.openxmlformats.org/officeDocument/2006/relationships/tags" Target="../tags/tag2530.xml"/><Relationship Id="rId27" Type="http://schemas.openxmlformats.org/officeDocument/2006/relationships/tags" Target="../tags/tag2535.xml"/><Relationship Id="rId30" Type="http://schemas.openxmlformats.org/officeDocument/2006/relationships/tags" Target="../tags/tag2538.xml"/><Relationship Id="rId35" Type="http://schemas.openxmlformats.org/officeDocument/2006/relationships/tags" Target="../tags/tag2543.xml"/><Relationship Id="rId43" Type="http://schemas.openxmlformats.org/officeDocument/2006/relationships/tags" Target="../tags/tag2551.xml"/><Relationship Id="rId48" Type="http://schemas.openxmlformats.org/officeDocument/2006/relationships/tags" Target="../tags/tag2556.xml"/><Relationship Id="rId56" Type="http://schemas.openxmlformats.org/officeDocument/2006/relationships/tags" Target="../tags/tag2564.xml"/><Relationship Id="rId64" Type="http://schemas.openxmlformats.org/officeDocument/2006/relationships/tags" Target="../tags/tag2572.xml"/><Relationship Id="rId69" Type="http://schemas.openxmlformats.org/officeDocument/2006/relationships/tags" Target="../tags/tag2577.xml"/><Relationship Id="rId77" Type="http://schemas.openxmlformats.org/officeDocument/2006/relationships/tags" Target="../tags/tag2585.xml"/><Relationship Id="rId8" Type="http://schemas.openxmlformats.org/officeDocument/2006/relationships/tags" Target="../tags/tag2516.xml"/><Relationship Id="rId51" Type="http://schemas.openxmlformats.org/officeDocument/2006/relationships/tags" Target="../tags/tag2559.xml"/><Relationship Id="rId72" Type="http://schemas.openxmlformats.org/officeDocument/2006/relationships/tags" Target="../tags/tag2580.xml"/><Relationship Id="rId80" Type="http://schemas.openxmlformats.org/officeDocument/2006/relationships/tags" Target="../tags/tag2588.xml"/><Relationship Id="rId85" Type="http://schemas.openxmlformats.org/officeDocument/2006/relationships/slideLayout" Target="../slideLayouts/slideLayout7.xml"/><Relationship Id="rId3" Type="http://schemas.openxmlformats.org/officeDocument/2006/relationships/tags" Target="../tags/tag2511.xml"/><Relationship Id="rId12" Type="http://schemas.openxmlformats.org/officeDocument/2006/relationships/tags" Target="../tags/tag2520.xml"/><Relationship Id="rId17" Type="http://schemas.openxmlformats.org/officeDocument/2006/relationships/tags" Target="../tags/tag2525.xml"/><Relationship Id="rId25" Type="http://schemas.openxmlformats.org/officeDocument/2006/relationships/tags" Target="../tags/tag2533.xml"/><Relationship Id="rId33" Type="http://schemas.openxmlformats.org/officeDocument/2006/relationships/tags" Target="../tags/tag2541.xml"/><Relationship Id="rId38" Type="http://schemas.openxmlformats.org/officeDocument/2006/relationships/tags" Target="../tags/tag2546.xml"/><Relationship Id="rId46" Type="http://schemas.openxmlformats.org/officeDocument/2006/relationships/tags" Target="../tags/tag2554.xml"/><Relationship Id="rId59" Type="http://schemas.openxmlformats.org/officeDocument/2006/relationships/tags" Target="../tags/tag2567.xml"/><Relationship Id="rId67" Type="http://schemas.openxmlformats.org/officeDocument/2006/relationships/tags" Target="../tags/tag2575.xml"/><Relationship Id="rId20" Type="http://schemas.openxmlformats.org/officeDocument/2006/relationships/tags" Target="../tags/tag2528.xml"/><Relationship Id="rId41" Type="http://schemas.openxmlformats.org/officeDocument/2006/relationships/tags" Target="../tags/tag2549.xml"/><Relationship Id="rId54" Type="http://schemas.openxmlformats.org/officeDocument/2006/relationships/tags" Target="../tags/tag2562.xml"/><Relationship Id="rId62" Type="http://schemas.openxmlformats.org/officeDocument/2006/relationships/tags" Target="../tags/tag2570.xml"/><Relationship Id="rId70" Type="http://schemas.openxmlformats.org/officeDocument/2006/relationships/tags" Target="../tags/tag2578.xml"/><Relationship Id="rId75" Type="http://schemas.openxmlformats.org/officeDocument/2006/relationships/tags" Target="../tags/tag2583.xml"/><Relationship Id="rId83" Type="http://schemas.openxmlformats.org/officeDocument/2006/relationships/tags" Target="../tags/tag2591.xml"/><Relationship Id="rId1" Type="http://schemas.openxmlformats.org/officeDocument/2006/relationships/tags" Target="../tags/tag2509.xml"/><Relationship Id="rId6" Type="http://schemas.openxmlformats.org/officeDocument/2006/relationships/tags" Target="../tags/tag2514.xml"/><Relationship Id="rId15" Type="http://schemas.openxmlformats.org/officeDocument/2006/relationships/tags" Target="../tags/tag2523.xml"/><Relationship Id="rId23" Type="http://schemas.openxmlformats.org/officeDocument/2006/relationships/tags" Target="../tags/tag2531.xml"/><Relationship Id="rId28" Type="http://schemas.openxmlformats.org/officeDocument/2006/relationships/tags" Target="../tags/tag2536.xml"/><Relationship Id="rId36" Type="http://schemas.openxmlformats.org/officeDocument/2006/relationships/tags" Target="../tags/tag2544.xml"/><Relationship Id="rId49" Type="http://schemas.openxmlformats.org/officeDocument/2006/relationships/tags" Target="../tags/tag2557.xml"/><Relationship Id="rId57" Type="http://schemas.openxmlformats.org/officeDocument/2006/relationships/tags" Target="../tags/tag2565.xml"/><Relationship Id="rId10" Type="http://schemas.openxmlformats.org/officeDocument/2006/relationships/tags" Target="../tags/tag2518.xml"/><Relationship Id="rId31" Type="http://schemas.openxmlformats.org/officeDocument/2006/relationships/tags" Target="../tags/tag2539.xml"/><Relationship Id="rId44" Type="http://schemas.openxmlformats.org/officeDocument/2006/relationships/tags" Target="../tags/tag2552.xml"/><Relationship Id="rId52" Type="http://schemas.openxmlformats.org/officeDocument/2006/relationships/tags" Target="../tags/tag2560.xml"/><Relationship Id="rId60" Type="http://schemas.openxmlformats.org/officeDocument/2006/relationships/tags" Target="../tags/tag2568.xml"/><Relationship Id="rId65" Type="http://schemas.openxmlformats.org/officeDocument/2006/relationships/tags" Target="../tags/tag2573.xml"/><Relationship Id="rId73" Type="http://schemas.openxmlformats.org/officeDocument/2006/relationships/tags" Target="../tags/tag2581.xml"/><Relationship Id="rId78" Type="http://schemas.openxmlformats.org/officeDocument/2006/relationships/tags" Target="../tags/tag2586.xml"/><Relationship Id="rId81" Type="http://schemas.openxmlformats.org/officeDocument/2006/relationships/tags" Target="../tags/tag2589.xml"/><Relationship Id="rId4" Type="http://schemas.openxmlformats.org/officeDocument/2006/relationships/tags" Target="../tags/tag2512.xml"/><Relationship Id="rId9" Type="http://schemas.openxmlformats.org/officeDocument/2006/relationships/tags" Target="../tags/tag2517.xml"/><Relationship Id="rId13" Type="http://schemas.openxmlformats.org/officeDocument/2006/relationships/tags" Target="../tags/tag2521.xml"/><Relationship Id="rId18" Type="http://schemas.openxmlformats.org/officeDocument/2006/relationships/tags" Target="../tags/tag2526.xml"/><Relationship Id="rId39" Type="http://schemas.openxmlformats.org/officeDocument/2006/relationships/tags" Target="../tags/tag2547.xml"/><Relationship Id="rId34" Type="http://schemas.openxmlformats.org/officeDocument/2006/relationships/tags" Target="../tags/tag2542.xml"/><Relationship Id="rId50" Type="http://schemas.openxmlformats.org/officeDocument/2006/relationships/tags" Target="../tags/tag2558.xml"/><Relationship Id="rId55" Type="http://schemas.openxmlformats.org/officeDocument/2006/relationships/tags" Target="../tags/tag2563.xml"/><Relationship Id="rId76" Type="http://schemas.openxmlformats.org/officeDocument/2006/relationships/tags" Target="../tags/tag2584.xml"/><Relationship Id="rId7" Type="http://schemas.openxmlformats.org/officeDocument/2006/relationships/tags" Target="../tags/tag2515.xml"/><Relationship Id="rId71" Type="http://schemas.openxmlformats.org/officeDocument/2006/relationships/tags" Target="../tags/tag2579.xml"/><Relationship Id="rId2" Type="http://schemas.openxmlformats.org/officeDocument/2006/relationships/tags" Target="../tags/tag2510.xml"/><Relationship Id="rId29" Type="http://schemas.openxmlformats.org/officeDocument/2006/relationships/tags" Target="../tags/tag2537.xml"/><Relationship Id="rId24" Type="http://schemas.openxmlformats.org/officeDocument/2006/relationships/tags" Target="../tags/tag2532.xml"/><Relationship Id="rId40" Type="http://schemas.openxmlformats.org/officeDocument/2006/relationships/tags" Target="../tags/tag2548.xml"/><Relationship Id="rId45" Type="http://schemas.openxmlformats.org/officeDocument/2006/relationships/tags" Target="../tags/tag2553.xml"/><Relationship Id="rId66" Type="http://schemas.openxmlformats.org/officeDocument/2006/relationships/tags" Target="../tags/tag2574.xml"/><Relationship Id="rId61" Type="http://schemas.openxmlformats.org/officeDocument/2006/relationships/tags" Target="../tags/tag2569.xml"/><Relationship Id="rId82" Type="http://schemas.openxmlformats.org/officeDocument/2006/relationships/tags" Target="../tags/tag259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slide" Target="slide5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594.xml"/><Relationship Id="rId1" Type="http://schemas.openxmlformats.org/officeDocument/2006/relationships/tags" Target="../tags/tag2593.xml"/><Relationship Id="rId5" Type="http://schemas.openxmlformats.org/officeDocument/2006/relationships/slide" Target="slide50.xml"/><Relationship Id="rId4" Type="http://schemas.openxmlformats.org/officeDocument/2006/relationships/notesSlide" Target="../notesSlides/notesSlide4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tags" Target="../tags/tag2607.xml"/><Relationship Id="rId18" Type="http://schemas.openxmlformats.org/officeDocument/2006/relationships/tags" Target="../tags/tag2612.xml"/><Relationship Id="rId26" Type="http://schemas.openxmlformats.org/officeDocument/2006/relationships/tags" Target="../tags/tag2620.xml"/><Relationship Id="rId39" Type="http://schemas.openxmlformats.org/officeDocument/2006/relationships/tags" Target="../tags/tag2633.xml"/><Relationship Id="rId21" Type="http://schemas.openxmlformats.org/officeDocument/2006/relationships/tags" Target="../tags/tag2615.xml"/><Relationship Id="rId34" Type="http://schemas.openxmlformats.org/officeDocument/2006/relationships/tags" Target="../tags/tag2628.xml"/><Relationship Id="rId42" Type="http://schemas.openxmlformats.org/officeDocument/2006/relationships/tags" Target="../tags/tag2636.xml"/><Relationship Id="rId47" Type="http://schemas.openxmlformats.org/officeDocument/2006/relationships/tags" Target="../tags/tag2641.xml"/><Relationship Id="rId50" Type="http://schemas.openxmlformats.org/officeDocument/2006/relationships/tags" Target="../tags/tag2644.xml"/><Relationship Id="rId55" Type="http://schemas.openxmlformats.org/officeDocument/2006/relationships/slide" Target="slide47.xml"/><Relationship Id="rId7" Type="http://schemas.openxmlformats.org/officeDocument/2006/relationships/tags" Target="../tags/tag2601.xml"/><Relationship Id="rId2" Type="http://schemas.openxmlformats.org/officeDocument/2006/relationships/tags" Target="../tags/tag2596.xml"/><Relationship Id="rId16" Type="http://schemas.openxmlformats.org/officeDocument/2006/relationships/tags" Target="../tags/tag2610.xml"/><Relationship Id="rId29" Type="http://schemas.openxmlformats.org/officeDocument/2006/relationships/tags" Target="../tags/tag2623.xml"/><Relationship Id="rId11" Type="http://schemas.openxmlformats.org/officeDocument/2006/relationships/tags" Target="../tags/tag2605.xml"/><Relationship Id="rId24" Type="http://schemas.openxmlformats.org/officeDocument/2006/relationships/tags" Target="../tags/tag2618.xml"/><Relationship Id="rId32" Type="http://schemas.openxmlformats.org/officeDocument/2006/relationships/tags" Target="../tags/tag2626.xml"/><Relationship Id="rId37" Type="http://schemas.openxmlformats.org/officeDocument/2006/relationships/tags" Target="../tags/tag2631.xml"/><Relationship Id="rId40" Type="http://schemas.openxmlformats.org/officeDocument/2006/relationships/tags" Target="../tags/tag2634.xml"/><Relationship Id="rId45" Type="http://schemas.openxmlformats.org/officeDocument/2006/relationships/tags" Target="../tags/tag2639.xml"/><Relationship Id="rId53" Type="http://schemas.openxmlformats.org/officeDocument/2006/relationships/slideLayout" Target="../slideLayouts/slideLayout7.xml"/><Relationship Id="rId5" Type="http://schemas.openxmlformats.org/officeDocument/2006/relationships/tags" Target="../tags/tag2599.xml"/><Relationship Id="rId10" Type="http://schemas.openxmlformats.org/officeDocument/2006/relationships/tags" Target="../tags/tag2604.xml"/><Relationship Id="rId19" Type="http://schemas.openxmlformats.org/officeDocument/2006/relationships/tags" Target="../tags/tag2613.xml"/><Relationship Id="rId31" Type="http://schemas.openxmlformats.org/officeDocument/2006/relationships/tags" Target="../tags/tag2625.xml"/><Relationship Id="rId44" Type="http://schemas.openxmlformats.org/officeDocument/2006/relationships/tags" Target="../tags/tag2638.xml"/><Relationship Id="rId52" Type="http://schemas.openxmlformats.org/officeDocument/2006/relationships/tags" Target="../tags/tag2646.xml"/><Relationship Id="rId4" Type="http://schemas.openxmlformats.org/officeDocument/2006/relationships/tags" Target="../tags/tag2598.xml"/><Relationship Id="rId9" Type="http://schemas.openxmlformats.org/officeDocument/2006/relationships/tags" Target="../tags/tag2603.xml"/><Relationship Id="rId14" Type="http://schemas.openxmlformats.org/officeDocument/2006/relationships/tags" Target="../tags/tag2608.xml"/><Relationship Id="rId22" Type="http://schemas.openxmlformats.org/officeDocument/2006/relationships/tags" Target="../tags/tag2616.xml"/><Relationship Id="rId27" Type="http://schemas.openxmlformats.org/officeDocument/2006/relationships/tags" Target="../tags/tag2621.xml"/><Relationship Id="rId30" Type="http://schemas.openxmlformats.org/officeDocument/2006/relationships/tags" Target="../tags/tag2624.xml"/><Relationship Id="rId35" Type="http://schemas.openxmlformats.org/officeDocument/2006/relationships/tags" Target="../tags/tag2629.xml"/><Relationship Id="rId43" Type="http://schemas.openxmlformats.org/officeDocument/2006/relationships/tags" Target="../tags/tag2637.xml"/><Relationship Id="rId48" Type="http://schemas.openxmlformats.org/officeDocument/2006/relationships/tags" Target="../tags/tag2642.xml"/><Relationship Id="rId56" Type="http://schemas.openxmlformats.org/officeDocument/2006/relationships/slide" Target="slide62.xml"/><Relationship Id="rId8" Type="http://schemas.openxmlformats.org/officeDocument/2006/relationships/tags" Target="../tags/tag2602.xml"/><Relationship Id="rId51" Type="http://schemas.openxmlformats.org/officeDocument/2006/relationships/tags" Target="../tags/tag2645.xml"/><Relationship Id="rId3" Type="http://schemas.openxmlformats.org/officeDocument/2006/relationships/tags" Target="../tags/tag2597.xml"/><Relationship Id="rId12" Type="http://schemas.openxmlformats.org/officeDocument/2006/relationships/tags" Target="../tags/tag2606.xml"/><Relationship Id="rId17" Type="http://schemas.openxmlformats.org/officeDocument/2006/relationships/tags" Target="../tags/tag2611.xml"/><Relationship Id="rId25" Type="http://schemas.openxmlformats.org/officeDocument/2006/relationships/tags" Target="../tags/tag2619.xml"/><Relationship Id="rId33" Type="http://schemas.openxmlformats.org/officeDocument/2006/relationships/tags" Target="../tags/tag2627.xml"/><Relationship Id="rId38" Type="http://schemas.openxmlformats.org/officeDocument/2006/relationships/tags" Target="../tags/tag2632.xml"/><Relationship Id="rId46" Type="http://schemas.openxmlformats.org/officeDocument/2006/relationships/tags" Target="../tags/tag2640.xml"/><Relationship Id="rId20" Type="http://schemas.openxmlformats.org/officeDocument/2006/relationships/tags" Target="../tags/tag2614.xml"/><Relationship Id="rId41" Type="http://schemas.openxmlformats.org/officeDocument/2006/relationships/tags" Target="../tags/tag2635.xml"/><Relationship Id="rId54" Type="http://schemas.openxmlformats.org/officeDocument/2006/relationships/notesSlide" Target="../notesSlides/notesSlide45.xml"/><Relationship Id="rId1" Type="http://schemas.openxmlformats.org/officeDocument/2006/relationships/tags" Target="../tags/tag2595.xml"/><Relationship Id="rId6" Type="http://schemas.openxmlformats.org/officeDocument/2006/relationships/tags" Target="../tags/tag2600.xml"/><Relationship Id="rId15" Type="http://schemas.openxmlformats.org/officeDocument/2006/relationships/tags" Target="../tags/tag2609.xml"/><Relationship Id="rId23" Type="http://schemas.openxmlformats.org/officeDocument/2006/relationships/tags" Target="../tags/tag2617.xml"/><Relationship Id="rId28" Type="http://schemas.openxmlformats.org/officeDocument/2006/relationships/tags" Target="../tags/tag2622.xml"/><Relationship Id="rId36" Type="http://schemas.openxmlformats.org/officeDocument/2006/relationships/tags" Target="../tags/tag2630.xml"/><Relationship Id="rId49" Type="http://schemas.openxmlformats.org/officeDocument/2006/relationships/tags" Target="../tags/tag264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65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66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648.xml"/><Relationship Id="rId1" Type="http://schemas.openxmlformats.org/officeDocument/2006/relationships/tags" Target="../tags/tag2647.xml"/><Relationship Id="rId5" Type="http://schemas.openxmlformats.org/officeDocument/2006/relationships/slide" Target="slide62.xml"/><Relationship Id="rId4" Type="http://schemas.openxmlformats.org/officeDocument/2006/relationships/notesSlide" Target="../notesSlides/notesSlide5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64.xml"/></Relationships>
</file>

<file path=ppt/slides/_rels/slide67.xml.rels><?xml version="1.0" encoding="UTF-8" standalone="yes"?>
<Relationships xmlns="http://schemas.openxmlformats.org/package/2006/relationships"><Relationship Id="rId13" Type="http://schemas.openxmlformats.org/officeDocument/2006/relationships/tags" Target="../tags/tag2661.xml"/><Relationship Id="rId18" Type="http://schemas.openxmlformats.org/officeDocument/2006/relationships/tags" Target="../tags/tag2666.xml"/><Relationship Id="rId26" Type="http://schemas.openxmlformats.org/officeDocument/2006/relationships/tags" Target="../tags/tag2674.xml"/><Relationship Id="rId39" Type="http://schemas.openxmlformats.org/officeDocument/2006/relationships/tags" Target="../tags/tag2687.xml"/><Relationship Id="rId21" Type="http://schemas.openxmlformats.org/officeDocument/2006/relationships/tags" Target="../tags/tag2669.xml"/><Relationship Id="rId34" Type="http://schemas.openxmlformats.org/officeDocument/2006/relationships/tags" Target="../tags/tag2682.xml"/><Relationship Id="rId42" Type="http://schemas.openxmlformats.org/officeDocument/2006/relationships/tags" Target="../tags/tag2690.xml"/><Relationship Id="rId47" Type="http://schemas.openxmlformats.org/officeDocument/2006/relationships/tags" Target="../tags/tag2695.xml"/><Relationship Id="rId50" Type="http://schemas.openxmlformats.org/officeDocument/2006/relationships/notesSlide" Target="../notesSlides/notesSlide53.xml"/><Relationship Id="rId7" Type="http://schemas.openxmlformats.org/officeDocument/2006/relationships/tags" Target="../tags/tag2655.xml"/><Relationship Id="rId2" Type="http://schemas.openxmlformats.org/officeDocument/2006/relationships/tags" Target="../tags/tag2650.xml"/><Relationship Id="rId16" Type="http://schemas.openxmlformats.org/officeDocument/2006/relationships/tags" Target="../tags/tag2664.xml"/><Relationship Id="rId29" Type="http://schemas.openxmlformats.org/officeDocument/2006/relationships/tags" Target="../tags/tag2677.xml"/><Relationship Id="rId11" Type="http://schemas.openxmlformats.org/officeDocument/2006/relationships/tags" Target="../tags/tag2659.xml"/><Relationship Id="rId24" Type="http://schemas.openxmlformats.org/officeDocument/2006/relationships/tags" Target="../tags/tag2672.xml"/><Relationship Id="rId32" Type="http://schemas.openxmlformats.org/officeDocument/2006/relationships/tags" Target="../tags/tag2680.xml"/><Relationship Id="rId37" Type="http://schemas.openxmlformats.org/officeDocument/2006/relationships/tags" Target="../tags/tag2685.xml"/><Relationship Id="rId40" Type="http://schemas.openxmlformats.org/officeDocument/2006/relationships/tags" Target="../tags/tag2688.xml"/><Relationship Id="rId45" Type="http://schemas.openxmlformats.org/officeDocument/2006/relationships/tags" Target="../tags/tag2693.xml"/><Relationship Id="rId5" Type="http://schemas.openxmlformats.org/officeDocument/2006/relationships/tags" Target="../tags/tag2653.xml"/><Relationship Id="rId15" Type="http://schemas.openxmlformats.org/officeDocument/2006/relationships/tags" Target="../tags/tag2663.xml"/><Relationship Id="rId23" Type="http://schemas.openxmlformats.org/officeDocument/2006/relationships/tags" Target="../tags/tag2671.xml"/><Relationship Id="rId28" Type="http://schemas.openxmlformats.org/officeDocument/2006/relationships/tags" Target="../tags/tag2676.xml"/><Relationship Id="rId36" Type="http://schemas.openxmlformats.org/officeDocument/2006/relationships/tags" Target="../tags/tag2684.xml"/><Relationship Id="rId49" Type="http://schemas.openxmlformats.org/officeDocument/2006/relationships/slideLayout" Target="../slideLayouts/slideLayout7.xml"/><Relationship Id="rId10" Type="http://schemas.openxmlformats.org/officeDocument/2006/relationships/tags" Target="../tags/tag2658.xml"/><Relationship Id="rId19" Type="http://schemas.openxmlformats.org/officeDocument/2006/relationships/tags" Target="../tags/tag2667.xml"/><Relationship Id="rId31" Type="http://schemas.openxmlformats.org/officeDocument/2006/relationships/tags" Target="../tags/tag2679.xml"/><Relationship Id="rId44" Type="http://schemas.openxmlformats.org/officeDocument/2006/relationships/tags" Target="../tags/tag2692.xml"/><Relationship Id="rId4" Type="http://schemas.openxmlformats.org/officeDocument/2006/relationships/tags" Target="../tags/tag2652.xml"/><Relationship Id="rId9" Type="http://schemas.openxmlformats.org/officeDocument/2006/relationships/tags" Target="../tags/tag2657.xml"/><Relationship Id="rId14" Type="http://schemas.openxmlformats.org/officeDocument/2006/relationships/tags" Target="../tags/tag2662.xml"/><Relationship Id="rId22" Type="http://schemas.openxmlformats.org/officeDocument/2006/relationships/tags" Target="../tags/tag2670.xml"/><Relationship Id="rId27" Type="http://schemas.openxmlformats.org/officeDocument/2006/relationships/tags" Target="../tags/tag2675.xml"/><Relationship Id="rId30" Type="http://schemas.openxmlformats.org/officeDocument/2006/relationships/tags" Target="../tags/tag2678.xml"/><Relationship Id="rId35" Type="http://schemas.openxmlformats.org/officeDocument/2006/relationships/tags" Target="../tags/tag2683.xml"/><Relationship Id="rId43" Type="http://schemas.openxmlformats.org/officeDocument/2006/relationships/tags" Target="../tags/tag2691.xml"/><Relationship Id="rId48" Type="http://schemas.openxmlformats.org/officeDocument/2006/relationships/tags" Target="../tags/tag2696.xml"/><Relationship Id="rId8" Type="http://schemas.openxmlformats.org/officeDocument/2006/relationships/tags" Target="../tags/tag2656.xml"/><Relationship Id="rId51" Type="http://schemas.openxmlformats.org/officeDocument/2006/relationships/slide" Target="slide50.xml"/><Relationship Id="rId3" Type="http://schemas.openxmlformats.org/officeDocument/2006/relationships/tags" Target="../tags/tag2651.xml"/><Relationship Id="rId12" Type="http://schemas.openxmlformats.org/officeDocument/2006/relationships/tags" Target="../tags/tag2660.xml"/><Relationship Id="rId17" Type="http://schemas.openxmlformats.org/officeDocument/2006/relationships/tags" Target="../tags/tag2665.xml"/><Relationship Id="rId25" Type="http://schemas.openxmlformats.org/officeDocument/2006/relationships/tags" Target="../tags/tag2673.xml"/><Relationship Id="rId33" Type="http://schemas.openxmlformats.org/officeDocument/2006/relationships/tags" Target="../tags/tag2681.xml"/><Relationship Id="rId38" Type="http://schemas.openxmlformats.org/officeDocument/2006/relationships/tags" Target="../tags/tag2686.xml"/><Relationship Id="rId46" Type="http://schemas.openxmlformats.org/officeDocument/2006/relationships/tags" Target="../tags/tag2694.xml"/><Relationship Id="rId20" Type="http://schemas.openxmlformats.org/officeDocument/2006/relationships/tags" Target="../tags/tag2668.xml"/><Relationship Id="rId41" Type="http://schemas.openxmlformats.org/officeDocument/2006/relationships/tags" Target="../tags/tag2689.xml"/><Relationship Id="rId1" Type="http://schemas.openxmlformats.org/officeDocument/2006/relationships/tags" Target="../tags/tag2649.xml"/><Relationship Id="rId6" Type="http://schemas.openxmlformats.org/officeDocument/2006/relationships/tags" Target="../tags/tag2654.xml"/></Relationships>
</file>

<file path=ppt/slides/_rels/slide68.xml.rels><?xml version="1.0" encoding="UTF-8" standalone="yes"?>
<Relationships xmlns="http://schemas.openxmlformats.org/package/2006/relationships"><Relationship Id="rId26" Type="http://schemas.openxmlformats.org/officeDocument/2006/relationships/tags" Target="../tags/tag2722.xml"/><Relationship Id="rId21" Type="http://schemas.openxmlformats.org/officeDocument/2006/relationships/tags" Target="../tags/tag2717.xml"/><Relationship Id="rId42" Type="http://schemas.openxmlformats.org/officeDocument/2006/relationships/tags" Target="../tags/tag2738.xml"/><Relationship Id="rId47" Type="http://schemas.openxmlformats.org/officeDocument/2006/relationships/tags" Target="../tags/tag2743.xml"/><Relationship Id="rId63" Type="http://schemas.openxmlformats.org/officeDocument/2006/relationships/tags" Target="../tags/tag2759.xml"/><Relationship Id="rId68" Type="http://schemas.openxmlformats.org/officeDocument/2006/relationships/tags" Target="../tags/tag2764.xml"/><Relationship Id="rId84" Type="http://schemas.openxmlformats.org/officeDocument/2006/relationships/tags" Target="../tags/tag2780.xml"/><Relationship Id="rId89" Type="http://schemas.openxmlformats.org/officeDocument/2006/relationships/tags" Target="../tags/tag2785.xml"/><Relationship Id="rId16" Type="http://schemas.openxmlformats.org/officeDocument/2006/relationships/tags" Target="../tags/tag2712.xml"/><Relationship Id="rId11" Type="http://schemas.openxmlformats.org/officeDocument/2006/relationships/tags" Target="../tags/tag2707.xml"/><Relationship Id="rId32" Type="http://schemas.openxmlformats.org/officeDocument/2006/relationships/tags" Target="../tags/tag2728.xml"/><Relationship Id="rId37" Type="http://schemas.openxmlformats.org/officeDocument/2006/relationships/tags" Target="../tags/tag2733.xml"/><Relationship Id="rId53" Type="http://schemas.openxmlformats.org/officeDocument/2006/relationships/tags" Target="../tags/tag2749.xml"/><Relationship Id="rId58" Type="http://schemas.openxmlformats.org/officeDocument/2006/relationships/tags" Target="../tags/tag2754.xml"/><Relationship Id="rId74" Type="http://schemas.openxmlformats.org/officeDocument/2006/relationships/tags" Target="../tags/tag2770.xml"/><Relationship Id="rId79" Type="http://schemas.openxmlformats.org/officeDocument/2006/relationships/tags" Target="../tags/tag2775.xml"/><Relationship Id="rId5" Type="http://schemas.openxmlformats.org/officeDocument/2006/relationships/tags" Target="../tags/tag2701.xml"/><Relationship Id="rId90" Type="http://schemas.openxmlformats.org/officeDocument/2006/relationships/tags" Target="../tags/tag2786.xml"/><Relationship Id="rId95" Type="http://schemas.openxmlformats.org/officeDocument/2006/relationships/tags" Target="../tags/tag2791.xml"/><Relationship Id="rId22" Type="http://schemas.openxmlformats.org/officeDocument/2006/relationships/tags" Target="../tags/tag2718.xml"/><Relationship Id="rId27" Type="http://schemas.openxmlformats.org/officeDocument/2006/relationships/tags" Target="../tags/tag2723.xml"/><Relationship Id="rId43" Type="http://schemas.openxmlformats.org/officeDocument/2006/relationships/tags" Target="../tags/tag2739.xml"/><Relationship Id="rId48" Type="http://schemas.openxmlformats.org/officeDocument/2006/relationships/tags" Target="../tags/tag2744.xml"/><Relationship Id="rId64" Type="http://schemas.openxmlformats.org/officeDocument/2006/relationships/tags" Target="../tags/tag2760.xml"/><Relationship Id="rId69" Type="http://schemas.openxmlformats.org/officeDocument/2006/relationships/tags" Target="../tags/tag2765.xml"/><Relationship Id="rId80" Type="http://schemas.openxmlformats.org/officeDocument/2006/relationships/tags" Target="../tags/tag2776.xml"/><Relationship Id="rId85" Type="http://schemas.openxmlformats.org/officeDocument/2006/relationships/tags" Target="../tags/tag2781.xml"/><Relationship Id="rId3" Type="http://schemas.openxmlformats.org/officeDocument/2006/relationships/tags" Target="../tags/tag2699.xml"/><Relationship Id="rId12" Type="http://schemas.openxmlformats.org/officeDocument/2006/relationships/tags" Target="../tags/tag2708.xml"/><Relationship Id="rId17" Type="http://schemas.openxmlformats.org/officeDocument/2006/relationships/tags" Target="../tags/tag2713.xml"/><Relationship Id="rId25" Type="http://schemas.openxmlformats.org/officeDocument/2006/relationships/tags" Target="../tags/tag2721.xml"/><Relationship Id="rId33" Type="http://schemas.openxmlformats.org/officeDocument/2006/relationships/tags" Target="../tags/tag2729.xml"/><Relationship Id="rId38" Type="http://schemas.openxmlformats.org/officeDocument/2006/relationships/tags" Target="../tags/tag2734.xml"/><Relationship Id="rId46" Type="http://schemas.openxmlformats.org/officeDocument/2006/relationships/tags" Target="../tags/tag2742.xml"/><Relationship Id="rId59" Type="http://schemas.openxmlformats.org/officeDocument/2006/relationships/tags" Target="../tags/tag2755.xml"/><Relationship Id="rId67" Type="http://schemas.openxmlformats.org/officeDocument/2006/relationships/tags" Target="../tags/tag2763.xml"/><Relationship Id="rId20" Type="http://schemas.openxmlformats.org/officeDocument/2006/relationships/tags" Target="../tags/tag2716.xml"/><Relationship Id="rId41" Type="http://schemas.openxmlformats.org/officeDocument/2006/relationships/tags" Target="../tags/tag2737.xml"/><Relationship Id="rId54" Type="http://schemas.openxmlformats.org/officeDocument/2006/relationships/tags" Target="../tags/tag2750.xml"/><Relationship Id="rId62" Type="http://schemas.openxmlformats.org/officeDocument/2006/relationships/tags" Target="../tags/tag2758.xml"/><Relationship Id="rId70" Type="http://schemas.openxmlformats.org/officeDocument/2006/relationships/tags" Target="../tags/tag2766.xml"/><Relationship Id="rId75" Type="http://schemas.openxmlformats.org/officeDocument/2006/relationships/tags" Target="../tags/tag2771.xml"/><Relationship Id="rId83" Type="http://schemas.openxmlformats.org/officeDocument/2006/relationships/tags" Target="../tags/tag2779.xml"/><Relationship Id="rId88" Type="http://schemas.openxmlformats.org/officeDocument/2006/relationships/tags" Target="../tags/tag2784.xml"/><Relationship Id="rId91" Type="http://schemas.openxmlformats.org/officeDocument/2006/relationships/tags" Target="../tags/tag2787.xml"/><Relationship Id="rId96" Type="http://schemas.openxmlformats.org/officeDocument/2006/relationships/tags" Target="../tags/tag2792.xml"/><Relationship Id="rId1" Type="http://schemas.openxmlformats.org/officeDocument/2006/relationships/tags" Target="../tags/tag2697.xml"/><Relationship Id="rId6" Type="http://schemas.openxmlformats.org/officeDocument/2006/relationships/tags" Target="../tags/tag2702.xml"/><Relationship Id="rId15" Type="http://schemas.openxmlformats.org/officeDocument/2006/relationships/tags" Target="../tags/tag2711.xml"/><Relationship Id="rId23" Type="http://schemas.openxmlformats.org/officeDocument/2006/relationships/tags" Target="../tags/tag2719.xml"/><Relationship Id="rId28" Type="http://schemas.openxmlformats.org/officeDocument/2006/relationships/tags" Target="../tags/tag2724.xml"/><Relationship Id="rId36" Type="http://schemas.openxmlformats.org/officeDocument/2006/relationships/tags" Target="../tags/tag2732.xml"/><Relationship Id="rId49" Type="http://schemas.openxmlformats.org/officeDocument/2006/relationships/tags" Target="../tags/tag2745.xml"/><Relationship Id="rId57" Type="http://schemas.openxmlformats.org/officeDocument/2006/relationships/tags" Target="../tags/tag2753.xml"/><Relationship Id="rId10" Type="http://schemas.openxmlformats.org/officeDocument/2006/relationships/tags" Target="../tags/tag2706.xml"/><Relationship Id="rId31" Type="http://schemas.openxmlformats.org/officeDocument/2006/relationships/tags" Target="../tags/tag2727.xml"/><Relationship Id="rId44" Type="http://schemas.openxmlformats.org/officeDocument/2006/relationships/tags" Target="../tags/tag2740.xml"/><Relationship Id="rId52" Type="http://schemas.openxmlformats.org/officeDocument/2006/relationships/tags" Target="../tags/tag2748.xml"/><Relationship Id="rId60" Type="http://schemas.openxmlformats.org/officeDocument/2006/relationships/tags" Target="../tags/tag2756.xml"/><Relationship Id="rId65" Type="http://schemas.openxmlformats.org/officeDocument/2006/relationships/tags" Target="../tags/tag2761.xml"/><Relationship Id="rId73" Type="http://schemas.openxmlformats.org/officeDocument/2006/relationships/tags" Target="../tags/tag2769.xml"/><Relationship Id="rId78" Type="http://schemas.openxmlformats.org/officeDocument/2006/relationships/tags" Target="../tags/tag2774.xml"/><Relationship Id="rId81" Type="http://schemas.openxmlformats.org/officeDocument/2006/relationships/tags" Target="../tags/tag2777.xml"/><Relationship Id="rId86" Type="http://schemas.openxmlformats.org/officeDocument/2006/relationships/tags" Target="../tags/tag2782.xml"/><Relationship Id="rId94" Type="http://schemas.openxmlformats.org/officeDocument/2006/relationships/tags" Target="../tags/tag2790.xml"/><Relationship Id="rId99" Type="http://schemas.openxmlformats.org/officeDocument/2006/relationships/slideLayout" Target="../slideLayouts/slideLayout7.xml"/><Relationship Id="rId4" Type="http://schemas.openxmlformats.org/officeDocument/2006/relationships/tags" Target="../tags/tag2700.xml"/><Relationship Id="rId9" Type="http://schemas.openxmlformats.org/officeDocument/2006/relationships/tags" Target="../tags/tag2705.xml"/><Relationship Id="rId13" Type="http://schemas.openxmlformats.org/officeDocument/2006/relationships/tags" Target="../tags/tag2709.xml"/><Relationship Id="rId18" Type="http://schemas.openxmlformats.org/officeDocument/2006/relationships/tags" Target="../tags/tag2714.xml"/><Relationship Id="rId39" Type="http://schemas.openxmlformats.org/officeDocument/2006/relationships/tags" Target="../tags/tag2735.xml"/><Relationship Id="rId34" Type="http://schemas.openxmlformats.org/officeDocument/2006/relationships/tags" Target="../tags/tag2730.xml"/><Relationship Id="rId50" Type="http://schemas.openxmlformats.org/officeDocument/2006/relationships/tags" Target="../tags/tag2746.xml"/><Relationship Id="rId55" Type="http://schemas.openxmlformats.org/officeDocument/2006/relationships/tags" Target="../tags/tag2751.xml"/><Relationship Id="rId76" Type="http://schemas.openxmlformats.org/officeDocument/2006/relationships/tags" Target="../tags/tag2772.xml"/><Relationship Id="rId97" Type="http://schemas.openxmlformats.org/officeDocument/2006/relationships/tags" Target="../tags/tag2793.xml"/><Relationship Id="rId7" Type="http://schemas.openxmlformats.org/officeDocument/2006/relationships/tags" Target="../tags/tag2703.xml"/><Relationship Id="rId71" Type="http://schemas.openxmlformats.org/officeDocument/2006/relationships/tags" Target="../tags/tag2767.xml"/><Relationship Id="rId92" Type="http://schemas.openxmlformats.org/officeDocument/2006/relationships/tags" Target="../tags/tag2788.xml"/><Relationship Id="rId2" Type="http://schemas.openxmlformats.org/officeDocument/2006/relationships/tags" Target="../tags/tag2698.xml"/><Relationship Id="rId29" Type="http://schemas.openxmlformats.org/officeDocument/2006/relationships/tags" Target="../tags/tag2725.xml"/><Relationship Id="rId24" Type="http://schemas.openxmlformats.org/officeDocument/2006/relationships/tags" Target="../tags/tag2720.xml"/><Relationship Id="rId40" Type="http://schemas.openxmlformats.org/officeDocument/2006/relationships/tags" Target="../tags/tag2736.xml"/><Relationship Id="rId45" Type="http://schemas.openxmlformats.org/officeDocument/2006/relationships/tags" Target="../tags/tag2741.xml"/><Relationship Id="rId66" Type="http://schemas.openxmlformats.org/officeDocument/2006/relationships/tags" Target="../tags/tag2762.xml"/><Relationship Id="rId87" Type="http://schemas.openxmlformats.org/officeDocument/2006/relationships/tags" Target="../tags/tag2783.xml"/><Relationship Id="rId61" Type="http://schemas.openxmlformats.org/officeDocument/2006/relationships/tags" Target="../tags/tag2757.xml"/><Relationship Id="rId82" Type="http://schemas.openxmlformats.org/officeDocument/2006/relationships/tags" Target="../tags/tag2778.xml"/><Relationship Id="rId19" Type="http://schemas.openxmlformats.org/officeDocument/2006/relationships/tags" Target="../tags/tag2715.xml"/><Relationship Id="rId14" Type="http://schemas.openxmlformats.org/officeDocument/2006/relationships/tags" Target="../tags/tag2710.xml"/><Relationship Id="rId30" Type="http://schemas.openxmlformats.org/officeDocument/2006/relationships/tags" Target="../tags/tag2726.xml"/><Relationship Id="rId35" Type="http://schemas.openxmlformats.org/officeDocument/2006/relationships/tags" Target="../tags/tag2731.xml"/><Relationship Id="rId56" Type="http://schemas.openxmlformats.org/officeDocument/2006/relationships/tags" Target="../tags/tag2752.xml"/><Relationship Id="rId77" Type="http://schemas.openxmlformats.org/officeDocument/2006/relationships/tags" Target="../tags/tag2773.xml"/><Relationship Id="rId8" Type="http://schemas.openxmlformats.org/officeDocument/2006/relationships/tags" Target="../tags/tag2704.xml"/><Relationship Id="rId51" Type="http://schemas.openxmlformats.org/officeDocument/2006/relationships/tags" Target="../tags/tag2747.xml"/><Relationship Id="rId72" Type="http://schemas.openxmlformats.org/officeDocument/2006/relationships/tags" Target="../tags/tag2768.xml"/><Relationship Id="rId93" Type="http://schemas.openxmlformats.org/officeDocument/2006/relationships/tags" Target="../tags/tag2789.xml"/><Relationship Id="rId98" Type="http://schemas.openxmlformats.org/officeDocument/2006/relationships/tags" Target="../tags/tag279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tags" Target="../tags/tag2802.xml"/><Relationship Id="rId13" Type="http://schemas.openxmlformats.org/officeDocument/2006/relationships/tags" Target="../tags/tag2807.xml"/><Relationship Id="rId18" Type="http://schemas.openxmlformats.org/officeDocument/2006/relationships/tags" Target="../tags/tag2812.xml"/><Relationship Id="rId3" Type="http://schemas.openxmlformats.org/officeDocument/2006/relationships/tags" Target="../tags/tag2797.xml"/><Relationship Id="rId21" Type="http://schemas.openxmlformats.org/officeDocument/2006/relationships/notesSlide" Target="../notesSlides/notesSlide55.xml"/><Relationship Id="rId7" Type="http://schemas.openxmlformats.org/officeDocument/2006/relationships/tags" Target="../tags/tag2801.xml"/><Relationship Id="rId12" Type="http://schemas.openxmlformats.org/officeDocument/2006/relationships/tags" Target="../tags/tag2806.xml"/><Relationship Id="rId17" Type="http://schemas.openxmlformats.org/officeDocument/2006/relationships/tags" Target="../tags/tag2811.xml"/><Relationship Id="rId2" Type="http://schemas.openxmlformats.org/officeDocument/2006/relationships/tags" Target="../tags/tag2796.xml"/><Relationship Id="rId16" Type="http://schemas.openxmlformats.org/officeDocument/2006/relationships/tags" Target="../tags/tag2810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2795.xml"/><Relationship Id="rId6" Type="http://schemas.openxmlformats.org/officeDocument/2006/relationships/tags" Target="../tags/tag2800.xml"/><Relationship Id="rId11" Type="http://schemas.openxmlformats.org/officeDocument/2006/relationships/tags" Target="../tags/tag2805.xml"/><Relationship Id="rId5" Type="http://schemas.openxmlformats.org/officeDocument/2006/relationships/tags" Target="../tags/tag2799.xml"/><Relationship Id="rId15" Type="http://schemas.openxmlformats.org/officeDocument/2006/relationships/tags" Target="../tags/tag2809.xml"/><Relationship Id="rId10" Type="http://schemas.openxmlformats.org/officeDocument/2006/relationships/tags" Target="../tags/tag2804.xml"/><Relationship Id="rId19" Type="http://schemas.openxmlformats.org/officeDocument/2006/relationships/tags" Target="../tags/tag2813.xml"/><Relationship Id="rId4" Type="http://schemas.openxmlformats.org/officeDocument/2006/relationships/tags" Target="../tags/tag2798.xml"/><Relationship Id="rId9" Type="http://schemas.openxmlformats.org/officeDocument/2006/relationships/tags" Target="../tags/tag2803.xml"/><Relationship Id="rId14" Type="http://schemas.openxmlformats.org/officeDocument/2006/relationships/tags" Target="../tags/tag280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73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815.xml"/><Relationship Id="rId1" Type="http://schemas.openxmlformats.org/officeDocument/2006/relationships/tags" Target="../tags/tag2814.xml"/><Relationship Id="rId5" Type="http://schemas.openxmlformats.org/officeDocument/2006/relationships/slide" Target="slide6.xml"/><Relationship Id="rId4" Type="http://schemas.openxmlformats.org/officeDocument/2006/relationships/notesSlide" Target="../notesSlides/notesSlide57.xml"/></Relationships>
</file>

<file path=ppt/slides/_rels/slide73.xml.rels><?xml version="1.0" encoding="UTF-8" standalone="yes"?>
<Relationships xmlns="http://schemas.openxmlformats.org/package/2006/relationships"><Relationship Id="rId13" Type="http://schemas.openxmlformats.org/officeDocument/2006/relationships/tags" Target="../tags/tag2828.xml"/><Relationship Id="rId18" Type="http://schemas.openxmlformats.org/officeDocument/2006/relationships/tags" Target="../tags/tag2833.xml"/><Relationship Id="rId26" Type="http://schemas.openxmlformats.org/officeDocument/2006/relationships/tags" Target="../tags/tag2841.xml"/><Relationship Id="rId3" Type="http://schemas.openxmlformats.org/officeDocument/2006/relationships/tags" Target="../tags/tag2818.xml"/><Relationship Id="rId21" Type="http://schemas.openxmlformats.org/officeDocument/2006/relationships/tags" Target="../tags/tag2836.xml"/><Relationship Id="rId34" Type="http://schemas.openxmlformats.org/officeDocument/2006/relationships/slide" Target="slide25.xml"/><Relationship Id="rId7" Type="http://schemas.openxmlformats.org/officeDocument/2006/relationships/tags" Target="../tags/tag2822.xml"/><Relationship Id="rId12" Type="http://schemas.openxmlformats.org/officeDocument/2006/relationships/tags" Target="../tags/tag2827.xml"/><Relationship Id="rId17" Type="http://schemas.openxmlformats.org/officeDocument/2006/relationships/tags" Target="../tags/tag2832.xml"/><Relationship Id="rId25" Type="http://schemas.openxmlformats.org/officeDocument/2006/relationships/tags" Target="../tags/tag2840.xml"/><Relationship Id="rId33" Type="http://schemas.openxmlformats.org/officeDocument/2006/relationships/slide" Target="slide71.xml"/><Relationship Id="rId2" Type="http://schemas.openxmlformats.org/officeDocument/2006/relationships/tags" Target="../tags/tag2817.xml"/><Relationship Id="rId16" Type="http://schemas.openxmlformats.org/officeDocument/2006/relationships/tags" Target="../tags/tag2831.xml"/><Relationship Id="rId20" Type="http://schemas.openxmlformats.org/officeDocument/2006/relationships/tags" Target="../tags/tag2835.xml"/><Relationship Id="rId29" Type="http://schemas.openxmlformats.org/officeDocument/2006/relationships/tags" Target="../tags/tag2844.xml"/><Relationship Id="rId1" Type="http://schemas.openxmlformats.org/officeDocument/2006/relationships/tags" Target="../tags/tag2816.xml"/><Relationship Id="rId6" Type="http://schemas.openxmlformats.org/officeDocument/2006/relationships/tags" Target="../tags/tag2821.xml"/><Relationship Id="rId11" Type="http://schemas.openxmlformats.org/officeDocument/2006/relationships/tags" Target="../tags/tag2826.xml"/><Relationship Id="rId24" Type="http://schemas.openxmlformats.org/officeDocument/2006/relationships/tags" Target="../tags/tag2839.xml"/><Relationship Id="rId32" Type="http://schemas.openxmlformats.org/officeDocument/2006/relationships/notesSlide" Target="../notesSlides/notesSlide58.xml"/><Relationship Id="rId5" Type="http://schemas.openxmlformats.org/officeDocument/2006/relationships/tags" Target="../tags/tag2820.xml"/><Relationship Id="rId15" Type="http://schemas.openxmlformats.org/officeDocument/2006/relationships/tags" Target="../tags/tag2830.xml"/><Relationship Id="rId23" Type="http://schemas.openxmlformats.org/officeDocument/2006/relationships/tags" Target="../tags/tag2838.xml"/><Relationship Id="rId28" Type="http://schemas.openxmlformats.org/officeDocument/2006/relationships/tags" Target="../tags/tag2843.xml"/><Relationship Id="rId10" Type="http://schemas.openxmlformats.org/officeDocument/2006/relationships/tags" Target="../tags/tag2825.xml"/><Relationship Id="rId19" Type="http://schemas.openxmlformats.org/officeDocument/2006/relationships/tags" Target="../tags/tag2834.xml"/><Relationship Id="rId31" Type="http://schemas.openxmlformats.org/officeDocument/2006/relationships/slideLayout" Target="../slideLayouts/slideLayout7.xml"/><Relationship Id="rId4" Type="http://schemas.openxmlformats.org/officeDocument/2006/relationships/tags" Target="../tags/tag2819.xml"/><Relationship Id="rId9" Type="http://schemas.openxmlformats.org/officeDocument/2006/relationships/tags" Target="../tags/tag2824.xml"/><Relationship Id="rId14" Type="http://schemas.openxmlformats.org/officeDocument/2006/relationships/tags" Target="../tags/tag2829.xml"/><Relationship Id="rId22" Type="http://schemas.openxmlformats.org/officeDocument/2006/relationships/tags" Target="../tags/tag2837.xml"/><Relationship Id="rId27" Type="http://schemas.openxmlformats.org/officeDocument/2006/relationships/tags" Target="../tags/tag2842.xml"/><Relationship Id="rId30" Type="http://schemas.openxmlformats.org/officeDocument/2006/relationships/tags" Target="../tags/tag2845.xml"/><Relationship Id="rId8" Type="http://schemas.openxmlformats.org/officeDocument/2006/relationships/tags" Target="../tags/tag2823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tags" Target="../tags/tag2853.xml"/><Relationship Id="rId3" Type="http://schemas.openxmlformats.org/officeDocument/2006/relationships/tags" Target="../tags/tag2848.xml"/><Relationship Id="rId7" Type="http://schemas.openxmlformats.org/officeDocument/2006/relationships/tags" Target="../tags/tag2852.xml"/><Relationship Id="rId2" Type="http://schemas.openxmlformats.org/officeDocument/2006/relationships/tags" Target="../tags/tag2847.xml"/><Relationship Id="rId1" Type="http://schemas.openxmlformats.org/officeDocument/2006/relationships/tags" Target="../tags/tag2846.xml"/><Relationship Id="rId6" Type="http://schemas.openxmlformats.org/officeDocument/2006/relationships/tags" Target="../tags/tag2851.xml"/><Relationship Id="rId11" Type="http://schemas.openxmlformats.org/officeDocument/2006/relationships/notesSlide" Target="../notesSlides/notesSlide59.xml"/><Relationship Id="rId5" Type="http://schemas.openxmlformats.org/officeDocument/2006/relationships/tags" Target="../tags/tag2850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849.xml"/><Relationship Id="rId9" Type="http://schemas.openxmlformats.org/officeDocument/2006/relationships/tags" Target="../tags/tag2854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hyperlink" Target="&#35745;&#31639;&#26426;&#32452;&#25104;&#21407;&#29702;&#31532;7&#31456;.pptx#-1,45,PowerPoint%20&#28436;&#31034;&#25991;&#31295;" TargetMode="External"/><Relationship Id="rId3" Type="http://schemas.openxmlformats.org/officeDocument/2006/relationships/tags" Target="../tags/tag2857.xml"/><Relationship Id="rId7" Type="http://schemas.openxmlformats.org/officeDocument/2006/relationships/slide" Target="slide78.xml"/><Relationship Id="rId2" Type="http://schemas.openxmlformats.org/officeDocument/2006/relationships/tags" Target="../tags/tag2856.xml"/><Relationship Id="rId1" Type="http://schemas.openxmlformats.org/officeDocument/2006/relationships/tags" Target="../tags/tag2855.xml"/><Relationship Id="rId6" Type="http://schemas.openxmlformats.org/officeDocument/2006/relationships/notesSlide" Target="../notesSlides/notesSlide6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858.xml"/><Relationship Id="rId9" Type="http://schemas.openxmlformats.org/officeDocument/2006/relationships/slide" Target="slide77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tags" Target="../tags/tag2866.xml"/><Relationship Id="rId13" Type="http://schemas.openxmlformats.org/officeDocument/2006/relationships/tags" Target="../tags/tag2871.xml"/><Relationship Id="rId18" Type="http://schemas.openxmlformats.org/officeDocument/2006/relationships/tags" Target="../tags/tag2876.xml"/><Relationship Id="rId3" Type="http://schemas.openxmlformats.org/officeDocument/2006/relationships/tags" Target="../tags/tag2861.xml"/><Relationship Id="rId21" Type="http://schemas.openxmlformats.org/officeDocument/2006/relationships/tags" Target="../tags/tag2879.xml"/><Relationship Id="rId7" Type="http://schemas.openxmlformats.org/officeDocument/2006/relationships/tags" Target="../tags/tag2865.xml"/><Relationship Id="rId12" Type="http://schemas.openxmlformats.org/officeDocument/2006/relationships/tags" Target="../tags/tag2870.xml"/><Relationship Id="rId17" Type="http://schemas.openxmlformats.org/officeDocument/2006/relationships/tags" Target="../tags/tag2875.xml"/><Relationship Id="rId25" Type="http://schemas.openxmlformats.org/officeDocument/2006/relationships/notesSlide" Target="../notesSlides/notesSlide61.xml"/><Relationship Id="rId2" Type="http://schemas.openxmlformats.org/officeDocument/2006/relationships/tags" Target="../tags/tag2860.xml"/><Relationship Id="rId16" Type="http://schemas.openxmlformats.org/officeDocument/2006/relationships/tags" Target="../tags/tag2874.xml"/><Relationship Id="rId20" Type="http://schemas.openxmlformats.org/officeDocument/2006/relationships/tags" Target="../tags/tag2878.xml"/><Relationship Id="rId1" Type="http://schemas.openxmlformats.org/officeDocument/2006/relationships/tags" Target="../tags/tag2859.xml"/><Relationship Id="rId6" Type="http://schemas.openxmlformats.org/officeDocument/2006/relationships/tags" Target="../tags/tag2864.xml"/><Relationship Id="rId11" Type="http://schemas.openxmlformats.org/officeDocument/2006/relationships/tags" Target="../tags/tag2869.xml"/><Relationship Id="rId24" Type="http://schemas.openxmlformats.org/officeDocument/2006/relationships/slideLayout" Target="../slideLayouts/slideLayout7.xml"/><Relationship Id="rId5" Type="http://schemas.openxmlformats.org/officeDocument/2006/relationships/tags" Target="../tags/tag2863.xml"/><Relationship Id="rId15" Type="http://schemas.openxmlformats.org/officeDocument/2006/relationships/tags" Target="../tags/tag2873.xml"/><Relationship Id="rId23" Type="http://schemas.openxmlformats.org/officeDocument/2006/relationships/tags" Target="../tags/tag2881.xml"/><Relationship Id="rId10" Type="http://schemas.openxmlformats.org/officeDocument/2006/relationships/tags" Target="../tags/tag2868.xml"/><Relationship Id="rId19" Type="http://schemas.openxmlformats.org/officeDocument/2006/relationships/tags" Target="../tags/tag2877.xml"/><Relationship Id="rId4" Type="http://schemas.openxmlformats.org/officeDocument/2006/relationships/tags" Target="../tags/tag2862.xml"/><Relationship Id="rId9" Type="http://schemas.openxmlformats.org/officeDocument/2006/relationships/tags" Target="../tags/tag2867.xml"/><Relationship Id="rId14" Type="http://schemas.openxmlformats.org/officeDocument/2006/relationships/tags" Target="../tags/tag2872.xml"/><Relationship Id="rId22" Type="http://schemas.openxmlformats.org/officeDocument/2006/relationships/tags" Target="../tags/tag2880.xml"/></Relationships>
</file>

<file path=ppt/slides/_rels/slide77.xml.rels><?xml version="1.0" encoding="UTF-8" standalone="yes"?>
<Relationships xmlns="http://schemas.openxmlformats.org/package/2006/relationships"><Relationship Id="rId26" Type="http://schemas.openxmlformats.org/officeDocument/2006/relationships/tags" Target="../tags/tag2907.xml"/><Relationship Id="rId21" Type="http://schemas.openxmlformats.org/officeDocument/2006/relationships/tags" Target="../tags/tag2902.xml"/><Relationship Id="rId42" Type="http://schemas.openxmlformats.org/officeDocument/2006/relationships/tags" Target="../tags/tag2923.xml"/><Relationship Id="rId47" Type="http://schemas.openxmlformats.org/officeDocument/2006/relationships/tags" Target="../tags/tag2928.xml"/><Relationship Id="rId63" Type="http://schemas.openxmlformats.org/officeDocument/2006/relationships/tags" Target="../tags/tag2944.xml"/><Relationship Id="rId68" Type="http://schemas.openxmlformats.org/officeDocument/2006/relationships/tags" Target="../tags/tag2949.xml"/><Relationship Id="rId2" Type="http://schemas.openxmlformats.org/officeDocument/2006/relationships/tags" Target="../tags/tag2883.xml"/><Relationship Id="rId16" Type="http://schemas.openxmlformats.org/officeDocument/2006/relationships/tags" Target="../tags/tag2897.xml"/><Relationship Id="rId29" Type="http://schemas.openxmlformats.org/officeDocument/2006/relationships/tags" Target="../tags/tag2910.xml"/><Relationship Id="rId11" Type="http://schemas.openxmlformats.org/officeDocument/2006/relationships/tags" Target="../tags/tag2892.xml"/><Relationship Id="rId24" Type="http://schemas.openxmlformats.org/officeDocument/2006/relationships/tags" Target="../tags/tag2905.xml"/><Relationship Id="rId32" Type="http://schemas.openxmlformats.org/officeDocument/2006/relationships/tags" Target="../tags/tag2913.xml"/><Relationship Id="rId37" Type="http://schemas.openxmlformats.org/officeDocument/2006/relationships/tags" Target="../tags/tag2918.xml"/><Relationship Id="rId40" Type="http://schemas.openxmlformats.org/officeDocument/2006/relationships/tags" Target="../tags/tag2921.xml"/><Relationship Id="rId45" Type="http://schemas.openxmlformats.org/officeDocument/2006/relationships/tags" Target="../tags/tag2926.xml"/><Relationship Id="rId53" Type="http://schemas.openxmlformats.org/officeDocument/2006/relationships/tags" Target="../tags/tag2934.xml"/><Relationship Id="rId58" Type="http://schemas.openxmlformats.org/officeDocument/2006/relationships/tags" Target="../tags/tag2939.xml"/><Relationship Id="rId66" Type="http://schemas.openxmlformats.org/officeDocument/2006/relationships/tags" Target="../tags/tag2947.xml"/><Relationship Id="rId74" Type="http://schemas.openxmlformats.org/officeDocument/2006/relationships/notesSlide" Target="../notesSlides/notesSlide62.xml"/><Relationship Id="rId5" Type="http://schemas.openxmlformats.org/officeDocument/2006/relationships/tags" Target="../tags/tag2886.xml"/><Relationship Id="rId61" Type="http://schemas.openxmlformats.org/officeDocument/2006/relationships/tags" Target="../tags/tag2942.xml"/><Relationship Id="rId19" Type="http://schemas.openxmlformats.org/officeDocument/2006/relationships/tags" Target="../tags/tag2900.xml"/><Relationship Id="rId14" Type="http://schemas.openxmlformats.org/officeDocument/2006/relationships/tags" Target="../tags/tag2895.xml"/><Relationship Id="rId22" Type="http://schemas.openxmlformats.org/officeDocument/2006/relationships/tags" Target="../tags/tag2903.xml"/><Relationship Id="rId27" Type="http://schemas.openxmlformats.org/officeDocument/2006/relationships/tags" Target="../tags/tag2908.xml"/><Relationship Id="rId30" Type="http://schemas.openxmlformats.org/officeDocument/2006/relationships/tags" Target="../tags/tag2911.xml"/><Relationship Id="rId35" Type="http://schemas.openxmlformats.org/officeDocument/2006/relationships/tags" Target="../tags/tag2916.xml"/><Relationship Id="rId43" Type="http://schemas.openxmlformats.org/officeDocument/2006/relationships/tags" Target="../tags/tag2924.xml"/><Relationship Id="rId48" Type="http://schemas.openxmlformats.org/officeDocument/2006/relationships/tags" Target="../tags/tag2929.xml"/><Relationship Id="rId56" Type="http://schemas.openxmlformats.org/officeDocument/2006/relationships/tags" Target="../tags/tag2937.xml"/><Relationship Id="rId64" Type="http://schemas.openxmlformats.org/officeDocument/2006/relationships/tags" Target="../tags/tag2945.xml"/><Relationship Id="rId69" Type="http://schemas.openxmlformats.org/officeDocument/2006/relationships/tags" Target="../tags/tag2950.xml"/><Relationship Id="rId8" Type="http://schemas.openxmlformats.org/officeDocument/2006/relationships/tags" Target="../tags/tag2889.xml"/><Relationship Id="rId51" Type="http://schemas.openxmlformats.org/officeDocument/2006/relationships/tags" Target="../tags/tag2932.xml"/><Relationship Id="rId72" Type="http://schemas.openxmlformats.org/officeDocument/2006/relationships/tags" Target="../tags/tag2953.xml"/><Relationship Id="rId3" Type="http://schemas.openxmlformats.org/officeDocument/2006/relationships/tags" Target="../tags/tag2884.xml"/><Relationship Id="rId12" Type="http://schemas.openxmlformats.org/officeDocument/2006/relationships/tags" Target="../tags/tag2893.xml"/><Relationship Id="rId17" Type="http://schemas.openxmlformats.org/officeDocument/2006/relationships/tags" Target="../tags/tag2898.xml"/><Relationship Id="rId25" Type="http://schemas.openxmlformats.org/officeDocument/2006/relationships/tags" Target="../tags/tag2906.xml"/><Relationship Id="rId33" Type="http://schemas.openxmlformats.org/officeDocument/2006/relationships/tags" Target="../tags/tag2914.xml"/><Relationship Id="rId38" Type="http://schemas.openxmlformats.org/officeDocument/2006/relationships/tags" Target="../tags/tag2919.xml"/><Relationship Id="rId46" Type="http://schemas.openxmlformats.org/officeDocument/2006/relationships/tags" Target="../tags/tag2927.xml"/><Relationship Id="rId59" Type="http://schemas.openxmlformats.org/officeDocument/2006/relationships/tags" Target="../tags/tag2940.xml"/><Relationship Id="rId67" Type="http://schemas.openxmlformats.org/officeDocument/2006/relationships/tags" Target="../tags/tag2948.xml"/><Relationship Id="rId20" Type="http://schemas.openxmlformats.org/officeDocument/2006/relationships/tags" Target="../tags/tag2901.xml"/><Relationship Id="rId41" Type="http://schemas.openxmlformats.org/officeDocument/2006/relationships/tags" Target="../tags/tag2922.xml"/><Relationship Id="rId54" Type="http://schemas.openxmlformats.org/officeDocument/2006/relationships/tags" Target="../tags/tag2935.xml"/><Relationship Id="rId62" Type="http://schemas.openxmlformats.org/officeDocument/2006/relationships/tags" Target="../tags/tag2943.xml"/><Relationship Id="rId70" Type="http://schemas.openxmlformats.org/officeDocument/2006/relationships/tags" Target="../tags/tag2951.xml"/><Relationship Id="rId75" Type="http://schemas.openxmlformats.org/officeDocument/2006/relationships/slide" Target="slide75.xml"/><Relationship Id="rId1" Type="http://schemas.openxmlformats.org/officeDocument/2006/relationships/tags" Target="../tags/tag2882.xml"/><Relationship Id="rId6" Type="http://schemas.openxmlformats.org/officeDocument/2006/relationships/tags" Target="../tags/tag2887.xml"/><Relationship Id="rId15" Type="http://schemas.openxmlformats.org/officeDocument/2006/relationships/tags" Target="../tags/tag2896.xml"/><Relationship Id="rId23" Type="http://schemas.openxmlformats.org/officeDocument/2006/relationships/tags" Target="../tags/tag2904.xml"/><Relationship Id="rId28" Type="http://schemas.openxmlformats.org/officeDocument/2006/relationships/tags" Target="../tags/tag2909.xml"/><Relationship Id="rId36" Type="http://schemas.openxmlformats.org/officeDocument/2006/relationships/tags" Target="../tags/tag2917.xml"/><Relationship Id="rId49" Type="http://schemas.openxmlformats.org/officeDocument/2006/relationships/tags" Target="../tags/tag2930.xml"/><Relationship Id="rId57" Type="http://schemas.openxmlformats.org/officeDocument/2006/relationships/tags" Target="../tags/tag2938.xml"/><Relationship Id="rId10" Type="http://schemas.openxmlformats.org/officeDocument/2006/relationships/tags" Target="../tags/tag2891.xml"/><Relationship Id="rId31" Type="http://schemas.openxmlformats.org/officeDocument/2006/relationships/tags" Target="../tags/tag2912.xml"/><Relationship Id="rId44" Type="http://schemas.openxmlformats.org/officeDocument/2006/relationships/tags" Target="../tags/tag2925.xml"/><Relationship Id="rId52" Type="http://schemas.openxmlformats.org/officeDocument/2006/relationships/tags" Target="../tags/tag2933.xml"/><Relationship Id="rId60" Type="http://schemas.openxmlformats.org/officeDocument/2006/relationships/tags" Target="../tags/tag2941.xml"/><Relationship Id="rId65" Type="http://schemas.openxmlformats.org/officeDocument/2006/relationships/tags" Target="../tags/tag2946.xml"/><Relationship Id="rId73" Type="http://schemas.openxmlformats.org/officeDocument/2006/relationships/slideLayout" Target="../slideLayouts/slideLayout7.xml"/><Relationship Id="rId4" Type="http://schemas.openxmlformats.org/officeDocument/2006/relationships/tags" Target="../tags/tag2885.xml"/><Relationship Id="rId9" Type="http://schemas.openxmlformats.org/officeDocument/2006/relationships/tags" Target="../tags/tag2890.xml"/><Relationship Id="rId13" Type="http://schemas.openxmlformats.org/officeDocument/2006/relationships/tags" Target="../tags/tag2894.xml"/><Relationship Id="rId18" Type="http://schemas.openxmlformats.org/officeDocument/2006/relationships/tags" Target="../tags/tag2899.xml"/><Relationship Id="rId39" Type="http://schemas.openxmlformats.org/officeDocument/2006/relationships/tags" Target="../tags/tag2920.xml"/><Relationship Id="rId34" Type="http://schemas.openxmlformats.org/officeDocument/2006/relationships/tags" Target="../tags/tag2915.xml"/><Relationship Id="rId50" Type="http://schemas.openxmlformats.org/officeDocument/2006/relationships/tags" Target="../tags/tag2931.xml"/><Relationship Id="rId55" Type="http://schemas.openxmlformats.org/officeDocument/2006/relationships/tags" Target="../tags/tag2936.xml"/><Relationship Id="rId7" Type="http://schemas.openxmlformats.org/officeDocument/2006/relationships/tags" Target="../tags/tag2888.xml"/><Relationship Id="rId71" Type="http://schemas.openxmlformats.org/officeDocument/2006/relationships/tags" Target="../tags/tag295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54.xml"/><Relationship Id="rId5" Type="http://schemas.openxmlformats.org/officeDocument/2006/relationships/slide" Target="slide80.xml"/><Relationship Id="rId4" Type="http://schemas.openxmlformats.org/officeDocument/2006/relationships/slide" Target="slide7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956.xml"/><Relationship Id="rId1" Type="http://schemas.openxmlformats.org/officeDocument/2006/relationships/tags" Target="../tags/tag2955.xml"/><Relationship Id="rId5" Type="http://schemas.openxmlformats.org/officeDocument/2006/relationships/slide" Target="slide84.xml"/><Relationship Id="rId4" Type="http://schemas.openxmlformats.org/officeDocument/2006/relationships/slide" Target="slide8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958.xml"/><Relationship Id="rId1" Type="http://schemas.openxmlformats.org/officeDocument/2006/relationships/tags" Target="../tags/tag2957.xml"/><Relationship Id="rId6" Type="http://schemas.openxmlformats.org/officeDocument/2006/relationships/slide" Target="slide78.xml"/><Relationship Id="rId5" Type="http://schemas.openxmlformats.org/officeDocument/2006/relationships/slide" Target="slide2.xml"/><Relationship Id="rId4" Type="http://schemas.openxmlformats.org/officeDocument/2006/relationships/notesSlide" Target="../notesSlides/notesSlide64.xml"/></Relationships>
</file>

<file path=ppt/slides/_rels/slide81.xml.rels><?xml version="1.0" encoding="UTF-8" standalone="yes"?>
<Relationships xmlns="http://schemas.openxmlformats.org/package/2006/relationships"><Relationship Id="rId26" Type="http://schemas.openxmlformats.org/officeDocument/2006/relationships/tags" Target="../tags/tag2984.xml"/><Relationship Id="rId21" Type="http://schemas.openxmlformats.org/officeDocument/2006/relationships/tags" Target="../tags/tag2979.xml"/><Relationship Id="rId42" Type="http://schemas.openxmlformats.org/officeDocument/2006/relationships/tags" Target="../tags/tag3000.xml"/><Relationship Id="rId47" Type="http://schemas.openxmlformats.org/officeDocument/2006/relationships/tags" Target="../tags/tag3005.xml"/><Relationship Id="rId63" Type="http://schemas.openxmlformats.org/officeDocument/2006/relationships/tags" Target="../tags/tag3021.xml"/><Relationship Id="rId68" Type="http://schemas.openxmlformats.org/officeDocument/2006/relationships/tags" Target="../tags/tag3026.xml"/><Relationship Id="rId84" Type="http://schemas.openxmlformats.org/officeDocument/2006/relationships/tags" Target="../tags/tag3042.xml"/><Relationship Id="rId89" Type="http://schemas.openxmlformats.org/officeDocument/2006/relationships/tags" Target="../tags/tag3047.xml"/><Relationship Id="rId16" Type="http://schemas.openxmlformats.org/officeDocument/2006/relationships/tags" Target="../tags/tag2974.xml"/><Relationship Id="rId11" Type="http://schemas.openxmlformats.org/officeDocument/2006/relationships/tags" Target="../tags/tag2969.xml"/><Relationship Id="rId32" Type="http://schemas.openxmlformats.org/officeDocument/2006/relationships/tags" Target="../tags/tag2990.xml"/><Relationship Id="rId37" Type="http://schemas.openxmlformats.org/officeDocument/2006/relationships/tags" Target="../tags/tag2995.xml"/><Relationship Id="rId53" Type="http://schemas.openxmlformats.org/officeDocument/2006/relationships/tags" Target="../tags/tag3011.xml"/><Relationship Id="rId58" Type="http://schemas.openxmlformats.org/officeDocument/2006/relationships/tags" Target="../tags/tag3016.xml"/><Relationship Id="rId74" Type="http://schemas.openxmlformats.org/officeDocument/2006/relationships/tags" Target="../tags/tag3032.xml"/><Relationship Id="rId79" Type="http://schemas.openxmlformats.org/officeDocument/2006/relationships/tags" Target="../tags/tag3037.xml"/><Relationship Id="rId5" Type="http://schemas.openxmlformats.org/officeDocument/2006/relationships/tags" Target="../tags/tag2963.xml"/><Relationship Id="rId90" Type="http://schemas.openxmlformats.org/officeDocument/2006/relationships/tags" Target="../tags/tag3048.xml"/><Relationship Id="rId95" Type="http://schemas.openxmlformats.org/officeDocument/2006/relationships/notesSlide" Target="../notesSlides/notesSlide65.xml"/><Relationship Id="rId22" Type="http://schemas.openxmlformats.org/officeDocument/2006/relationships/tags" Target="../tags/tag2980.xml"/><Relationship Id="rId27" Type="http://schemas.openxmlformats.org/officeDocument/2006/relationships/tags" Target="../tags/tag2985.xml"/><Relationship Id="rId43" Type="http://schemas.openxmlformats.org/officeDocument/2006/relationships/tags" Target="../tags/tag3001.xml"/><Relationship Id="rId48" Type="http://schemas.openxmlformats.org/officeDocument/2006/relationships/tags" Target="../tags/tag3006.xml"/><Relationship Id="rId64" Type="http://schemas.openxmlformats.org/officeDocument/2006/relationships/tags" Target="../tags/tag3022.xml"/><Relationship Id="rId69" Type="http://schemas.openxmlformats.org/officeDocument/2006/relationships/tags" Target="../tags/tag3027.xml"/><Relationship Id="rId80" Type="http://schemas.openxmlformats.org/officeDocument/2006/relationships/tags" Target="../tags/tag3038.xml"/><Relationship Id="rId85" Type="http://schemas.openxmlformats.org/officeDocument/2006/relationships/tags" Target="../tags/tag3043.xml"/><Relationship Id="rId3" Type="http://schemas.openxmlformats.org/officeDocument/2006/relationships/tags" Target="../tags/tag2961.xml"/><Relationship Id="rId12" Type="http://schemas.openxmlformats.org/officeDocument/2006/relationships/tags" Target="../tags/tag2970.xml"/><Relationship Id="rId17" Type="http://schemas.openxmlformats.org/officeDocument/2006/relationships/tags" Target="../tags/tag2975.xml"/><Relationship Id="rId25" Type="http://schemas.openxmlformats.org/officeDocument/2006/relationships/tags" Target="../tags/tag2983.xml"/><Relationship Id="rId33" Type="http://schemas.openxmlformats.org/officeDocument/2006/relationships/tags" Target="../tags/tag2991.xml"/><Relationship Id="rId38" Type="http://schemas.openxmlformats.org/officeDocument/2006/relationships/tags" Target="../tags/tag2996.xml"/><Relationship Id="rId46" Type="http://schemas.openxmlformats.org/officeDocument/2006/relationships/tags" Target="../tags/tag3004.xml"/><Relationship Id="rId59" Type="http://schemas.openxmlformats.org/officeDocument/2006/relationships/tags" Target="../tags/tag3017.xml"/><Relationship Id="rId67" Type="http://schemas.openxmlformats.org/officeDocument/2006/relationships/tags" Target="../tags/tag3025.xml"/><Relationship Id="rId20" Type="http://schemas.openxmlformats.org/officeDocument/2006/relationships/tags" Target="../tags/tag2978.xml"/><Relationship Id="rId41" Type="http://schemas.openxmlformats.org/officeDocument/2006/relationships/tags" Target="../tags/tag2999.xml"/><Relationship Id="rId54" Type="http://schemas.openxmlformats.org/officeDocument/2006/relationships/tags" Target="../tags/tag3012.xml"/><Relationship Id="rId62" Type="http://schemas.openxmlformats.org/officeDocument/2006/relationships/tags" Target="../tags/tag3020.xml"/><Relationship Id="rId70" Type="http://schemas.openxmlformats.org/officeDocument/2006/relationships/tags" Target="../tags/tag3028.xml"/><Relationship Id="rId75" Type="http://schemas.openxmlformats.org/officeDocument/2006/relationships/tags" Target="../tags/tag3033.xml"/><Relationship Id="rId83" Type="http://schemas.openxmlformats.org/officeDocument/2006/relationships/tags" Target="../tags/tag3041.xml"/><Relationship Id="rId88" Type="http://schemas.openxmlformats.org/officeDocument/2006/relationships/tags" Target="../tags/tag3046.xml"/><Relationship Id="rId91" Type="http://schemas.openxmlformats.org/officeDocument/2006/relationships/tags" Target="../tags/tag3049.xml"/><Relationship Id="rId96" Type="http://schemas.openxmlformats.org/officeDocument/2006/relationships/slide" Target="slide86.xml"/><Relationship Id="rId1" Type="http://schemas.openxmlformats.org/officeDocument/2006/relationships/tags" Target="../tags/tag2959.xml"/><Relationship Id="rId6" Type="http://schemas.openxmlformats.org/officeDocument/2006/relationships/tags" Target="../tags/tag2964.xml"/><Relationship Id="rId15" Type="http://schemas.openxmlformats.org/officeDocument/2006/relationships/tags" Target="../tags/tag2973.xml"/><Relationship Id="rId23" Type="http://schemas.openxmlformats.org/officeDocument/2006/relationships/tags" Target="../tags/tag2981.xml"/><Relationship Id="rId28" Type="http://schemas.openxmlformats.org/officeDocument/2006/relationships/tags" Target="../tags/tag2986.xml"/><Relationship Id="rId36" Type="http://schemas.openxmlformats.org/officeDocument/2006/relationships/tags" Target="../tags/tag2994.xml"/><Relationship Id="rId49" Type="http://schemas.openxmlformats.org/officeDocument/2006/relationships/tags" Target="../tags/tag3007.xml"/><Relationship Id="rId57" Type="http://schemas.openxmlformats.org/officeDocument/2006/relationships/tags" Target="../tags/tag3015.xml"/><Relationship Id="rId10" Type="http://schemas.openxmlformats.org/officeDocument/2006/relationships/tags" Target="../tags/tag2968.xml"/><Relationship Id="rId31" Type="http://schemas.openxmlformats.org/officeDocument/2006/relationships/tags" Target="../tags/tag2989.xml"/><Relationship Id="rId44" Type="http://schemas.openxmlformats.org/officeDocument/2006/relationships/tags" Target="../tags/tag3002.xml"/><Relationship Id="rId52" Type="http://schemas.openxmlformats.org/officeDocument/2006/relationships/tags" Target="../tags/tag3010.xml"/><Relationship Id="rId60" Type="http://schemas.openxmlformats.org/officeDocument/2006/relationships/tags" Target="../tags/tag3018.xml"/><Relationship Id="rId65" Type="http://schemas.openxmlformats.org/officeDocument/2006/relationships/tags" Target="../tags/tag3023.xml"/><Relationship Id="rId73" Type="http://schemas.openxmlformats.org/officeDocument/2006/relationships/tags" Target="../tags/tag3031.xml"/><Relationship Id="rId78" Type="http://schemas.openxmlformats.org/officeDocument/2006/relationships/tags" Target="../tags/tag3036.xml"/><Relationship Id="rId81" Type="http://schemas.openxmlformats.org/officeDocument/2006/relationships/tags" Target="../tags/tag3039.xml"/><Relationship Id="rId86" Type="http://schemas.openxmlformats.org/officeDocument/2006/relationships/tags" Target="../tags/tag3044.xml"/><Relationship Id="rId94" Type="http://schemas.openxmlformats.org/officeDocument/2006/relationships/slideLayout" Target="../slideLayouts/slideLayout7.xml"/><Relationship Id="rId4" Type="http://schemas.openxmlformats.org/officeDocument/2006/relationships/tags" Target="../tags/tag2962.xml"/><Relationship Id="rId9" Type="http://schemas.openxmlformats.org/officeDocument/2006/relationships/tags" Target="../tags/tag2967.xml"/><Relationship Id="rId13" Type="http://schemas.openxmlformats.org/officeDocument/2006/relationships/tags" Target="../tags/tag2971.xml"/><Relationship Id="rId18" Type="http://schemas.openxmlformats.org/officeDocument/2006/relationships/tags" Target="../tags/tag2976.xml"/><Relationship Id="rId39" Type="http://schemas.openxmlformats.org/officeDocument/2006/relationships/tags" Target="../tags/tag2997.xml"/><Relationship Id="rId34" Type="http://schemas.openxmlformats.org/officeDocument/2006/relationships/tags" Target="../tags/tag2992.xml"/><Relationship Id="rId50" Type="http://schemas.openxmlformats.org/officeDocument/2006/relationships/tags" Target="../tags/tag3008.xml"/><Relationship Id="rId55" Type="http://schemas.openxmlformats.org/officeDocument/2006/relationships/tags" Target="../tags/tag3013.xml"/><Relationship Id="rId76" Type="http://schemas.openxmlformats.org/officeDocument/2006/relationships/tags" Target="../tags/tag3034.xml"/><Relationship Id="rId97" Type="http://schemas.openxmlformats.org/officeDocument/2006/relationships/slide" Target="slide101.xml"/><Relationship Id="rId7" Type="http://schemas.openxmlformats.org/officeDocument/2006/relationships/tags" Target="../tags/tag2965.xml"/><Relationship Id="rId71" Type="http://schemas.openxmlformats.org/officeDocument/2006/relationships/tags" Target="../tags/tag3029.xml"/><Relationship Id="rId92" Type="http://schemas.openxmlformats.org/officeDocument/2006/relationships/tags" Target="../tags/tag3050.xml"/><Relationship Id="rId2" Type="http://schemas.openxmlformats.org/officeDocument/2006/relationships/tags" Target="../tags/tag2960.xml"/><Relationship Id="rId29" Type="http://schemas.openxmlformats.org/officeDocument/2006/relationships/tags" Target="../tags/tag2987.xml"/><Relationship Id="rId24" Type="http://schemas.openxmlformats.org/officeDocument/2006/relationships/tags" Target="../tags/tag2982.xml"/><Relationship Id="rId40" Type="http://schemas.openxmlformats.org/officeDocument/2006/relationships/tags" Target="../tags/tag2998.xml"/><Relationship Id="rId45" Type="http://schemas.openxmlformats.org/officeDocument/2006/relationships/tags" Target="../tags/tag3003.xml"/><Relationship Id="rId66" Type="http://schemas.openxmlformats.org/officeDocument/2006/relationships/tags" Target="../tags/tag3024.xml"/><Relationship Id="rId87" Type="http://schemas.openxmlformats.org/officeDocument/2006/relationships/tags" Target="../tags/tag3045.xml"/><Relationship Id="rId61" Type="http://schemas.openxmlformats.org/officeDocument/2006/relationships/tags" Target="../tags/tag3019.xml"/><Relationship Id="rId82" Type="http://schemas.openxmlformats.org/officeDocument/2006/relationships/tags" Target="../tags/tag3040.xml"/><Relationship Id="rId19" Type="http://schemas.openxmlformats.org/officeDocument/2006/relationships/tags" Target="../tags/tag2977.xml"/><Relationship Id="rId14" Type="http://schemas.openxmlformats.org/officeDocument/2006/relationships/tags" Target="../tags/tag2972.xml"/><Relationship Id="rId30" Type="http://schemas.openxmlformats.org/officeDocument/2006/relationships/tags" Target="../tags/tag2988.xml"/><Relationship Id="rId35" Type="http://schemas.openxmlformats.org/officeDocument/2006/relationships/tags" Target="../tags/tag2993.xml"/><Relationship Id="rId56" Type="http://schemas.openxmlformats.org/officeDocument/2006/relationships/tags" Target="../tags/tag3014.xml"/><Relationship Id="rId77" Type="http://schemas.openxmlformats.org/officeDocument/2006/relationships/tags" Target="../tags/tag3035.xml"/><Relationship Id="rId8" Type="http://schemas.openxmlformats.org/officeDocument/2006/relationships/tags" Target="../tags/tag2966.xml"/><Relationship Id="rId51" Type="http://schemas.openxmlformats.org/officeDocument/2006/relationships/tags" Target="../tags/tag3009.xml"/><Relationship Id="rId72" Type="http://schemas.openxmlformats.org/officeDocument/2006/relationships/tags" Target="../tags/tag3030.xml"/><Relationship Id="rId93" Type="http://schemas.openxmlformats.org/officeDocument/2006/relationships/tags" Target="../tags/tag3051.xml"/></Relationships>
</file>

<file path=ppt/slides/_rels/slide82.xml.rels><?xml version="1.0" encoding="UTF-8" standalone="yes"?>
<Relationships xmlns="http://schemas.openxmlformats.org/package/2006/relationships"><Relationship Id="rId117" Type="http://schemas.openxmlformats.org/officeDocument/2006/relationships/tags" Target="../tags/tag3168.xml"/><Relationship Id="rId21" Type="http://schemas.openxmlformats.org/officeDocument/2006/relationships/tags" Target="../tags/tag3072.xml"/><Relationship Id="rId42" Type="http://schemas.openxmlformats.org/officeDocument/2006/relationships/tags" Target="../tags/tag3093.xml"/><Relationship Id="rId63" Type="http://schemas.openxmlformats.org/officeDocument/2006/relationships/tags" Target="../tags/tag3114.xml"/><Relationship Id="rId84" Type="http://schemas.openxmlformats.org/officeDocument/2006/relationships/tags" Target="../tags/tag3135.xml"/><Relationship Id="rId138" Type="http://schemas.openxmlformats.org/officeDocument/2006/relationships/tags" Target="../tags/tag3189.xml"/><Relationship Id="rId159" Type="http://schemas.openxmlformats.org/officeDocument/2006/relationships/tags" Target="../tags/tag3210.xml"/><Relationship Id="rId170" Type="http://schemas.openxmlformats.org/officeDocument/2006/relationships/tags" Target="../tags/tag3221.xml"/><Relationship Id="rId107" Type="http://schemas.openxmlformats.org/officeDocument/2006/relationships/tags" Target="../tags/tag3158.xml"/><Relationship Id="rId11" Type="http://schemas.openxmlformats.org/officeDocument/2006/relationships/tags" Target="../tags/tag3062.xml"/><Relationship Id="rId32" Type="http://schemas.openxmlformats.org/officeDocument/2006/relationships/tags" Target="../tags/tag3083.xml"/><Relationship Id="rId53" Type="http://schemas.openxmlformats.org/officeDocument/2006/relationships/tags" Target="../tags/tag3104.xml"/><Relationship Id="rId74" Type="http://schemas.openxmlformats.org/officeDocument/2006/relationships/tags" Target="../tags/tag3125.xml"/><Relationship Id="rId128" Type="http://schemas.openxmlformats.org/officeDocument/2006/relationships/tags" Target="../tags/tag3179.xml"/><Relationship Id="rId149" Type="http://schemas.openxmlformats.org/officeDocument/2006/relationships/tags" Target="../tags/tag3200.xml"/><Relationship Id="rId5" Type="http://schemas.openxmlformats.org/officeDocument/2006/relationships/tags" Target="../tags/tag3056.xml"/><Relationship Id="rId95" Type="http://schemas.openxmlformats.org/officeDocument/2006/relationships/tags" Target="../tags/tag3146.xml"/><Relationship Id="rId160" Type="http://schemas.openxmlformats.org/officeDocument/2006/relationships/tags" Target="../tags/tag3211.xml"/><Relationship Id="rId22" Type="http://schemas.openxmlformats.org/officeDocument/2006/relationships/tags" Target="../tags/tag3073.xml"/><Relationship Id="rId43" Type="http://schemas.openxmlformats.org/officeDocument/2006/relationships/tags" Target="../tags/tag3094.xml"/><Relationship Id="rId64" Type="http://schemas.openxmlformats.org/officeDocument/2006/relationships/tags" Target="../tags/tag3115.xml"/><Relationship Id="rId118" Type="http://schemas.openxmlformats.org/officeDocument/2006/relationships/tags" Target="../tags/tag3169.xml"/><Relationship Id="rId139" Type="http://schemas.openxmlformats.org/officeDocument/2006/relationships/tags" Target="../tags/tag3190.xml"/><Relationship Id="rId85" Type="http://schemas.openxmlformats.org/officeDocument/2006/relationships/tags" Target="../tags/tag3136.xml"/><Relationship Id="rId150" Type="http://schemas.openxmlformats.org/officeDocument/2006/relationships/tags" Target="../tags/tag3201.xml"/><Relationship Id="rId171" Type="http://schemas.openxmlformats.org/officeDocument/2006/relationships/tags" Target="../tags/tag3222.xml"/><Relationship Id="rId12" Type="http://schemas.openxmlformats.org/officeDocument/2006/relationships/tags" Target="../tags/tag3063.xml"/><Relationship Id="rId33" Type="http://schemas.openxmlformats.org/officeDocument/2006/relationships/tags" Target="../tags/tag3084.xml"/><Relationship Id="rId108" Type="http://schemas.openxmlformats.org/officeDocument/2006/relationships/tags" Target="../tags/tag3159.xml"/><Relationship Id="rId129" Type="http://schemas.openxmlformats.org/officeDocument/2006/relationships/tags" Target="../tags/tag3180.xml"/><Relationship Id="rId54" Type="http://schemas.openxmlformats.org/officeDocument/2006/relationships/tags" Target="../tags/tag3105.xml"/><Relationship Id="rId75" Type="http://schemas.openxmlformats.org/officeDocument/2006/relationships/tags" Target="../tags/tag3126.xml"/><Relationship Id="rId96" Type="http://schemas.openxmlformats.org/officeDocument/2006/relationships/tags" Target="../tags/tag3147.xml"/><Relationship Id="rId140" Type="http://schemas.openxmlformats.org/officeDocument/2006/relationships/tags" Target="../tags/tag3191.xml"/><Relationship Id="rId161" Type="http://schemas.openxmlformats.org/officeDocument/2006/relationships/tags" Target="../tags/tag3212.xml"/><Relationship Id="rId6" Type="http://schemas.openxmlformats.org/officeDocument/2006/relationships/tags" Target="../tags/tag3057.xml"/><Relationship Id="rId23" Type="http://schemas.openxmlformats.org/officeDocument/2006/relationships/tags" Target="../tags/tag3074.xml"/><Relationship Id="rId28" Type="http://schemas.openxmlformats.org/officeDocument/2006/relationships/tags" Target="../tags/tag3079.xml"/><Relationship Id="rId49" Type="http://schemas.openxmlformats.org/officeDocument/2006/relationships/tags" Target="../tags/tag3100.xml"/><Relationship Id="rId114" Type="http://schemas.openxmlformats.org/officeDocument/2006/relationships/tags" Target="../tags/tag3165.xml"/><Relationship Id="rId119" Type="http://schemas.openxmlformats.org/officeDocument/2006/relationships/tags" Target="../tags/tag3170.xml"/><Relationship Id="rId44" Type="http://schemas.openxmlformats.org/officeDocument/2006/relationships/tags" Target="../tags/tag3095.xml"/><Relationship Id="rId60" Type="http://schemas.openxmlformats.org/officeDocument/2006/relationships/tags" Target="../tags/tag3111.xml"/><Relationship Id="rId65" Type="http://schemas.openxmlformats.org/officeDocument/2006/relationships/tags" Target="../tags/tag3116.xml"/><Relationship Id="rId81" Type="http://schemas.openxmlformats.org/officeDocument/2006/relationships/tags" Target="../tags/tag3132.xml"/><Relationship Id="rId86" Type="http://schemas.openxmlformats.org/officeDocument/2006/relationships/tags" Target="../tags/tag3137.xml"/><Relationship Id="rId130" Type="http://schemas.openxmlformats.org/officeDocument/2006/relationships/tags" Target="../tags/tag3181.xml"/><Relationship Id="rId135" Type="http://schemas.openxmlformats.org/officeDocument/2006/relationships/tags" Target="../tags/tag3186.xml"/><Relationship Id="rId151" Type="http://schemas.openxmlformats.org/officeDocument/2006/relationships/tags" Target="../tags/tag3202.xml"/><Relationship Id="rId156" Type="http://schemas.openxmlformats.org/officeDocument/2006/relationships/tags" Target="../tags/tag3207.xml"/><Relationship Id="rId177" Type="http://schemas.openxmlformats.org/officeDocument/2006/relationships/tags" Target="../tags/tag3228.xml"/><Relationship Id="rId172" Type="http://schemas.openxmlformats.org/officeDocument/2006/relationships/tags" Target="../tags/tag3223.xml"/><Relationship Id="rId13" Type="http://schemas.openxmlformats.org/officeDocument/2006/relationships/tags" Target="../tags/tag3064.xml"/><Relationship Id="rId18" Type="http://schemas.openxmlformats.org/officeDocument/2006/relationships/tags" Target="../tags/tag3069.xml"/><Relationship Id="rId39" Type="http://schemas.openxmlformats.org/officeDocument/2006/relationships/tags" Target="../tags/tag3090.xml"/><Relationship Id="rId109" Type="http://schemas.openxmlformats.org/officeDocument/2006/relationships/tags" Target="../tags/tag3160.xml"/><Relationship Id="rId34" Type="http://schemas.openxmlformats.org/officeDocument/2006/relationships/tags" Target="../tags/tag3085.xml"/><Relationship Id="rId50" Type="http://schemas.openxmlformats.org/officeDocument/2006/relationships/tags" Target="../tags/tag3101.xml"/><Relationship Id="rId55" Type="http://schemas.openxmlformats.org/officeDocument/2006/relationships/tags" Target="../tags/tag3106.xml"/><Relationship Id="rId76" Type="http://schemas.openxmlformats.org/officeDocument/2006/relationships/tags" Target="../tags/tag3127.xml"/><Relationship Id="rId97" Type="http://schemas.openxmlformats.org/officeDocument/2006/relationships/tags" Target="../tags/tag3148.xml"/><Relationship Id="rId104" Type="http://schemas.openxmlformats.org/officeDocument/2006/relationships/tags" Target="../tags/tag3155.xml"/><Relationship Id="rId120" Type="http://schemas.openxmlformats.org/officeDocument/2006/relationships/tags" Target="../tags/tag3171.xml"/><Relationship Id="rId125" Type="http://schemas.openxmlformats.org/officeDocument/2006/relationships/tags" Target="../tags/tag3176.xml"/><Relationship Id="rId141" Type="http://schemas.openxmlformats.org/officeDocument/2006/relationships/tags" Target="../tags/tag3192.xml"/><Relationship Id="rId146" Type="http://schemas.openxmlformats.org/officeDocument/2006/relationships/tags" Target="../tags/tag3197.xml"/><Relationship Id="rId167" Type="http://schemas.openxmlformats.org/officeDocument/2006/relationships/tags" Target="../tags/tag3218.xml"/><Relationship Id="rId7" Type="http://schemas.openxmlformats.org/officeDocument/2006/relationships/tags" Target="../tags/tag3058.xml"/><Relationship Id="rId71" Type="http://schemas.openxmlformats.org/officeDocument/2006/relationships/tags" Target="../tags/tag3122.xml"/><Relationship Id="rId92" Type="http://schemas.openxmlformats.org/officeDocument/2006/relationships/tags" Target="../tags/tag3143.xml"/><Relationship Id="rId162" Type="http://schemas.openxmlformats.org/officeDocument/2006/relationships/tags" Target="../tags/tag3213.xml"/><Relationship Id="rId2" Type="http://schemas.openxmlformats.org/officeDocument/2006/relationships/tags" Target="../tags/tag3053.xml"/><Relationship Id="rId29" Type="http://schemas.openxmlformats.org/officeDocument/2006/relationships/tags" Target="../tags/tag3080.xml"/><Relationship Id="rId24" Type="http://schemas.openxmlformats.org/officeDocument/2006/relationships/tags" Target="../tags/tag3075.xml"/><Relationship Id="rId40" Type="http://schemas.openxmlformats.org/officeDocument/2006/relationships/tags" Target="../tags/tag3091.xml"/><Relationship Id="rId45" Type="http://schemas.openxmlformats.org/officeDocument/2006/relationships/tags" Target="../tags/tag3096.xml"/><Relationship Id="rId66" Type="http://schemas.openxmlformats.org/officeDocument/2006/relationships/tags" Target="../tags/tag3117.xml"/><Relationship Id="rId87" Type="http://schemas.openxmlformats.org/officeDocument/2006/relationships/tags" Target="../tags/tag3138.xml"/><Relationship Id="rId110" Type="http://schemas.openxmlformats.org/officeDocument/2006/relationships/tags" Target="../tags/tag3161.xml"/><Relationship Id="rId115" Type="http://schemas.openxmlformats.org/officeDocument/2006/relationships/tags" Target="../tags/tag3166.xml"/><Relationship Id="rId131" Type="http://schemas.openxmlformats.org/officeDocument/2006/relationships/tags" Target="../tags/tag3182.xml"/><Relationship Id="rId136" Type="http://schemas.openxmlformats.org/officeDocument/2006/relationships/tags" Target="../tags/tag3187.xml"/><Relationship Id="rId157" Type="http://schemas.openxmlformats.org/officeDocument/2006/relationships/tags" Target="../tags/tag3208.xml"/><Relationship Id="rId178" Type="http://schemas.openxmlformats.org/officeDocument/2006/relationships/slideLayout" Target="../slideLayouts/slideLayout7.xml"/><Relationship Id="rId61" Type="http://schemas.openxmlformats.org/officeDocument/2006/relationships/tags" Target="../tags/tag3112.xml"/><Relationship Id="rId82" Type="http://schemas.openxmlformats.org/officeDocument/2006/relationships/tags" Target="../tags/tag3133.xml"/><Relationship Id="rId152" Type="http://schemas.openxmlformats.org/officeDocument/2006/relationships/tags" Target="../tags/tag3203.xml"/><Relationship Id="rId173" Type="http://schemas.openxmlformats.org/officeDocument/2006/relationships/tags" Target="../tags/tag3224.xml"/><Relationship Id="rId19" Type="http://schemas.openxmlformats.org/officeDocument/2006/relationships/tags" Target="../tags/tag3070.xml"/><Relationship Id="rId14" Type="http://schemas.openxmlformats.org/officeDocument/2006/relationships/tags" Target="../tags/tag3065.xml"/><Relationship Id="rId30" Type="http://schemas.openxmlformats.org/officeDocument/2006/relationships/tags" Target="../tags/tag3081.xml"/><Relationship Id="rId35" Type="http://schemas.openxmlformats.org/officeDocument/2006/relationships/tags" Target="../tags/tag3086.xml"/><Relationship Id="rId56" Type="http://schemas.openxmlformats.org/officeDocument/2006/relationships/tags" Target="../tags/tag3107.xml"/><Relationship Id="rId77" Type="http://schemas.openxmlformats.org/officeDocument/2006/relationships/tags" Target="../tags/tag3128.xml"/><Relationship Id="rId100" Type="http://schemas.openxmlformats.org/officeDocument/2006/relationships/tags" Target="../tags/tag3151.xml"/><Relationship Id="rId105" Type="http://schemas.openxmlformats.org/officeDocument/2006/relationships/tags" Target="../tags/tag3156.xml"/><Relationship Id="rId126" Type="http://schemas.openxmlformats.org/officeDocument/2006/relationships/tags" Target="../tags/tag3177.xml"/><Relationship Id="rId147" Type="http://schemas.openxmlformats.org/officeDocument/2006/relationships/tags" Target="../tags/tag3198.xml"/><Relationship Id="rId168" Type="http://schemas.openxmlformats.org/officeDocument/2006/relationships/tags" Target="../tags/tag3219.xml"/><Relationship Id="rId8" Type="http://schemas.openxmlformats.org/officeDocument/2006/relationships/tags" Target="../tags/tag3059.xml"/><Relationship Id="rId51" Type="http://schemas.openxmlformats.org/officeDocument/2006/relationships/tags" Target="../tags/tag3102.xml"/><Relationship Id="rId72" Type="http://schemas.openxmlformats.org/officeDocument/2006/relationships/tags" Target="../tags/tag3123.xml"/><Relationship Id="rId93" Type="http://schemas.openxmlformats.org/officeDocument/2006/relationships/tags" Target="../tags/tag3144.xml"/><Relationship Id="rId98" Type="http://schemas.openxmlformats.org/officeDocument/2006/relationships/tags" Target="../tags/tag3149.xml"/><Relationship Id="rId121" Type="http://schemas.openxmlformats.org/officeDocument/2006/relationships/tags" Target="../tags/tag3172.xml"/><Relationship Id="rId142" Type="http://schemas.openxmlformats.org/officeDocument/2006/relationships/tags" Target="../tags/tag3193.xml"/><Relationship Id="rId163" Type="http://schemas.openxmlformats.org/officeDocument/2006/relationships/tags" Target="../tags/tag3214.xml"/><Relationship Id="rId3" Type="http://schemas.openxmlformats.org/officeDocument/2006/relationships/tags" Target="../tags/tag3054.xml"/><Relationship Id="rId25" Type="http://schemas.openxmlformats.org/officeDocument/2006/relationships/tags" Target="../tags/tag3076.xml"/><Relationship Id="rId46" Type="http://schemas.openxmlformats.org/officeDocument/2006/relationships/tags" Target="../tags/tag3097.xml"/><Relationship Id="rId67" Type="http://schemas.openxmlformats.org/officeDocument/2006/relationships/tags" Target="../tags/tag3118.xml"/><Relationship Id="rId116" Type="http://schemas.openxmlformats.org/officeDocument/2006/relationships/tags" Target="../tags/tag3167.xml"/><Relationship Id="rId137" Type="http://schemas.openxmlformats.org/officeDocument/2006/relationships/tags" Target="../tags/tag3188.xml"/><Relationship Id="rId158" Type="http://schemas.openxmlformats.org/officeDocument/2006/relationships/tags" Target="../tags/tag3209.xml"/><Relationship Id="rId20" Type="http://schemas.openxmlformats.org/officeDocument/2006/relationships/tags" Target="../tags/tag3071.xml"/><Relationship Id="rId41" Type="http://schemas.openxmlformats.org/officeDocument/2006/relationships/tags" Target="../tags/tag3092.xml"/><Relationship Id="rId62" Type="http://schemas.openxmlformats.org/officeDocument/2006/relationships/tags" Target="../tags/tag3113.xml"/><Relationship Id="rId83" Type="http://schemas.openxmlformats.org/officeDocument/2006/relationships/tags" Target="../tags/tag3134.xml"/><Relationship Id="rId88" Type="http://schemas.openxmlformats.org/officeDocument/2006/relationships/tags" Target="../tags/tag3139.xml"/><Relationship Id="rId111" Type="http://schemas.openxmlformats.org/officeDocument/2006/relationships/tags" Target="../tags/tag3162.xml"/><Relationship Id="rId132" Type="http://schemas.openxmlformats.org/officeDocument/2006/relationships/tags" Target="../tags/tag3183.xml"/><Relationship Id="rId153" Type="http://schemas.openxmlformats.org/officeDocument/2006/relationships/tags" Target="../tags/tag3204.xml"/><Relationship Id="rId174" Type="http://schemas.openxmlformats.org/officeDocument/2006/relationships/tags" Target="../tags/tag3225.xml"/><Relationship Id="rId179" Type="http://schemas.openxmlformats.org/officeDocument/2006/relationships/notesSlide" Target="../notesSlides/notesSlide66.xml"/><Relationship Id="rId15" Type="http://schemas.openxmlformats.org/officeDocument/2006/relationships/tags" Target="../tags/tag3066.xml"/><Relationship Id="rId36" Type="http://schemas.openxmlformats.org/officeDocument/2006/relationships/tags" Target="../tags/tag3087.xml"/><Relationship Id="rId57" Type="http://schemas.openxmlformats.org/officeDocument/2006/relationships/tags" Target="../tags/tag3108.xml"/><Relationship Id="rId106" Type="http://schemas.openxmlformats.org/officeDocument/2006/relationships/tags" Target="../tags/tag3157.xml"/><Relationship Id="rId127" Type="http://schemas.openxmlformats.org/officeDocument/2006/relationships/tags" Target="../tags/tag3178.xml"/><Relationship Id="rId10" Type="http://schemas.openxmlformats.org/officeDocument/2006/relationships/tags" Target="../tags/tag3061.xml"/><Relationship Id="rId31" Type="http://schemas.openxmlformats.org/officeDocument/2006/relationships/tags" Target="../tags/tag3082.xml"/><Relationship Id="rId52" Type="http://schemas.openxmlformats.org/officeDocument/2006/relationships/tags" Target="../tags/tag3103.xml"/><Relationship Id="rId73" Type="http://schemas.openxmlformats.org/officeDocument/2006/relationships/tags" Target="../tags/tag3124.xml"/><Relationship Id="rId78" Type="http://schemas.openxmlformats.org/officeDocument/2006/relationships/tags" Target="../tags/tag3129.xml"/><Relationship Id="rId94" Type="http://schemas.openxmlformats.org/officeDocument/2006/relationships/tags" Target="../tags/tag3145.xml"/><Relationship Id="rId99" Type="http://schemas.openxmlformats.org/officeDocument/2006/relationships/tags" Target="../tags/tag3150.xml"/><Relationship Id="rId101" Type="http://schemas.openxmlformats.org/officeDocument/2006/relationships/tags" Target="../tags/tag3152.xml"/><Relationship Id="rId122" Type="http://schemas.openxmlformats.org/officeDocument/2006/relationships/tags" Target="../tags/tag3173.xml"/><Relationship Id="rId143" Type="http://schemas.openxmlformats.org/officeDocument/2006/relationships/tags" Target="../tags/tag3194.xml"/><Relationship Id="rId148" Type="http://schemas.openxmlformats.org/officeDocument/2006/relationships/tags" Target="../tags/tag3199.xml"/><Relationship Id="rId164" Type="http://schemas.openxmlformats.org/officeDocument/2006/relationships/tags" Target="../tags/tag3215.xml"/><Relationship Id="rId169" Type="http://schemas.openxmlformats.org/officeDocument/2006/relationships/tags" Target="../tags/tag3220.xml"/><Relationship Id="rId4" Type="http://schemas.openxmlformats.org/officeDocument/2006/relationships/tags" Target="../tags/tag3055.xml"/><Relationship Id="rId9" Type="http://schemas.openxmlformats.org/officeDocument/2006/relationships/tags" Target="../tags/tag3060.xml"/><Relationship Id="rId26" Type="http://schemas.openxmlformats.org/officeDocument/2006/relationships/tags" Target="../tags/tag3077.xml"/><Relationship Id="rId47" Type="http://schemas.openxmlformats.org/officeDocument/2006/relationships/tags" Target="../tags/tag3098.xml"/><Relationship Id="rId68" Type="http://schemas.openxmlformats.org/officeDocument/2006/relationships/tags" Target="../tags/tag3119.xml"/><Relationship Id="rId89" Type="http://schemas.openxmlformats.org/officeDocument/2006/relationships/tags" Target="../tags/tag3140.xml"/><Relationship Id="rId112" Type="http://schemas.openxmlformats.org/officeDocument/2006/relationships/tags" Target="../tags/tag3163.xml"/><Relationship Id="rId133" Type="http://schemas.openxmlformats.org/officeDocument/2006/relationships/tags" Target="../tags/tag3184.xml"/><Relationship Id="rId154" Type="http://schemas.openxmlformats.org/officeDocument/2006/relationships/tags" Target="../tags/tag3205.xml"/><Relationship Id="rId175" Type="http://schemas.openxmlformats.org/officeDocument/2006/relationships/tags" Target="../tags/tag3226.xml"/><Relationship Id="rId16" Type="http://schemas.openxmlformats.org/officeDocument/2006/relationships/tags" Target="../tags/tag3067.xml"/><Relationship Id="rId37" Type="http://schemas.openxmlformats.org/officeDocument/2006/relationships/tags" Target="../tags/tag3088.xml"/><Relationship Id="rId58" Type="http://schemas.openxmlformats.org/officeDocument/2006/relationships/tags" Target="../tags/tag3109.xml"/><Relationship Id="rId79" Type="http://schemas.openxmlformats.org/officeDocument/2006/relationships/tags" Target="../tags/tag3130.xml"/><Relationship Id="rId102" Type="http://schemas.openxmlformats.org/officeDocument/2006/relationships/tags" Target="../tags/tag3153.xml"/><Relationship Id="rId123" Type="http://schemas.openxmlformats.org/officeDocument/2006/relationships/tags" Target="../tags/tag3174.xml"/><Relationship Id="rId144" Type="http://schemas.openxmlformats.org/officeDocument/2006/relationships/tags" Target="../tags/tag3195.xml"/><Relationship Id="rId90" Type="http://schemas.openxmlformats.org/officeDocument/2006/relationships/tags" Target="../tags/tag3141.xml"/><Relationship Id="rId165" Type="http://schemas.openxmlformats.org/officeDocument/2006/relationships/tags" Target="../tags/tag3216.xml"/><Relationship Id="rId27" Type="http://schemas.openxmlformats.org/officeDocument/2006/relationships/tags" Target="../tags/tag3078.xml"/><Relationship Id="rId48" Type="http://schemas.openxmlformats.org/officeDocument/2006/relationships/tags" Target="../tags/tag3099.xml"/><Relationship Id="rId69" Type="http://schemas.openxmlformats.org/officeDocument/2006/relationships/tags" Target="../tags/tag3120.xml"/><Relationship Id="rId113" Type="http://schemas.openxmlformats.org/officeDocument/2006/relationships/tags" Target="../tags/tag3164.xml"/><Relationship Id="rId134" Type="http://schemas.openxmlformats.org/officeDocument/2006/relationships/tags" Target="../tags/tag3185.xml"/><Relationship Id="rId80" Type="http://schemas.openxmlformats.org/officeDocument/2006/relationships/tags" Target="../tags/tag3131.xml"/><Relationship Id="rId155" Type="http://schemas.openxmlformats.org/officeDocument/2006/relationships/tags" Target="../tags/tag3206.xml"/><Relationship Id="rId176" Type="http://schemas.openxmlformats.org/officeDocument/2006/relationships/tags" Target="../tags/tag3227.xml"/><Relationship Id="rId17" Type="http://schemas.openxmlformats.org/officeDocument/2006/relationships/tags" Target="../tags/tag3068.xml"/><Relationship Id="rId38" Type="http://schemas.openxmlformats.org/officeDocument/2006/relationships/tags" Target="../tags/tag3089.xml"/><Relationship Id="rId59" Type="http://schemas.openxmlformats.org/officeDocument/2006/relationships/tags" Target="../tags/tag3110.xml"/><Relationship Id="rId103" Type="http://schemas.openxmlformats.org/officeDocument/2006/relationships/tags" Target="../tags/tag3154.xml"/><Relationship Id="rId124" Type="http://schemas.openxmlformats.org/officeDocument/2006/relationships/tags" Target="../tags/tag3175.xml"/><Relationship Id="rId70" Type="http://schemas.openxmlformats.org/officeDocument/2006/relationships/tags" Target="../tags/tag3121.xml"/><Relationship Id="rId91" Type="http://schemas.openxmlformats.org/officeDocument/2006/relationships/tags" Target="../tags/tag3142.xml"/><Relationship Id="rId145" Type="http://schemas.openxmlformats.org/officeDocument/2006/relationships/tags" Target="../tags/tag3196.xml"/><Relationship Id="rId166" Type="http://schemas.openxmlformats.org/officeDocument/2006/relationships/tags" Target="../tags/tag3217.xml"/><Relationship Id="rId1" Type="http://schemas.openxmlformats.org/officeDocument/2006/relationships/tags" Target="../tags/tag3052.xml"/></Relationships>
</file>

<file path=ppt/slides/_rels/slide83.xml.rels><?xml version="1.0" encoding="UTF-8" standalone="yes"?>
<Relationships xmlns="http://schemas.openxmlformats.org/package/2006/relationships"><Relationship Id="rId26" Type="http://schemas.openxmlformats.org/officeDocument/2006/relationships/tags" Target="../tags/tag3254.xml"/><Relationship Id="rId21" Type="http://schemas.openxmlformats.org/officeDocument/2006/relationships/tags" Target="../tags/tag3249.xml"/><Relationship Id="rId42" Type="http://schemas.openxmlformats.org/officeDocument/2006/relationships/tags" Target="../tags/tag3270.xml"/><Relationship Id="rId47" Type="http://schemas.openxmlformats.org/officeDocument/2006/relationships/tags" Target="../tags/tag3275.xml"/><Relationship Id="rId63" Type="http://schemas.openxmlformats.org/officeDocument/2006/relationships/tags" Target="../tags/tag3291.xml"/><Relationship Id="rId68" Type="http://schemas.openxmlformats.org/officeDocument/2006/relationships/notesSlide" Target="../notesSlides/notesSlide67.xml"/><Relationship Id="rId7" Type="http://schemas.openxmlformats.org/officeDocument/2006/relationships/tags" Target="../tags/tag3235.xml"/><Relationship Id="rId2" Type="http://schemas.openxmlformats.org/officeDocument/2006/relationships/tags" Target="../tags/tag3230.xml"/><Relationship Id="rId16" Type="http://schemas.openxmlformats.org/officeDocument/2006/relationships/tags" Target="../tags/tag3244.xml"/><Relationship Id="rId29" Type="http://schemas.openxmlformats.org/officeDocument/2006/relationships/tags" Target="../tags/tag3257.xml"/><Relationship Id="rId11" Type="http://schemas.openxmlformats.org/officeDocument/2006/relationships/tags" Target="../tags/tag3239.xml"/><Relationship Id="rId24" Type="http://schemas.openxmlformats.org/officeDocument/2006/relationships/tags" Target="../tags/tag3252.xml"/><Relationship Id="rId32" Type="http://schemas.openxmlformats.org/officeDocument/2006/relationships/tags" Target="../tags/tag3260.xml"/><Relationship Id="rId37" Type="http://schemas.openxmlformats.org/officeDocument/2006/relationships/tags" Target="../tags/tag3265.xml"/><Relationship Id="rId40" Type="http://schemas.openxmlformats.org/officeDocument/2006/relationships/tags" Target="../tags/tag3268.xml"/><Relationship Id="rId45" Type="http://schemas.openxmlformats.org/officeDocument/2006/relationships/tags" Target="../tags/tag3273.xml"/><Relationship Id="rId53" Type="http://schemas.openxmlformats.org/officeDocument/2006/relationships/tags" Target="../tags/tag3281.xml"/><Relationship Id="rId58" Type="http://schemas.openxmlformats.org/officeDocument/2006/relationships/tags" Target="../tags/tag3286.xml"/><Relationship Id="rId66" Type="http://schemas.openxmlformats.org/officeDocument/2006/relationships/tags" Target="../tags/tag3294.xml"/><Relationship Id="rId5" Type="http://schemas.openxmlformats.org/officeDocument/2006/relationships/tags" Target="../tags/tag3233.xml"/><Relationship Id="rId61" Type="http://schemas.openxmlformats.org/officeDocument/2006/relationships/tags" Target="../tags/tag3289.xml"/><Relationship Id="rId19" Type="http://schemas.openxmlformats.org/officeDocument/2006/relationships/tags" Target="../tags/tag3247.xml"/><Relationship Id="rId14" Type="http://schemas.openxmlformats.org/officeDocument/2006/relationships/tags" Target="../tags/tag3242.xml"/><Relationship Id="rId22" Type="http://schemas.openxmlformats.org/officeDocument/2006/relationships/tags" Target="../tags/tag3250.xml"/><Relationship Id="rId27" Type="http://schemas.openxmlformats.org/officeDocument/2006/relationships/tags" Target="../tags/tag3255.xml"/><Relationship Id="rId30" Type="http://schemas.openxmlformats.org/officeDocument/2006/relationships/tags" Target="../tags/tag3258.xml"/><Relationship Id="rId35" Type="http://schemas.openxmlformats.org/officeDocument/2006/relationships/tags" Target="../tags/tag3263.xml"/><Relationship Id="rId43" Type="http://schemas.openxmlformats.org/officeDocument/2006/relationships/tags" Target="../tags/tag3271.xml"/><Relationship Id="rId48" Type="http://schemas.openxmlformats.org/officeDocument/2006/relationships/tags" Target="../tags/tag3276.xml"/><Relationship Id="rId56" Type="http://schemas.openxmlformats.org/officeDocument/2006/relationships/tags" Target="../tags/tag3284.xml"/><Relationship Id="rId64" Type="http://schemas.openxmlformats.org/officeDocument/2006/relationships/tags" Target="../tags/tag3292.xml"/><Relationship Id="rId69" Type="http://schemas.openxmlformats.org/officeDocument/2006/relationships/slide" Target="slide89.xml"/><Relationship Id="rId8" Type="http://schemas.openxmlformats.org/officeDocument/2006/relationships/tags" Target="../tags/tag3236.xml"/><Relationship Id="rId51" Type="http://schemas.openxmlformats.org/officeDocument/2006/relationships/tags" Target="../tags/tag3279.xml"/><Relationship Id="rId3" Type="http://schemas.openxmlformats.org/officeDocument/2006/relationships/tags" Target="../tags/tag3231.xml"/><Relationship Id="rId12" Type="http://schemas.openxmlformats.org/officeDocument/2006/relationships/tags" Target="../tags/tag3240.xml"/><Relationship Id="rId17" Type="http://schemas.openxmlformats.org/officeDocument/2006/relationships/tags" Target="../tags/tag3245.xml"/><Relationship Id="rId25" Type="http://schemas.openxmlformats.org/officeDocument/2006/relationships/tags" Target="../tags/tag3253.xml"/><Relationship Id="rId33" Type="http://schemas.openxmlformats.org/officeDocument/2006/relationships/tags" Target="../tags/tag3261.xml"/><Relationship Id="rId38" Type="http://schemas.openxmlformats.org/officeDocument/2006/relationships/tags" Target="../tags/tag3266.xml"/><Relationship Id="rId46" Type="http://schemas.openxmlformats.org/officeDocument/2006/relationships/tags" Target="../tags/tag3274.xml"/><Relationship Id="rId59" Type="http://schemas.openxmlformats.org/officeDocument/2006/relationships/tags" Target="../tags/tag3287.xml"/><Relationship Id="rId67" Type="http://schemas.openxmlformats.org/officeDocument/2006/relationships/slideLayout" Target="../slideLayouts/slideLayout7.xml"/><Relationship Id="rId20" Type="http://schemas.openxmlformats.org/officeDocument/2006/relationships/tags" Target="../tags/tag3248.xml"/><Relationship Id="rId41" Type="http://schemas.openxmlformats.org/officeDocument/2006/relationships/tags" Target="../tags/tag3269.xml"/><Relationship Id="rId54" Type="http://schemas.openxmlformats.org/officeDocument/2006/relationships/tags" Target="../tags/tag3282.xml"/><Relationship Id="rId62" Type="http://schemas.openxmlformats.org/officeDocument/2006/relationships/tags" Target="../tags/tag3290.xml"/><Relationship Id="rId1" Type="http://schemas.openxmlformats.org/officeDocument/2006/relationships/tags" Target="../tags/tag3229.xml"/><Relationship Id="rId6" Type="http://schemas.openxmlformats.org/officeDocument/2006/relationships/tags" Target="../tags/tag3234.xml"/><Relationship Id="rId15" Type="http://schemas.openxmlformats.org/officeDocument/2006/relationships/tags" Target="../tags/tag3243.xml"/><Relationship Id="rId23" Type="http://schemas.openxmlformats.org/officeDocument/2006/relationships/tags" Target="../tags/tag3251.xml"/><Relationship Id="rId28" Type="http://schemas.openxmlformats.org/officeDocument/2006/relationships/tags" Target="../tags/tag3256.xml"/><Relationship Id="rId36" Type="http://schemas.openxmlformats.org/officeDocument/2006/relationships/tags" Target="../tags/tag3264.xml"/><Relationship Id="rId49" Type="http://schemas.openxmlformats.org/officeDocument/2006/relationships/tags" Target="../tags/tag3277.xml"/><Relationship Id="rId57" Type="http://schemas.openxmlformats.org/officeDocument/2006/relationships/tags" Target="../tags/tag3285.xml"/><Relationship Id="rId10" Type="http://schemas.openxmlformats.org/officeDocument/2006/relationships/tags" Target="../tags/tag3238.xml"/><Relationship Id="rId31" Type="http://schemas.openxmlformats.org/officeDocument/2006/relationships/tags" Target="../tags/tag3259.xml"/><Relationship Id="rId44" Type="http://schemas.openxmlformats.org/officeDocument/2006/relationships/tags" Target="../tags/tag3272.xml"/><Relationship Id="rId52" Type="http://schemas.openxmlformats.org/officeDocument/2006/relationships/tags" Target="../tags/tag3280.xml"/><Relationship Id="rId60" Type="http://schemas.openxmlformats.org/officeDocument/2006/relationships/tags" Target="../tags/tag3288.xml"/><Relationship Id="rId65" Type="http://schemas.openxmlformats.org/officeDocument/2006/relationships/tags" Target="../tags/tag3293.xml"/><Relationship Id="rId4" Type="http://schemas.openxmlformats.org/officeDocument/2006/relationships/tags" Target="../tags/tag3232.xml"/><Relationship Id="rId9" Type="http://schemas.openxmlformats.org/officeDocument/2006/relationships/tags" Target="../tags/tag3237.xml"/><Relationship Id="rId13" Type="http://schemas.openxmlformats.org/officeDocument/2006/relationships/tags" Target="../tags/tag3241.xml"/><Relationship Id="rId18" Type="http://schemas.openxmlformats.org/officeDocument/2006/relationships/tags" Target="../tags/tag3246.xml"/><Relationship Id="rId39" Type="http://schemas.openxmlformats.org/officeDocument/2006/relationships/tags" Target="../tags/tag3267.xml"/><Relationship Id="rId34" Type="http://schemas.openxmlformats.org/officeDocument/2006/relationships/tags" Target="../tags/tag3262.xml"/><Relationship Id="rId50" Type="http://schemas.openxmlformats.org/officeDocument/2006/relationships/tags" Target="../tags/tag3278.xml"/><Relationship Id="rId55" Type="http://schemas.openxmlformats.org/officeDocument/2006/relationships/tags" Target="../tags/tag3283.xml"/></Relationships>
</file>

<file path=ppt/slides/_rels/slide84.xml.rels><?xml version="1.0" encoding="UTF-8" standalone="yes"?>
<Relationships xmlns="http://schemas.openxmlformats.org/package/2006/relationships"><Relationship Id="rId117" Type="http://schemas.openxmlformats.org/officeDocument/2006/relationships/tags" Target="../tags/tag3411.xml"/><Relationship Id="rId21" Type="http://schemas.openxmlformats.org/officeDocument/2006/relationships/tags" Target="../tags/tag3315.xml"/><Relationship Id="rId42" Type="http://schemas.openxmlformats.org/officeDocument/2006/relationships/tags" Target="../tags/tag3336.xml"/><Relationship Id="rId63" Type="http://schemas.openxmlformats.org/officeDocument/2006/relationships/tags" Target="../tags/tag3357.xml"/><Relationship Id="rId84" Type="http://schemas.openxmlformats.org/officeDocument/2006/relationships/tags" Target="../tags/tag3378.xml"/><Relationship Id="rId16" Type="http://schemas.openxmlformats.org/officeDocument/2006/relationships/tags" Target="../tags/tag3310.xml"/><Relationship Id="rId107" Type="http://schemas.openxmlformats.org/officeDocument/2006/relationships/tags" Target="../tags/tag3401.xml"/><Relationship Id="rId11" Type="http://schemas.openxmlformats.org/officeDocument/2006/relationships/tags" Target="../tags/tag3305.xml"/><Relationship Id="rId32" Type="http://schemas.openxmlformats.org/officeDocument/2006/relationships/tags" Target="../tags/tag3326.xml"/><Relationship Id="rId37" Type="http://schemas.openxmlformats.org/officeDocument/2006/relationships/tags" Target="../tags/tag3331.xml"/><Relationship Id="rId53" Type="http://schemas.openxmlformats.org/officeDocument/2006/relationships/tags" Target="../tags/tag3347.xml"/><Relationship Id="rId58" Type="http://schemas.openxmlformats.org/officeDocument/2006/relationships/tags" Target="../tags/tag3352.xml"/><Relationship Id="rId74" Type="http://schemas.openxmlformats.org/officeDocument/2006/relationships/tags" Target="../tags/tag3368.xml"/><Relationship Id="rId79" Type="http://schemas.openxmlformats.org/officeDocument/2006/relationships/tags" Target="../tags/tag3373.xml"/><Relationship Id="rId102" Type="http://schemas.openxmlformats.org/officeDocument/2006/relationships/tags" Target="../tags/tag3396.xml"/><Relationship Id="rId123" Type="http://schemas.openxmlformats.org/officeDocument/2006/relationships/tags" Target="../tags/tag3417.xml"/><Relationship Id="rId128" Type="http://schemas.openxmlformats.org/officeDocument/2006/relationships/tags" Target="../tags/tag3422.xml"/><Relationship Id="rId5" Type="http://schemas.openxmlformats.org/officeDocument/2006/relationships/tags" Target="../tags/tag3299.xml"/><Relationship Id="rId90" Type="http://schemas.openxmlformats.org/officeDocument/2006/relationships/tags" Target="../tags/tag3384.xml"/><Relationship Id="rId95" Type="http://schemas.openxmlformats.org/officeDocument/2006/relationships/tags" Target="../tags/tag3389.xml"/><Relationship Id="rId22" Type="http://schemas.openxmlformats.org/officeDocument/2006/relationships/tags" Target="../tags/tag3316.xml"/><Relationship Id="rId27" Type="http://schemas.openxmlformats.org/officeDocument/2006/relationships/tags" Target="../tags/tag3321.xml"/><Relationship Id="rId43" Type="http://schemas.openxmlformats.org/officeDocument/2006/relationships/tags" Target="../tags/tag3337.xml"/><Relationship Id="rId48" Type="http://schemas.openxmlformats.org/officeDocument/2006/relationships/tags" Target="../tags/tag3342.xml"/><Relationship Id="rId64" Type="http://schemas.openxmlformats.org/officeDocument/2006/relationships/tags" Target="../tags/tag3358.xml"/><Relationship Id="rId69" Type="http://schemas.openxmlformats.org/officeDocument/2006/relationships/tags" Target="../tags/tag3363.xml"/><Relationship Id="rId113" Type="http://schemas.openxmlformats.org/officeDocument/2006/relationships/tags" Target="../tags/tag3407.xml"/><Relationship Id="rId118" Type="http://schemas.openxmlformats.org/officeDocument/2006/relationships/tags" Target="../tags/tag3412.xml"/><Relationship Id="rId134" Type="http://schemas.openxmlformats.org/officeDocument/2006/relationships/slide" Target="slide89.xml"/><Relationship Id="rId80" Type="http://schemas.openxmlformats.org/officeDocument/2006/relationships/tags" Target="../tags/tag3374.xml"/><Relationship Id="rId85" Type="http://schemas.openxmlformats.org/officeDocument/2006/relationships/tags" Target="../tags/tag3379.xml"/><Relationship Id="rId12" Type="http://schemas.openxmlformats.org/officeDocument/2006/relationships/tags" Target="../tags/tag3306.xml"/><Relationship Id="rId17" Type="http://schemas.openxmlformats.org/officeDocument/2006/relationships/tags" Target="../tags/tag3311.xml"/><Relationship Id="rId33" Type="http://schemas.openxmlformats.org/officeDocument/2006/relationships/tags" Target="../tags/tag3327.xml"/><Relationship Id="rId38" Type="http://schemas.openxmlformats.org/officeDocument/2006/relationships/tags" Target="../tags/tag3332.xml"/><Relationship Id="rId59" Type="http://schemas.openxmlformats.org/officeDocument/2006/relationships/tags" Target="../tags/tag3353.xml"/><Relationship Id="rId103" Type="http://schemas.openxmlformats.org/officeDocument/2006/relationships/tags" Target="../tags/tag3397.xml"/><Relationship Id="rId108" Type="http://schemas.openxmlformats.org/officeDocument/2006/relationships/tags" Target="../tags/tag3402.xml"/><Relationship Id="rId124" Type="http://schemas.openxmlformats.org/officeDocument/2006/relationships/tags" Target="../tags/tag3418.xml"/><Relationship Id="rId129" Type="http://schemas.openxmlformats.org/officeDocument/2006/relationships/tags" Target="../tags/tag3423.xml"/><Relationship Id="rId54" Type="http://schemas.openxmlformats.org/officeDocument/2006/relationships/tags" Target="../tags/tag3348.xml"/><Relationship Id="rId70" Type="http://schemas.openxmlformats.org/officeDocument/2006/relationships/tags" Target="../tags/tag3364.xml"/><Relationship Id="rId75" Type="http://schemas.openxmlformats.org/officeDocument/2006/relationships/tags" Target="../tags/tag3369.xml"/><Relationship Id="rId91" Type="http://schemas.openxmlformats.org/officeDocument/2006/relationships/tags" Target="../tags/tag3385.xml"/><Relationship Id="rId96" Type="http://schemas.openxmlformats.org/officeDocument/2006/relationships/tags" Target="../tags/tag3390.xml"/><Relationship Id="rId1" Type="http://schemas.openxmlformats.org/officeDocument/2006/relationships/tags" Target="../tags/tag3295.xml"/><Relationship Id="rId6" Type="http://schemas.openxmlformats.org/officeDocument/2006/relationships/tags" Target="../tags/tag3300.xml"/><Relationship Id="rId23" Type="http://schemas.openxmlformats.org/officeDocument/2006/relationships/tags" Target="../tags/tag3317.xml"/><Relationship Id="rId28" Type="http://schemas.openxmlformats.org/officeDocument/2006/relationships/tags" Target="../tags/tag3322.xml"/><Relationship Id="rId49" Type="http://schemas.openxmlformats.org/officeDocument/2006/relationships/tags" Target="../tags/tag3343.xml"/><Relationship Id="rId114" Type="http://schemas.openxmlformats.org/officeDocument/2006/relationships/tags" Target="../tags/tag3408.xml"/><Relationship Id="rId119" Type="http://schemas.openxmlformats.org/officeDocument/2006/relationships/tags" Target="../tags/tag3413.xml"/><Relationship Id="rId44" Type="http://schemas.openxmlformats.org/officeDocument/2006/relationships/tags" Target="../tags/tag3338.xml"/><Relationship Id="rId60" Type="http://schemas.openxmlformats.org/officeDocument/2006/relationships/tags" Target="../tags/tag3354.xml"/><Relationship Id="rId65" Type="http://schemas.openxmlformats.org/officeDocument/2006/relationships/tags" Target="../tags/tag3359.xml"/><Relationship Id="rId81" Type="http://schemas.openxmlformats.org/officeDocument/2006/relationships/tags" Target="../tags/tag3375.xml"/><Relationship Id="rId86" Type="http://schemas.openxmlformats.org/officeDocument/2006/relationships/tags" Target="../tags/tag3380.xml"/><Relationship Id="rId130" Type="http://schemas.openxmlformats.org/officeDocument/2006/relationships/tags" Target="../tags/tag3424.xml"/><Relationship Id="rId13" Type="http://schemas.openxmlformats.org/officeDocument/2006/relationships/tags" Target="../tags/tag3307.xml"/><Relationship Id="rId18" Type="http://schemas.openxmlformats.org/officeDocument/2006/relationships/tags" Target="../tags/tag3312.xml"/><Relationship Id="rId39" Type="http://schemas.openxmlformats.org/officeDocument/2006/relationships/tags" Target="../tags/tag3333.xml"/><Relationship Id="rId109" Type="http://schemas.openxmlformats.org/officeDocument/2006/relationships/tags" Target="../tags/tag3403.xml"/><Relationship Id="rId34" Type="http://schemas.openxmlformats.org/officeDocument/2006/relationships/tags" Target="../tags/tag3328.xml"/><Relationship Id="rId50" Type="http://schemas.openxmlformats.org/officeDocument/2006/relationships/tags" Target="../tags/tag3344.xml"/><Relationship Id="rId55" Type="http://schemas.openxmlformats.org/officeDocument/2006/relationships/tags" Target="../tags/tag3349.xml"/><Relationship Id="rId76" Type="http://schemas.openxmlformats.org/officeDocument/2006/relationships/tags" Target="../tags/tag3370.xml"/><Relationship Id="rId97" Type="http://schemas.openxmlformats.org/officeDocument/2006/relationships/tags" Target="../tags/tag3391.xml"/><Relationship Id="rId104" Type="http://schemas.openxmlformats.org/officeDocument/2006/relationships/tags" Target="../tags/tag3398.xml"/><Relationship Id="rId120" Type="http://schemas.openxmlformats.org/officeDocument/2006/relationships/tags" Target="../tags/tag3414.xml"/><Relationship Id="rId125" Type="http://schemas.openxmlformats.org/officeDocument/2006/relationships/tags" Target="../tags/tag3419.xml"/><Relationship Id="rId7" Type="http://schemas.openxmlformats.org/officeDocument/2006/relationships/tags" Target="../tags/tag3301.xml"/><Relationship Id="rId71" Type="http://schemas.openxmlformats.org/officeDocument/2006/relationships/tags" Target="../tags/tag3365.xml"/><Relationship Id="rId92" Type="http://schemas.openxmlformats.org/officeDocument/2006/relationships/tags" Target="../tags/tag3386.xml"/><Relationship Id="rId2" Type="http://schemas.openxmlformats.org/officeDocument/2006/relationships/tags" Target="../tags/tag3296.xml"/><Relationship Id="rId29" Type="http://schemas.openxmlformats.org/officeDocument/2006/relationships/tags" Target="../tags/tag3323.xml"/><Relationship Id="rId24" Type="http://schemas.openxmlformats.org/officeDocument/2006/relationships/tags" Target="../tags/tag3318.xml"/><Relationship Id="rId40" Type="http://schemas.openxmlformats.org/officeDocument/2006/relationships/tags" Target="../tags/tag3334.xml"/><Relationship Id="rId45" Type="http://schemas.openxmlformats.org/officeDocument/2006/relationships/tags" Target="../tags/tag3339.xml"/><Relationship Id="rId66" Type="http://schemas.openxmlformats.org/officeDocument/2006/relationships/tags" Target="../tags/tag3360.xml"/><Relationship Id="rId87" Type="http://schemas.openxmlformats.org/officeDocument/2006/relationships/tags" Target="../tags/tag3381.xml"/><Relationship Id="rId110" Type="http://schemas.openxmlformats.org/officeDocument/2006/relationships/tags" Target="../tags/tag3404.xml"/><Relationship Id="rId115" Type="http://schemas.openxmlformats.org/officeDocument/2006/relationships/tags" Target="../tags/tag3409.xml"/><Relationship Id="rId131" Type="http://schemas.openxmlformats.org/officeDocument/2006/relationships/slideLayout" Target="../slideLayouts/slideLayout7.xml"/><Relationship Id="rId61" Type="http://schemas.openxmlformats.org/officeDocument/2006/relationships/tags" Target="../tags/tag3355.xml"/><Relationship Id="rId82" Type="http://schemas.openxmlformats.org/officeDocument/2006/relationships/tags" Target="../tags/tag3376.xml"/><Relationship Id="rId19" Type="http://schemas.openxmlformats.org/officeDocument/2006/relationships/tags" Target="../tags/tag3313.xml"/><Relationship Id="rId14" Type="http://schemas.openxmlformats.org/officeDocument/2006/relationships/tags" Target="../tags/tag3308.xml"/><Relationship Id="rId30" Type="http://schemas.openxmlformats.org/officeDocument/2006/relationships/tags" Target="../tags/tag3324.xml"/><Relationship Id="rId35" Type="http://schemas.openxmlformats.org/officeDocument/2006/relationships/tags" Target="../tags/tag3329.xml"/><Relationship Id="rId56" Type="http://schemas.openxmlformats.org/officeDocument/2006/relationships/tags" Target="../tags/tag3350.xml"/><Relationship Id="rId77" Type="http://schemas.openxmlformats.org/officeDocument/2006/relationships/tags" Target="../tags/tag3371.xml"/><Relationship Id="rId100" Type="http://schemas.openxmlformats.org/officeDocument/2006/relationships/tags" Target="../tags/tag3394.xml"/><Relationship Id="rId105" Type="http://schemas.openxmlformats.org/officeDocument/2006/relationships/tags" Target="../tags/tag3399.xml"/><Relationship Id="rId126" Type="http://schemas.openxmlformats.org/officeDocument/2006/relationships/tags" Target="../tags/tag3420.xml"/><Relationship Id="rId8" Type="http://schemas.openxmlformats.org/officeDocument/2006/relationships/tags" Target="../tags/tag3302.xml"/><Relationship Id="rId51" Type="http://schemas.openxmlformats.org/officeDocument/2006/relationships/tags" Target="../tags/tag3345.xml"/><Relationship Id="rId72" Type="http://schemas.openxmlformats.org/officeDocument/2006/relationships/tags" Target="../tags/tag3366.xml"/><Relationship Id="rId93" Type="http://schemas.openxmlformats.org/officeDocument/2006/relationships/tags" Target="../tags/tag3387.xml"/><Relationship Id="rId98" Type="http://schemas.openxmlformats.org/officeDocument/2006/relationships/tags" Target="../tags/tag3392.xml"/><Relationship Id="rId121" Type="http://schemas.openxmlformats.org/officeDocument/2006/relationships/tags" Target="../tags/tag3415.xml"/><Relationship Id="rId3" Type="http://schemas.openxmlformats.org/officeDocument/2006/relationships/tags" Target="../tags/tag3297.xml"/><Relationship Id="rId25" Type="http://schemas.openxmlformats.org/officeDocument/2006/relationships/tags" Target="../tags/tag3319.xml"/><Relationship Id="rId46" Type="http://schemas.openxmlformats.org/officeDocument/2006/relationships/tags" Target="../tags/tag3340.xml"/><Relationship Id="rId67" Type="http://schemas.openxmlformats.org/officeDocument/2006/relationships/tags" Target="../tags/tag3361.xml"/><Relationship Id="rId116" Type="http://schemas.openxmlformats.org/officeDocument/2006/relationships/tags" Target="../tags/tag3410.xml"/><Relationship Id="rId20" Type="http://schemas.openxmlformats.org/officeDocument/2006/relationships/tags" Target="../tags/tag3314.xml"/><Relationship Id="rId41" Type="http://schemas.openxmlformats.org/officeDocument/2006/relationships/tags" Target="../tags/tag3335.xml"/><Relationship Id="rId62" Type="http://schemas.openxmlformats.org/officeDocument/2006/relationships/tags" Target="../tags/tag3356.xml"/><Relationship Id="rId83" Type="http://schemas.openxmlformats.org/officeDocument/2006/relationships/tags" Target="../tags/tag3377.xml"/><Relationship Id="rId88" Type="http://schemas.openxmlformats.org/officeDocument/2006/relationships/tags" Target="../tags/tag3382.xml"/><Relationship Id="rId111" Type="http://schemas.openxmlformats.org/officeDocument/2006/relationships/tags" Target="../tags/tag3405.xml"/><Relationship Id="rId132" Type="http://schemas.openxmlformats.org/officeDocument/2006/relationships/notesSlide" Target="../notesSlides/notesSlide68.xml"/><Relationship Id="rId15" Type="http://schemas.openxmlformats.org/officeDocument/2006/relationships/tags" Target="../tags/tag3309.xml"/><Relationship Id="rId36" Type="http://schemas.openxmlformats.org/officeDocument/2006/relationships/tags" Target="../tags/tag3330.xml"/><Relationship Id="rId57" Type="http://schemas.openxmlformats.org/officeDocument/2006/relationships/tags" Target="../tags/tag3351.xml"/><Relationship Id="rId106" Type="http://schemas.openxmlformats.org/officeDocument/2006/relationships/tags" Target="../tags/tag3400.xml"/><Relationship Id="rId127" Type="http://schemas.openxmlformats.org/officeDocument/2006/relationships/tags" Target="../tags/tag3421.xml"/><Relationship Id="rId10" Type="http://schemas.openxmlformats.org/officeDocument/2006/relationships/tags" Target="../tags/tag3304.xml"/><Relationship Id="rId31" Type="http://schemas.openxmlformats.org/officeDocument/2006/relationships/tags" Target="../tags/tag3325.xml"/><Relationship Id="rId52" Type="http://schemas.openxmlformats.org/officeDocument/2006/relationships/tags" Target="../tags/tag3346.xml"/><Relationship Id="rId73" Type="http://schemas.openxmlformats.org/officeDocument/2006/relationships/tags" Target="../tags/tag3367.xml"/><Relationship Id="rId78" Type="http://schemas.openxmlformats.org/officeDocument/2006/relationships/tags" Target="../tags/tag3372.xml"/><Relationship Id="rId94" Type="http://schemas.openxmlformats.org/officeDocument/2006/relationships/tags" Target="../tags/tag3388.xml"/><Relationship Id="rId99" Type="http://schemas.openxmlformats.org/officeDocument/2006/relationships/tags" Target="../tags/tag3393.xml"/><Relationship Id="rId101" Type="http://schemas.openxmlformats.org/officeDocument/2006/relationships/tags" Target="../tags/tag3395.xml"/><Relationship Id="rId122" Type="http://schemas.openxmlformats.org/officeDocument/2006/relationships/tags" Target="../tags/tag3416.xml"/><Relationship Id="rId4" Type="http://schemas.openxmlformats.org/officeDocument/2006/relationships/tags" Target="../tags/tag3298.xml"/><Relationship Id="rId9" Type="http://schemas.openxmlformats.org/officeDocument/2006/relationships/tags" Target="../tags/tag3303.xml"/><Relationship Id="rId26" Type="http://schemas.openxmlformats.org/officeDocument/2006/relationships/tags" Target="../tags/tag3320.xml"/><Relationship Id="rId47" Type="http://schemas.openxmlformats.org/officeDocument/2006/relationships/tags" Target="../tags/tag3341.xml"/><Relationship Id="rId68" Type="http://schemas.openxmlformats.org/officeDocument/2006/relationships/tags" Target="../tags/tag3362.xml"/><Relationship Id="rId89" Type="http://schemas.openxmlformats.org/officeDocument/2006/relationships/tags" Target="../tags/tag3383.xml"/><Relationship Id="rId112" Type="http://schemas.openxmlformats.org/officeDocument/2006/relationships/tags" Target="../tags/tag3406.xml"/><Relationship Id="rId133" Type="http://schemas.openxmlformats.org/officeDocument/2006/relationships/slide" Target="slide79.xml"/></Relationships>
</file>

<file path=ppt/slides/_rels/slide85.xml.rels><?xml version="1.0" encoding="UTF-8" standalone="yes"?>
<Relationships xmlns="http://schemas.openxmlformats.org/package/2006/relationships"><Relationship Id="rId117" Type="http://schemas.openxmlformats.org/officeDocument/2006/relationships/tags" Target="../tags/tag3541.xml"/><Relationship Id="rId21" Type="http://schemas.openxmlformats.org/officeDocument/2006/relationships/tags" Target="../tags/tag3445.xml"/><Relationship Id="rId42" Type="http://schemas.openxmlformats.org/officeDocument/2006/relationships/tags" Target="../tags/tag3466.xml"/><Relationship Id="rId63" Type="http://schemas.openxmlformats.org/officeDocument/2006/relationships/tags" Target="../tags/tag3487.xml"/><Relationship Id="rId84" Type="http://schemas.openxmlformats.org/officeDocument/2006/relationships/tags" Target="../tags/tag3508.xml"/><Relationship Id="rId138" Type="http://schemas.openxmlformats.org/officeDocument/2006/relationships/tags" Target="../tags/tag3562.xml"/><Relationship Id="rId107" Type="http://schemas.openxmlformats.org/officeDocument/2006/relationships/tags" Target="../tags/tag3531.xml"/><Relationship Id="rId11" Type="http://schemas.openxmlformats.org/officeDocument/2006/relationships/tags" Target="../tags/tag3435.xml"/><Relationship Id="rId32" Type="http://schemas.openxmlformats.org/officeDocument/2006/relationships/tags" Target="../tags/tag3456.xml"/><Relationship Id="rId37" Type="http://schemas.openxmlformats.org/officeDocument/2006/relationships/tags" Target="../tags/tag3461.xml"/><Relationship Id="rId53" Type="http://schemas.openxmlformats.org/officeDocument/2006/relationships/tags" Target="../tags/tag3477.xml"/><Relationship Id="rId58" Type="http://schemas.openxmlformats.org/officeDocument/2006/relationships/tags" Target="../tags/tag3482.xml"/><Relationship Id="rId74" Type="http://schemas.openxmlformats.org/officeDocument/2006/relationships/tags" Target="../tags/tag3498.xml"/><Relationship Id="rId79" Type="http://schemas.openxmlformats.org/officeDocument/2006/relationships/tags" Target="../tags/tag3503.xml"/><Relationship Id="rId102" Type="http://schemas.openxmlformats.org/officeDocument/2006/relationships/tags" Target="../tags/tag3526.xml"/><Relationship Id="rId123" Type="http://schemas.openxmlformats.org/officeDocument/2006/relationships/tags" Target="../tags/tag3547.xml"/><Relationship Id="rId128" Type="http://schemas.openxmlformats.org/officeDocument/2006/relationships/tags" Target="../tags/tag3552.xml"/><Relationship Id="rId5" Type="http://schemas.openxmlformats.org/officeDocument/2006/relationships/tags" Target="../tags/tag3429.xml"/><Relationship Id="rId90" Type="http://schemas.openxmlformats.org/officeDocument/2006/relationships/tags" Target="../tags/tag3514.xml"/><Relationship Id="rId95" Type="http://schemas.openxmlformats.org/officeDocument/2006/relationships/tags" Target="../tags/tag3519.xml"/><Relationship Id="rId22" Type="http://schemas.openxmlformats.org/officeDocument/2006/relationships/tags" Target="../tags/tag3446.xml"/><Relationship Id="rId27" Type="http://schemas.openxmlformats.org/officeDocument/2006/relationships/tags" Target="../tags/tag3451.xml"/><Relationship Id="rId43" Type="http://schemas.openxmlformats.org/officeDocument/2006/relationships/tags" Target="../tags/tag3467.xml"/><Relationship Id="rId48" Type="http://schemas.openxmlformats.org/officeDocument/2006/relationships/tags" Target="../tags/tag3472.xml"/><Relationship Id="rId64" Type="http://schemas.openxmlformats.org/officeDocument/2006/relationships/tags" Target="../tags/tag3488.xml"/><Relationship Id="rId69" Type="http://schemas.openxmlformats.org/officeDocument/2006/relationships/tags" Target="../tags/tag3493.xml"/><Relationship Id="rId113" Type="http://schemas.openxmlformats.org/officeDocument/2006/relationships/tags" Target="../tags/tag3537.xml"/><Relationship Id="rId118" Type="http://schemas.openxmlformats.org/officeDocument/2006/relationships/tags" Target="../tags/tag3542.xml"/><Relationship Id="rId134" Type="http://schemas.openxmlformats.org/officeDocument/2006/relationships/tags" Target="../tags/tag3558.xml"/><Relationship Id="rId139" Type="http://schemas.openxmlformats.org/officeDocument/2006/relationships/tags" Target="../tags/tag3563.xml"/><Relationship Id="rId80" Type="http://schemas.openxmlformats.org/officeDocument/2006/relationships/tags" Target="../tags/tag3504.xml"/><Relationship Id="rId85" Type="http://schemas.openxmlformats.org/officeDocument/2006/relationships/tags" Target="../tags/tag3509.xml"/><Relationship Id="rId12" Type="http://schemas.openxmlformats.org/officeDocument/2006/relationships/tags" Target="../tags/tag3436.xml"/><Relationship Id="rId17" Type="http://schemas.openxmlformats.org/officeDocument/2006/relationships/tags" Target="../tags/tag3441.xml"/><Relationship Id="rId33" Type="http://schemas.openxmlformats.org/officeDocument/2006/relationships/tags" Target="../tags/tag3457.xml"/><Relationship Id="rId38" Type="http://schemas.openxmlformats.org/officeDocument/2006/relationships/tags" Target="../tags/tag3462.xml"/><Relationship Id="rId59" Type="http://schemas.openxmlformats.org/officeDocument/2006/relationships/tags" Target="../tags/tag3483.xml"/><Relationship Id="rId103" Type="http://schemas.openxmlformats.org/officeDocument/2006/relationships/tags" Target="../tags/tag3527.xml"/><Relationship Id="rId108" Type="http://schemas.openxmlformats.org/officeDocument/2006/relationships/tags" Target="../tags/tag3532.xml"/><Relationship Id="rId124" Type="http://schemas.openxmlformats.org/officeDocument/2006/relationships/tags" Target="../tags/tag3548.xml"/><Relationship Id="rId129" Type="http://schemas.openxmlformats.org/officeDocument/2006/relationships/tags" Target="../tags/tag3553.xml"/><Relationship Id="rId54" Type="http://schemas.openxmlformats.org/officeDocument/2006/relationships/tags" Target="../tags/tag3478.xml"/><Relationship Id="rId70" Type="http://schemas.openxmlformats.org/officeDocument/2006/relationships/tags" Target="../tags/tag3494.xml"/><Relationship Id="rId75" Type="http://schemas.openxmlformats.org/officeDocument/2006/relationships/tags" Target="../tags/tag3499.xml"/><Relationship Id="rId91" Type="http://schemas.openxmlformats.org/officeDocument/2006/relationships/tags" Target="../tags/tag3515.xml"/><Relationship Id="rId96" Type="http://schemas.openxmlformats.org/officeDocument/2006/relationships/tags" Target="../tags/tag3520.xml"/><Relationship Id="rId140" Type="http://schemas.openxmlformats.org/officeDocument/2006/relationships/tags" Target="../tags/tag3564.xml"/><Relationship Id="rId1" Type="http://schemas.openxmlformats.org/officeDocument/2006/relationships/tags" Target="../tags/tag3425.xml"/><Relationship Id="rId6" Type="http://schemas.openxmlformats.org/officeDocument/2006/relationships/tags" Target="../tags/tag3430.xml"/><Relationship Id="rId23" Type="http://schemas.openxmlformats.org/officeDocument/2006/relationships/tags" Target="../tags/tag3447.xml"/><Relationship Id="rId28" Type="http://schemas.openxmlformats.org/officeDocument/2006/relationships/tags" Target="../tags/tag3452.xml"/><Relationship Id="rId49" Type="http://schemas.openxmlformats.org/officeDocument/2006/relationships/tags" Target="../tags/tag3473.xml"/><Relationship Id="rId114" Type="http://schemas.openxmlformats.org/officeDocument/2006/relationships/tags" Target="../tags/tag3538.xml"/><Relationship Id="rId119" Type="http://schemas.openxmlformats.org/officeDocument/2006/relationships/tags" Target="../tags/tag3543.xml"/><Relationship Id="rId44" Type="http://schemas.openxmlformats.org/officeDocument/2006/relationships/tags" Target="../tags/tag3468.xml"/><Relationship Id="rId60" Type="http://schemas.openxmlformats.org/officeDocument/2006/relationships/tags" Target="../tags/tag3484.xml"/><Relationship Id="rId65" Type="http://schemas.openxmlformats.org/officeDocument/2006/relationships/tags" Target="../tags/tag3489.xml"/><Relationship Id="rId81" Type="http://schemas.openxmlformats.org/officeDocument/2006/relationships/tags" Target="../tags/tag3505.xml"/><Relationship Id="rId86" Type="http://schemas.openxmlformats.org/officeDocument/2006/relationships/tags" Target="../tags/tag3510.xml"/><Relationship Id="rId130" Type="http://schemas.openxmlformats.org/officeDocument/2006/relationships/tags" Target="../tags/tag3554.xml"/><Relationship Id="rId135" Type="http://schemas.openxmlformats.org/officeDocument/2006/relationships/tags" Target="../tags/tag3559.xml"/><Relationship Id="rId13" Type="http://schemas.openxmlformats.org/officeDocument/2006/relationships/tags" Target="../tags/tag3437.xml"/><Relationship Id="rId18" Type="http://schemas.openxmlformats.org/officeDocument/2006/relationships/tags" Target="../tags/tag3442.xml"/><Relationship Id="rId39" Type="http://schemas.openxmlformats.org/officeDocument/2006/relationships/tags" Target="../tags/tag3463.xml"/><Relationship Id="rId109" Type="http://schemas.openxmlformats.org/officeDocument/2006/relationships/tags" Target="../tags/tag3533.xml"/><Relationship Id="rId34" Type="http://schemas.openxmlformats.org/officeDocument/2006/relationships/tags" Target="../tags/tag3458.xml"/><Relationship Id="rId50" Type="http://schemas.openxmlformats.org/officeDocument/2006/relationships/tags" Target="../tags/tag3474.xml"/><Relationship Id="rId55" Type="http://schemas.openxmlformats.org/officeDocument/2006/relationships/tags" Target="../tags/tag3479.xml"/><Relationship Id="rId76" Type="http://schemas.openxmlformats.org/officeDocument/2006/relationships/tags" Target="../tags/tag3500.xml"/><Relationship Id="rId97" Type="http://schemas.openxmlformats.org/officeDocument/2006/relationships/tags" Target="../tags/tag3521.xml"/><Relationship Id="rId104" Type="http://schemas.openxmlformats.org/officeDocument/2006/relationships/tags" Target="../tags/tag3528.xml"/><Relationship Id="rId120" Type="http://schemas.openxmlformats.org/officeDocument/2006/relationships/tags" Target="../tags/tag3544.xml"/><Relationship Id="rId125" Type="http://schemas.openxmlformats.org/officeDocument/2006/relationships/tags" Target="../tags/tag3549.xml"/><Relationship Id="rId141" Type="http://schemas.openxmlformats.org/officeDocument/2006/relationships/tags" Target="../tags/tag3565.xml"/><Relationship Id="rId7" Type="http://schemas.openxmlformats.org/officeDocument/2006/relationships/tags" Target="../tags/tag3431.xml"/><Relationship Id="rId71" Type="http://schemas.openxmlformats.org/officeDocument/2006/relationships/tags" Target="../tags/tag3495.xml"/><Relationship Id="rId92" Type="http://schemas.openxmlformats.org/officeDocument/2006/relationships/tags" Target="../tags/tag3516.xml"/><Relationship Id="rId2" Type="http://schemas.openxmlformats.org/officeDocument/2006/relationships/tags" Target="../tags/tag3426.xml"/><Relationship Id="rId29" Type="http://schemas.openxmlformats.org/officeDocument/2006/relationships/tags" Target="../tags/tag3453.xml"/><Relationship Id="rId24" Type="http://schemas.openxmlformats.org/officeDocument/2006/relationships/tags" Target="../tags/tag3448.xml"/><Relationship Id="rId40" Type="http://schemas.openxmlformats.org/officeDocument/2006/relationships/tags" Target="../tags/tag3464.xml"/><Relationship Id="rId45" Type="http://schemas.openxmlformats.org/officeDocument/2006/relationships/tags" Target="../tags/tag3469.xml"/><Relationship Id="rId66" Type="http://schemas.openxmlformats.org/officeDocument/2006/relationships/tags" Target="../tags/tag3490.xml"/><Relationship Id="rId87" Type="http://schemas.openxmlformats.org/officeDocument/2006/relationships/tags" Target="../tags/tag3511.xml"/><Relationship Id="rId110" Type="http://schemas.openxmlformats.org/officeDocument/2006/relationships/tags" Target="../tags/tag3534.xml"/><Relationship Id="rId115" Type="http://schemas.openxmlformats.org/officeDocument/2006/relationships/tags" Target="../tags/tag3539.xml"/><Relationship Id="rId131" Type="http://schemas.openxmlformats.org/officeDocument/2006/relationships/tags" Target="../tags/tag3555.xml"/><Relationship Id="rId136" Type="http://schemas.openxmlformats.org/officeDocument/2006/relationships/tags" Target="../tags/tag3560.xml"/><Relationship Id="rId61" Type="http://schemas.openxmlformats.org/officeDocument/2006/relationships/tags" Target="../tags/tag3485.xml"/><Relationship Id="rId82" Type="http://schemas.openxmlformats.org/officeDocument/2006/relationships/tags" Target="../tags/tag3506.xml"/><Relationship Id="rId19" Type="http://schemas.openxmlformats.org/officeDocument/2006/relationships/tags" Target="../tags/tag3443.xml"/><Relationship Id="rId14" Type="http://schemas.openxmlformats.org/officeDocument/2006/relationships/tags" Target="../tags/tag3438.xml"/><Relationship Id="rId30" Type="http://schemas.openxmlformats.org/officeDocument/2006/relationships/tags" Target="../tags/tag3454.xml"/><Relationship Id="rId35" Type="http://schemas.openxmlformats.org/officeDocument/2006/relationships/tags" Target="../tags/tag3459.xml"/><Relationship Id="rId56" Type="http://schemas.openxmlformats.org/officeDocument/2006/relationships/tags" Target="../tags/tag3480.xml"/><Relationship Id="rId77" Type="http://schemas.openxmlformats.org/officeDocument/2006/relationships/tags" Target="../tags/tag3501.xml"/><Relationship Id="rId100" Type="http://schemas.openxmlformats.org/officeDocument/2006/relationships/tags" Target="../tags/tag3524.xml"/><Relationship Id="rId105" Type="http://schemas.openxmlformats.org/officeDocument/2006/relationships/tags" Target="../tags/tag3529.xml"/><Relationship Id="rId126" Type="http://schemas.openxmlformats.org/officeDocument/2006/relationships/tags" Target="../tags/tag3550.xml"/><Relationship Id="rId8" Type="http://schemas.openxmlformats.org/officeDocument/2006/relationships/tags" Target="../tags/tag3432.xml"/><Relationship Id="rId51" Type="http://schemas.openxmlformats.org/officeDocument/2006/relationships/tags" Target="../tags/tag3475.xml"/><Relationship Id="rId72" Type="http://schemas.openxmlformats.org/officeDocument/2006/relationships/tags" Target="../tags/tag3496.xml"/><Relationship Id="rId93" Type="http://schemas.openxmlformats.org/officeDocument/2006/relationships/tags" Target="../tags/tag3517.xml"/><Relationship Id="rId98" Type="http://schemas.openxmlformats.org/officeDocument/2006/relationships/tags" Target="../tags/tag3522.xml"/><Relationship Id="rId121" Type="http://schemas.openxmlformats.org/officeDocument/2006/relationships/tags" Target="../tags/tag3545.xml"/><Relationship Id="rId142" Type="http://schemas.openxmlformats.org/officeDocument/2006/relationships/tags" Target="../tags/tag3566.xml"/><Relationship Id="rId3" Type="http://schemas.openxmlformats.org/officeDocument/2006/relationships/tags" Target="../tags/tag3427.xml"/><Relationship Id="rId25" Type="http://schemas.openxmlformats.org/officeDocument/2006/relationships/tags" Target="../tags/tag3449.xml"/><Relationship Id="rId46" Type="http://schemas.openxmlformats.org/officeDocument/2006/relationships/tags" Target="../tags/tag3470.xml"/><Relationship Id="rId67" Type="http://schemas.openxmlformats.org/officeDocument/2006/relationships/tags" Target="../tags/tag3491.xml"/><Relationship Id="rId116" Type="http://schemas.openxmlformats.org/officeDocument/2006/relationships/tags" Target="../tags/tag3540.xml"/><Relationship Id="rId137" Type="http://schemas.openxmlformats.org/officeDocument/2006/relationships/tags" Target="../tags/tag3561.xml"/><Relationship Id="rId20" Type="http://schemas.openxmlformats.org/officeDocument/2006/relationships/tags" Target="../tags/tag3444.xml"/><Relationship Id="rId41" Type="http://schemas.openxmlformats.org/officeDocument/2006/relationships/tags" Target="../tags/tag3465.xml"/><Relationship Id="rId62" Type="http://schemas.openxmlformats.org/officeDocument/2006/relationships/tags" Target="../tags/tag3486.xml"/><Relationship Id="rId83" Type="http://schemas.openxmlformats.org/officeDocument/2006/relationships/tags" Target="../tags/tag3507.xml"/><Relationship Id="rId88" Type="http://schemas.openxmlformats.org/officeDocument/2006/relationships/tags" Target="../tags/tag3512.xml"/><Relationship Id="rId111" Type="http://schemas.openxmlformats.org/officeDocument/2006/relationships/tags" Target="../tags/tag3535.xml"/><Relationship Id="rId132" Type="http://schemas.openxmlformats.org/officeDocument/2006/relationships/tags" Target="../tags/tag3556.xml"/><Relationship Id="rId15" Type="http://schemas.openxmlformats.org/officeDocument/2006/relationships/tags" Target="../tags/tag3439.xml"/><Relationship Id="rId36" Type="http://schemas.openxmlformats.org/officeDocument/2006/relationships/tags" Target="../tags/tag3460.xml"/><Relationship Id="rId57" Type="http://schemas.openxmlformats.org/officeDocument/2006/relationships/tags" Target="../tags/tag3481.xml"/><Relationship Id="rId106" Type="http://schemas.openxmlformats.org/officeDocument/2006/relationships/tags" Target="../tags/tag3530.xml"/><Relationship Id="rId127" Type="http://schemas.openxmlformats.org/officeDocument/2006/relationships/tags" Target="../tags/tag3551.xml"/><Relationship Id="rId10" Type="http://schemas.openxmlformats.org/officeDocument/2006/relationships/tags" Target="../tags/tag3434.xml"/><Relationship Id="rId31" Type="http://schemas.openxmlformats.org/officeDocument/2006/relationships/tags" Target="../tags/tag3455.xml"/><Relationship Id="rId52" Type="http://schemas.openxmlformats.org/officeDocument/2006/relationships/tags" Target="../tags/tag3476.xml"/><Relationship Id="rId73" Type="http://schemas.openxmlformats.org/officeDocument/2006/relationships/tags" Target="../tags/tag3497.xml"/><Relationship Id="rId78" Type="http://schemas.openxmlformats.org/officeDocument/2006/relationships/tags" Target="../tags/tag3502.xml"/><Relationship Id="rId94" Type="http://schemas.openxmlformats.org/officeDocument/2006/relationships/tags" Target="../tags/tag3518.xml"/><Relationship Id="rId99" Type="http://schemas.openxmlformats.org/officeDocument/2006/relationships/tags" Target="../tags/tag3523.xml"/><Relationship Id="rId101" Type="http://schemas.openxmlformats.org/officeDocument/2006/relationships/tags" Target="../tags/tag3525.xml"/><Relationship Id="rId122" Type="http://schemas.openxmlformats.org/officeDocument/2006/relationships/tags" Target="../tags/tag3546.xml"/><Relationship Id="rId143" Type="http://schemas.openxmlformats.org/officeDocument/2006/relationships/slideLayout" Target="../slideLayouts/slideLayout7.xml"/><Relationship Id="rId4" Type="http://schemas.openxmlformats.org/officeDocument/2006/relationships/tags" Target="../tags/tag3428.xml"/><Relationship Id="rId9" Type="http://schemas.openxmlformats.org/officeDocument/2006/relationships/tags" Target="../tags/tag3433.xml"/><Relationship Id="rId26" Type="http://schemas.openxmlformats.org/officeDocument/2006/relationships/tags" Target="../tags/tag3450.xml"/><Relationship Id="rId47" Type="http://schemas.openxmlformats.org/officeDocument/2006/relationships/tags" Target="../tags/tag3471.xml"/><Relationship Id="rId68" Type="http://schemas.openxmlformats.org/officeDocument/2006/relationships/tags" Target="../tags/tag3492.xml"/><Relationship Id="rId89" Type="http://schemas.openxmlformats.org/officeDocument/2006/relationships/tags" Target="../tags/tag3513.xml"/><Relationship Id="rId112" Type="http://schemas.openxmlformats.org/officeDocument/2006/relationships/tags" Target="../tags/tag3536.xml"/><Relationship Id="rId133" Type="http://schemas.openxmlformats.org/officeDocument/2006/relationships/tags" Target="../tags/tag3557.xml"/><Relationship Id="rId16" Type="http://schemas.openxmlformats.org/officeDocument/2006/relationships/tags" Target="../tags/tag3440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tags" Target="../tags/tag3569.xml"/><Relationship Id="rId2" Type="http://schemas.openxmlformats.org/officeDocument/2006/relationships/tags" Target="../tags/tag3568.xml"/><Relationship Id="rId1" Type="http://schemas.openxmlformats.org/officeDocument/2006/relationships/tags" Target="../tags/tag3567.xml"/><Relationship Id="rId6" Type="http://schemas.openxmlformats.org/officeDocument/2006/relationships/slide" Target="slide81.xml"/><Relationship Id="rId5" Type="http://schemas.openxmlformats.org/officeDocument/2006/relationships/notesSlide" Target="../notesSlides/notesSlide69.xml"/><Relationship Id="rId4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6" Type="http://schemas.openxmlformats.org/officeDocument/2006/relationships/tags" Target="../tags/tag3595.xml"/><Relationship Id="rId21" Type="http://schemas.openxmlformats.org/officeDocument/2006/relationships/tags" Target="../tags/tag3590.xml"/><Relationship Id="rId42" Type="http://schemas.openxmlformats.org/officeDocument/2006/relationships/tags" Target="../tags/tag3611.xml"/><Relationship Id="rId47" Type="http://schemas.openxmlformats.org/officeDocument/2006/relationships/tags" Target="../tags/tag3616.xml"/><Relationship Id="rId63" Type="http://schemas.openxmlformats.org/officeDocument/2006/relationships/tags" Target="../tags/tag3632.xml"/><Relationship Id="rId68" Type="http://schemas.openxmlformats.org/officeDocument/2006/relationships/tags" Target="../tags/tag3637.xml"/><Relationship Id="rId84" Type="http://schemas.openxmlformats.org/officeDocument/2006/relationships/tags" Target="../tags/tag3653.xml"/><Relationship Id="rId89" Type="http://schemas.openxmlformats.org/officeDocument/2006/relationships/tags" Target="../tags/tag3658.xml"/><Relationship Id="rId16" Type="http://schemas.openxmlformats.org/officeDocument/2006/relationships/tags" Target="../tags/tag3585.xml"/><Relationship Id="rId11" Type="http://schemas.openxmlformats.org/officeDocument/2006/relationships/tags" Target="../tags/tag3580.xml"/><Relationship Id="rId32" Type="http://schemas.openxmlformats.org/officeDocument/2006/relationships/tags" Target="../tags/tag3601.xml"/><Relationship Id="rId37" Type="http://schemas.openxmlformats.org/officeDocument/2006/relationships/tags" Target="../tags/tag3606.xml"/><Relationship Id="rId53" Type="http://schemas.openxmlformats.org/officeDocument/2006/relationships/tags" Target="../tags/tag3622.xml"/><Relationship Id="rId58" Type="http://schemas.openxmlformats.org/officeDocument/2006/relationships/tags" Target="../tags/tag3627.xml"/><Relationship Id="rId74" Type="http://schemas.openxmlformats.org/officeDocument/2006/relationships/tags" Target="../tags/tag3643.xml"/><Relationship Id="rId79" Type="http://schemas.openxmlformats.org/officeDocument/2006/relationships/tags" Target="../tags/tag3648.xml"/><Relationship Id="rId102" Type="http://schemas.openxmlformats.org/officeDocument/2006/relationships/slideLayout" Target="../slideLayouts/slideLayout7.xml"/><Relationship Id="rId5" Type="http://schemas.openxmlformats.org/officeDocument/2006/relationships/tags" Target="../tags/tag3574.xml"/><Relationship Id="rId90" Type="http://schemas.openxmlformats.org/officeDocument/2006/relationships/tags" Target="../tags/tag3659.xml"/><Relationship Id="rId95" Type="http://schemas.openxmlformats.org/officeDocument/2006/relationships/tags" Target="../tags/tag3664.xml"/><Relationship Id="rId22" Type="http://schemas.openxmlformats.org/officeDocument/2006/relationships/tags" Target="../tags/tag3591.xml"/><Relationship Id="rId27" Type="http://schemas.openxmlformats.org/officeDocument/2006/relationships/tags" Target="../tags/tag3596.xml"/><Relationship Id="rId43" Type="http://schemas.openxmlformats.org/officeDocument/2006/relationships/tags" Target="../tags/tag3612.xml"/><Relationship Id="rId48" Type="http://schemas.openxmlformats.org/officeDocument/2006/relationships/tags" Target="../tags/tag3617.xml"/><Relationship Id="rId64" Type="http://schemas.openxmlformats.org/officeDocument/2006/relationships/tags" Target="../tags/tag3633.xml"/><Relationship Id="rId69" Type="http://schemas.openxmlformats.org/officeDocument/2006/relationships/tags" Target="../tags/tag3638.xml"/><Relationship Id="rId80" Type="http://schemas.openxmlformats.org/officeDocument/2006/relationships/tags" Target="../tags/tag3649.xml"/><Relationship Id="rId85" Type="http://schemas.openxmlformats.org/officeDocument/2006/relationships/tags" Target="../tags/tag3654.xml"/><Relationship Id="rId12" Type="http://schemas.openxmlformats.org/officeDocument/2006/relationships/tags" Target="../tags/tag3581.xml"/><Relationship Id="rId17" Type="http://schemas.openxmlformats.org/officeDocument/2006/relationships/tags" Target="../tags/tag3586.xml"/><Relationship Id="rId25" Type="http://schemas.openxmlformats.org/officeDocument/2006/relationships/tags" Target="../tags/tag3594.xml"/><Relationship Id="rId33" Type="http://schemas.openxmlformats.org/officeDocument/2006/relationships/tags" Target="../tags/tag3602.xml"/><Relationship Id="rId38" Type="http://schemas.openxmlformats.org/officeDocument/2006/relationships/tags" Target="../tags/tag3607.xml"/><Relationship Id="rId46" Type="http://schemas.openxmlformats.org/officeDocument/2006/relationships/tags" Target="../tags/tag3615.xml"/><Relationship Id="rId59" Type="http://schemas.openxmlformats.org/officeDocument/2006/relationships/tags" Target="../tags/tag3628.xml"/><Relationship Id="rId67" Type="http://schemas.openxmlformats.org/officeDocument/2006/relationships/tags" Target="../tags/tag3636.xml"/><Relationship Id="rId103" Type="http://schemas.openxmlformats.org/officeDocument/2006/relationships/notesSlide" Target="../notesSlides/notesSlide70.xml"/><Relationship Id="rId20" Type="http://schemas.openxmlformats.org/officeDocument/2006/relationships/tags" Target="../tags/tag3589.xml"/><Relationship Id="rId41" Type="http://schemas.openxmlformats.org/officeDocument/2006/relationships/tags" Target="../tags/tag3610.xml"/><Relationship Id="rId54" Type="http://schemas.openxmlformats.org/officeDocument/2006/relationships/tags" Target="../tags/tag3623.xml"/><Relationship Id="rId62" Type="http://schemas.openxmlformats.org/officeDocument/2006/relationships/tags" Target="../tags/tag3631.xml"/><Relationship Id="rId70" Type="http://schemas.openxmlformats.org/officeDocument/2006/relationships/tags" Target="../tags/tag3639.xml"/><Relationship Id="rId75" Type="http://schemas.openxmlformats.org/officeDocument/2006/relationships/tags" Target="../tags/tag3644.xml"/><Relationship Id="rId83" Type="http://schemas.openxmlformats.org/officeDocument/2006/relationships/tags" Target="../tags/tag3652.xml"/><Relationship Id="rId88" Type="http://schemas.openxmlformats.org/officeDocument/2006/relationships/tags" Target="../tags/tag3657.xml"/><Relationship Id="rId91" Type="http://schemas.openxmlformats.org/officeDocument/2006/relationships/tags" Target="../tags/tag3660.xml"/><Relationship Id="rId96" Type="http://schemas.openxmlformats.org/officeDocument/2006/relationships/tags" Target="../tags/tag3665.xml"/><Relationship Id="rId1" Type="http://schemas.openxmlformats.org/officeDocument/2006/relationships/tags" Target="../tags/tag3570.xml"/><Relationship Id="rId6" Type="http://schemas.openxmlformats.org/officeDocument/2006/relationships/tags" Target="../tags/tag3575.xml"/><Relationship Id="rId15" Type="http://schemas.openxmlformats.org/officeDocument/2006/relationships/tags" Target="../tags/tag3584.xml"/><Relationship Id="rId23" Type="http://schemas.openxmlformats.org/officeDocument/2006/relationships/tags" Target="../tags/tag3592.xml"/><Relationship Id="rId28" Type="http://schemas.openxmlformats.org/officeDocument/2006/relationships/tags" Target="../tags/tag3597.xml"/><Relationship Id="rId36" Type="http://schemas.openxmlformats.org/officeDocument/2006/relationships/tags" Target="../tags/tag3605.xml"/><Relationship Id="rId49" Type="http://schemas.openxmlformats.org/officeDocument/2006/relationships/tags" Target="../tags/tag3618.xml"/><Relationship Id="rId57" Type="http://schemas.openxmlformats.org/officeDocument/2006/relationships/tags" Target="../tags/tag3626.xml"/><Relationship Id="rId10" Type="http://schemas.openxmlformats.org/officeDocument/2006/relationships/tags" Target="../tags/tag3579.xml"/><Relationship Id="rId31" Type="http://schemas.openxmlformats.org/officeDocument/2006/relationships/tags" Target="../tags/tag3600.xml"/><Relationship Id="rId44" Type="http://schemas.openxmlformats.org/officeDocument/2006/relationships/tags" Target="../tags/tag3613.xml"/><Relationship Id="rId52" Type="http://schemas.openxmlformats.org/officeDocument/2006/relationships/tags" Target="../tags/tag3621.xml"/><Relationship Id="rId60" Type="http://schemas.openxmlformats.org/officeDocument/2006/relationships/tags" Target="../tags/tag3629.xml"/><Relationship Id="rId65" Type="http://schemas.openxmlformats.org/officeDocument/2006/relationships/tags" Target="../tags/tag3634.xml"/><Relationship Id="rId73" Type="http://schemas.openxmlformats.org/officeDocument/2006/relationships/tags" Target="../tags/tag3642.xml"/><Relationship Id="rId78" Type="http://schemas.openxmlformats.org/officeDocument/2006/relationships/tags" Target="../tags/tag3647.xml"/><Relationship Id="rId81" Type="http://schemas.openxmlformats.org/officeDocument/2006/relationships/tags" Target="../tags/tag3650.xml"/><Relationship Id="rId86" Type="http://schemas.openxmlformats.org/officeDocument/2006/relationships/tags" Target="../tags/tag3655.xml"/><Relationship Id="rId94" Type="http://schemas.openxmlformats.org/officeDocument/2006/relationships/tags" Target="../tags/tag3663.xml"/><Relationship Id="rId99" Type="http://schemas.openxmlformats.org/officeDocument/2006/relationships/tags" Target="../tags/tag3668.xml"/><Relationship Id="rId101" Type="http://schemas.openxmlformats.org/officeDocument/2006/relationships/tags" Target="../tags/tag3670.xml"/><Relationship Id="rId4" Type="http://schemas.openxmlformats.org/officeDocument/2006/relationships/tags" Target="../tags/tag3573.xml"/><Relationship Id="rId9" Type="http://schemas.openxmlformats.org/officeDocument/2006/relationships/tags" Target="../tags/tag3578.xml"/><Relationship Id="rId13" Type="http://schemas.openxmlformats.org/officeDocument/2006/relationships/tags" Target="../tags/tag3582.xml"/><Relationship Id="rId18" Type="http://schemas.openxmlformats.org/officeDocument/2006/relationships/tags" Target="../tags/tag3587.xml"/><Relationship Id="rId39" Type="http://schemas.openxmlformats.org/officeDocument/2006/relationships/tags" Target="../tags/tag3608.xml"/><Relationship Id="rId34" Type="http://schemas.openxmlformats.org/officeDocument/2006/relationships/tags" Target="../tags/tag3603.xml"/><Relationship Id="rId50" Type="http://schemas.openxmlformats.org/officeDocument/2006/relationships/tags" Target="../tags/tag3619.xml"/><Relationship Id="rId55" Type="http://schemas.openxmlformats.org/officeDocument/2006/relationships/tags" Target="../tags/tag3624.xml"/><Relationship Id="rId76" Type="http://schemas.openxmlformats.org/officeDocument/2006/relationships/tags" Target="../tags/tag3645.xml"/><Relationship Id="rId97" Type="http://schemas.openxmlformats.org/officeDocument/2006/relationships/tags" Target="../tags/tag3666.xml"/><Relationship Id="rId7" Type="http://schemas.openxmlformats.org/officeDocument/2006/relationships/tags" Target="../tags/tag3576.xml"/><Relationship Id="rId71" Type="http://schemas.openxmlformats.org/officeDocument/2006/relationships/tags" Target="../tags/tag3640.xml"/><Relationship Id="rId92" Type="http://schemas.openxmlformats.org/officeDocument/2006/relationships/tags" Target="../tags/tag3661.xml"/><Relationship Id="rId2" Type="http://schemas.openxmlformats.org/officeDocument/2006/relationships/tags" Target="../tags/tag3571.xml"/><Relationship Id="rId29" Type="http://schemas.openxmlformats.org/officeDocument/2006/relationships/tags" Target="../tags/tag3598.xml"/><Relationship Id="rId24" Type="http://schemas.openxmlformats.org/officeDocument/2006/relationships/tags" Target="../tags/tag3593.xml"/><Relationship Id="rId40" Type="http://schemas.openxmlformats.org/officeDocument/2006/relationships/tags" Target="../tags/tag3609.xml"/><Relationship Id="rId45" Type="http://schemas.openxmlformats.org/officeDocument/2006/relationships/tags" Target="../tags/tag3614.xml"/><Relationship Id="rId66" Type="http://schemas.openxmlformats.org/officeDocument/2006/relationships/tags" Target="../tags/tag3635.xml"/><Relationship Id="rId87" Type="http://schemas.openxmlformats.org/officeDocument/2006/relationships/tags" Target="../tags/tag3656.xml"/><Relationship Id="rId61" Type="http://schemas.openxmlformats.org/officeDocument/2006/relationships/tags" Target="../tags/tag3630.xml"/><Relationship Id="rId82" Type="http://schemas.openxmlformats.org/officeDocument/2006/relationships/tags" Target="../tags/tag3651.xml"/><Relationship Id="rId19" Type="http://schemas.openxmlformats.org/officeDocument/2006/relationships/tags" Target="../tags/tag3588.xml"/><Relationship Id="rId14" Type="http://schemas.openxmlformats.org/officeDocument/2006/relationships/tags" Target="../tags/tag3583.xml"/><Relationship Id="rId30" Type="http://schemas.openxmlformats.org/officeDocument/2006/relationships/tags" Target="../tags/tag3599.xml"/><Relationship Id="rId35" Type="http://schemas.openxmlformats.org/officeDocument/2006/relationships/tags" Target="../tags/tag3604.xml"/><Relationship Id="rId56" Type="http://schemas.openxmlformats.org/officeDocument/2006/relationships/tags" Target="../tags/tag3625.xml"/><Relationship Id="rId77" Type="http://schemas.openxmlformats.org/officeDocument/2006/relationships/tags" Target="../tags/tag3646.xml"/><Relationship Id="rId100" Type="http://schemas.openxmlformats.org/officeDocument/2006/relationships/tags" Target="../tags/tag3669.xml"/><Relationship Id="rId8" Type="http://schemas.openxmlformats.org/officeDocument/2006/relationships/tags" Target="../tags/tag3577.xml"/><Relationship Id="rId51" Type="http://schemas.openxmlformats.org/officeDocument/2006/relationships/tags" Target="../tags/tag3620.xml"/><Relationship Id="rId72" Type="http://schemas.openxmlformats.org/officeDocument/2006/relationships/tags" Target="../tags/tag3641.xml"/><Relationship Id="rId93" Type="http://schemas.openxmlformats.org/officeDocument/2006/relationships/tags" Target="../tags/tag3662.xml"/><Relationship Id="rId98" Type="http://schemas.openxmlformats.org/officeDocument/2006/relationships/tags" Target="../tags/tag3667.xml"/><Relationship Id="rId3" Type="http://schemas.openxmlformats.org/officeDocument/2006/relationships/tags" Target="../tags/tag3572.xml"/></Relationships>
</file>

<file path=ppt/slides/_rels/slide88.xml.rels><?xml version="1.0" encoding="UTF-8" standalone="yes"?>
<Relationships xmlns="http://schemas.openxmlformats.org/package/2006/relationships"><Relationship Id="rId13" Type="http://schemas.openxmlformats.org/officeDocument/2006/relationships/tags" Target="../tags/tag3683.xml"/><Relationship Id="rId18" Type="http://schemas.openxmlformats.org/officeDocument/2006/relationships/tags" Target="../tags/tag3688.xml"/><Relationship Id="rId26" Type="http://schemas.openxmlformats.org/officeDocument/2006/relationships/tags" Target="../tags/tag3696.xml"/><Relationship Id="rId39" Type="http://schemas.openxmlformats.org/officeDocument/2006/relationships/tags" Target="../tags/tag3709.xml"/><Relationship Id="rId21" Type="http://schemas.openxmlformats.org/officeDocument/2006/relationships/tags" Target="../tags/tag3691.xml"/><Relationship Id="rId34" Type="http://schemas.openxmlformats.org/officeDocument/2006/relationships/tags" Target="../tags/tag3704.xml"/><Relationship Id="rId42" Type="http://schemas.openxmlformats.org/officeDocument/2006/relationships/tags" Target="../tags/tag3712.xml"/><Relationship Id="rId47" Type="http://schemas.openxmlformats.org/officeDocument/2006/relationships/tags" Target="../tags/tag3717.xml"/><Relationship Id="rId50" Type="http://schemas.openxmlformats.org/officeDocument/2006/relationships/tags" Target="../tags/tag3720.xml"/><Relationship Id="rId55" Type="http://schemas.openxmlformats.org/officeDocument/2006/relationships/tags" Target="../tags/tag3725.xml"/><Relationship Id="rId7" Type="http://schemas.openxmlformats.org/officeDocument/2006/relationships/tags" Target="../tags/tag3677.xml"/><Relationship Id="rId2" Type="http://schemas.openxmlformats.org/officeDocument/2006/relationships/tags" Target="../tags/tag3672.xml"/><Relationship Id="rId16" Type="http://schemas.openxmlformats.org/officeDocument/2006/relationships/tags" Target="../tags/tag3686.xml"/><Relationship Id="rId29" Type="http://schemas.openxmlformats.org/officeDocument/2006/relationships/tags" Target="../tags/tag3699.xml"/><Relationship Id="rId11" Type="http://schemas.openxmlformats.org/officeDocument/2006/relationships/tags" Target="../tags/tag3681.xml"/><Relationship Id="rId24" Type="http://schemas.openxmlformats.org/officeDocument/2006/relationships/tags" Target="../tags/tag3694.xml"/><Relationship Id="rId32" Type="http://schemas.openxmlformats.org/officeDocument/2006/relationships/tags" Target="../tags/tag3702.xml"/><Relationship Id="rId37" Type="http://schemas.openxmlformats.org/officeDocument/2006/relationships/tags" Target="../tags/tag3707.xml"/><Relationship Id="rId40" Type="http://schemas.openxmlformats.org/officeDocument/2006/relationships/tags" Target="../tags/tag3710.xml"/><Relationship Id="rId45" Type="http://schemas.openxmlformats.org/officeDocument/2006/relationships/tags" Target="../tags/tag3715.xml"/><Relationship Id="rId53" Type="http://schemas.openxmlformats.org/officeDocument/2006/relationships/tags" Target="../tags/tag3723.xml"/><Relationship Id="rId58" Type="http://schemas.openxmlformats.org/officeDocument/2006/relationships/tags" Target="../tags/tag3728.xml"/><Relationship Id="rId5" Type="http://schemas.openxmlformats.org/officeDocument/2006/relationships/tags" Target="../tags/tag3675.xml"/><Relationship Id="rId61" Type="http://schemas.openxmlformats.org/officeDocument/2006/relationships/tags" Target="../tags/tag3731.xml"/><Relationship Id="rId19" Type="http://schemas.openxmlformats.org/officeDocument/2006/relationships/tags" Target="../tags/tag3689.xml"/><Relationship Id="rId14" Type="http://schemas.openxmlformats.org/officeDocument/2006/relationships/tags" Target="../tags/tag3684.xml"/><Relationship Id="rId22" Type="http://schemas.openxmlformats.org/officeDocument/2006/relationships/tags" Target="../tags/tag3692.xml"/><Relationship Id="rId27" Type="http://schemas.openxmlformats.org/officeDocument/2006/relationships/tags" Target="../tags/tag3697.xml"/><Relationship Id="rId30" Type="http://schemas.openxmlformats.org/officeDocument/2006/relationships/tags" Target="../tags/tag3700.xml"/><Relationship Id="rId35" Type="http://schemas.openxmlformats.org/officeDocument/2006/relationships/tags" Target="../tags/tag3705.xml"/><Relationship Id="rId43" Type="http://schemas.openxmlformats.org/officeDocument/2006/relationships/tags" Target="../tags/tag3713.xml"/><Relationship Id="rId48" Type="http://schemas.openxmlformats.org/officeDocument/2006/relationships/tags" Target="../tags/tag3718.xml"/><Relationship Id="rId56" Type="http://schemas.openxmlformats.org/officeDocument/2006/relationships/tags" Target="../tags/tag3726.xml"/><Relationship Id="rId8" Type="http://schemas.openxmlformats.org/officeDocument/2006/relationships/tags" Target="../tags/tag3678.xml"/><Relationship Id="rId51" Type="http://schemas.openxmlformats.org/officeDocument/2006/relationships/tags" Target="../tags/tag3721.xml"/><Relationship Id="rId3" Type="http://schemas.openxmlformats.org/officeDocument/2006/relationships/tags" Target="../tags/tag3673.xml"/><Relationship Id="rId12" Type="http://schemas.openxmlformats.org/officeDocument/2006/relationships/tags" Target="../tags/tag3682.xml"/><Relationship Id="rId17" Type="http://schemas.openxmlformats.org/officeDocument/2006/relationships/tags" Target="../tags/tag3687.xml"/><Relationship Id="rId25" Type="http://schemas.openxmlformats.org/officeDocument/2006/relationships/tags" Target="../tags/tag3695.xml"/><Relationship Id="rId33" Type="http://schemas.openxmlformats.org/officeDocument/2006/relationships/tags" Target="../tags/tag3703.xml"/><Relationship Id="rId38" Type="http://schemas.openxmlformats.org/officeDocument/2006/relationships/tags" Target="../tags/tag3708.xml"/><Relationship Id="rId46" Type="http://schemas.openxmlformats.org/officeDocument/2006/relationships/tags" Target="../tags/tag3716.xml"/><Relationship Id="rId59" Type="http://schemas.openxmlformats.org/officeDocument/2006/relationships/tags" Target="../tags/tag3729.xml"/><Relationship Id="rId20" Type="http://schemas.openxmlformats.org/officeDocument/2006/relationships/tags" Target="../tags/tag3690.xml"/><Relationship Id="rId41" Type="http://schemas.openxmlformats.org/officeDocument/2006/relationships/tags" Target="../tags/tag3711.xml"/><Relationship Id="rId54" Type="http://schemas.openxmlformats.org/officeDocument/2006/relationships/tags" Target="../tags/tag3724.xml"/><Relationship Id="rId62" Type="http://schemas.openxmlformats.org/officeDocument/2006/relationships/slideLayout" Target="../slideLayouts/slideLayout7.xml"/><Relationship Id="rId1" Type="http://schemas.openxmlformats.org/officeDocument/2006/relationships/tags" Target="../tags/tag3671.xml"/><Relationship Id="rId6" Type="http://schemas.openxmlformats.org/officeDocument/2006/relationships/tags" Target="../tags/tag3676.xml"/><Relationship Id="rId15" Type="http://schemas.openxmlformats.org/officeDocument/2006/relationships/tags" Target="../tags/tag3685.xml"/><Relationship Id="rId23" Type="http://schemas.openxmlformats.org/officeDocument/2006/relationships/tags" Target="../tags/tag3693.xml"/><Relationship Id="rId28" Type="http://schemas.openxmlformats.org/officeDocument/2006/relationships/tags" Target="../tags/tag3698.xml"/><Relationship Id="rId36" Type="http://schemas.openxmlformats.org/officeDocument/2006/relationships/tags" Target="../tags/tag3706.xml"/><Relationship Id="rId49" Type="http://schemas.openxmlformats.org/officeDocument/2006/relationships/tags" Target="../tags/tag3719.xml"/><Relationship Id="rId57" Type="http://schemas.openxmlformats.org/officeDocument/2006/relationships/tags" Target="../tags/tag3727.xml"/><Relationship Id="rId10" Type="http://schemas.openxmlformats.org/officeDocument/2006/relationships/tags" Target="../tags/tag3680.xml"/><Relationship Id="rId31" Type="http://schemas.openxmlformats.org/officeDocument/2006/relationships/tags" Target="../tags/tag3701.xml"/><Relationship Id="rId44" Type="http://schemas.openxmlformats.org/officeDocument/2006/relationships/tags" Target="../tags/tag3714.xml"/><Relationship Id="rId52" Type="http://schemas.openxmlformats.org/officeDocument/2006/relationships/tags" Target="../tags/tag3722.xml"/><Relationship Id="rId60" Type="http://schemas.openxmlformats.org/officeDocument/2006/relationships/tags" Target="../tags/tag3730.xml"/><Relationship Id="rId4" Type="http://schemas.openxmlformats.org/officeDocument/2006/relationships/tags" Target="../tags/tag3674.xml"/><Relationship Id="rId9" Type="http://schemas.openxmlformats.org/officeDocument/2006/relationships/tags" Target="../tags/tag3679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tags" Target="../tags/tag3739.xml"/><Relationship Id="rId13" Type="http://schemas.openxmlformats.org/officeDocument/2006/relationships/tags" Target="../tags/tag3744.xml"/><Relationship Id="rId3" Type="http://schemas.openxmlformats.org/officeDocument/2006/relationships/tags" Target="../tags/tag3734.xml"/><Relationship Id="rId7" Type="http://schemas.openxmlformats.org/officeDocument/2006/relationships/tags" Target="../tags/tag3738.xml"/><Relationship Id="rId12" Type="http://schemas.openxmlformats.org/officeDocument/2006/relationships/tags" Target="../tags/tag3743.xml"/><Relationship Id="rId17" Type="http://schemas.openxmlformats.org/officeDocument/2006/relationships/slide" Target="slide83.xml"/><Relationship Id="rId2" Type="http://schemas.openxmlformats.org/officeDocument/2006/relationships/tags" Target="../tags/tag3733.xml"/><Relationship Id="rId16" Type="http://schemas.openxmlformats.org/officeDocument/2006/relationships/slide" Target="slide84.xml"/><Relationship Id="rId1" Type="http://schemas.openxmlformats.org/officeDocument/2006/relationships/tags" Target="../tags/tag3732.xml"/><Relationship Id="rId6" Type="http://schemas.openxmlformats.org/officeDocument/2006/relationships/tags" Target="../tags/tag3737.xml"/><Relationship Id="rId11" Type="http://schemas.openxmlformats.org/officeDocument/2006/relationships/tags" Target="../tags/tag3742.xml"/><Relationship Id="rId5" Type="http://schemas.openxmlformats.org/officeDocument/2006/relationships/tags" Target="../tags/tag3736.xml"/><Relationship Id="rId15" Type="http://schemas.openxmlformats.org/officeDocument/2006/relationships/notesSlide" Target="../notesSlides/notesSlide71.xml"/><Relationship Id="rId10" Type="http://schemas.openxmlformats.org/officeDocument/2006/relationships/tags" Target="../tags/tag3741.xml"/><Relationship Id="rId4" Type="http://schemas.openxmlformats.org/officeDocument/2006/relationships/tags" Target="../tags/tag3735.xml"/><Relationship Id="rId9" Type="http://schemas.openxmlformats.org/officeDocument/2006/relationships/tags" Target="../tags/tag3740.xml"/><Relationship Id="rId14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3" Type="http://schemas.openxmlformats.org/officeDocument/2006/relationships/tags" Target="../tags/tag3757.xml"/><Relationship Id="rId18" Type="http://schemas.openxmlformats.org/officeDocument/2006/relationships/tags" Target="../tags/tag3762.xml"/><Relationship Id="rId26" Type="http://schemas.openxmlformats.org/officeDocument/2006/relationships/tags" Target="../tags/tag3770.xml"/><Relationship Id="rId39" Type="http://schemas.openxmlformats.org/officeDocument/2006/relationships/tags" Target="../tags/tag3783.xml"/><Relationship Id="rId21" Type="http://schemas.openxmlformats.org/officeDocument/2006/relationships/tags" Target="../tags/tag3765.xml"/><Relationship Id="rId34" Type="http://schemas.openxmlformats.org/officeDocument/2006/relationships/tags" Target="../tags/tag3778.xml"/><Relationship Id="rId42" Type="http://schemas.openxmlformats.org/officeDocument/2006/relationships/slideLayout" Target="../slideLayouts/slideLayout7.xml"/><Relationship Id="rId7" Type="http://schemas.openxmlformats.org/officeDocument/2006/relationships/tags" Target="../tags/tag3751.xml"/><Relationship Id="rId2" Type="http://schemas.openxmlformats.org/officeDocument/2006/relationships/tags" Target="../tags/tag3746.xml"/><Relationship Id="rId16" Type="http://schemas.openxmlformats.org/officeDocument/2006/relationships/tags" Target="../tags/tag3760.xml"/><Relationship Id="rId20" Type="http://schemas.openxmlformats.org/officeDocument/2006/relationships/tags" Target="../tags/tag3764.xml"/><Relationship Id="rId29" Type="http://schemas.openxmlformats.org/officeDocument/2006/relationships/tags" Target="../tags/tag3773.xml"/><Relationship Id="rId41" Type="http://schemas.openxmlformats.org/officeDocument/2006/relationships/tags" Target="../tags/tag3785.xml"/><Relationship Id="rId1" Type="http://schemas.openxmlformats.org/officeDocument/2006/relationships/tags" Target="../tags/tag3745.xml"/><Relationship Id="rId6" Type="http://schemas.openxmlformats.org/officeDocument/2006/relationships/tags" Target="../tags/tag3750.xml"/><Relationship Id="rId11" Type="http://schemas.openxmlformats.org/officeDocument/2006/relationships/tags" Target="../tags/tag3755.xml"/><Relationship Id="rId24" Type="http://schemas.openxmlformats.org/officeDocument/2006/relationships/tags" Target="../tags/tag3768.xml"/><Relationship Id="rId32" Type="http://schemas.openxmlformats.org/officeDocument/2006/relationships/tags" Target="../tags/tag3776.xml"/><Relationship Id="rId37" Type="http://schemas.openxmlformats.org/officeDocument/2006/relationships/tags" Target="../tags/tag3781.xml"/><Relationship Id="rId40" Type="http://schemas.openxmlformats.org/officeDocument/2006/relationships/tags" Target="../tags/tag3784.xml"/><Relationship Id="rId5" Type="http://schemas.openxmlformats.org/officeDocument/2006/relationships/tags" Target="../tags/tag3749.xml"/><Relationship Id="rId15" Type="http://schemas.openxmlformats.org/officeDocument/2006/relationships/tags" Target="../tags/tag3759.xml"/><Relationship Id="rId23" Type="http://schemas.openxmlformats.org/officeDocument/2006/relationships/tags" Target="../tags/tag3767.xml"/><Relationship Id="rId28" Type="http://schemas.openxmlformats.org/officeDocument/2006/relationships/tags" Target="../tags/tag3772.xml"/><Relationship Id="rId36" Type="http://schemas.openxmlformats.org/officeDocument/2006/relationships/tags" Target="../tags/tag3780.xml"/><Relationship Id="rId10" Type="http://schemas.openxmlformats.org/officeDocument/2006/relationships/tags" Target="../tags/tag3754.xml"/><Relationship Id="rId19" Type="http://schemas.openxmlformats.org/officeDocument/2006/relationships/tags" Target="../tags/tag3763.xml"/><Relationship Id="rId31" Type="http://schemas.openxmlformats.org/officeDocument/2006/relationships/tags" Target="../tags/tag3775.xml"/><Relationship Id="rId4" Type="http://schemas.openxmlformats.org/officeDocument/2006/relationships/tags" Target="../tags/tag3748.xml"/><Relationship Id="rId9" Type="http://schemas.openxmlformats.org/officeDocument/2006/relationships/tags" Target="../tags/tag3753.xml"/><Relationship Id="rId14" Type="http://schemas.openxmlformats.org/officeDocument/2006/relationships/tags" Target="../tags/tag3758.xml"/><Relationship Id="rId22" Type="http://schemas.openxmlformats.org/officeDocument/2006/relationships/tags" Target="../tags/tag3766.xml"/><Relationship Id="rId27" Type="http://schemas.openxmlformats.org/officeDocument/2006/relationships/tags" Target="../tags/tag3771.xml"/><Relationship Id="rId30" Type="http://schemas.openxmlformats.org/officeDocument/2006/relationships/tags" Target="../tags/tag3774.xml"/><Relationship Id="rId35" Type="http://schemas.openxmlformats.org/officeDocument/2006/relationships/tags" Target="../tags/tag3779.xml"/><Relationship Id="rId43" Type="http://schemas.openxmlformats.org/officeDocument/2006/relationships/slide" Target="slide95.xml"/><Relationship Id="rId8" Type="http://schemas.openxmlformats.org/officeDocument/2006/relationships/tags" Target="../tags/tag3752.xml"/><Relationship Id="rId3" Type="http://schemas.openxmlformats.org/officeDocument/2006/relationships/tags" Target="../tags/tag3747.xml"/><Relationship Id="rId12" Type="http://schemas.openxmlformats.org/officeDocument/2006/relationships/tags" Target="../tags/tag3756.xml"/><Relationship Id="rId17" Type="http://schemas.openxmlformats.org/officeDocument/2006/relationships/tags" Target="../tags/tag3761.xml"/><Relationship Id="rId25" Type="http://schemas.openxmlformats.org/officeDocument/2006/relationships/tags" Target="../tags/tag3769.xml"/><Relationship Id="rId33" Type="http://schemas.openxmlformats.org/officeDocument/2006/relationships/tags" Target="../tags/tag3777.xml"/><Relationship Id="rId38" Type="http://schemas.openxmlformats.org/officeDocument/2006/relationships/tags" Target="../tags/tag3782.xml"/></Relationships>
</file>

<file path=ppt/slides/_rels/slide91.xml.rels><?xml version="1.0" encoding="UTF-8" standalone="yes"?>
<Relationships xmlns="http://schemas.openxmlformats.org/package/2006/relationships"><Relationship Id="rId26" Type="http://schemas.openxmlformats.org/officeDocument/2006/relationships/tags" Target="../tags/tag3811.xml"/><Relationship Id="rId21" Type="http://schemas.openxmlformats.org/officeDocument/2006/relationships/tags" Target="../tags/tag3806.xml"/><Relationship Id="rId42" Type="http://schemas.openxmlformats.org/officeDocument/2006/relationships/tags" Target="../tags/tag3827.xml"/><Relationship Id="rId47" Type="http://schemas.openxmlformats.org/officeDocument/2006/relationships/tags" Target="../tags/tag3832.xml"/><Relationship Id="rId63" Type="http://schemas.openxmlformats.org/officeDocument/2006/relationships/tags" Target="../tags/tag3848.xml"/><Relationship Id="rId68" Type="http://schemas.openxmlformats.org/officeDocument/2006/relationships/tags" Target="../tags/tag3853.xml"/><Relationship Id="rId84" Type="http://schemas.openxmlformats.org/officeDocument/2006/relationships/tags" Target="../tags/tag3869.xml"/><Relationship Id="rId89" Type="http://schemas.openxmlformats.org/officeDocument/2006/relationships/tags" Target="../tags/tag3874.xml"/><Relationship Id="rId16" Type="http://schemas.openxmlformats.org/officeDocument/2006/relationships/tags" Target="../tags/tag3801.xml"/><Relationship Id="rId107" Type="http://schemas.openxmlformats.org/officeDocument/2006/relationships/slide" Target="slide97.xml"/><Relationship Id="rId11" Type="http://schemas.openxmlformats.org/officeDocument/2006/relationships/tags" Target="../tags/tag3796.xml"/><Relationship Id="rId32" Type="http://schemas.openxmlformats.org/officeDocument/2006/relationships/tags" Target="../tags/tag3817.xml"/><Relationship Id="rId37" Type="http://schemas.openxmlformats.org/officeDocument/2006/relationships/tags" Target="../tags/tag3822.xml"/><Relationship Id="rId53" Type="http://schemas.openxmlformats.org/officeDocument/2006/relationships/tags" Target="../tags/tag3838.xml"/><Relationship Id="rId58" Type="http://schemas.openxmlformats.org/officeDocument/2006/relationships/tags" Target="../tags/tag3843.xml"/><Relationship Id="rId74" Type="http://schemas.openxmlformats.org/officeDocument/2006/relationships/tags" Target="../tags/tag3859.xml"/><Relationship Id="rId79" Type="http://schemas.openxmlformats.org/officeDocument/2006/relationships/tags" Target="../tags/tag3864.xml"/><Relationship Id="rId102" Type="http://schemas.openxmlformats.org/officeDocument/2006/relationships/tags" Target="../tags/tag3887.xml"/><Relationship Id="rId5" Type="http://schemas.openxmlformats.org/officeDocument/2006/relationships/tags" Target="../tags/tag3790.xml"/><Relationship Id="rId90" Type="http://schemas.openxmlformats.org/officeDocument/2006/relationships/tags" Target="../tags/tag3875.xml"/><Relationship Id="rId95" Type="http://schemas.openxmlformats.org/officeDocument/2006/relationships/tags" Target="../tags/tag3880.xml"/><Relationship Id="rId22" Type="http://schemas.openxmlformats.org/officeDocument/2006/relationships/tags" Target="../tags/tag3807.xml"/><Relationship Id="rId27" Type="http://schemas.openxmlformats.org/officeDocument/2006/relationships/tags" Target="../tags/tag3812.xml"/><Relationship Id="rId43" Type="http://schemas.openxmlformats.org/officeDocument/2006/relationships/tags" Target="../tags/tag3828.xml"/><Relationship Id="rId48" Type="http://schemas.openxmlformats.org/officeDocument/2006/relationships/tags" Target="../tags/tag3833.xml"/><Relationship Id="rId64" Type="http://schemas.openxmlformats.org/officeDocument/2006/relationships/tags" Target="../tags/tag3849.xml"/><Relationship Id="rId69" Type="http://schemas.openxmlformats.org/officeDocument/2006/relationships/tags" Target="../tags/tag3854.xml"/><Relationship Id="rId80" Type="http://schemas.openxmlformats.org/officeDocument/2006/relationships/tags" Target="../tags/tag3865.xml"/><Relationship Id="rId85" Type="http://schemas.openxmlformats.org/officeDocument/2006/relationships/tags" Target="../tags/tag3870.xml"/><Relationship Id="rId12" Type="http://schemas.openxmlformats.org/officeDocument/2006/relationships/tags" Target="../tags/tag3797.xml"/><Relationship Id="rId17" Type="http://schemas.openxmlformats.org/officeDocument/2006/relationships/tags" Target="../tags/tag3802.xml"/><Relationship Id="rId33" Type="http://schemas.openxmlformats.org/officeDocument/2006/relationships/tags" Target="../tags/tag3818.xml"/><Relationship Id="rId38" Type="http://schemas.openxmlformats.org/officeDocument/2006/relationships/tags" Target="../tags/tag3823.xml"/><Relationship Id="rId59" Type="http://schemas.openxmlformats.org/officeDocument/2006/relationships/tags" Target="../tags/tag3844.xml"/><Relationship Id="rId103" Type="http://schemas.openxmlformats.org/officeDocument/2006/relationships/tags" Target="../tags/tag3888.xml"/><Relationship Id="rId20" Type="http://schemas.openxmlformats.org/officeDocument/2006/relationships/tags" Target="../tags/tag3805.xml"/><Relationship Id="rId41" Type="http://schemas.openxmlformats.org/officeDocument/2006/relationships/tags" Target="../tags/tag3826.xml"/><Relationship Id="rId54" Type="http://schemas.openxmlformats.org/officeDocument/2006/relationships/tags" Target="../tags/tag3839.xml"/><Relationship Id="rId62" Type="http://schemas.openxmlformats.org/officeDocument/2006/relationships/tags" Target="../tags/tag3847.xml"/><Relationship Id="rId70" Type="http://schemas.openxmlformats.org/officeDocument/2006/relationships/tags" Target="../tags/tag3855.xml"/><Relationship Id="rId75" Type="http://schemas.openxmlformats.org/officeDocument/2006/relationships/tags" Target="../tags/tag3860.xml"/><Relationship Id="rId83" Type="http://schemas.openxmlformats.org/officeDocument/2006/relationships/tags" Target="../tags/tag3868.xml"/><Relationship Id="rId88" Type="http://schemas.openxmlformats.org/officeDocument/2006/relationships/tags" Target="../tags/tag3873.xml"/><Relationship Id="rId91" Type="http://schemas.openxmlformats.org/officeDocument/2006/relationships/tags" Target="../tags/tag3876.xml"/><Relationship Id="rId96" Type="http://schemas.openxmlformats.org/officeDocument/2006/relationships/tags" Target="../tags/tag3881.xml"/><Relationship Id="rId1" Type="http://schemas.openxmlformats.org/officeDocument/2006/relationships/tags" Target="../tags/tag3786.xml"/><Relationship Id="rId6" Type="http://schemas.openxmlformats.org/officeDocument/2006/relationships/tags" Target="../tags/tag3791.xml"/><Relationship Id="rId15" Type="http://schemas.openxmlformats.org/officeDocument/2006/relationships/tags" Target="../tags/tag3800.xml"/><Relationship Id="rId23" Type="http://schemas.openxmlformats.org/officeDocument/2006/relationships/tags" Target="../tags/tag3808.xml"/><Relationship Id="rId28" Type="http://schemas.openxmlformats.org/officeDocument/2006/relationships/tags" Target="../tags/tag3813.xml"/><Relationship Id="rId36" Type="http://schemas.openxmlformats.org/officeDocument/2006/relationships/tags" Target="../tags/tag3821.xml"/><Relationship Id="rId49" Type="http://schemas.openxmlformats.org/officeDocument/2006/relationships/tags" Target="../tags/tag3834.xml"/><Relationship Id="rId57" Type="http://schemas.openxmlformats.org/officeDocument/2006/relationships/tags" Target="../tags/tag3842.xml"/><Relationship Id="rId106" Type="http://schemas.openxmlformats.org/officeDocument/2006/relationships/slide" Target="slide93.xml"/><Relationship Id="rId10" Type="http://schemas.openxmlformats.org/officeDocument/2006/relationships/tags" Target="../tags/tag3795.xml"/><Relationship Id="rId31" Type="http://schemas.openxmlformats.org/officeDocument/2006/relationships/tags" Target="../tags/tag3816.xml"/><Relationship Id="rId44" Type="http://schemas.openxmlformats.org/officeDocument/2006/relationships/tags" Target="../tags/tag3829.xml"/><Relationship Id="rId52" Type="http://schemas.openxmlformats.org/officeDocument/2006/relationships/tags" Target="../tags/tag3837.xml"/><Relationship Id="rId60" Type="http://schemas.openxmlformats.org/officeDocument/2006/relationships/tags" Target="../tags/tag3845.xml"/><Relationship Id="rId65" Type="http://schemas.openxmlformats.org/officeDocument/2006/relationships/tags" Target="../tags/tag3850.xml"/><Relationship Id="rId73" Type="http://schemas.openxmlformats.org/officeDocument/2006/relationships/tags" Target="../tags/tag3858.xml"/><Relationship Id="rId78" Type="http://schemas.openxmlformats.org/officeDocument/2006/relationships/tags" Target="../tags/tag3863.xml"/><Relationship Id="rId81" Type="http://schemas.openxmlformats.org/officeDocument/2006/relationships/tags" Target="../tags/tag3866.xml"/><Relationship Id="rId86" Type="http://schemas.openxmlformats.org/officeDocument/2006/relationships/tags" Target="../tags/tag3871.xml"/><Relationship Id="rId94" Type="http://schemas.openxmlformats.org/officeDocument/2006/relationships/tags" Target="../tags/tag3879.xml"/><Relationship Id="rId99" Type="http://schemas.openxmlformats.org/officeDocument/2006/relationships/tags" Target="../tags/tag3884.xml"/><Relationship Id="rId101" Type="http://schemas.openxmlformats.org/officeDocument/2006/relationships/tags" Target="../tags/tag3886.xml"/><Relationship Id="rId4" Type="http://schemas.openxmlformats.org/officeDocument/2006/relationships/tags" Target="../tags/tag3789.xml"/><Relationship Id="rId9" Type="http://schemas.openxmlformats.org/officeDocument/2006/relationships/tags" Target="../tags/tag3794.xml"/><Relationship Id="rId13" Type="http://schemas.openxmlformats.org/officeDocument/2006/relationships/tags" Target="../tags/tag3798.xml"/><Relationship Id="rId18" Type="http://schemas.openxmlformats.org/officeDocument/2006/relationships/tags" Target="../tags/tag3803.xml"/><Relationship Id="rId39" Type="http://schemas.openxmlformats.org/officeDocument/2006/relationships/tags" Target="../tags/tag3824.xml"/><Relationship Id="rId34" Type="http://schemas.openxmlformats.org/officeDocument/2006/relationships/tags" Target="../tags/tag3819.xml"/><Relationship Id="rId50" Type="http://schemas.openxmlformats.org/officeDocument/2006/relationships/tags" Target="../tags/tag3835.xml"/><Relationship Id="rId55" Type="http://schemas.openxmlformats.org/officeDocument/2006/relationships/tags" Target="../tags/tag3840.xml"/><Relationship Id="rId76" Type="http://schemas.openxmlformats.org/officeDocument/2006/relationships/tags" Target="../tags/tag3861.xml"/><Relationship Id="rId97" Type="http://schemas.openxmlformats.org/officeDocument/2006/relationships/tags" Target="../tags/tag3882.xml"/><Relationship Id="rId104" Type="http://schemas.openxmlformats.org/officeDocument/2006/relationships/slideLayout" Target="../slideLayouts/slideLayout7.xml"/><Relationship Id="rId7" Type="http://schemas.openxmlformats.org/officeDocument/2006/relationships/tags" Target="../tags/tag3792.xml"/><Relationship Id="rId71" Type="http://schemas.openxmlformats.org/officeDocument/2006/relationships/tags" Target="../tags/tag3856.xml"/><Relationship Id="rId92" Type="http://schemas.openxmlformats.org/officeDocument/2006/relationships/tags" Target="../tags/tag3877.xml"/><Relationship Id="rId2" Type="http://schemas.openxmlformats.org/officeDocument/2006/relationships/tags" Target="../tags/tag3787.xml"/><Relationship Id="rId29" Type="http://schemas.openxmlformats.org/officeDocument/2006/relationships/tags" Target="../tags/tag3814.xml"/><Relationship Id="rId24" Type="http://schemas.openxmlformats.org/officeDocument/2006/relationships/tags" Target="../tags/tag3809.xml"/><Relationship Id="rId40" Type="http://schemas.openxmlformats.org/officeDocument/2006/relationships/tags" Target="../tags/tag3825.xml"/><Relationship Id="rId45" Type="http://schemas.openxmlformats.org/officeDocument/2006/relationships/tags" Target="../tags/tag3830.xml"/><Relationship Id="rId66" Type="http://schemas.openxmlformats.org/officeDocument/2006/relationships/tags" Target="../tags/tag3851.xml"/><Relationship Id="rId87" Type="http://schemas.openxmlformats.org/officeDocument/2006/relationships/tags" Target="../tags/tag3872.xml"/><Relationship Id="rId61" Type="http://schemas.openxmlformats.org/officeDocument/2006/relationships/tags" Target="../tags/tag3846.xml"/><Relationship Id="rId82" Type="http://schemas.openxmlformats.org/officeDocument/2006/relationships/tags" Target="../tags/tag3867.xml"/><Relationship Id="rId19" Type="http://schemas.openxmlformats.org/officeDocument/2006/relationships/tags" Target="../tags/tag3804.xml"/><Relationship Id="rId14" Type="http://schemas.openxmlformats.org/officeDocument/2006/relationships/tags" Target="../tags/tag3799.xml"/><Relationship Id="rId30" Type="http://schemas.openxmlformats.org/officeDocument/2006/relationships/tags" Target="../tags/tag3815.xml"/><Relationship Id="rId35" Type="http://schemas.openxmlformats.org/officeDocument/2006/relationships/tags" Target="../tags/tag3820.xml"/><Relationship Id="rId56" Type="http://schemas.openxmlformats.org/officeDocument/2006/relationships/tags" Target="../tags/tag3841.xml"/><Relationship Id="rId77" Type="http://schemas.openxmlformats.org/officeDocument/2006/relationships/tags" Target="../tags/tag3862.xml"/><Relationship Id="rId100" Type="http://schemas.openxmlformats.org/officeDocument/2006/relationships/tags" Target="../tags/tag3885.xml"/><Relationship Id="rId105" Type="http://schemas.openxmlformats.org/officeDocument/2006/relationships/notesSlide" Target="../notesSlides/notesSlide72.xml"/><Relationship Id="rId8" Type="http://schemas.openxmlformats.org/officeDocument/2006/relationships/tags" Target="../tags/tag3793.xml"/><Relationship Id="rId51" Type="http://schemas.openxmlformats.org/officeDocument/2006/relationships/tags" Target="../tags/tag3836.xml"/><Relationship Id="rId72" Type="http://schemas.openxmlformats.org/officeDocument/2006/relationships/tags" Target="../tags/tag3857.xml"/><Relationship Id="rId93" Type="http://schemas.openxmlformats.org/officeDocument/2006/relationships/tags" Target="../tags/tag3878.xml"/><Relationship Id="rId98" Type="http://schemas.openxmlformats.org/officeDocument/2006/relationships/tags" Target="../tags/tag3883.xml"/><Relationship Id="rId3" Type="http://schemas.openxmlformats.org/officeDocument/2006/relationships/tags" Target="../tags/tag3788.xml"/><Relationship Id="rId25" Type="http://schemas.openxmlformats.org/officeDocument/2006/relationships/tags" Target="../tags/tag3810.xml"/><Relationship Id="rId46" Type="http://schemas.openxmlformats.org/officeDocument/2006/relationships/tags" Target="../tags/tag3831.xml"/><Relationship Id="rId67" Type="http://schemas.openxmlformats.org/officeDocument/2006/relationships/tags" Target="../tags/tag385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94.xm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6" Type="http://schemas.openxmlformats.org/officeDocument/2006/relationships/tags" Target="../tags/tag3914.xml"/><Relationship Id="rId21" Type="http://schemas.openxmlformats.org/officeDocument/2006/relationships/tags" Target="../tags/tag3909.xml"/><Relationship Id="rId42" Type="http://schemas.openxmlformats.org/officeDocument/2006/relationships/tags" Target="../tags/tag3930.xml"/><Relationship Id="rId47" Type="http://schemas.openxmlformats.org/officeDocument/2006/relationships/tags" Target="../tags/tag3935.xml"/><Relationship Id="rId63" Type="http://schemas.openxmlformats.org/officeDocument/2006/relationships/tags" Target="../tags/tag3951.xml"/><Relationship Id="rId68" Type="http://schemas.openxmlformats.org/officeDocument/2006/relationships/tags" Target="../tags/tag3956.xml"/><Relationship Id="rId84" Type="http://schemas.openxmlformats.org/officeDocument/2006/relationships/tags" Target="../tags/tag3972.xml"/><Relationship Id="rId89" Type="http://schemas.openxmlformats.org/officeDocument/2006/relationships/tags" Target="../tags/tag3977.xml"/><Relationship Id="rId16" Type="http://schemas.openxmlformats.org/officeDocument/2006/relationships/tags" Target="../tags/tag3904.xml"/><Relationship Id="rId107" Type="http://schemas.openxmlformats.org/officeDocument/2006/relationships/tags" Target="../tags/tag3995.xml"/><Relationship Id="rId11" Type="http://schemas.openxmlformats.org/officeDocument/2006/relationships/tags" Target="../tags/tag3899.xml"/><Relationship Id="rId32" Type="http://schemas.openxmlformats.org/officeDocument/2006/relationships/tags" Target="../tags/tag3920.xml"/><Relationship Id="rId37" Type="http://schemas.openxmlformats.org/officeDocument/2006/relationships/tags" Target="../tags/tag3925.xml"/><Relationship Id="rId53" Type="http://schemas.openxmlformats.org/officeDocument/2006/relationships/tags" Target="../tags/tag3941.xml"/><Relationship Id="rId58" Type="http://schemas.openxmlformats.org/officeDocument/2006/relationships/tags" Target="../tags/tag3946.xml"/><Relationship Id="rId74" Type="http://schemas.openxmlformats.org/officeDocument/2006/relationships/tags" Target="../tags/tag3962.xml"/><Relationship Id="rId79" Type="http://schemas.openxmlformats.org/officeDocument/2006/relationships/tags" Target="../tags/tag3967.xml"/><Relationship Id="rId102" Type="http://schemas.openxmlformats.org/officeDocument/2006/relationships/tags" Target="../tags/tag3990.xml"/><Relationship Id="rId5" Type="http://schemas.openxmlformats.org/officeDocument/2006/relationships/tags" Target="../tags/tag3893.xml"/><Relationship Id="rId90" Type="http://schemas.openxmlformats.org/officeDocument/2006/relationships/tags" Target="../tags/tag3978.xml"/><Relationship Id="rId95" Type="http://schemas.openxmlformats.org/officeDocument/2006/relationships/tags" Target="../tags/tag3983.xml"/><Relationship Id="rId22" Type="http://schemas.openxmlformats.org/officeDocument/2006/relationships/tags" Target="../tags/tag3910.xml"/><Relationship Id="rId27" Type="http://schemas.openxmlformats.org/officeDocument/2006/relationships/tags" Target="../tags/tag3915.xml"/><Relationship Id="rId43" Type="http://schemas.openxmlformats.org/officeDocument/2006/relationships/tags" Target="../tags/tag3931.xml"/><Relationship Id="rId48" Type="http://schemas.openxmlformats.org/officeDocument/2006/relationships/tags" Target="../tags/tag3936.xml"/><Relationship Id="rId64" Type="http://schemas.openxmlformats.org/officeDocument/2006/relationships/tags" Target="../tags/tag3952.xml"/><Relationship Id="rId69" Type="http://schemas.openxmlformats.org/officeDocument/2006/relationships/tags" Target="../tags/tag3957.xml"/><Relationship Id="rId80" Type="http://schemas.openxmlformats.org/officeDocument/2006/relationships/tags" Target="../tags/tag3968.xml"/><Relationship Id="rId85" Type="http://schemas.openxmlformats.org/officeDocument/2006/relationships/tags" Target="../tags/tag3973.xml"/><Relationship Id="rId12" Type="http://schemas.openxmlformats.org/officeDocument/2006/relationships/tags" Target="../tags/tag3900.xml"/><Relationship Id="rId17" Type="http://schemas.openxmlformats.org/officeDocument/2006/relationships/tags" Target="../tags/tag3905.xml"/><Relationship Id="rId33" Type="http://schemas.openxmlformats.org/officeDocument/2006/relationships/tags" Target="../tags/tag3921.xml"/><Relationship Id="rId38" Type="http://schemas.openxmlformats.org/officeDocument/2006/relationships/tags" Target="../tags/tag3926.xml"/><Relationship Id="rId59" Type="http://schemas.openxmlformats.org/officeDocument/2006/relationships/tags" Target="../tags/tag3947.xml"/><Relationship Id="rId103" Type="http://schemas.openxmlformats.org/officeDocument/2006/relationships/tags" Target="../tags/tag3991.xml"/><Relationship Id="rId108" Type="http://schemas.openxmlformats.org/officeDocument/2006/relationships/tags" Target="../tags/tag3996.xml"/><Relationship Id="rId54" Type="http://schemas.openxmlformats.org/officeDocument/2006/relationships/tags" Target="../tags/tag3942.xml"/><Relationship Id="rId70" Type="http://schemas.openxmlformats.org/officeDocument/2006/relationships/tags" Target="../tags/tag3958.xml"/><Relationship Id="rId75" Type="http://schemas.openxmlformats.org/officeDocument/2006/relationships/tags" Target="../tags/tag3963.xml"/><Relationship Id="rId91" Type="http://schemas.openxmlformats.org/officeDocument/2006/relationships/tags" Target="../tags/tag3979.xml"/><Relationship Id="rId96" Type="http://schemas.openxmlformats.org/officeDocument/2006/relationships/tags" Target="../tags/tag3984.xml"/><Relationship Id="rId1" Type="http://schemas.openxmlformats.org/officeDocument/2006/relationships/tags" Target="../tags/tag3889.xml"/><Relationship Id="rId6" Type="http://schemas.openxmlformats.org/officeDocument/2006/relationships/tags" Target="../tags/tag3894.xml"/><Relationship Id="rId15" Type="http://schemas.openxmlformats.org/officeDocument/2006/relationships/tags" Target="../tags/tag3903.xml"/><Relationship Id="rId23" Type="http://schemas.openxmlformats.org/officeDocument/2006/relationships/tags" Target="../tags/tag3911.xml"/><Relationship Id="rId28" Type="http://schemas.openxmlformats.org/officeDocument/2006/relationships/tags" Target="../tags/tag3916.xml"/><Relationship Id="rId36" Type="http://schemas.openxmlformats.org/officeDocument/2006/relationships/tags" Target="../tags/tag3924.xml"/><Relationship Id="rId49" Type="http://schemas.openxmlformats.org/officeDocument/2006/relationships/tags" Target="../tags/tag3937.xml"/><Relationship Id="rId57" Type="http://schemas.openxmlformats.org/officeDocument/2006/relationships/tags" Target="../tags/tag3945.xml"/><Relationship Id="rId106" Type="http://schemas.openxmlformats.org/officeDocument/2006/relationships/tags" Target="../tags/tag3994.xml"/><Relationship Id="rId10" Type="http://schemas.openxmlformats.org/officeDocument/2006/relationships/tags" Target="../tags/tag3898.xml"/><Relationship Id="rId31" Type="http://schemas.openxmlformats.org/officeDocument/2006/relationships/tags" Target="../tags/tag3919.xml"/><Relationship Id="rId44" Type="http://schemas.openxmlformats.org/officeDocument/2006/relationships/tags" Target="../tags/tag3932.xml"/><Relationship Id="rId52" Type="http://schemas.openxmlformats.org/officeDocument/2006/relationships/tags" Target="../tags/tag3940.xml"/><Relationship Id="rId60" Type="http://schemas.openxmlformats.org/officeDocument/2006/relationships/tags" Target="../tags/tag3948.xml"/><Relationship Id="rId65" Type="http://schemas.openxmlformats.org/officeDocument/2006/relationships/tags" Target="../tags/tag3953.xml"/><Relationship Id="rId73" Type="http://schemas.openxmlformats.org/officeDocument/2006/relationships/tags" Target="../tags/tag3961.xml"/><Relationship Id="rId78" Type="http://schemas.openxmlformats.org/officeDocument/2006/relationships/tags" Target="../tags/tag3966.xml"/><Relationship Id="rId81" Type="http://schemas.openxmlformats.org/officeDocument/2006/relationships/tags" Target="../tags/tag3969.xml"/><Relationship Id="rId86" Type="http://schemas.openxmlformats.org/officeDocument/2006/relationships/tags" Target="../tags/tag3974.xml"/><Relationship Id="rId94" Type="http://schemas.openxmlformats.org/officeDocument/2006/relationships/tags" Target="../tags/tag3982.xml"/><Relationship Id="rId99" Type="http://schemas.openxmlformats.org/officeDocument/2006/relationships/tags" Target="../tags/tag3987.xml"/><Relationship Id="rId101" Type="http://schemas.openxmlformats.org/officeDocument/2006/relationships/tags" Target="../tags/tag3989.xml"/><Relationship Id="rId4" Type="http://schemas.openxmlformats.org/officeDocument/2006/relationships/tags" Target="../tags/tag3892.xml"/><Relationship Id="rId9" Type="http://schemas.openxmlformats.org/officeDocument/2006/relationships/tags" Target="../tags/tag3897.xml"/><Relationship Id="rId13" Type="http://schemas.openxmlformats.org/officeDocument/2006/relationships/tags" Target="../tags/tag3901.xml"/><Relationship Id="rId18" Type="http://schemas.openxmlformats.org/officeDocument/2006/relationships/tags" Target="../tags/tag3906.xml"/><Relationship Id="rId39" Type="http://schemas.openxmlformats.org/officeDocument/2006/relationships/tags" Target="../tags/tag3927.xml"/><Relationship Id="rId109" Type="http://schemas.openxmlformats.org/officeDocument/2006/relationships/slideLayout" Target="../slideLayouts/slideLayout7.xml"/><Relationship Id="rId34" Type="http://schemas.openxmlformats.org/officeDocument/2006/relationships/tags" Target="../tags/tag3922.xml"/><Relationship Id="rId50" Type="http://schemas.openxmlformats.org/officeDocument/2006/relationships/tags" Target="../tags/tag3938.xml"/><Relationship Id="rId55" Type="http://schemas.openxmlformats.org/officeDocument/2006/relationships/tags" Target="../tags/tag3943.xml"/><Relationship Id="rId76" Type="http://schemas.openxmlformats.org/officeDocument/2006/relationships/tags" Target="../tags/tag3964.xml"/><Relationship Id="rId97" Type="http://schemas.openxmlformats.org/officeDocument/2006/relationships/tags" Target="../tags/tag3985.xml"/><Relationship Id="rId104" Type="http://schemas.openxmlformats.org/officeDocument/2006/relationships/tags" Target="../tags/tag3992.xml"/><Relationship Id="rId7" Type="http://schemas.openxmlformats.org/officeDocument/2006/relationships/tags" Target="../tags/tag3895.xml"/><Relationship Id="rId71" Type="http://schemas.openxmlformats.org/officeDocument/2006/relationships/tags" Target="../tags/tag3959.xml"/><Relationship Id="rId92" Type="http://schemas.openxmlformats.org/officeDocument/2006/relationships/tags" Target="../tags/tag3980.xml"/><Relationship Id="rId2" Type="http://schemas.openxmlformats.org/officeDocument/2006/relationships/tags" Target="../tags/tag3890.xml"/><Relationship Id="rId29" Type="http://schemas.openxmlformats.org/officeDocument/2006/relationships/tags" Target="../tags/tag3917.xml"/><Relationship Id="rId24" Type="http://schemas.openxmlformats.org/officeDocument/2006/relationships/tags" Target="../tags/tag3912.xml"/><Relationship Id="rId40" Type="http://schemas.openxmlformats.org/officeDocument/2006/relationships/tags" Target="../tags/tag3928.xml"/><Relationship Id="rId45" Type="http://schemas.openxmlformats.org/officeDocument/2006/relationships/tags" Target="../tags/tag3933.xml"/><Relationship Id="rId66" Type="http://schemas.openxmlformats.org/officeDocument/2006/relationships/tags" Target="../tags/tag3954.xml"/><Relationship Id="rId87" Type="http://schemas.openxmlformats.org/officeDocument/2006/relationships/tags" Target="../tags/tag3975.xml"/><Relationship Id="rId110" Type="http://schemas.openxmlformats.org/officeDocument/2006/relationships/notesSlide" Target="../notesSlides/notesSlide74.xml"/><Relationship Id="rId61" Type="http://schemas.openxmlformats.org/officeDocument/2006/relationships/tags" Target="../tags/tag3949.xml"/><Relationship Id="rId82" Type="http://schemas.openxmlformats.org/officeDocument/2006/relationships/tags" Target="../tags/tag3970.xml"/><Relationship Id="rId19" Type="http://schemas.openxmlformats.org/officeDocument/2006/relationships/tags" Target="../tags/tag3907.xml"/><Relationship Id="rId14" Type="http://schemas.openxmlformats.org/officeDocument/2006/relationships/tags" Target="../tags/tag3902.xml"/><Relationship Id="rId30" Type="http://schemas.openxmlformats.org/officeDocument/2006/relationships/tags" Target="../tags/tag3918.xml"/><Relationship Id="rId35" Type="http://schemas.openxmlformats.org/officeDocument/2006/relationships/tags" Target="../tags/tag3923.xml"/><Relationship Id="rId56" Type="http://schemas.openxmlformats.org/officeDocument/2006/relationships/tags" Target="../tags/tag3944.xml"/><Relationship Id="rId77" Type="http://schemas.openxmlformats.org/officeDocument/2006/relationships/tags" Target="../tags/tag3965.xml"/><Relationship Id="rId100" Type="http://schemas.openxmlformats.org/officeDocument/2006/relationships/tags" Target="../tags/tag3988.xml"/><Relationship Id="rId105" Type="http://schemas.openxmlformats.org/officeDocument/2006/relationships/tags" Target="../tags/tag3993.xml"/><Relationship Id="rId8" Type="http://schemas.openxmlformats.org/officeDocument/2006/relationships/tags" Target="../tags/tag3896.xml"/><Relationship Id="rId51" Type="http://schemas.openxmlformats.org/officeDocument/2006/relationships/tags" Target="../tags/tag3939.xml"/><Relationship Id="rId72" Type="http://schemas.openxmlformats.org/officeDocument/2006/relationships/tags" Target="../tags/tag3960.xml"/><Relationship Id="rId93" Type="http://schemas.openxmlformats.org/officeDocument/2006/relationships/tags" Target="../tags/tag3981.xml"/><Relationship Id="rId98" Type="http://schemas.openxmlformats.org/officeDocument/2006/relationships/tags" Target="../tags/tag3986.xml"/><Relationship Id="rId3" Type="http://schemas.openxmlformats.org/officeDocument/2006/relationships/tags" Target="../tags/tag3891.xml"/><Relationship Id="rId25" Type="http://schemas.openxmlformats.org/officeDocument/2006/relationships/tags" Target="../tags/tag3913.xml"/><Relationship Id="rId46" Type="http://schemas.openxmlformats.org/officeDocument/2006/relationships/tags" Target="../tags/tag3934.xml"/><Relationship Id="rId67" Type="http://schemas.openxmlformats.org/officeDocument/2006/relationships/tags" Target="../tags/tag3955.xml"/><Relationship Id="rId20" Type="http://schemas.openxmlformats.org/officeDocument/2006/relationships/tags" Target="../tags/tag3908.xml"/><Relationship Id="rId41" Type="http://schemas.openxmlformats.org/officeDocument/2006/relationships/tags" Target="../tags/tag3929.xml"/><Relationship Id="rId62" Type="http://schemas.openxmlformats.org/officeDocument/2006/relationships/tags" Target="../tags/tag3950.xml"/><Relationship Id="rId83" Type="http://schemas.openxmlformats.org/officeDocument/2006/relationships/tags" Target="../tags/tag3971.xml"/><Relationship Id="rId88" Type="http://schemas.openxmlformats.org/officeDocument/2006/relationships/tags" Target="../tags/tag3976.xml"/><Relationship Id="rId111" Type="http://schemas.openxmlformats.org/officeDocument/2006/relationships/slide" Target="slide9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97.xml"/><Relationship Id="rId4" Type="http://schemas.openxmlformats.org/officeDocument/2006/relationships/slide" Target="slide92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tags" Target="../tags/tag4005.xml"/><Relationship Id="rId13" Type="http://schemas.openxmlformats.org/officeDocument/2006/relationships/tags" Target="../tags/tag4010.xml"/><Relationship Id="rId3" Type="http://schemas.openxmlformats.org/officeDocument/2006/relationships/tags" Target="../tags/tag4000.xml"/><Relationship Id="rId7" Type="http://schemas.openxmlformats.org/officeDocument/2006/relationships/tags" Target="../tags/tag4004.xml"/><Relationship Id="rId12" Type="http://schemas.openxmlformats.org/officeDocument/2006/relationships/tags" Target="../tags/tag4009.xml"/><Relationship Id="rId2" Type="http://schemas.openxmlformats.org/officeDocument/2006/relationships/tags" Target="../tags/tag3999.xml"/><Relationship Id="rId16" Type="http://schemas.openxmlformats.org/officeDocument/2006/relationships/slide" Target="slide90.xml"/><Relationship Id="rId1" Type="http://schemas.openxmlformats.org/officeDocument/2006/relationships/tags" Target="../tags/tag3998.xml"/><Relationship Id="rId6" Type="http://schemas.openxmlformats.org/officeDocument/2006/relationships/tags" Target="../tags/tag4003.xml"/><Relationship Id="rId11" Type="http://schemas.openxmlformats.org/officeDocument/2006/relationships/tags" Target="../tags/tag4008.xml"/><Relationship Id="rId5" Type="http://schemas.openxmlformats.org/officeDocument/2006/relationships/tags" Target="../tags/tag4002.xml"/><Relationship Id="rId15" Type="http://schemas.openxmlformats.org/officeDocument/2006/relationships/notesSlide" Target="../notesSlides/notesSlide76.xml"/><Relationship Id="rId10" Type="http://schemas.openxmlformats.org/officeDocument/2006/relationships/tags" Target="../tags/tag4007.xml"/><Relationship Id="rId4" Type="http://schemas.openxmlformats.org/officeDocument/2006/relationships/tags" Target="../tags/tag4001.xml"/><Relationship Id="rId9" Type="http://schemas.openxmlformats.org/officeDocument/2006/relationships/tags" Target="../tags/tag4006.xml"/><Relationship Id="rId14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tags" Target="../tags/tag4018.xml"/><Relationship Id="rId13" Type="http://schemas.openxmlformats.org/officeDocument/2006/relationships/tags" Target="../tags/tag4023.xml"/><Relationship Id="rId18" Type="http://schemas.openxmlformats.org/officeDocument/2006/relationships/tags" Target="../tags/tag4028.xml"/><Relationship Id="rId3" Type="http://schemas.openxmlformats.org/officeDocument/2006/relationships/tags" Target="../tags/tag4013.xml"/><Relationship Id="rId21" Type="http://schemas.openxmlformats.org/officeDocument/2006/relationships/tags" Target="../tags/tag4031.xml"/><Relationship Id="rId7" Type="http://schemas.openxmlformats.org/officeDocument/2006/relationships/tags" Target="../tags/tag4017.xml"/><Relationship Id="rId12" Type="http://schemas.openxmlformats.org/officeDocument/2006/relationships/tags" Target="../tags/tag4022.xml"/><Relationship Id="rId17" Type="http://schemas.openxmlformats.org/officeDocument/2006/relationships/tags" Target="../tags/tag4027.xml"/><Relationship Id="rId2" Type="http://schemas.openxmlformats.org/officeDocument/2006/relationships/tags" Target="../tags/tag4012.xml"/><Relationship Id="rId16" Type="http://schemas.openxmlformats.org/officeDocument/2006/relationships/tags" Target="../tags/tag4026.xml"/><Relationship Id="rId20" Type="http://schemas.openxmlformats.org/officeDocument/2006/relationships/tags" Target="../tags/tag4030.xml"/><Relationship Id="rId1" Type="http://schemas.openxmlformats.org/officeDocument/2006/relationships/tags" Target="../tags/tag4011.xml"/><Relationship Id="rId6" Type="http://schemas.openxmlformats.org/officeDocument/2006/relationships/tags" Target="../tags/tag4016.xml"/><Relationship Id="rId11" Type="http://schemas.openxmlformats.org/officeDocument/2006/relationships/tags" Target="../tags/tag4021.xml"/><Relationship Id="rId24" Type="http://schemas.openxmlformats.org/officeDocument/2006/relationships/slide" Target="slide100.xml"/><Relationship Id="rId5" Type="http://schemas.openxmlformats.org/officeDocument/2006/relationships/tags" Target="../tags/tag4015.xml"/><Relationship Id="rId15" Type="http://schemas.openxmlformats.org/officeDocument/2006/relationships/tags" Target="../tags/tag4025.xml"/><Relationship Id="rId23" Type="http://schemas.openxmlformats.org/officeDocument/2006/relationships/slideLayout" Target="../slideLayouts/slideLayout7.xml"/><Relationship Id="rId10" Type="http://schemas.openxmlformats.org/officeDocument/2006/relationships/tags" Target="../tags/tag4020.xml"/><Relationship Id="rId19" Type="http://schemas.openxmlformats.org/officeDocument/2006/relationships/tags" Target="../tags/tag4029.xml"/><Relationship Id="rId4" Type="http://schemas.openxmlformats.org/officeDocument/2006/relationships/tags" Target="../tags/tag4014.xml"/><Relationship Id="rId9" Type="http://schemas.openxmlformats.org/officeDocument/2006/relationships/tags" Target="../tags/tag4019.xml"/><Relationship Id="rId14" Type="http://schemas.openxmlformats.org/officeDocument/2006/relationships/tags" Target="../tags/tag4024.xml"/><Relationship Id="rId22" Type="http://schemas.openxmlformats.org/officeDocument/2006/relationships/tags" Target="../tags/tag4032.xml"/></Relationships>
</file>

<file path=ppt/slides/_rels/slide97.xml.rels><?xml version="1.0" encoding="UTF-8" standalone="yes"?>
<Relationships xmlns="http://schemas.openxmlformats.org/package/2006/relationships"><Relationship Id="rId13" Type="http://schemas.openxmlformats.org/officeDocument/2006/relationships/tags" Target="../tags/tag4045.xml"/><Relationship Id="rId18" Type="http://schemas.openxmlformats.org/officeDocument/2006/relationships/tags" Target="../tags/tag4050.xml"/><Relationship Id="rId26" Type="http://schemas.openxmlformats.org/officeDocument/2006/relationships/tags" Target="../tags/tag4058.xml"/><Relationship Id="rId39" Type="http://schemas.openxmlformats.org/officeDocument/2006/relationships/tags" Target="../tags/tag4071.xml"/><Relationship Id="rId21" Type="http://schemas.openxmlformats.org/officeDocument/2006/relationships/tags" Target="../tags/tag4053.xml"/><Relationship Id="rId34" Type="http://schemas.openxmlformats.org/officeDocument/2006/relationships/tags" Target="../tags/tag4066.xml"/><Relationship Id="rId42" Type="http://schemas.openxmlformats.org/officeDocument/2006/relationships/notesSlide" Target="../notesSlides/notesSlide77.xml"/><Relationship Id="rId7" Type="http://schemas.openxmlformats.org/officeDocument/2006/relationships/tags" Target="../tags/tag4039.xml"/><Relationship Id="rId2" Type="http://schemas.openxmlformats.org/officeDocument/2006/relationships/tags" Target="../tags/tag4034.xml"/><Relationship Id="rId16" Type="http://schemas.openxmlformats.org/officeDocument/2006/relationships/tags" Target="../tags/tag4048.xml"/><Relationship Id="rId20" Type="http://schemas.openxmlformats.org/officeDocument/2006/relationships/tags" Target="../tags/tag4052.xml"/><Relationship Id="rId29" Type="http://schemas.openxmlformats.org/officeDocument/2006/relationships/tags" Target="../tags/tag4061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4033.xml"/><Relationship Id="rId6" Type="http://schemas.openxmlformats.org/officeDocument/2006/relationships/tags" Target="../tags/tag4038.xml"/><Relationship Id="rId11" Type="http://schemas.openxmlformats.org/officeDocument/2006/relationships/tags" Target="../tags/tag4043.xml"/><Relationship Id="rId24" Type="http://schemas.openxmlformats.org/officeDocument/2006/relationships/tags" Target="../tags/tag4056.xml"/><Relationship Id="rId32" Type="http://schemas.openxmlformats.org/officeDocument/2006/relationships/tags" Target="../tags/tag4064.xml"/><Relationship Id="rId37" Type="http://schemas.openxmlformats.org/officeDocument/2006/relationships/tags" Target="../tags/tag4069.xml"/><Relationship Id="rId40" Type="http://schemas.openxmlformats.org/officeDocument/2006/relationships/tags" Target="../tags/tag4072.xml"/><Relationship Id="rId5" Type="http://schemas.openxmlformats.org/officeDocument/2006/relationships/tags" Target="../tags/tag4037.xml"/><Relationship Id="rId15" Type="http://schemas.openxmlformats.org/officeDocument/2006/relationships/tags" Target="../tags/tag4047.xml"/><Relationship Id="rId23" Type="http://schemas.openxmlformats.org/officeDocument/2006/relationships/tags" Target="../tags/tag4055.xml"/><Relationship Id="rId28" Type="http://schemas.openxmlformats.org/officeDocument/2006/relationships/tags" Target="../tags/tag4060.xml"/><Relationship Id="rId36" Type="http://schemas.openxmlformats.org/officeDocument/2006/relationships/tags" Target="../tags/tag4068.xml"/><Relationship Id="rId10" Type="http://schemas.openxmlformats.org/officeDocument/2006/relationships/tags" Target="../tags/tag4042.xml"/><Relationship Id="rId19" Type="http://schemas.openxmlformats.org/officeDocument/2006/relationships/tags" Target="../tags/tag4051.xml"/><Relationship Id="rId31" Type="http://schemas.openxmlformats.org/officeDocument/2006/relationships/tags" Target="../tags/tag4063.xml"/><Relationship Id="rId44" Type="http://schemas.openxmlformats.org/officeDocument/2006/relationships/slide" Target="slide91.xml"/><Relationship Id="rId4" Type="http://schemas.openxmlformats.org/officeDocument/2006/relationships/tags" Target="../tags/tag4036.xml"/><Relationship Id="rId9" Type="http://schemas.openxmlformats.org/officeDocument/2006/relationships/tags" Target="../tags/tag4041.xml"/><Relationship Id="rId14" Type="http://schemas.openxmlformats.org/officeDocument/2006/relationships/tags" Target="../tags/tag4046.xml"/><Relationship Id="rId22" Type="http://schemas.openxmlformats.org/officeDocument/2006/relationships/tags" Target="../tags/tag4054.xml"/><Relationship Id="rId27" Type="http://schemas.openxmlformats.org/officeDocument/2006/relationships/tags" Target="../tags/tag4059.xml"/><Relationship Id="rId30" Type="http://schemas.openxmlformats.org/officeDocument/2006/relationships/tags" Target="../tags/tag4062.xml"/><Relationship Id="rId35" Type="http://schemas.openxmlformats.org/officeDocument/2006/relationships/tags" Target="../tags/tag4067.xml"/><Relationship Id="rId43" Type="http://schemas.openxmlformats.org/officeDocument/2006/relationships/slide" Target="slide99.xml"/><Relationship Id="rId8" Type="http://schemas.openxmlformats.org/officeDocument/2006/relationships/tags" Target="../tags/tag4040.xml"/><Relationship Id="rId3" Type="http://schemas.openxmlformats.org/officeDocument/2006/relationships/tags" Target="../tags/tag4035.xml"/><Relationship Id="rId12" Type="http://schemas.openxmlformats.org/officeDocument/2006/relationships/tags" Target="../tags/tag4044.xml"/><Relationship Id="rId17" Type="http://schemas.openxmlformats.org/officeDocument/2006/relationships/tags" Target="../tags/tag4049.xml"/><Relationship Id="rId25" Type="http://schemas.openxmlformats.org/officeDocument/2006/relationships/tags" Target="../tags/tag4057.xml"/><Relationship Id="rId33" Type="http://schemas.openxmlformats.org/officeDocument/2006/relationships/tags" Target="../tags/tag4065.xml"/><Relationship Id="rId38" Type="http://schemas.openxmlformats.org/officeDocument/2006/relationships/tags" Target="../tags/tag4070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6" Type="http://schemas.openxmlformats.org/officeDocument/2006/relationships/tags" Target="../tags/tag4098.xml"/><Relationship Id="rId21" Type="http://schemas.openxmlformats.org/officeDocument/2006/relationships/tags" Target="../tags/tag4093.xml"/><Relationship Id="rId42" Type="http://schemas.openxmlformats.org/officeDocument/2006/relationships/tags" Target="../tags/tag4114.xml"/><Relationship Id="rId47" Type="http://schemas.openxmlformats.org/officeDocument/2006/relationships/tags" Target="../tags/tag4119.xml"/><Relationship Id="rId63" Type="http://schemas.openxmlformats.org/officeDocument/2006/relationships/tags" Target="../tags/tag4135.xml"/><Relationship Id="rId68" Type="http://schemas.openxmlformats.org/officeDocument/2006/relationships/tags" Target="../tags/tag4140.xml"/><Relationship Id="rId16" Type="http://schemas.openxmlformats.org/officeDocument/2006/relationships/tags" Target="../tags/tag4088.xml"/><Relationship Id="rId11" Type="http://schemas.openxmlformats.org/officeDocument/2006/relationships/tags" Target="../tags/tag4083.xml"/><Relationship Id="rId24" Type="http://schemas.openxmlformats.org/officeDocument/2006/relationships/tags" Target="../tags/tag4096.xml"/><Relationship Id="rId32" Type="http://schemas.openxmlformats.org/officeDocument/2006/relationships/tags" Target="../tags/tag4104.xml"/><Relationship Id="rId37" Type="http://schemas.openxmlformats.org/officeDocument/2006/relationships/tags" Target="../tags/tag4109.xml"/><Relationship Id="rId40" Type="http://schemas.openxmlformats.org/officeDocument/2006/relationships/tags" Target="../tags/tag4112.xml"/><Relationship Id="rId45" Type="http://schemas.openxmlformats.org/officeDocument/2006/relationships/tags" Target="../tags/tag4117.xml"/><Relationship Id="rId53" Type="http://schemas.openxmlformats.org/officeDocument/2006/relationships/tags" Target="../tags/tag4125.xml"/><Relationship Id="rId58" Type="http://schemas.openxmlformats.org/officeDocument/2006/relationships/tags" Target="../tags/tag4130.xml"/><Relationship Id="rId66" Type="http://schemas.openxmlformats.org/officeDocument/2006/relationships/tags" Target="../tags/tag4138.xml"/><Relationship Id="rId74" Type="http://schemas.openxmlformats.org/officeDocument/2006/relationships/tags" Target="../tags/tag4146.xml"/><Relationship Id="rId79" Type="http://schemas.openxmlformats.org/officeDocument/2006/relationships/slide" Target="slide97.xml"/><Relationship Id="rId5" Type="http://schemas.openxmlformats.org/officeDocument/2006/relationships/tags" Target="../tags/tag4077.xml"/><Relationship Id="rId61" Type="http://schemas.openxmlformats.org/officeDocument/2006/relationships/tags" Target="../tags/tag4133.xml"/><Relationship Id="rId19" Type="http://schemas.openxmlformats.org/officeDocument/2006/relationships/tags" Target="../tags/tag4091.xml"/><Relationship Id="rId14" Type="http://schemas.openxmlformats.org/officeDocument/2006/relationships/tags" Target="../tags/tag4086.xml"/><Relationship Id="rId22" Type="http://schemas.openxmlformats.org/officeDocument/2006/relationships/tags" Target="../tags/tag4094.xml"/><Relationship Id="rId27" Type="http://schemas.openxmlformats.org/officeDocument/2006/relationships/tags" Target="../tags/tag4099.xml"/><Relationship Id="rId30" Type="http://schemas.openxmlformats.org/officeDocument/2006/relationships/tags" Target="../tags/tag4102.xml"/><Relationship Id="rId35" Type="http://schemas.openxmlformats.org/officeDocument/2006/relationships/tags" Target="../tags/tag4107.xml"/><Relationship Id="rId43" Type="http://schemas.openxmlformats.org/officeDocument/2006/relationships/tags" Target="../tags/tag4115.xml"/><Relationship Id="rId48" Type="http://schemas.openxmlformats.org/officeDocument/2006/relationships/tags" Target="../tags/tag4120.xml"/><Relationship Id="rId56" Type="http://schemas.openxmlformats.org/officeDocument/2006/relationships/tags" Target="../tags/tag4128.xml"/><Relationship Id="rId64" Type="http://schemas.openxmlformats.org/officeDocument/2006/relationships/tags" Target="../tags/tag4136.xml"/><Relationship Id="rId69" Type="http://schemas.openxmlformats.org/officeDocument/2006/relationships/tags" Target="../tags/tag4141.xml"/><Relationship Id="rId77" Type="http://schemas.openxmlformats.org/officeDocument/2006/relationships/notesSlide" Target="../notesSlides/notesSlide78.xml"/><Relationship Id="rId8" Type="http://schemas.openxmlformats.org/officeDocument/2006/relationships/tags" Target="../tags/tag4080.xml"/><Relationship Id="rId51" Type="http://schemas.openxmlformats.org/officeDocument/2006/relationships/tags" Target="../tags/tag4123.xml"/><Relationship Id="rId72" Type="http://schemas.openxmlformats.org/officeDocument/2006/relationships/tags" Target="../tags/tag4144.xml"/><Relationship Id="rId3" Type="http://schemas.openxmlformats.org/officeDocument/2006/relationships/tags" Target="../tags/tag4075.xml"/><Relationship Id="rId12" Type="http://schemas.openxmlformats.org/officeDocument/2006/relationships/tags" Target="../tags/tag4084.xml"/><Relationship Id="rId17" Type="http://schemas.openxmlformats.org/officeDocument/2006/relationships/tags" Target="../tags/tag4089.xml"/><Relationship Id="rId25" Type="http://schemas.openxmlformats.org/officeDocument/2006/relationships/tags" Target="../tags/tag4097.xml"/><Relationship Id="rId33" Type="http://schemas.openxmlformats.org/officeDocument/2006/relationships/tags" Target="../tags/tag4105.xml"/><Relationship Id="rId38" Type="http://schemas.openxmlformats.org/officeDocument/2006/relationships/tags" Target="../tags/tag4110.xml"/><Relationship Id="rId46" Type="http://schemas.openxmlformats.org/officeDocument/2006/relationships/tags" Target="../tags/tag4118.xml"/><Relationship Id="rId59" Type="http://schemas.openxmlformats.org/officeDocument/2006/relationships/tags" Target="../tags/tag4131.xml"/><Relationship Id="rId67" Type="http://schemas.openxmlformats.org/officeDocument/2006/relationships/tags" Target="../tags/tag4139.xml"/><Relationship Id="rId20" Type="http://schemas.openxmlformats.org/officeDocument/2006/relationships/tags" Target="../tags/tag4092.xml"/><Relationship Id="rId41" Type="http://schemas.openxmlformats.org/officeDocument/2006/relationships/tags" Target="../tags/tag4113.xml"/><Relationship Id="rId54" Type="http://schemas.openxmlformats.org/officeDocument/2006/relationships/tags" Target="../tags/tag4126.xml"/><Relationship Id="rId62" Type="http://schemas.openxmlformats.org/officeDocument/2006/relationships/tags" Target="../tags/tag4134.xml"/><Relationship Id="rId70" Type="http://schemas.openxmlformats.org/officeDocument/2006/relationships/tags" Target="../tags/tag4142.xml"/><Relationship Id="rId75" Type="http://schemas.openxmlformats.org/officeDocument/2006/relationships/tags" Target="../tags/tag4147.xml"/><Relationship Id="rId1" Type="http://schemas.openxmlformats.org/officeDocument/2006/relationships/tags" Target="../tags/tag4073.xml"/><Relationship Id="rId6" Type="http://schemas.openxmlformats.org/officeDocument/2006/relationships/tags" Target="../tags/tag4078.xml"/><Relationship Id="rId15" Type="http://schemas.openxmlformats.org/officeDocument/2006/relationships/tags" Target="../tags/tag4087.xml"/><Relationship Id="rId23" Type="http://schemas.openxmlformats.org/officeDocument/2006/relationships/tags" Target="../tags/tag4095.xml"/><Relationship Id="rId28" Type="http://schemas.openxmlformats.org/officeDocument/2006/relationships/tags" Target="../tags/tag4100.xml"/><Relationship Id="rId36" Type="http://schemas.openxmlformats.org/officeDocument/2006/relationships/tags" Target="../tags/tag4108.xml"/><Relationship Id="rId49" Type="http://schemas.openxmlformats.org/officeDocument/2006/relationships/tags" Target="../tags/tag4121.xml"/><Relationship Id="rId57" Type="http://schemas.openxmlformats.org/officeDocument/2006/relationships/tags" Target="../tags/tag4129.xml"/><Relationship Id="rId10" Type="http://schemas.openxmlformats.org/officeDocument/2006/relationships/tags" Target="../tags/tag4082.xml"/><Relationship Id="rId31" Type="http://schemas.openxmlformats.org/officeDocument/2006/relationships/tags" Target="../tags/tag4103.xml"/><Relationship Id="rId44" Type="http://schemas.openxmlformats.org/officeDocument/2006/relationships/tags" Target="../tags/tag4116.xml"/><Relationship Id="rId52" Type="http://schemas.openxmlformats.org/officeDocument/2006/relationships/tags" Target="../tags/tag4124.xml"/><Relationship Id="rId60" Type="http://schemas.openxmlformats.org/officeDocument/2006/relationships/tags" Target="../tags/tag4132.xml"/><Relationship Id="rId65" Type="http://schemas.openxmlformats.org/officeDocument/2006/relationships/tags" Target="../tags/tag4137.xml"/><Relationship Id="rId73" Type="http://schemas.openxmlformats.org/officeDocument/2006/relationships/tags" Target="../tags/tag4145.xml"/><Relationship Id="rId78" Type="http://schemas.openxmlformats.org/officeDocument/2006/relationships/slide" Target="slide89.xml"/><Relationship Id="rId4" Type="http://schemas.openxmlformats.org/officeDocument/2006/relationships/tags" Target="../tags/tag4076.xml"/><Relationship Id="rId9" Type="http://schemas.openxmlformats.org/officeDocument/2006/relationships/tags" Target="../tags/tag4081.xml"/><Relationship Id="rId13" Type="http://schemas.openxmlformats.org/officeDocument/2006/relationships/tags" Target="../tags/tag4085.xml"/><Relationship Id="rId18" Type="http://schemas.openxmlformats.org/officeDocument/2006/relationships/tags" Target="../tags/tag4090.xml"/><Relationship Id="rId39" Type="http://schemas.openxmlformats.org/officeDocument/2006/relationships/tags" Target="../tags/tag4111.xml"/><Relationship Id="rId34" Type="http://schemas.openxmlformats.org/officeDocument/2006/relationships/tags" Target="../tags/tag4106.xml"/><Relationship Id="rId50" Type="http://schemas.openxmlformats.org/officeDocument/2006/relationships/tags" Target="../tags/tag4122.xml"/><Relationship Id="rId55" Type="http://schemas.openxmlformats.org/officeDocument/2006/relationships/tags" Target="../tags/tag4127.xml"/><Relationship Id="rId76" Type="http://schemas.openxmlformats.org/officeDocument/2006/relationships/slideLayout" Target="../slideLayouts/slideLayout7.xml"/><Relationship Id="rId7" Type="http://schemas.openxmlformats.org/officeDocument/2006/relationships/tags" Target="../tags/tag4079.xml"/><Relationship Id="rId71" Type="http://schemas.openxmlformats.org/officeDocument/2006/relationships/tags" Target="../tags/tag4143.xml"/><Relationship Id="rId2" Type="http://schemas.openxmlformats.org/officeDocument/2006/relationships/tags" Target="../tags/tag4074.xml"/><Relationship Id="rId29" Type="http://schemas.openxmlformats.org/officeDocument/2006/relationships/tags" Target="../tags/tag4101.xml"/></Relationships>
</file>

<file path=ppt/slides/_rels/slide100.xml.rels><?xml version="1.0" encoding="UTF-8" standalone="yes"?>
<Relationships xmlns="http://schemas.openxmlformats.org/package/2006/relationships"><Relationship Id="rId13" Type="http://schemas.openxmlformats.org/officeDocument/2006/relationships/tags" Target="../tags/tag4160.xml"/><Relationship Id="rId18" Type="http://schemas.openxmlformats.org/officeDocument/2006/relationships/tags" Target="../tags/tag4165.xml"/><Relationship Id="rId26" Type="http://schemas.openxmlformats.org/officeDocument/2006/relationships/tags" Target="../tags/tag4173.xml"/><Relationship Id="rId39" Type="http://schemas.openxmlformats.org/officeDocument/2006/relationships/tags" Target="../tags/tag4186.xml"/><Relationship Id="rId21" Type="http://schemas.openxmlformats.org/officeDocument/2006/relationships/tags" Target="../tags/tag4168.xml"/><Relationship Id="rId34" Type="http://schemas.openxmlformats.org/officeDocument/2006/relationships/tags" Target="../tags/tag4181.xml"/><Relationship Id="rId42" Type="http://schemas.openxmlformats.org/officeDocument/2006/relationships/tags" Target="../tags/tag4189.xml"/><Relationship Id="rId7" Type="http://schemas.openxmlformats.org/officeDocument/2006/relationships/tags" Target="../tags/tag4154.xml"/><Relationship Id="rId2" Type="http://schemas.openxmlformats.org/officeDocument/2006/relationships/tags" Target="../tags/tag4149.xml"/><Relationship Id="rId16" Type="http://schemas.openxmlformats.org/officeDocument/2006/relationships/tags" Target="../tags/tag4163.xml"/><Relationship Id="rId29" Type="http://schemas.openxmlformats.org/officeDocument/2006/relationships/tags" Target="../tags/tag4176.xml"/><Relationship Id="rId1" Type="http://schemas.openxmlformats.org/officeDocument/2006/relationships/tags" Target="../tags/tag4148.xml"/><Relationship Id="rId6" Type="http://schemas.openxmlformats.org/officeDocument/2006/relationships/tags" Target="../tags/tag4153.xml"/><Relationship Id="rId11" Type="http://schemas.openxmlformats.org/officeDocument/2006/relationships/tags" Target="../tags/tag4158.xml"/><Relationship Id="rId24" Type="http://schemas.openxmlformats.org/officeDocument/2006/relationships/tags" Target="../tags/tag4171.xml"/><Relationship Id="rId32" Type="http://schemas.openxmlformats.org/officeDocument/2006/relationships/tags" Target="../tags/tag4179.xml"/><Relationship Id="rId37" Type="http://schemas.openxmlformats.org/officeDocument/2006/relationships/tags" Target="../tags/tag4184.xml"/><Relationship Id="rId40" Type="http://schemas.openxmlformats.org/officeDocument/2006/relationships/tags" Target="../tags/tag4187.xml"/><Relationship Id="rId45" Type="http://schemas.openxmlformats.org/officeDocument/2006/relationships/slide" Target="slide96.xml"/><Relationship Id="rId5" Type="http://schemas.openxmlformats.org/officeDocument/2006/relationships/tags" Target="../tags/tag4152.xml"/><Relationship Id="rId15" Type="http://schemas.openxmlformats.org/officeDocument/2006/relationships/tags" Target="../tags/tag4162.xml"/><Relationship Id="rId23" Type="http://schemas.openxmlformats.org/officeDocument/2006/relationships/tags" Target="../tags/tag4170.xml"/><Relationship Id="rId28" Type="http://schemas.openxmlformats.org/officeDocument/2006/relationships/tags" Target="../tags/tag4175.xml"/><Relationship Id="rId36" Type="http://schemas.openxmlformats.org/officeDocument/2006/relationships/tags" Target="../tags/tag4183.xml"/><Relationship Id="rId10" Type="http://schemas.openxmlformats.org/officeDocument/2006/relationships/tags" Target="../tags/tag4157.xml"/><Relationship Id="rId19" Type="http://schemas.openxmlformats.org/officeDocument/2006/relationships/tags" Target="../tags/tag4166.xml"/><Relationship Id="rId31" Type="http://schemas.openxmlformats.org/officeDocument/2006/relationships/tags" Target="../tags/tag4178.xml"/><Relationship Id="rId44" Type="http://schemas.openxmlformats.org/officeDocument/2006/relationships/notesSlide" Target="../notesSlides/notesSlide79.xml"/><Relationship Id="rId4" Type="http://schemas.openxmlformats.org/officeDocument/2006/relationships/tags" Target="../tags/tag4151.xml"/><Relationship Id="rId9" Type="http://schemas.openxmlformats.org/officeDocument/2006/relationships/tags" Target="../tags/tag4156.xml"/><Relationship Id="rId14" Type="http://schemas.openxmlformats.org/officeDocument/2006/relationships/tags" Target="../tags/tag4161.xml"/><Relationship Id="rId22" Type="http://schemas.openxmlformats.org/officeDocument/2006/relationships/tags" Target="../tags/tag4169.xml"/><Relationship Id="rId27" Type="http://schemas.openxmlformats.org/officeDocument/2006/relationships/tags" Target="../tags/tag4174.xml"/><Relationship Id="rId30" Type="http://schemas.openxmlformats.org/officeDocument/2006/relationships/tags" Target="../tags/tag4177.xml"/><Relationship Id="rId35" Type="http://schemas.openxmlformats.org/officeDocument/2006/relationships/tags" Target="../tags/tag4182.xml"/><Relationship Id="rId43" Type="http://schemas.openxmlformats.org/officeDocument/2006/relationships/slideLayout" Target="../slideLayouts/slideLayout7.xml"/><Relationship Id="rId8" Type="http://schemas.openxmlformats.org/officeDocument/2006/relationships/tags" Target="../tags/tag4155.xml"/><Relationship Id="rId3" Type="http://schemas.openxmlformats.org/officeDocument/2006/relationships/tags" Target="../tags/tag4150.xml"/><Relationship Id="rId12" Type="http://schemas.openxmlformats.org/officeDocument/2006/relationships/tags" Target="../tags/tag4159.xml"/><Relationship Id="rId17" Type="http://schemas.openxmlformats.org/officeDocument/2006/relationships/tags" Target="../tags/tag4164.xml"/><Relationship Id="rId25" Type="http://schemas.openxmlformats.org/officeDocument/2006/relationships/tags" Target="../tags/tag4172.xml"/><Relationship Id="rId33" Type="http://schemas.openxmlformats.org/officeDocument/2006/relationships/tags" Target="../tags/tag4180.xml"/><Relationship Id="rId38" Type="http://schemas.openxmlformats.org/officeDocument/2006/relationships/tags" Target="../tags/tag4185.xml"/><Relationship Id="rId20" Type="http://schemas.openxmlformats.org/officeDocument/2006/relationships/tags" Target="../tags/tag4167.xml"/><Relationship Id="rId41" Type="http://schemas.openxmlformats.org/officeDocument/2006/relationships/tags" Target="../tags/tag4188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" Target="slide81.xm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1258888" y="2595563"/>
            <a:ext cx="6697662" cy="822341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第五章  中央处理器 </a:t>
            </a:r>
            <a:endParaRPr lang="zh-CN" altLang="en-US" sz="4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5"/>
          <p:cNvSpPr txBox="1">
            <a:spLocks noChangeArrowheads="1"/>
          </p:cNvSpPr>
          <p:nvPr/>
        </p:nvSpPr>
        <p:spPr bwMode="auto">
          <a:xfrm>
            <a:off x="142843" y="363220"/>
            <a:ext cx="8858313" cy="61315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主要内容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⑴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组成与工作流程：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组成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基于功能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，工作流程，指令周期组织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执行过程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操作定时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⑵数据通路的组织：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组成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部件</a:t>
            </a:r>
            <a:r>
              <a:rPr lang="en-US" altLang="zh-CN" sz="1800" b="1" dirty="0">
                <a:latin typeface="宋体" panose="02010600030101010101" pitchFamily="2" charset="-122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</a:rPr>
              <a:t>互连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dirty="0" err="1">
                <a:latin typeface="+mn-lt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</a:rPr>
              <a:t>及其控制，指令执行过程组织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操作</a:t>
            </a:r>
            <a:r>
              <a:rPr lang="en-US" altLang="zh-CN" sz="1800" b="1" dirty="0">
                <a:latin typeface="宋体" panose="02010600030101010101" pitchFamily="2" charset="-122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</a:rPr>
              <a:t>控制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数据通路设计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步骤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示例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单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多周期</a:t>
            </a:r>
            <a:r>
              <a:rPr lang="en-US" altLang="zh-CN" sz="1800" b="1" dirty="0">
                <a:latin typeface="宋体" panose="02010600030101010101" pitchFamily="2" charset="-122"/>
              </a:rPr>
              <a:t>])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⑶控制器的组成：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基本结构</a:t>
            </a:r>
            <a:r>
              <a:rPr lang="zh-CN" altLang="en-US" sz="2200" b="1" spc="-80" dirty="0">
                <a:latin typeface="宋体" panose="02010600030101010101" pitchFamily="2" charset="-122"/>
              </a:rPr>
              <a:t>，时序信</a:t>
            </a:r>
            <a:r>
              <a:rPr lang="zh-CN" altLang="en-US" sz="2200" b="1" spc="-80" dirty="0">
                <a:latin typeface="+mn-ea"/>
                <a:ea typeface="+mn-ea"/>
              </a:rPr>
              <a:t>号的形成</a:t>
            </a:r>
            <a:r>
              <a:rPr lang="en-US" altLang="zh-CN" sz="1800" b="1" spc="-80" dirty="0">
                <a:latin typeface="+mn-ea"/>
                <a:ea typeface="+mn-ea"/>
              </a:rPr>
              <a:t>(</a:t>
            </a:r>
            <a:r>
              <a:rPr lang="zh-CN" altLang="en-US" sz="1800" b="1" spc="-80" dirty="0">
                <a:latin typeface="+mn-ea"/>
                <a:ea typeface="+mn-ea"/>
              </a:rPr>
              <a:t>时序系统实现</a:t>
            </a:r>
            <a:r>
              <a:rPr lang="en-US" altLang="zh-CN" sz="1800" b="1" spc="-80" dirty="0">
                <a:latin typeface="+mn-ea"/>
                <a:ea typeface="+mn-ea"/>
              </a:rPr>
              <a:t>)</a:t>
            </a:r>
            <a:r>
              <a:rPr lang="zh-CN" altLang="en-US" sz="2200" b="1" spc="-80" dirty="0">
                <a:latin typeface="+mn-ea"/>
                <a:ea typeface="+mn-ea"/>
              </a:rPr>
              <a:t>，</a:t>
            </a:r>
            <a:r>
              <a:rPr lang="en-US" altLang="zh-CN" sz="2200" spc="-80" dirty="0" err="1"/>
              <a:t>μ</a:t>
            </a:r>
            <a:r>
              <a:rPr lang="en-US" altLang="zh-CN" sz="2200" b="1" spc="-80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spc="-80" dirty="0">
                <a:latin typeface="宋体" panose="02010600030101010101" pitchFamily="2" charset="-122"/>
              </a:rPr>
              <a:t>控制信号的形成</a:t>
            </a:r>
            <a:endParaRPr lang="en-US" altLang="zh-CN" sz="2200" b="1" spc="-8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   硬布线</a:t>
            </a:r>
            <a:r>
              <a:rPr lang="en-US" altLang="zh-CN" sz="2200" b="1" dirty="0">
                <a:latin typeface="宋体" panose="02010600030101010101" pitchFamily="2" charset="-122"/>
              </a:rPr>
              <a:t>CU</a:t>
            </a:r>
            <a:r>
              <a:rPr lang="zh-CN" altLang="en-US" sz="2200" b="1" dirty="0">
                <a:latin typeface="宋体" panose="02010600030101010101" pitchFamily="2" charset="-122"/>
              </a:rPr>
              <a:t>设计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步骤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示例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单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多周期</a:t>
            </a:r>
            <a:r>
              <a:rPr lang="en-US" altLang="zh-CN" sz="1800" b="1" dirty="0">
                <a:latin typeface="宋体" panose="02010600030101010101" pitchFamily="2" charset="-122"/>
              </a:rPr>
              <a:t>])</a:t>
            </a:r>
            <a:r>
              <a:rPr lang="zh-CN" altLang="en-US" sz="2200" b="1" dirty="0">
                <a:latin typeface="宋体" panose="02010600030101010101" pitchFamily="2" charset="-122"/>
              </a:rPr>
              <a:t>，微程序</a:t>
            </a:r>
            <a:r>
              <a:rPr lang="en-US" altLang="zh-CN" sz="2200" b="1" dirty="0">
                <a:latin typeface="宋体" panose="02010600030101010101" pitchFamily="2" charset="-122"/>
              </a:rPr>
              <a:t>CU</a:t>
            </a:r>
            <a:r>
              <a:rPr lang="zh-CN" altLang="en-US" sz="2200" b="1" dirty="0">
                <a:latin typeface="宋体" panose="02010600030101010101" pitchFamily="2" charset="-122"/>
              </a:rPr>
              <a:t>设计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△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⑷异常及中断的处理：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基本概念，处理过程，中断机构组成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△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⑸指令流水线技术：</a:t>
            </a:r>
            <a:r>
              <a:rPr lang="zh-CN" altLang="en-US" sz="2200" b="1" dirty="0">
                <a:latin typeface="宋体" panose="02010600030101010101" pitchFamily="2" charset="-122"/>
              </a:rPr>
              <a:t>工作原理，组成要求，性能，冒险处理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△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总体要求：</a:t>
            </a:r>
            <a:r>
              <a:rPr lang="zh-CN" altLang="en-US" sz="2200" b="1" u="sng" dirty="0">
                <a:solidFill>
                  <a:schemeClr val="accent2"/>
                </a:solidFill>
                <a:latin typeface="+mn-ea"/>
                <a:ea typeface="+mn-ea"/>
              </a:rPr>
              <a:t>掌握</a:t>
            </a:r>
            <a:r>
              <a:rPr lang="en-US" altLang="zh-CN" sz="2200" b="1" dirty="0">
                <a:latin typeface="+mn-ea"/>
                <a:ea typeface="+mn-ea"/>
              </a:rPr>
              <a:t>CPU</a:t>
            </a:r>
            <a:r>
              <a:rPr lang="zh-CN" altLang="en-US" sz="2200" b="1" dirty="0">
                <a:latin typeface="+mn-ea"/>
                <a:ea typeface="+mn-ea"/>
              </a:rPr>
              <a:t>的组成</a:t>
            </a:r>
            <a:r>
              <a:rPr lang="en-US" altLang="zh-CN" sz="2200" b="1" dirty="0">
                <a:latin typeface="+mn-ea"/>
                <a:ea typeface="+mn-ea"/>
              </a:rPr>
              <a:t>&amp;</a:t>
            </a:r>
            <a:r>
              <a:rPr lang="zh-CN" altLang="en-US" sz="2200" b="1" dirty="0">
                <a:latin typeface="+mn-ea"/>
                <a:ea typeface="+mn-ea"/>
              </a:rPr>
              <a:t>工作原理，</a:t>
            </a:r>
            <a:r>
              <a:rPr lang="zh-CN" altLang="en-US" sz="2200" b="1" u="sng" dirty="0">
                <a:solidFill>
                  <a:schemeClr val="accent2"/>
                </a:solidFill>
                <a:latin typeface="+mn-ea"/>
                <a:ea typeface="+mn-ea"/>
              </a:rPr>
              <a:t>会设计</a:t>
            </a:r>
            <a:r>
              <a:rPr lang="zh-CN" altLang="en-US" sz="2200" b="1" dirty="0">
                <a:latin typeface="+mn-ea"/>
                <a:ea typeface="+mn-ea"/>
              </a:rPr>
              <a:t>数据通路及</a:t>
            </a:r>
            <a:r>
              <a:rPr lang="en-US" altLang="zh-CN" sz="2200" b="1" dirty="0">
                <a:latin typeface="+mn-ea"/>
                <a:ea typeface="+mn-ea"/>
              </a:rPr>
              <a:t>CU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          </a:t>
            </a:r>
            <a:r>
              <a:rPr lang="zh-CN" altLang="en-US" sz="2200" b="1" u="sng" dirty="0">
                <a:solidFill>
                  <a:schemeClr val="accent2"/>
                </a:solidFill>
                <a:latin typeface="+mn-ea"/>
                <a:ea typeface="+mn-ea"/>
              </a:rPr>
              <a:t>理解</a:t>
            </a:r>
            <a:r>
              <a:rPr lang="zh-CN" altLang="en-US" sz="2200" b="1" dirty="0">
                <a:latin typeface="+mn-ea"/>
                <a:ea typeface="+mn-ea"/>
              </a:rPr>
              <a:t>异常的处理过程、流水线的工作原理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2</a:t>
            </a:fld>
            <a:endParaRPr lang="en-US" altLang="zh-CN" dirty="0"/>
          </a:p>
        </p:txBody>
      </p:sp>
      <p:sp>
        <p:nvSpPr>
          <p:cNvPr id="5" name="AutoShape 39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5400000">
            <a:off x="8605141" y="1074973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398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5400000">
            <a:off x="8605142" y="184482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398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5400000">
            <a:off x="8605142" y="3068960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398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5400000">
            <a:off x="8605142" y="3789040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398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 rot="5400000">
            <a:off x="8605142" y="422108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398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 rot="5400000">
            <a:off x="8604449" y="4653136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Box 25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999" y="1339200"/>
            <a:ext cx="8784000" cy="396000"/>
          </a:xfrm>
          <a:prstGeom prst="rect">
            <a:avLst/>
          </a:prstGeom>
          <a:solidFill>
            <a:srgbClr val="FFCC99">
              <a:alpha val="80000"/>
            </a:srgbClr>
          </a:solidFill>
          <a:ln w="15875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16" name="Text Box 526"/>
          <p:cNvSpPr txBox="1">
            <a:spLocks noChangeArrowheads="1"/>
          </p:cNvSpPr>
          <p:nvPr/>
        </p:nvSpPr>
        <p:spPr bwMode="auto">
          <a:xfrm>
            <a:off x="179704" y="1268760"/>
            <a:ext cx="3419483" cy="5008646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tIns="46800" bIns="18000">
            <a:spAutoFit/>
          </a:bodyPr>
          <a:lstStyle/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一、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的功能</a:t>
            </a: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基本功能：</a:t>
            </a: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11630" indent="-1611630" algn="l">
              <a:lnSpc>
                <a:spcPct val="12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功能细化：</a:t>
            </a: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⑴指令控制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⑵数据加工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⑶外部访问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⑷异常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中断处理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⑸操作控制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⑹时间控制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5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EEDC-C539-4C4D-8EC3-729E0236522F}" type="slidenum">
              <a:rPr lang="en-US" altLang="zh-CN"/>
              <a:t>3</a:t>
            </a:fld>
            <a:endParaRPr lang="en-US" altLang="zh-CN" dirty="0"/>
          </a:p>
        </p:txBody>
      </p:sp>
      <p:sp>
        <p:nvSpPr>
          <p:cNvPr id="285700" name="Text Box 4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§5.1  CPU</a:t>
            </a:r>
            <a:r>
              <a:rPr lang="zh-CN" altLang="en-US" sz="2800" b="1" dirty="0">
                <a:latin typeface="宋体" panose="02010600030101010101" pitchFamily="2" charset="-122"/>
              </a:rPr>
              <a:t>的组成与工作流程</a:t>
            </a:r>
          </a:p>
        </p:txBody>
      </p:sp>
      <p:sp>
        <p:nvSpPr>
          <p:cNvPr id="285758" name="Text Box 62"/>
          <p:cNvSpPr txBox="1">
            <a:spLocks noChangeArrowheads="1"/>
          </p:cNvSpPr>
          <p:nvPr/>
        </p:nvSpPr>
        <p:spPr bwMode="auto">
          <a:xfrm>
            <a:off x="2447609" y="3717032"/>
            <a:ext cx="4716679" cy="28969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控制</a:t>
            </a:r>
            <a:r>
              <a:rPr lang="zh-CN" altLang="en-US" sz="2200" b="1" dirty="0">
                <a:latin typeface="宋体" panose="02010600030101010101" pitchFamily="2" charset="-122"/>
              </a:rPr>
              <a:t>指令的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执行顺序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含执行过程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200" b="1" dirty="0">
                <a:latin typeface="宋体" panose="02010600030101010101" pitchFamily="2" charset="-122"/>
              </a:rPr>
              <a:t>指令约定的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数据运算</a:t>
            </a:r>
            <a:endParaRPr lang="en-US" altLang="zh-CN" sz="22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200" b="1" dirty="0">
                <a:latin typeface="宋体" panose="02010600030101010101" pitchFamily="2" charset="-122"/>
              </a:rPr>
              <a:t>对存储器、外设的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访问</a:t>
            </a:r>
            <a:endParaRPr lang="en-US" altLang="zh-CN" sz="22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200" b="1" dirty="0">
                <a:latin typeface="宋体" panose="02010600030101010101" pitchFamily="2" charset="-122"/>
              </a:rPr>
              <a:t>异常</a:t>
            </a:r>
            <a:r>
              <a:rPr lang="en-US" altLang="zh-CN" sz="2200" b="1" dirty="0">
                <a:latin typeface="宋体" panose="02010600030101010101" pitchFamily="2" charset="-122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</a:rPr>
              <a:t>中断的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检测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处理</a:t>
            </a:r>
            <a:endParaRPr lang="en-US" altLang="zh-CN" sz="22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产生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指令执行所需的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操作控制信号</a:t>
            </a:r>
            <a:endParaRPr lang="en-US" altLang="zh-CN" sz="22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控制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操作控制信号产生的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时序</a:t>
            </a:r>
            <a:endParaRPr lang="en-US" altLang="zh-CN" sz="2200" b="1" u="sng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时长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次序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85848" name="AutoShape 15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Text Box 526"/>
          <p:cNvSpPr txBox="1">
            <a:spLocks noChangeArrowheads="1"/>
          </p:cNvSpPr>
          <p:nvPr/>
        </p:nvSpPr>
        <p:spPr bwMode="auto">
          <a:xfrm>
            <a:off x="179512" y="837873"/>
            <a:ext cx="8785101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dirty="0">
                <a:latin typeface="+mn-ea"/>
                <a:ea typeface="+mn-ea"/>
              </a:rPr>
              <a:t>CPU</a:t>
            </a:r>
            <a:r>
              <a:rPr lang="zh-CN" altLang="en-US" sz="2000" b="1" dirty="0">
                <a:latin typeface="+mn-ea"/>
                <a:ea typeface="+mn-ea"/>
              </a:rPr>
              <a:t>的功能</a:t>
            </a:r>
            <a:r>
              <a:rPr lang="en-US" altLang="zh-CN" sz="2000" b="1" dirty="0">
                <a:latin typeface="+mn-ea"/>
                <a:ea typeface="+mn-ea"/>
              </a:rPr>
              <a:t>&amp;</a:t>
            </a:r>
            <a:r>
              <a:rPr lang="zh-CN" altLang="en-US" sz="2000" b="1" dirty="0">
                <a:latin typeface="+mn-ea"/>
                <a:ea typeface="+mn-ea"/>
              </a:rPr>
              <a:t>组成、工作流程，指令周期组成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过程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操作</a:t>
            </a:r>
            <a:r>
              <a:rPr lang="en-US" altLang="zh-CN" sz="1800" b="1" dirty="0">
                <a:latin typeface="+mn-ea"/>
                <a:ea typeface="+mn-ea"/>
              </a:rPr>
              <a:t>&amp;</a:t>
            </a:r>
            <a:r>
              <a:rPr lang="zh-CN" altLang="en-US" sz="1800" b="1" dirty="0">
                <a:latin typeface="+mn-ea"/>
                <a:ea typeface="+mn-ea"/>
              </a:rPr>
              <a:t>定时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sz="1600" b="1" dirty="0">
              <a:latin typeface="+mn-ea"/>
              <a:ea typeface="+mn-ea"/>
            </a:endParaRPr>
          </a:p>
        </p:txBody>
      </p:sp>
      <p:sp>
        <p:nvSpPr>
          <p:cNvPr id="65" name="Text Box 526"/>
          <p:cNvSpPr txBox="1">
            <a:spLocks noChangeArrowheads="1"/>
          </p:cNvSpPr>
          <p:nvPr/>
        </p:nvSpPr>
        <p:spPr bwMode="auto">
          <a:xfrm>
            <a:off x="1907704" y="1772816"/>
            <a:ext cx="7056291" cy="81731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tIns="10800" bIns="18000">
            <a:spAutoFit/>
          </a:bodyPr>
          <a:lstStyle/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①循环地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执行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(∈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指令系统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←实现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工作方式</a:t>
            </a:r>
            <a:r>
              <a:rPr lang="en-US" altLang="zh-CN" sz="1800" b="1" u="sng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指令系统</a:t>
            </a:r>
            <a:endParaRPr lang="zh-CN" altLang="en-US" sz="2200" b="1" u="sng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处理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异常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中断请求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←保证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正确性</a:t>
            </a:r>
            <a:r>
              <a:rPr lang="en-US" altLang="zh-CN" sz="1800" b="1" u="sng" dirty="0">
                <a:latin typeface="宋体" panose="02010600030101010101" pitchFamily="2" charset="-122"/>
                <a:sym typeface="+mn-ea"/>
              </a:rPr>
              <a:t>&amp;I/O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性能</a:t>
            </a:r>
            <a:endParaRPr lang="zh-CN" altLang="en-US" sz="1600" b="1" u="sng" dirty="0">
              <a:latin typeface="宋体" panose="02010600030101010101" pitchFamily="2" charset="-122"/>
              <a:ea typeface="+mn-ea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804248" y="5626800"/>
            <a:ext cx="2160238" cy="504000"/>
            <a:chOff x="7523937" y="4414346"/>
            <a:chExt cx="1652183" cy="504000"/>
          </a:xfrm>
        </p:grpSpPr>
        <p:sp>
          <p:nvSpPr>
            <p:cNvPr id="66" name="右大括号 65"/>
            <p:cNvSpPr/>
            <p:nvPr/>
          </p:nvSpPr>
          <p:spPr bwMode="auto">
            <a:xfrm>
              <a:off x="7523937" y="4414346"/>
              <a:ext cx="82600" cy="504000"/>
            </a:xfrm>
            <a:prstGeom prst="rightBrace">
              <a:avLst>
                <a:gd name="adj1" fmla="val 20989"/>
                <a:gd name="adj2" fmla="val 50000"/>
              </a:avLst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rgbClr val="9900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Text Box 137"/>
            <p:cNvSpPr txBox="1">
              <a:spLocks noChangeArrowheads="1"/>
            </p:cNvSpPr>
            <p:nvPr/>
          </p:nvSpPr>
          <p:spPr bwMode="auto">
            <a:xfrm>
              <a:off x="7634083" y="4520802"/>
              <a:ext cx="1542037" cy="24852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功能中的</a:t>
              </a:r>
              <a:r>
                <a:rPr lang="zh-CN" altLang="en-US" sz="1600" b="1" dirty="0">
                  <a:solidFill>
                    <a:srgbClr val="FF33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操作控制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224065" y="2636912"/>
            <a:ext cx="3204210" cy="539750"/>
            <a:chOff x="4762" y="8334"/>
            <a:chExt cx="5046" cy="850"/>
          </a:xfrm>
        </p:grpSpPr>
        <p:sp>
          <p:nvSpPr>
            <p:cNvPr id="10" name="Rectangle 64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762" y="8334"/>
              <a:ext cx="2891" cy="85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Text Box 65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7824" y="8391"/>
              <a:ext cx="907" cy="39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68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6293" y="8450"/>
              <a:ext cx="1247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控制器</a:t>
              </a:r>
            </a:p>
          </p:txBody>
        </p:sp>
        <p:sp>
          <p:nvSpPr>
            <p:cNvPr id="14" name="Text Box 70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4876" y="8450"/>
              <a:ext cx="1247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运算器</a:t>
              </a:r>
            </a:p>
          </p:txBody>
        </p:sp>
        <p:sp>
          <p:nvSpPr>
            <p:cNvPr id="15" name="Text Box 72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8901" y="8391"/>
              <a:ext cx="907" cy="39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</a:p>
          </p:txBody>
        </p:sp>
        <p:cxnSp>
          <p:nvCxnSpPr>
            <p:cNvPr id="18" name="直接连接符 17"/>
            <p:cNvCxnSpPr/>
            <p:nvPr>
              <p:custDataLst>
                <p:tags r:id="rId38"/>
              </p:custDataLst>
            </p:nvPr>
          </p:nvCxnSpPr>
          <p:spPr>
            <a:xfrm flipV="1">
              <a:off x="7654" y="8957"/>
              <a:ext cx="2154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直接连接符 19"/>
            <p:cNvCxnSpPr/>
            <p:nvPr>
              <p:custDataLst>
                <p:tags r:id="rId39"/>
              </p:custDataLst>
            </p:nvPr>
          </p:nvCxnSpPr>
          <p:spPr>
            <a:xfrm>
              <a:off x="8334" y="8787"/>
              <a:ext cx="0" cy="17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直接连接符 20"/>
            <p:cNvCxnSpPr/>
            <p:nvPr>
              <p:custDataLst>
                <p:tags r:id="rId40"/>
              </p:custDataLst>
            </p:nvPr>
          </p:nvCxnSpPr>
          <p:spPr>
            <a:xfrm>
              <a:off x="9411" y="8787"/>
              <a:ext cx="0" cy="17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8" name="组合 197"/>
          <p:cNvGrpSpPr/>
          <p:nvPr/>
        </p:nvGrpSpPr>
        <p:grpSpPr>
          <a:xfrm>
            <a:off x="5040570" y="2638605"/>
            <a:ext cx="3851910" cy="684530"/>
            <a:chOff x="3005" y="5839"/>
            <a:chExt cx="6066" cy="1078"/>
          </a:xfrm>
        </p:grpSpPr>
        <p:sp>
          <p:nvSpPr>
            <p:cNvPr id="185" name="矩形 184"/>
            <p:cNvSpPr/>
            <p:nvPr>
              <p:custDataLst>
                <p:tags r:id="rId20"/>
              </p:custDataLst>
            </p:nvPr>
          </p:nvSpPr>
          <p:spPr bwMode="auto">
            <a:xfrm>
              <a:off x="3174" y="5839"/>
              <a:ext cx="5726" cy="964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6" name="Text Box 31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344" y="5953"/>
              <a:ext cx="119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187" name="Text Box 314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875" y="5953"/>
              <a:ext cx="1474" cy="34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sp>
          <p:nvSpPr>
            <p:cNvPr id="188" name="Text Box 316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6689" y="5953"/>
              <a:ext cx="2098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</a:p>
          </p:txBody>
        </p:sp>
        <p:cxnSp>
          <p:nvCxnSpPr>
            <p:cNvPr id="189" name="直接箭头连接符 188"/>
            <p:cNvCxnSpPr/>
            <p:nvPr>
              <p:custDataLst>
                <p:tags r:id="rId24"/>
              </p:custDataLst>
            </p:nvPr>
          </p:nvCxnSpPr>
          <p:spPr bwMode="auto">
            <a:xfrm>
              <a:off x="4534" y="6123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0" name="直接箭头连接符 189"/>
            <p:cNvCxnSpPr/>
            <p:nvPr>
              <p:custDataLst>
                <p:tags r:id="rId25"/>
              </p:custDataLst>
            </p:nvPr>
          </p:nvCxnSpPr>
          <p:spPr bwMode="auto">
            <a:xfrm>
              <a:off x="6349" y="6123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1" name="直接箭头连接符 190"/>
            <p:cNvCxnSpPr/>
            <p:nvPr>
              <p:custDataLst>
                <p:tags r:id="rId26"/>
              </p:custDataLst>
            </p:nvPr>
          </p:nvCxnSpPr>
          <p:spPr bwMode="auto">
            <a:xfrm>
              <a:off x="8787" y="6123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2" name="直接箭头连接符 191"/>
            <p:cNvCxnSpPr/>
            <p:nvPr>
              <p:custDataLst>
                <p:tags r:id="rId27"/>
              </p:custDataLst>
            </p:nvPr>
          </p:nvCxnSpPr>
          <p:spPr bwMode="auto">
            <a:xfrm flipH="1">
              <a:off x="9070" y="6123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3" name="直接箭头连接符 192"/>
            <p:cNvCxnSpPr/>
            <p:nvPr>
              <p:custDataLst>
                <p:tags r:id="rId28"/>
              </p:custDataLst>
            </p:nvPr>
          </p:nvCxnSpPr>
          <p:spPr bwMode="auto">
            <a:xfrm>
              <a:off x="3005" y="6123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4" name="直接箭头连接符 193"/>
            <p:cNvCxnSpPr/>
            <p:nvPr>
              <p:custDataLst>
                <p:tags r:id="rId29"/>
              </p:custDataLst>
            </p:nvPr>
          </p:nvCxnSpPr>
          <p:spPr bwMode="auto">
            <a:xfrm flipH="1">
              <a:off x="3005" y="6123"/>
              <a:ext cx="0" cy="79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5" name="直接箭头连接符 194"/>
            <p:cNvCxnSpPr/>
            <p:nvPr>
              <p:custDataLst>
                <p:tags r:id="rId30"/>
              </p:custDataLst>
            </p:nvPr>
          </p:nvCxnSpPr>
          <p:spPr bwMode="auto">
            <a:xfrm>
              <a:off x="3005" y="6916"/>
              <a:ext cx="606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6" name="Text Box 316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572" y="6350"/>
              <a:ext cx="2211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</a:p>
          </p:txBody>
        </p:sp>
        <p:sp>
          <p:nvSpPr>
            <p:cNvPr id="197" name="Text Box 316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689" y="6349"/>
              <a:ext cx="2098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←计算结果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620065" y="2780928"/>
            <a:ext cx="2951935" cy="577772"/>
            <a:chOff x="1332033" y="2881523"/>
            <a:chExt cx="2951935" cy="577772"/>
          </a:xfrm>
        </p:grpSpPr>
        <p:cxnSp>
          <p:nvCxnSpPr>
            <p:cNvPr id="19" name="直接连接符 18"/>
            <p:cNvCxnSpPr/>
            <p:nvPr>
              <p:custDataLst>
                <p:tags r:id="rId13"/>
              </p:custDataLst>
            </p:nvPr>
          </p:nvCxnSpPr>
          <p:spPr>
            <a:xfrm flipV="1">
              <a:off x="4139823" y="2881523"/>
              <a:ext cx="144145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" name="Text Box 10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347977" y="3243395"/>
              <a:ext cx="900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中断请求</a:t>
              </a:r>
            </a:p>
          </p:txBody>
        </p:sp>
        <p:cxnSp>
          <p:nvCxnSpPr>
            <p:cNvPr id="25" name="直接连接符 24"/>
            <p:cNvCxnSpPr/>
            <p:nvPr>
              <p:custDataLst>
                <p:tags r:id="rId15"/>
              </p:custDataLst>
            </p:nvPr>
          </p:nvCxnSpPr>
          <p:spPr>
            <a:xfrm flipH="1">
              <a:off x="2772033" y="3203696"/>
              <a:ext cx="1511935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6" name="直接连接符 25"/>
            <p:cNvCxnSpPr/>
            <p:nvPr>
              <p:custDataLst>
                <p:tags r:id="rId16"/>
              </p:custDataLst>
            </p:nvPr>
          </p:nvCxnSpPr>
          <p:spPr>
            <a:xfrm flipH="1">
              <a:off x="4283968" y="2881523"/>
              <a:ext cx="0" cy="32400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连接符 6"/>
            <p:cNvCxnSpPr/>
            <p:nvPr>
              <p:custDataLst>
                <p:tags r:id="rId17"/>
              </p:custDataLst>
            </p:nvPr>
          </p:nvCxnSpPr>
          <p:spPr>
            <a:xfrm flipV="1">
              <a:off x="2268023" y="3059326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9" name="直接连接符 8"/>
            <p:cNvCxnSpPr/>
            <p:nvPr>
              <p:custDataLst>
                <p:tags r:id="rId18"/>
              </p:custDataLst>
            </p:nvPr>
          </p:nvCxnSpPr>
          <p:spPr>
            <a:xfrm flipV="1">
              <a:off x="1332033" y="3203471"/>
              <a:ext cx="93599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直接连接符 11"/>
            <p:cNvCxnSpPr/>
            <p:nvPr>
              <p:custDataLst>
                <p:tags r:id="rId19"/>
              </p:custDataLst>
            </p:nvPr>
          </p:nvCxnSpPr>
          <p:spPr>
            <a:xfrm flipH="1">
              <a:off x="1332033" y="3059326"/>
              <a:ext cx="0" cy="144145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6" name="组合 35"/>
          <p:cNvGrpSpPr/>
          <p:nvPr/>
        </p:nvGrpSpPr>
        <p:grpSpPr>
          <a:xfrm>
            <a:off x="5501977" y="3356992"/>
            <a:ext cx="2958455" cy="379930"/>
            <a:chOff x="8267" y="5327"/>
            <a:chExt cx="4659" cy="598"/>
          </a:xfrm>
        </p:grpSpPr>
        <p:cxnSp>
          <p:nvCxnSpPr>
            <p:cNvPr id="17" name="直接连接符 16"/>
            <p:cNvCxnSpPr/>
            <p:nvPr>
              <p:custDataLst>
                <p:tags r:id="rId7"/>
              </p:custDataLst>
            </p:nvPr>
          </p:nvCxnSpPr>
          <p:spPr>
            <a:xfrm flipV="1">
              <a:off x="8277" y="538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" name="直接连接符 21"/>
            <p:cNvCxnSpPr/>
            <p:nvPr>
              <p:custDataLst>
                <p:tags r:id="rId8"/>
              </p:custDataLst>
            </p:nvPr>
          </p:nvCxnSpPr>
          <p:spPr>
            <a:xfrm flipV="1">
              <a:off x="8957" y="538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" name="Text Box 94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420" y="5327"/>
              <a:ext cx="455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400" b="1" dirty="0">
                  <a:solidFill>
                    <a:srgbClr val="FF3399"/>
                  </a:solidFill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27" name="直接连接符 26"/>
            <p:cNvCxnSpPr/>
            <p:nvPr>
              <p:custDataLst>
                <p:tags r:id="rId10"/>
              </p:custDataLst>
            </p:nvPr>
          </p:nvCxnSpPr>
          <p:spPr>
            <a:xfrm flipV="1">
              <a:off x="12246" y="538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" name="直接连接符 27"/>
            <p:cNvCxnSpPr/>
            <p:nvPr>
              <p:custDataLst>
                <p:tags r:id="rId11"/>
              </p:custDataLst>
            </p:nvPr>
          </p:nvCxnSpPr>
          <p:spPr>
            <a:xfrm flipV="1">
              <a:off x="12926" y="538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9" name="Text Box 9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2359" y="5327"/>
              <a:ext cx="455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400" b="1" dirty="0">
                  <a:solidFill>
                    <a:srgbClr val="FF3399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35" name="右大括号 34"/>
            <p:cNvSpPr/>
            <p:nvPr/>
          </p:nvSpPr>
          <p:spPr>
            <a:xfrm rot="5400000">
              <a:off x="10507" y="3515"/>
              <a:ext cx="170" cy="4649"/>
            </a:xfrm>
            <a:prstGeom prst="rightBrace">
              <a:avLst>
                <a:gd name="adj1" fmla="val 27951"/>
                <a:gd name="adj2" fmla="val 50000"/>
              </a:avLst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60828FA-D88F-4186-94B6-9FA8D1EDAE8A}"/>
              </a:ext>
            </a:extLst>
          </p:cNvPr>
          <p:cNvGrpSpPr/>
          <p:nvPr/>
        </p:nvGrpSpPr>
        <p:grpSpPr>
          <a:xfrm>
            <a:off x="6804248" y="4005064"/>
            <a:ext cx="2124221" cy="1260000"/>
            <a:chOff x="7164472" y="5229200"/>
            <a:chExt cx="2124221" cy="1260000"/>
          </a:xfrm>
        </p:grpSpPr>
        <p:sp>
          <p:nvSpPr>
            <p:cNvPr id="70" name="右大括号 69"/>
            <p:cNvSpPr/>
            <p:nvPr/>
          </p:nvSpPr>
          <p:spPr bwMode="auto">
            <a:xfrm>
              <a:off x="7164472" y="5229200"/>
              <a:ext cx="108000" cy="1260000"/>
            </a:xfrm>
            <a:prstGeom prst="rightBrace">
              <a:avLst>
                <a:gd name="adj1" fmla="val 20989"/>
                <a:gd name="adj2" fmla="val 50000"/>
              </a:avLst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" name="Text Box 137"/>
            <p:cNvSpPr txBox="1">
              <a:spLocks noChangeArrowheads="1"/>
            </p:cNvSpPr>
            <p:nvPr/>
          </p:nvSpPr>
          <p:spPr bwMode="auto">
            <a:xfrm>
              <a:off x="7272471" y="5697448"/>
              <a:ext cx="2016222" cy="2518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功能中的</a:t>
              </a:r>
              <a:r>
                <a:rPr lang="zh-CN" altLang="en-US" sz="1600" b="1" dirty="0">
                  <a:solidFill>
                    <a:srgbClr val="C00000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操作功能</a:t>
              </a:r>
            </a:p>
          </p:txBody>
        </p:sp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5E698AB-BC36-47A3-8D43-A3CA3C98B73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 flipH="1">
            <a:off x="4572002" y="3102876"/>
            <a:ext cx="648412" cy="658453"/>
          </a:xfrm>
          <a:prstGeom prst="line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</p:spPr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B128881-CF71-4B3B-A506-1CFDC93C8E08}"/>
              </a:ext>
            </a:extLst>
          </p:cNvPr>
          <p:cNvGrpSpPr/>
          <p:nvPr/>
        </p:nvGrpSpPr>
        <p:grpSpPr>
          <a:xfrm>
            <a:off x="6948264" y="4751522"/>
            <a:ext cx="2160240" cy="995910"/>
            <a:chOff x="7020272" y="4751522"/>
            <a:chExt cx="2160240" cy="995910"/>
          </a:xfrm>
        </p:grpSpPr>
        <p:sp>
          <p:nvSpPr>
            <p:cNvPr id="64" name="Text Box 316">
              <a:extLst>
                <a:ext uri="{FF2B5EF4-FFF2-40B4-BE49-F238E27FC236}">
                  <a16:creationId xmlns:a16="http://schemas.microsoft.com/office/drawing/2014/main" id="{835F3E62-377C-4E96-9443-8DCDCDF4472D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020272" y="4967546"/>
              <a:ext cx="2160240" cy="54968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36000" tIns="10800" rIns="0" bIns="10800" anchor="ctr"/>
            <a:lstStyle/>
            <a:p>
              <a:pPr marL="414000" indent="-414000" algn="l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操作的实现＝</a:t>
              </a:r>
              <a:r>
                <a:rPr lang="zh-CN" altLang="en-US" sz="1600" b="1" dirty="0">
                  <a:highlight>
                    <a:srgbClr val="FFFF00"/>
                  </a:highlight>
                  <a:latin typeface="宋体" panose="02010600030101010101" pitchFamily="2" charset="-122"/>
                </a:rPr>
                <a:t>功能</a:t>
              </a:r>
              <a:r>
                <a:rPr lang="zh-CN" altLang="zh-CN" sz="1600" b="1" dirty="0">
                  <a:highlight>
                    <a:srgbClr val="FFFF00"/>
                  </a:highlight>
                  <a:latin typeface="宋体" panose="02010600030101010101" pitchFamily="2" charset="-122"/>
                </a:rPr>
                <a:t>部件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zh-CN" altLang="en-US" sz="1600" b="1" dirty="0">
                  <a:highlight>
                    <a:srgbClr val="CCCCFF"/>
                  </a:highlight>
                  <a:latin typeface="宋体" panose="02010600030101010101" pitchFamily="2" charset="-122"/>
                </a:rPr>
                <a:t>给定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zh-CN" altLang="zh-CN" sz="1600" b="1" dirty="0">
                  <a:highlight>
                    <a:srgbClr val="FFFF00"/>
                  </a:highlight>
                  <a:latin typeface="宋体" panose="02010600030101010101" pitchFamily="2" charset="-122"/>
                </a:rPr>
                <a:t>控制信号</a:t>
              </a:r>
              <a:endParaRPr lang="zh-CN" altLang="en-US" sz="1600" b="1" dirty="0">
                <a:highlight>
                  <a:srgbClr val="FFFF00"/>
                </a:highlight>
                <a:latin typeface="宋体" panose="02010600030101010101" pitchFamily="2" charset="-122"/>
              </a:endParaRPr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DF4A83BC-DB31-4018-B2CD-BB48D5D35885}"/>
                </a:ext>
              </a:extLst>
            </p:cNvPr>
            <p:cNvCxnSpPr>
              <a:cxnSpLocks/>
            </p:cNvCxnSpPr>
            <p:nvPr>
              <p:custDataLst>
                <p:tags r:id="rId5"/>
              </p:custDataLst>
            </p:nvPr>
          </p:nvCxnSpPr>
          <p:spPr>
            <a:xfrm flipH="1" flipV="1">
              <a:off x="8712140" y="4751522"/>
              <a:ext cx="143763" cy="261268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F126D9AC-A467-4A86-98C8-3E4C8AFB33DC}"/>
                </a:ext>
              </a:extLst>
            </p:cNvPr>
            <p:cNvCxnSpPr>
              <a:cxnSpLocks/>
            </p:cNvCxnSpPr>
            <p:nvPr>
              <p:custDataLst>
                <p:tags r:id="rId6"/>
              </p:custDataLst>
            </p:nvPr>
          </p:nvCxnSpPr>
          <p:spPr>
            <a:xfrm>
              <a:off x="7884368" y="5459400"/>
              <a:ext cx="899780" cy="288032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AD242C80-D7BB-40BE-86BD-E7167127C70B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 flipH="1">
            <a:off x="5868049" y="2861329"/>
            <a:ext cx="1619584" cy="1638470"/>
          </a:xfrm>
          <a:prstGeom prst="line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85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85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857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85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2857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2857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2857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Box 25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999" y="404664"/>
            <a:ext cx="8784000" cy="396000"/>
          </a:xfrm>
          <a:prstGeom prst="rect">
            <a:avLst/>
          </a:prstGeom>
          <a:solidFill>
            <a:srgbClr val="FFCC99">
              <a:alpha val="80000"/>
            </a:srgbClr>
          </a:solidFill>
          <a:ln w="15875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177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1895" y="5517232"/>
            <a:ext cx="7344000" cy="64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18000" tIns="18000" rIns="18000" bIns="0" anchor="t" anchorCtr="0">
            <a:noAutofit/>
          </a:bodyPr>
          <a:lstStyle/>
          <a:p>
            <a:pPr algn="l"/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数据通路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rgbClr val="C00000"/>
                </a:solidFill>
                <a:cs typeface="Times New Roman" panose="02020603050405020304" pitchFamily="18" charset="0"/>
              </a:rPr>
              <a:t>Data Path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</a:rPr>
              <a:t>指令执行过程中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数据所经过</a:t>
            </a:r>
            <a:r>
              <a:rPr lang="zh-CN" altLang="en-US" sz="1800" b="1" dirty="0">
                <a:latin typeface="宋体" panose="02010600030101010101" pitchFamily="2" charset="-122"/>
              </a:rPr>
              <a:t>的路径及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路径上</a:t>
            </a:r>
            <a:r>
              <a:rPr lang="zh-CN" altLang="en-US" sz="1800" b="1" dirty="0">
                <a:latin typeface="宋体" panose="02010600030101010101" pitchFamily="2" charset="-122"/>
              </a:rPr>
              <a:t>的部件</a:t>
            </a:r>
          </a:p>
          <a:p>
            <a:pPr algn="l">
              <a:spcBef>
                <a:spcPts val="300"/>
              </a:spcBef>
            </a:pPr>
            <a:r>
              <a:rPr lang="zh-CN" altLang="en-US" sz="1800" b="1" dirty="0">
                <a:solidFill>
                  <a:srgbClr val="C00000"/>
                </a:solidFill>
                <a:uFillTx/>
                <a:latin typeface="宋体" panose="02010600030101010101" pitchFamily="2" charset="-122"/>
              </a:rPr>
              <a:t>控制器</a:t>
            </a:r>
            <a:r>
              <a:rPr lang="en-US" altLang="zh-CN" sz="1600" b="1" dirty="0">
                <a:solidFill>
                  <a:srgbClr val="C00000"/>
                </a:solidFill>
                <a:uFillTx/>
                <a:latin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rgbClr val="C00000"/>
                </a:solidFill>
                <a:uFillTx/>
                <a:cs typeface="Times New Roman" panose="02020603050405020304" pitchFamily="18" charset="0"/>
              </a:rPr>
              <a:t>Control Unit</a:t>
            </a:r>
            <a:r>
              <a:rPr lang="en-US" altLang="zh-CN" sz="1600" b="1" dirty="0">
                <a:solidFill>
                  <a:srgbClr val="C00000"/>
                </a:solidFill>
                <a:uFillTx/>
                <a:latin typeface="宋体" panose="02010600030101010101" pitchFamily="2" charset="-122"/>
              </a:rPr>
              <a:t>)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进行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指令译码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并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产生指令执行所需控制信号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的部件</a:t>
            </a:r>
          </a:p>
        </p:txBody>
      </p:sp>
      <p:sp>
        <p:nvSpPr>
          <p:cNvPr id="7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E4CC-94A2-469E-B562-0B3A0175774B}" type="slidenum">
              <a:rPr lang="en-US" altLang="zh-CN"/>
              <a:t>4</a:t>
            </a:fld>
            <a:endParaRPr lang="en-US" altLang="zh-CN" dirty="0"/>
          </a:p>
        </p:txBody>
      </p:sp>
      <p:sp>
        <p:nvSpPr>
          <p:cNvPr id="286795" name="Text Box 75"/>
          <p:cNvSpPr txBox="1">
            <a:spLocks noChangeArrowheads="1"/>
          </p:cNvSpPr>
          <p:nvPr/>
        </p:nvSpPr>
        <p:spPr bwMode="auto">
          <a:xfrm>
            <a:off x="179389" y="332656"/>
            <a:ext cx="4680643" cy="52540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二、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的组成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的基本组成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基本部件：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指令控制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</a:t>
            </a:r>
            <a:r>
              <a:rPr lang="zh-CN" altLang="en-US" sz="2000" b="1" baseline="-25000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数据加工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</a:t>
            </a:r>
            <a:r>
              <a:rPr lang="en-US" altLang="zh-CN" sz="2000" b="1" baseline="-25000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外部访问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异常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中断处理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altLang="zh-CN" sz="2000" b="1" baseline="-2500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操作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时间控制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/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基本组成：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结构划分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287118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122" name="AutoShape 402">
            <a:hlinkClick r:id="rId8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878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125" name="AutoShape 40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9" y="6523556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127" name="AutoShape 407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 rot="10800000">
            <a:off x="5148263" y="6523556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" name="Text Box 385"/>
          <p:cNvSpPr txBox="1">
            <a:spLocks noChangeArrowheads="1"/>
          </p:cNvSpPr>
          <p:nvPr/>
        </p:nvSpPr>
        <p:spPr bwMode="auto">
          <a:xfrm>
            <a:off x="3215704" y="1196752"/>
            <a:ext cx="5748907" cy="18154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PC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IR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ID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指令译码器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</a:rPr>
              <a:t>ALU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FPU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运算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，寄存器组、状态寄存器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存放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</a:rPr>
              <a:t>总线逻辑电路、缓冲寄存器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内</a:t>
            </a:r>
            <a:r>
              <a:rPr lang="en-US" altLang="zh-CN" sz="1600" b="1" dirty="0">
                <a:latin typeface="宋体" panose="02010600030101010101" pitchFamily="2" charset="-122"/>
              </a:rPr>
              <a:t>-</a:t>
            </a:r>
            <a:r>
              <a:rPr lang="zh-CN" altLang="en-US" sz="1600" b="1" dirty="0">
                <a:latin typeface="宋体" panose="02010600030101010101" pitchFamily="2" charset="-122"/>
              </a:rPr>
              <a:t>外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</a:rPr>
              <a:t>MMU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地址变换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</a:rPr>
              <a:t>     中断机构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     时序信号形成电路、操作控制信号形成电路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54" name="AutoShape 402">
            <a:hlinkClick r:id="rId86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23699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1" name="组合 90"/>
          <p:cNvGrpSpPr/>
          <p:nvPr/>
        </p:nvGrpSpPr>
        <p:grpSpPr>
          <a:xfrm>
            <a:off x="2123510" y="3096195"/>
            <a:ext cx="5400675" cy="1548130"/>
            <a:chOff x="3345" y="4422"/>
            <a:chExt cx="8505" cy="2438"/>
          </a:xfrm>
        </p:grpSpPr>
        <p:sp>
          <p:nvSpPr>
            <p:cNvPr id="92" name="Rectangle 274"/>
            <p:cNvSpPr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0036" y="4422"/>
              <a:ext cx="1814" cy="850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93" name="Rectangle 274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7655" y="4422"/>
              <a:ext cx="2381" cy="397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94" name="Rectangle 274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6294" y="4422"/>
              <a:ext cx="1361" cy="850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95" name="Rectangle 274"/>
            <p:cNvSpPr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3345" y="4422"/>
              <a:ext cx="2098" cy="243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96" name="Text Box 291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6520" y="4479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97" name="Text Box 292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6520" y="4875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98" name="Text Box 293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10830" y="4479"/>
              <a:ext cx="1020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总线逻辑</a:t>
              </a:r>
            </a:p>
          </p:txBody>
        </p:sp>
        <p:sp>
          <p:nvSpPr>
            <p:cNvPr id="99" name="Text Box 391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10150" y="4706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BIU</a:t>
              </a:r>
            </a:p>
          </p:txBody>
        </p:sp>
        <p:cxnSp>
          <p:nvCxnSpPr>
            <p:cNvPr id="100" name="直接箭头连接符 99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7427" y="4706"/>
              <a:ext cx="3402" cy="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1" name="直接箭头连接符 100"/>
            <p:cNvCxnSpPr/>
            <p:nvPr>
              <p:custDataLst>
                <p:tags r:id="rId57"/>
              </p:custDataLst>
            </p:nvPr>
          </p:nvCxnSpPr>
          <p:spPr bwMode="auto">
            <a:xfrm flipH="1">
              <a:off x="7427" y="4592"/>
              <a:ext cx="3402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2" name="直接箭头连接符 101"/>
            <p:cNvCxnSpPr/>
            <p:nvPr>
              <p:custDataLst>
                <p:tags r:id="rId58"/>
              </p:custDataLst>
            </p:nvPr>
          </p:nvCxnSpPr>
          <p:spPr bwMode="auto">
            <a:xfrm>
              <a:off x="6066" y="4591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3" name="直接箭头连接符 102"/>
            <p:cNvCxnSpPr/>
            <p:nvPr>
              <p:custDataLst>
                <p:tags r:id="rId59"/>
              </p:custDataLst>
            </p:nvPr>
          </p:nvCxnSpPr>
          <p:spPr bwMode="auto">
            <a:xfrm flipH="1" flipV="1">
              <a:off x="6066" y="470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4" name="直接箭头连接符 103"/>
            <p:cNvCxnSpPr/>
            <p:nvPr>
              <p:custDataLst>
                <p:tags r:id="rId60"/>
              </p:custDataLst>
            </p:nvPr>
          </p:nvCxnSpPr>
          <p:spPr bwMode="auto">
            <a:xfrm>
              <a:off x="6066" y="5045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05" name="Text Box 292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8222" y="4875"/>
              <a:ext cx="113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MMU</a:t>
              </a:r>
            </a:p>
          </p:txBody>
        </p:sp>
        <p:cxnSp>
          <p:nvCxnSpPr>
            <p:cNvPr id="106" name="直接箭头连接符 105"/>
            <p:cNvCxnSpPr/>
            <p:nvPr>
              <p:custDataLst>
                <p:tags r:id="rId62"/>
              </p:custDataLst>
            </p:nvPr>
          </p:nvCxnSpPr>
          <p:spPr bwMode="auto">
            <a:xfrm>
              <a:off x="5272" y="4648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7" name="直接箭头连接符 106"/>
            <p:cNvCxnSpPr/>
            <p:nvPr>
              <p:custDataLst>
                <p:tags r:id="rId63"/>
              </p:custDataLst>
            </p:nvPr>
          </p:nvCxnSpPr>
          <p:spPr bwMode="auto">
            <a:xfrm flipH="1" flipV="1">
              <a:off x="5272" y="4989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8" name="直接箭头连接符 107"/>
            <p:cNvCxnSpPr/>
            <p:nvPr>
              <p:custDataLst>
                <p:tags r:id="rId64"/>
              </p:custDataLst>
            </p:nvPr>
          </p:nvCxnSpPr>
          <p:spPr bwMode="auto">
            <a:xfrm>
              <a:off x="5272" y="4762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09" name="AutoShape 189"/>
            <p:cNvSpPr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3912" y="5612"/>
              <a:ext cx="1361" cy="454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ALU</a:t>
              </a:r>
            </a:p>
          </p:txBody>
        </p:sp>
        <p:cxnSp>
          <p:nvCxnSpPr>
            <p:cNvPr id="110" name="直接箭头连接符 97"/>
            <p:cNvCxnSpPr/>
            <p:nvPr>
              <p:custDataLst>
                <p:tags r:id="rId66"/>
              </p:custDataLst>
            </p:nvPr>
          </p:nvCxnSpPr>
          <p:spPr bwMode="auto">
            <a:xfrm rot="10800000" flipV="1">
              <a:off x="4139" y="5215"/>
              <a:ext cx="1474" cy="397"/>
            </a:xfrm>
            <a:prstGeom prst="bentConnector3">
              <a:avLst>
                <a:gd name="adj1" fmla="val 100000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1" name="直接箭头连接符 98"/>
            <p:cNvCxnSpPr/>
            <p:nvPr>
              <p:custDataLst>
                <p:tags r:id="rId67"/>
              </p:custDataLst>
            </p:nvPr>
          </p:nvCxnSpPr>
          <p:spPr bwMode="auto">
            <a:xfrm rot="10800000" flipV="1">
              <a:off x="5046" y="5385"/>
              <a:ext cx="567" cy="228"/>
            </a:xfrm>
            <a:prstGeom prst="bentConnector3">
              <a:avLst>
                <a:gd name="adj1" fmla="val 99598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2" name="直接箭头连接符 98"/>
            <p:cNvCxnSpPr/>
            <p:nvPr>
              <p:custDataLst>
                <p:tags r:id="rId68"/>
              </p:custDataLst>
            </p:nvPr>
          </p:nvCxnSpPr>
          <p:spPr bwMode="auto">
            <a:xfrm>
              <a:off x="4592" y="6066"/>
              <a:ext cx="1020" cy="227"/>
            </a:xfrm>
            <a:prstGeom prst="bentConnector3">
              <a:avLst>
                <a:gd name="adj1" fmla="val -460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3" name="直接箭头连接符 112"/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5272" y="6633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4" name="直接箭头连接符 113"/>
            <p:cNvCxnSpPr/>
            <p:nvPr>
              <p:custDataLst>
                <p:tags r:id="rId70"/>
              </p:custDataLst>
            </p:nvPr>
          </p:nvCxnSpPr>
          <p:spPr bwMode="auto">
            <a:xfrm>
              <a:off x="5272" y="6519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5" name="直接箭头连接符 114"/>
            <p:cNvCxnSpPr/>
            <p:nvPr>
              <p:custDataLst>
                <p:tags r:id="rId71"/>
              </p:custDataLst>
            </p:nvPr>
          </p:nvCxnSpPr>
          <p:spPr bwMode="auto">
            <a:xfrm>
              <a:off x="6294" y="4422"/>
              <a:ext cx="0" cy="85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6" name="直接箭头连接符 115"/>
            <p:cNvCxnSpPr/>
            <p:nvPr>
              <p:custDataLst>
                <p:tags r:id="rId72"/>
              </p:custDataLst>
            </p:nvPr>
          </p:nvCxnSpPr>
          <p:spPr bwMode="auto">
            <a:xfrm>
              <a:off x="6294" y="5272"/>
              <a:ext cx="136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7" name="直接箭头连接符 116"/>
            <p:cNvCxnSpPr/>
            <p:nvPr>
              <p:custDataLst>
                <p:tags r:id="rId73"/>
              </p:custDataLst>
            </p:nvPr>
          </p:nvCxnSpPr>
          <p:spPr bwMode="auto">
            <a:xfrm flipH="1">
              <a:off x="7655" y="4819"/>
              <a:ext cx="1" cy="45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8" name="直接箭头连接符 117"/>
            <p:cNvCxnSpPr/>
            <p:nvPr>
              <p:custDataLst>
                <p:tags r:id="rId74"/>
              </p:custDataLst>
            </p:nvPr>
          </p:nvCxnSpPr>
          <p:spPr bwMode="auto">
            <a:xfrm>
              <a:off x="7655" y="4819"/>
              <a:ext cx="238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9" name="直接箭头连接符 118"/>
            <p:cNvCxnSpPr/>
            <p:nvPr>
              <p:custDataLst>
                <p:tags r:id="rId75"/>
              </p:custDataLst>
            </p:nvPr>
          </p:nvCxnSpPr>
          <p:spPr bwMode="auto">
            <a:xfrm>
              <a:off x="10036" y="5272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0" name="直接箭头连接符 119"/>
            <p:cNvCxnSpPr/>
            <p:nvPr>
              <p:custDataLst>
                <p:tags r:id="rId76"/>
              </p:custDataLst>
            </p:nvPr>
          </p:nvCxnSpPr>
          <p:spPr bwMode="auto">
            <a:xfrm flipH="1">
              <a:off x="10036" y="4819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1" name="直接箭头连接符 120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7427" y="5045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2" name="直接箭头连接符 121"/>
            <p:cNvCxnSpPr/>
            <p:nvPr>
              <p:custDataLst>
                <p:tags r:id="rId78"/>
              </p:custDataLst>
            </p:nvPr>
          </p:nvCxnSpPr>
          <p:spPr bwMode="auto">
            <a:xfrm>
              <a:off x="9356" y="5045"/>
              <a:ext cx="147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79"/>
              </p:custDataLst>
            </p:nvPr>
          </p:nvCxnSpPr>
          <p:spPr bwMode="auto">
            <a:xfrm>
              <a:off x="4365" y="6066"/>
              <a:ext cx="2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24" name="Text Box 276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3572" y="6406"/>
              <a:ext cx="170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spc="-100" dirty="0">
                  <a:latin typeface="宋体" panose="02010600030101010101" pitchFamily="2" charset="-122"/>
                </a:rPr>
                <a:t>状态寄存器</a:t>
              </a:r>
            </a:p>
          </p:txBody>
        </p:sp>
        <p:sp>
          <p:nvSpPr>
            <p:cNvPr id="125" name="Text Box 314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3685" y="4535"/>
              <a:ext cx="1587" cy="56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寄存器组</a:t>
              </a:r>
            </a:p>
          </p:txBody>
        </p:sp>
        <p:sp>
          <p:nvSpPr>
            <p:cNvPr id="126" name="Text Box 392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3458" y="5159"/>
              <a:ext cx="340" cy="124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spc="3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运算器</a:t>
              </a: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2753995" y="3924195"/>
            <a:ext cx="4374515" cy="1044575"/>
            <a:chOff x="4111" y="5897"/>
            <a:chExt cx="6889" cy="1645"/>
          </a:xfrm>
        </p:grpSpPr>
        <p:sp>
          <p:nvSpPr>
            <p:cNvPr id="128" name="Rectangle 274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7655" y="5897"/>
              <a:ext cx="3345" cy="141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129" name="Text Box 257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7995" y="5953"/>
              <a:ext cx="2835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sp>
          <p:nvSpPr>
            <p:cNvPr id="130" name="Text Box 258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8902" y="6521"/>
              <a:ext cx="1928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>
                  <a:cs typeface="Times New Roman" panose="02020603050405020304" pitchFamily="18" charset="0"/>
                </a:rPr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  <a:cs typeface="宋体" panose="02010600030101010101" pitchFamily="2" charset="-122"/>
                </a:rPr>
                <a:t>OP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控制信号形成电路</a:t>
              </a:r>
            </a:p>
          </p:txBody>
        </p:sp>
        <p:sp>
          <p:nvSpPr>
            <p:cNvPr id="131" name="Text Box 27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9583" y="7314"/>
              <a:ext cx="794" cy="22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……</a:t>
              </a:r>
            </a:p>
          </p:txBody>
        </p:sp>
        <p:sp>
          <p:nvSpPr>
            <p:cNvPr id="132" name="Text Box 392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7655" y="6350"/>
              <a:ext cx="454" cy="33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CU</a:t>
              </a:r>
            </a:p>
          </p:txBody>
        </p:sp>
        <p:cxnSp>
          <p:nvCxnSpPr>
            <p:cNvPr id="133" name="直接箭头连接符 117"/>
            <p:cNvCxnSpPr/>
            <p:nvPr>
              <p:custDataLst>
                <p:tags r:id="rId39"/>
              </p:custDataLst>
            </p:nvPr>
          </p:nvCxnSpPr>
          <p:spPr bwMode="auto">
            <a:xfrm rot="16200000" flipH="1">
              <a:off x="6365" y="4652"/>
              <a:ext cx="283" cy="4791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4" name="直接箭头连接符 133"/>
            <p:cNvCxnSpPr/>
            <p:nvPr>
              <p:custDataLst>
                <p:tags r:id="rId40"/>
              </p:custDataLst>
            </p:nvPr>
          </p:nvCxnSpPr>
          <p:spPr bwMode="auto">
            <a:xfrm>
              <a:off x="10149" y="6307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5" name="直接箭头连接符 134"/>
            <p:cNvCxnSpPr/>
            <p:nvPr>
              <p:custDataLst>
                <p:tags r:id="rId41"/>
              </p:custDataLst>
            </p:nvPr>
          </p:nvCxnSpPr>
          <p:spPr bwMode="auto">
            <a:xfrm>
              <a:off x="9469" y="6293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36" name="Text Box 271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9582" y="6293"/>
              <a:ext cx="454" cy="22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137" name="直接箭头连接符 136"/>
            <p:cNvCxnSpPr/>
            <p:nvPr>
              <p:custDataLst>
                <p:tags r:id="rId43"/>
              </p:custDataLst>
            </p:nvPr>
          </p:nvCxnSpPr>
          <p:spPr bwMode="auto">
            <a:xfrm flipH="1">
              <a:off x="10489" y="7257"/>
              <a:ext cx="1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44"/>
              </p:custDataLst>
            </p:nvPr>
          </p:nvCxnSpPr>
          <p:spPr bwMode="auto">
            <a:xfrm>
              <a:off x="9469" y="7257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9" name="直接箭头连接符 138"/>
            <p:cNvCxnSpPr/>
            <p:nvPr>
              <p:custDataLst>
                <p:tags r:id="rId45"/>
              </p:custDataLst>
            </p:nvPr>
          </p:nvCxnSpPr>
          <p:spPr bwMode="auto">
            <a:xfrm>
              <a:off x="8562" y="6634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0" name="直接箭头连接符 139"/>
            <p:cNvCxnSpPr/>
            <p:nvPr>
              <p:custDataLst>
                <p:tags r:id="rId46"/>
              </p:custDataLst>
            </p:nvPr>
          </p:nvCxnSpPr>
          <p:spPr bwMode="auto">
            <a:xfrm>
              <a:off x="8562" y="6974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41" name="Text Box 271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 rot="16200000">
              <a:off x="8506" y="6690"/>
              <a:ext cx="340" cy="22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…</a:t>
              </a: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2123510" y="3096195"/>
            <a:ext cx="6120765" cy="1943735"/>
            <a:chOff x="3118" y="4423"/>
            <a:chExt cx="9639" cy="3061"/>
          </a:xfrm>
        </p:grpSpPr>
        <p:sp>
          <p:nvSpPr>
            <p:cNvPr id="143" name="Rectangle 274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067" y="5727"/>
              <a:ext cx="1361" cy="1134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144" name="Text Box 254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293" y="6067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145" name="Text Box 25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293" y="6464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146" name="Text Box 256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165" y="6350"/>
              <a:ext cx="397" cy="56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47" name="Rectangle 299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118" y="4423"/>
              <a:ext cx="8504" cy="306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148" name="Text Box 333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386" y="4536"/>
              <a:ext cx="455" cy="221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数据通路结构</a:t>
              </a:r>
            </a:p>
          </p:txBody>
        </p:sp>
        <p:cxnSp>
          <p:nvCxnSpPr>
            <p:cNvPr id="149" name="直接箭头连接符 148"/>
            <p:cNvCxnSpPr/>
            <p:nvPr>
              <p:custDataLst>
                <p:tags r:id="rId25"/>
              </p:custDataLst>
            </p:nvPr>
          </p:nvCxnSpPr>
          <p:spPr bwMode="auto">
            <a:xfrm>
              <a:off x="11629" y="4593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50" name="直接箭头连接符 149"/>
            <p:cNvCxnSpPr/>
            <p:nvPr>
              <p:custDataLst>
                <p:tags r:id="rId26"/>
              </p:custDataLst>
            </p:nvPr>
          </p:nvCxnSpPr>
          <p:spPr bwMode="auto">
            <a:xfrm>
              <a:off x="5839" y="6195"/>
              <a:ext cx="454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1" name="直接箭头连接符 150"/>
            <p:cNvCxnSpPr/>
            <p:nvPr>
              <p:custDataLst>
                <p:tags r:id="rId27"/>
              </p:custDataLst>
            </p:nvPr>
          </p:nvCxnSpPr>
          <p:spPr bwMode="auto">
            <a:xfrm flipH="1" flipV="1">
              <a:off x="5839" y="6308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5839" y="6634"/>
              <a:ext cx="454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5" name="直接箭头连接符 154"/>
            <p:cNvCxnSpPr/>
            <p:nvPr>
              <p:custDataLst>
                <p:tags r:id="rId29"/>
              </p:custDataLst>
            </p:nvPr>
          </p:nvCxnSpPr>
          <p:spPr bwMode="auto">
            <a:xfrm>
              <a:off x="7200" y="6634"/>
              <a:ext cx="96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56" name="Text Box 392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052" y="5741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指令部件</a:t>
              </a:r>
            </a:p>
          </p:txBody>
        </p:sp>
        <p:cxnSp>
          <p:nvCxnSpPr>
            <p:cNvPr id="157" name="直接箭头连接符 156"/>
            <p:cNvCxnSpPr/>
            <p:nvPr>
              <p:custDataLst>
                <p:tags r:id="rId31"/>
              </p:custDataLst>
            </p:nvPr>
          </p:nvCxnSpPr>
          <p:spPr bwMode="auto">
            <a:xfrm>
              <a:off x="11624" y="487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8" name="直接箭头连接符 157"/>
            <p:cNvCxnSpPr/>
            <p:nvPr>
              <p:custDataLst>
                <p:tags r:id="rId32"/>
              </p:custDataLst>
            </p:nvPr>
          </p:nvCxnSpPr>
          <p:spPr bwMode="auto">
            <a:xfrm>
              <a:off x="11629" y="5103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59" name="Text Box 392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2077" y="4536"/>
              <a:ext cx="680" cy="68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70000"/>
                </a:lnSpc>
              </a:pPr>
              <a:r>
                <a:rPr lang="en-US" altLang="zh-CN" sz="1400" b="1" dirty="0" err="1">
                  <a:latin typeface="宋体" panose="02010600030101010101" pitchFamily="2" charset="-122"/>
                </a:rPr>
                <a:t>DBus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400" b="1" dirty="0" err="1">
                  <a:latin typeface="宋体" panose="02010600030101010101" pitchFamily="2" charset="-122"/>
                </a:rPr>
                <a:t>CBus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400" b="1" dirty="0" err="1">
                  <a:latin typeface="宋体" panose="02010600030101010101" pitchFamily="2" charset="-122"/>
                </a:rPr>
                <a:t>ABus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2195195" y="3599755"/>
            <a:ext cx="6049010" cy="1368425"/>
            <a:chOff x="3231" y="5329"/>
            <a:chExt cx="9526" cy="2155"/>
          </a:xfrm>
        </p:grpSpPr>
        <p:sp>
          <p:nvSpPr>
            <p:cNvPr id="161" name="Text Box 227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169" y="5953"/>
              <a:ext cx="454" cy="130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spc="-50" dirty="0">
                  <a:latin typeface="宋体" panose="02010600030101010101" pitchFamily="2" charset="-122"/>
                </a:rPr>
                <a:t>中断机构</a:t>
              </a:r>
            </a:p>
          </p:txBody>
        </p:sp>
        <p:cxnSp>
          <p:nvCxnSpPr>
            <p:cNvPr id="162" name="直接箭头连接符 161"/>
            <p:cNvCxnSpPr/>
            <p:nvPr>
              <p:custDataLst>
                <p:tags r:id="rId5"/>
              </p:custDataLst>
            </p:nvPr>
          </p:nvCxnSpPr>
          <p:spPr bwMode="auto">
            <a:xfrm flipH="1">
              <a:off x="10830" y="6917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63" name="直接箭头连接符 162"/>
            <p:cNvCxnSpPr/>
            <p:nvPr>
              <p:custDataLst>
                <p:tags r:id="rId6"/>
              </p:custDataLst>
            </p:nvPr>
          </p:nvCxnSpPr>
          <p:spPr bwMode="auto">
            <a:xfrm>
              <a:off x="5839" y="5726"/>
              <a:ext cx="544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64" name="直接箭头连接符 163"/>
            <p:cNvCxnSpPr/>
            <p:nvPr>
              <p:custDataLst>
                <p:tags r:id="rId7"/>
              </p:custDataLst>
            </p:nvPr>
          </p:nvCxnSpPr>
          <p:spPr bwMode="auto">
            <a:xfrm flipH="1">
              <a:off x="5839" y="5613"/>
              <a:ext cx="555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65" name="直接箭头连接符 173"/>
            <p:cNvCxnSpPr/>
            <p:nvPr>
              <p:custDataLst>
                <p:tags r:id="rId8"/>
              </p:custDataLst>
            </p:nvPr>
          </p:nvCxnSpPr>
          <p:spPr bwMode="auto">
            <a:xfrm>
              <a:off x="8562" y="5329"/>
              <a:ext cx="2948" cy="170"/>
            </a:xfrm>
            <a:prstGeom prst="bentConnector3">
              <a:avLst>
                <a:gd name="adj1" fmla="val -328"/>
              </a:avLst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66" name="直接箭头连接符 165"/>
            <p:cNvCxnSpPr/>
            <p:nvPr>
              <p:custDataLst>
                <p:tags r:id="rId9"/>
              </p:custDataLst>
            </p:nvPr>
          </p:nvCxnSpPr>
          <p:spPr bwMode="auto">
            <a:xfrm>
              <a:off x="11283" y="5726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67" name="直接箭头连接符 166"/>
            <p:cNvCxnSpPr/>
            <p:nvPr>
              <p:custDataLst>
                <p:tags r:id="rId10"/>
              </p:custDataLst>
            </p:nvPr>
          </p:nvCxnSpPr>
          <p:spPr bwMode="auto">
            <a:xfrm flipH="1" flipV="1">
              <a:off x="11396" y="5611"/>
              <a:ext cx="1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68" name="直接箭头连接符 167"/>
            <p:cNvCxnSpPr/>
            <p:nvPr>
              <p:custDataLst>
                <p:tags r:id="rId11"/>
              </p:custDataLst>
            </p:nvPr>
          </p:nvCxnSpPr>
          <p:spPr bwMode="auto">
            <a:xfrm>
              <a:off x="11510" y="5499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69" name="直接箭头连接符 168"/>
            <p:cNvCxnSpPr/>
            <p:nvPr>
              <p:custDataLst>
                <p:tags r:id="rId12"/>
              </p:custDataLst>
            </p:nvPr>
          </p:nvCxnSpPr>
          <p:spPr bwMode="auto">
            <a:xfrm flipH="1" flipV="1">
              <a:off x="11395" y="7257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0" name="直接箭头连接符 169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3231" y="5953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1" name="直接箭头连接符 170"/>
            <p:cNvCxnSpPr/>
            <p:nvPr>
              <p:custDataLst>
                <p:tags r:id="rId14"/>
              </p:custDataLst>
            </p:nvPr>
          </p:nvCxnSpPr>
          <p:spPr bwMode="auto">
            <a:xfrm>
              <a:off x="3231" y="5953"/>
              <a:ext cx="0" cy="153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2" name="直接箭头连接符 171"/>
            <p:cNvCxnSpPr/>
            <p:nvPr>
              <p:custDataLst>
                <p:tags r:id="rId15"/>
              </p:custDataLst>
            </p:nvPr>
          </p:nvCxnSpPr>
          <p:spPr bwMode="auto">
            <a:xfrm>
              <a:off x="3231" y="7484"/>
              <a:ext cx="81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3" name="直接箭头连接符 172"/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11624" y="6633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4" name="直接箭头连接符 173"/>
            <p:cNvCxnSpPr/>
            <p:nvPr>
              <p:custDataLst>
                <p:tags r:id="rId17"/>
              </p:custDataLst>
            </p:nvPr>
          </p:nvCxnSpPr>
          <p:spPr bwMode="auto">
            <a:xfrm>
              <a:off x="11624" y="697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75" name="Text Box 392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2077" y="6520"/>
              <a:ext cx="680" cy="56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请求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响应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76" name="Text Box 9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57730" y="5085184"/>
            <a:ext cx="6903085" cy="14371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 algn="l"/>
            <a:r>
              <a:rPr lang="zh-CN" altLang="en-US" sz="2200" b="1" dirty="0">
                <a:latin typeface="宋体" panose="02010600030101010101" pitchFamily="2" charset="-122"/>
              </a:rPr>
              <a:t>数据通路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执行部件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＋控制器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控制部件</a:t>
            </a:r>
            <a:r>
              <a:rPr lang="en-US" altLang="zh-CN" sz="1800" b="1" dirty="0">
                <a:latin typeface="宋体" panose="02010600030101010101" pitchFamily="2" charset="-122"/>
              </a:rPr>
              <a:t>)   </a:t>
            </a:r>
            <a:r>
              <a:rPr lang="zh-CN" altLang="en-US" sz="1600" b="1" dirty="0">
                <a:latin typeface="宋体" panose="02010600030101010101" pitchFamily="2" charset="-122"/>
              </a:rPr>
              <a:t>←操作的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实现</a:t>
            </a:r>
            <a:r>
              <a:rPr lang="en-US" altLang="zh-CN" sz="16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控制</a:t>
            </a:r>
            <a:endParaRPr lang="zh-CN" altLang="en-US" sz="1600" b="1" dirty="0">
              <a:latin typeface="宋体" panose="02010600030101010101" pitchFamily="2" charset="-122"/>
            </a:endParaRPr>
          </a:p>
          <a:p>
            <a:pPr algn="l"/>
            <a:endParaRPr lang="en-US" altLang="zh-CN" sz="1600" b="1" dirty="0">
              <a:latin typeface="宋体" panose="02010600030101010101" pitchFamily="2" charset="-122"/>
            </a:endParaRPr>
          </a:p>
          <a:p>
            <a:pPr algn="l"/>
            <a:endParaRPr lang="en-US" altLang="zh-CN" sz="1600" b="1" dirty="0">
              <a:latin typeface="宋体" panose="02010600030101010101" pitchFamily="2" charset="-122"/>
            </a:endParaRPr>
          </a:p>
          <a:p>
            <a:pPr algn="l"/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spcBef>
                <a:spcPts val="300"/>
              </a:spcBef>
            </a:pP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结果：</a:t>
            </a:r>
            <a:r>
              <a:rPr lang="zh-CN" altLang="en-US" sz="1600" b="1" u="sng" dirty="0">
                <a:latin typeface="宋体" panose="02010600030101010101" pitchFamily="2" charset="-122"/>
              </a:rPr>
              <a:t>数据通路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＝运算器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+BIU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指令部件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中断机构，</a:t>
            </a:r>
            <a:r>
              <a:rPr lang="zh-CN" altLang="en-US" sz="1600" b="1" u="sng" dirty="0">
                <a:latin typeface="宋体" panose="02010600030101010101" pitchFamily="2" charset="-122"/>
              </a:rPr>
              <a:t>控制器</a:t>
            </a:r>
            <a:r>
              <a:rPr lang="zh-CN" altLang="en-US" sz="1600" b="1" dirty="0">
                <a:latin typeface="宋体" panose="02010600030101010101" pitchFamily="2" charset="-122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</a:rPr>
              <a:t>CU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5</a:t>
            </a:fld>
            <a:endParaRPr lang="en-US" altLang="zh-CN" dirty="0"/>
          </a:p>
        </p:txBody>
      </p:sp>
      <p:sp>
        <p:nvSpPr>
          <p:cNvPr id="287979" name="Text Box 2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4599940" cy="61632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、寄存器的组织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用户可见寄存器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程序中使用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REG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地址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REG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通用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REG(GPR)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状态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REG(PSR)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2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599055" indent="-2599055" algn="l">
              <a:lnSpc>
                <a:spcPct val="125000"/>
              </a:lnSpc>
              <a:spcBef>
                <a:spcPts val="12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专用寄存器：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599055" indent="-2599055"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PC&amp;IR—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25000"/>
              </a:lnSpc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MAR&amp;MDR—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599055" indent="-2599055" algn="l"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599055" indent="-2599055" algn="l" eaLnBrk="1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系统控制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REG—</a:t>
            </a:r>
          </a:p>
        </p:txBody>
      </p:sp>
      <p:sp>
        <p:nvSpPr>
          <p:cNvPr id="288062" name="Text Box 31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16125" y="1196752"/>
            <a:ext cx="6967220" cy="24663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marL="2599055" indent="-259905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存放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，有整数、浮点数等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长度＝机器字长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marL="2599055" indent="-259905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存放</a:t>
            </a:r>
            <a:r>
              <a:rPr lang="en-US" altLang="zh-CN" sz="2200" b="1" u="sng" dirty="0">
                <a:latin typeface="宋体" panose="02010600030101010101" pitchFamily="2" charset="-122"/>
              </a:rPr>
              <a:t>OPD/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指令的</a:t>
            </a:r>
            <a:r>
              <a:rPr lang="en-US" altLang="zh-CN" sz="2200" b="1" u="sng" dirty="0">
                <a:latin typeface="宋体" panose="02010600030101010101" pitchFamily="2" charset="-122"/>
              </a:rPr>
              <a:t>MEM</a:t>
            </a:r>
            <a:r>
              <a:rPr lang="zh-CN" altLang="en-US" sz="2200" b="1" u="sng" dirty="0">
                <a:latin typeface="宋体" panose="02010600030101010101" pitchFamily="2" charset="-122"/>
              </a:rPr>
              <a:t>地址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长度</a:t>
            </a:r>
            <a:r>
              <a:rPr lang="en-US" altLang="zh-CN" sz="1800" b="1" dirty="0">
                <a:latin typeface="宋体" panose="02010600030101010101" pitchFamily="2" charset="-122"/>
              </a:rPr>
              <a:t>＝</a:t>
            </a:r>
            <a:r>
              <a:rPr lang="zh-CN" altLang="en-US" sz="1800" b="1" dirty="0">
                <a:latin typeface="宋体" panose="02010600030101010101" pitchFamily="2" charset="-122"/>
              </a:rPr>
              <a:t>逻辑地址位数</a:t>
            </a:r>
            <a:r>
              <a:rPr lang="en-US" altLang="zh-CN" sz="1800" b="1" dirty="0">
                <a:latin typeface="宋体" panose="02010600030101010101" pitchFamily="2" charset="-122"/>
              </a:rPr>
              <a:t>m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可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≠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800" b="1" i="1" dirty="0">
                <a:latin typeface="+mn-ea"/>
                <a:ea typeface="+mn-ea"/>
              </a:rPr>
              <a:t> </a:t>
            </a:r>
          </a:p>
          <a:p>
            <a:pPr marL="2599055" indent="-259905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用作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数据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solidFill>
                  <a:srgbClr val="C00000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和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REG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要求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dirty="0">
                <a:solidFill>
                  <a:srgbClr val="C00000"/>
                </a:solidFill>
                <a:latin typeface="+mn-lt"/>
                <a:sym typeface="+mn-ea"/>
              </a:rPr>
              <a:t>＝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←主流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效率高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存放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程序运行状态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又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PSW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en-US" altLang="zh-CN" sz="1600" dirty="0">
                <a:latin typeface="+mn-lt"/>
                <a:sym typeface="+mn-ea"/>
              </a:rPr>
              <a:t>Program Status Word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]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①结果标志：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ZF/CF/OF/SF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等，常用作条件码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可修改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②执行标志：</a:t>
            </a:r>
            <a:r>
              <a:rPr lang="zh-CN" altLang="en-US" sz="2000" b="1" spc="-70" dirty="0">
                <a:latin typeface="宋体" panose="02010600030101010101" pitchFamily="2" charset="-122"/>
                <a:sym typeface="+mn-ea"/>
              </a:rPr>
              <a:t>跟踪标志</a:t>
            </a:r>
            <a:r>
              <a:rPr lang="en-US" altLang="zh-CN" sz="2000" b="1" spc="-70" dirty="0">
                <a:latin typeface="宋体" panose="02010600030101010101" pitchFamily="2" charset="-122"/>
                <a:sym typeface="+mn-ea"/>
              </a:rPr>
              <a:t>TF</a:t>
            </a:r>
            <a:r>
              <a:rPr lang="zh-CN" altLang="en-US" sz="2000" b="1" spc="-70" dirty="0">
                <a:latin typeface="宋体" panose="02010600030101010101" pitchFamily="2" charset="-122"/>
                <a:sym typeface="+mn-ea"/>
              </a:rPr>
              <a:t>、中断允许标志</a:t>
            </a:r>
            <a:r>
              <a:rPr lang="en-US" altLang="zh-CN" sz="2000" b="1" spc="-70" dirty="0">
                <a:latin typeface="宋体" panose="02010600030101010101" pitchFamily="2" charset="-122"/>
                <a:sym typeface="+mn-ea"/>
              </a:rPr>
              <a:t>IF</a:t>
            </a:r>
            <a:r>
              <a:rPr lang="zh-CN" altLang="en-US" sz="2000" b="1" spc="-70" dirty="0">
                <a:latin typeface="宋体" panose="02010600030101010101" pitchFamily="2" charset="-122"/>
                <a:sym typeface="+mn-ea"/>
              </a:rPr>
              <a:t>等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可设置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b="1" i="1" dirty="0">
              <a:latin typeface="+mn-ea"/>
              <a:ea typeface="+mn-ea"/>
            </a:endParaRPr>
          </a:p>
        </p:txBody>
      </p:sp>
      <p:sp>
        <p:nvSpPr>
          <p:cNvPr id="473104" name="Text Box 1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27835" y="3789040"/>
            <a:ext cx="7380669" cy="16532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marL="2599055" indent="-2599055"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存放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指令地址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用作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循环变量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当前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指令内容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</a:p>
          <a:p>
            <a:pPr marL="2599055" indent="-2599055"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marL="2599055" indent="-2599055" algn="l">
              <a:lnSpc>
                <a:spcPct val="125000"/>
              </a:lnSpc>
            </a:pPr>
            <a:endParaRPr lang="zh-CN" altLang="en-US" sz="2000" b="1" dirty="0">
              <a:latin typeface="宋体" panose="02010600030101010101" pitchFamily="2" charset="-122"/>
              <a:sym typeface="+mn-ea"/>
            </a:endParaRPr>
          </a:p>
          <a:p>
            <a:pPr marL="2599055" indent="-2599055"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存放外部访问的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部件地址、数据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←利于内部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外部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操作并行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C4810FD-A055-4943-B312-1BC4C1F1FEB1}"/>
              </a:ext>
            </a:extLst>
          </p:cNvPr>
          <p:cNvGrpSpPr/>
          <p:nvPr/>
        </p:nvGrpSpPr>
        <p:grpSpPr>
          <a:xfrm>
            <a:off x="2339826" y="4193237"/>
            <a:ext cx="3816350" cy="747931"/>
            <a:chOff x="2267744" y="4048720"/>
            <a:chExt cx="3816350" cy="747931"/>
          </a:xfrm>
        </p:grpSpPr>
        <p:sp>
          <p:nvSpPr>
            <p:cNvPr id="473128" name="Text Box 40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701449" y="4580751"/>
              <a:ext cx="1367790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未使用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473109" name="Text Box 2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267744" y="4580751"/>
              <a:ext cx="4318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IR:</a:t>
              </a:r>
            </a:p>
          </p:txBody>
        </p:sp>
        <p:sp>
          <p:nvSpPr>
            <p:cNvPr id="473117" name="Text Box 29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067969" y="4580751"/>
              <a:ext cx="2016125" cy="2159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当前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指令内容</a:t>
              </a:r>
            </a:p>
          </p:txBody>
        </p:sp>
        <p:sp>
          <p:nvSpPr>
            <p:cNvPr id="473106" name="Text Box 18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267744" y="4293096"/>
              <a:ext cx="4318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PC:</a:t>
              </a:r>
            </a:p>
          </p:txBody>
        </p:sp>
        <p:sp>
          <p:nvSpPr>
            <p:cNvPr id="473127" name="Text Box 3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701449" y="4293096"/>
              <a:ext cx="136779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当前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指令地址</a:t>
              </a:r>
            </a:p>
          </p:txBody>
        </p:sp>
        <p:sp>
          <p:nvSpPr>
            <p:cNvPr id="473129" name="Text Box 4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132614" y="4048720"/>
              <a:ext cx="259207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取指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   </a:t>
              </a:r>
              <a:r>
                <a:rPr lang="zh-CN" altLang="en-US" sz="1600" b="1" baseline="-18000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分析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 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执行</a:t>
              </a:r>
            </a:p>
          </p:txBody>
        </p:sp>
        <p:sp>
          <p:nvSpPr>
            <p:cNvPr id="473126" name="Text Box 3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067969" y="4293096"/>
              <a:ext cx="2016125" cy="21590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下条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指令地址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2" name="直接连接符 91"/>
            <p:cNvCxnSpPr/>
            <p:nvPr>
              <p:custDataLst>
                <p:tags r:id="rId27"/>
              </p:custDataLst>
            </p:nvPr>
          </p:nvCxnSpPr>
          <p:spPr>
            <a:xfrm flipH="1">
              <a:off x="2701449" y="4171481"/>
              <a:ext cx="39624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0" name="直接连接符 129"/>
            <p:cNvCxnSpPr/>
            <p:nvPr>
              <p:custDataLst>
                <p:tags r:id="rId28"/>
              </p:custDataLst>
            </p:nvPr>
          </p:nvCxnSpPr>
          <p:spPr>
            <a:xfrm>
              <a:off x="3671729" y="4171481"/>
              <a:ext cx="39624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" name="直接连接符 43"/>
            <p:cNvCxnSpPr/>
            <p:nvPr>
              <p:custDataLst>
                <p:tags r:id="rId29"/>
              </p:custDataLst>
            </p:nvPr>
          </p:nvCxnSpPr>
          <p:spPr>
            <a:xfrm flipH="1">
              <a:off x="2700814" y="4099091"/>
              <a:ext cx="0" cy="17970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" name="直接连接符 3"/>
            <p:cNvCxnSpPr/>
            <p:nvPr>
              <p:custDataLst>
                <p:tags r:id="rId30"/>
              </p:custDataLst>
            </p:nvPr>
          </p:nvCxnSpPr>
          <p:spPr>
            <a:xfrm flipH="1">
              <a:off x="4067969" y="4099091"/>
              <a:ext cx="0" cy="17970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" name="直接连接符 4"/>
            <p:cNvCxnSpPr/>
            <p:nvPr>
              <p:custDataLst>
                <p:tags r:id="rId31"/>
              </p:custDataLst>
            </p:nvPr>
          </p:nvCxnSpPr>
          <p:spPr>
            <a:xfrm flipH="1">
              <a:off x="4607719" y="4099091"/>
              <a:ext cx="0" cy="17970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直接连接符 5"/>
            <p:cNvCxnSpPr/>
            <p:nvPr>
              <p:custDataLst>
                <p:tags r:id="rId32"/>
              </p:custDataLst>
            </p:nvPr>
          </p:nvCxnSpPr>
          <p:spPr>
            <a:xfrm flipH="1">
              <a:off x="6084094" y="4099091"/>
              <a:ext cx="0" cy="17970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连接符 6"/>
            <p:cNvCxnSpPr/>
            <p:nvPr>
              <p:custDataLst>
                <p:tags r:id="rId33"/>
              </p:custDataLst>
            </p:nvPr>
          </p:nvCxnSpPr>
          <p:spPr>
            <a:xfrm flipH="1">
              <a:off x="4607719" y="4171481"/>
              <a:ext cx="4318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" name="直接连接符 8"/>
            <p:cNvCxnSpPr/>
            <p:nvPr>
              <p:custDataLst>
                <p:tags r:id="rId34"/>
              </p:custDataLst>
            </p:nvPr>
          </p:nvCxnSpPr>
          <p:spPr>
            <a:xfrm>
              <a:off x="5652294" y="4171481"/>
              <a:ext cx="4318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7" name="组合 16"/>
          <p:cNvGrpSpPr/>
          <p:nvPr/>
        </p:nvGrpSpPr>
        <p:grpSpPr>
          <a:xfrm>
            <a:off x="1655762" y="5517232"/>
            <a:ext cx="7236460" cy="720090"/>
            <a:chOff x="2323" y="7597"/>
            <a:chExt cx="11396" cy="1134"/>
          </a:xfrm>
        </p:grpSpPr>
        <p:sp>
          <p:nvSpPr>
            <p:cNvPr id="47" name="Text Box 68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12" y="7597"/>
              <a:ext cx="2721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71755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IR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M[(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)]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68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634" y="7597"/>
              <a:ext cx="238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71755" tIns="0" rIns="0" bIns="0" anchor="ctr"/>
            <a:lstStyle/>
            <a:p>
              <a:pPr algn="l">
                <a:lnSpc>
                  <a:spcPct val="90000"/>
                </a:lnSpc>
              </a:pPr>
              <a:r>
                <a:rPr kumimoji="0"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←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kumimoji="0"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PC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)+4,…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0" name="Text Box 68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323" y="7597"/>
              <a:ext cx="158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</a:pPr>
              <a:r>
                <a:rPr kumimoji="0" lang="zh-CN" altLang="en-US" sz="1600" b="1" dirty="0">
                  <a:latin typeface="宋体" panose="02010600030101010101" pitchFamily="2" charset="-122"/>
                </a:rPr>
                <a:t>不设置时：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682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912" y="8050"/>
              <a:ext cx="164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71755" tIns="0" rIns="0" bIns="0" anchor="ctr"/>
            <a:lstStyle/>
            <a:p>
              <a:pPr algn="l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MAR</a:t>
              </a: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←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kumimoji="0"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PC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)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5" name="Text Box 682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556" y="8050"/>
              <a:ext cx="2721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71755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MDR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M[(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MAR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)]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6" name="Text Box 68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278" y="8050"/>
              <a:ext cx="164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71755" tIns="0" rIns="0" bIns="0" anchor="ctr"/>
            <a:lstStyle/>
            <a:p>
              <a:pPr algn="l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IR</a:t>
              </a: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←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kumimoji="0"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MDR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)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9" name="Text Box 68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556" y="8391"/>
              <a:ext cx="238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71755" tIns="0" rIns="0" bIns="0" anchor="ctr"/>
            <a:lstStyle/>
            <a:p>
              <a:pPr algn="l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PC</a:t>
              </a: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←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kumimoji="0"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PC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)+4,…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8" name="Text Box 682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665" y="8065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</a:pPr>
              <a:r>
                <a:rPr kumimoji="0" lang="zh-CN" altLang="en-US" sz="1600" b="1" dirty="0">
                  <a:latin typeface="宋体" panose="02010600030101010101" pitchFamily="2" charset="-122"/>
                </a:rPr>
                <a:t>设置时：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682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0091" y="7597"/>
              <a:ext cx="3628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后续</a:t>
              </a:r>
              <a:r>
                <a:rPr lang="zh-CN" altLang="en-US" sz="1600" b="1" dirty="0">
                  <a:highlight>
                    <a:srgbClr val="FFFF00"/>
                  </a:highlight>
                  <a:latin typeface="宋体" panose="02010600030101010101" pitchFamily="2" charset="-122"/>
                  <a:sym typeface="+mn-ea"/>
                </a:rPr>
                <a:t>需等待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(PC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被占用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)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682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091" y="8391"/>
              <a:ext cx="3628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后续</a:t>
              </a:r>
              <a:r>
                <a:rPr lang="zh-CN" altLang="en-US" sz="1600" b="1" dirty="0">
                  <a:highlight>
                    <a:srgbClr val="FFFF00"/>
                  </a:highlight>
                  <a:latin typeface="宋体" panose="02010600030101010101" pitchFamily="2" charset="-122"/>
                  <a:sym typeface="+mn-ea"/>
                </a:rPr>
                <a:t>可并行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内外无关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)</a:t>
              </a:r>
              <a:endParaRPr kumimoji="0" lang="en-US" altLang="zh-CN" sz="1600" b="1" dirty="0">
                <a:highlight>
                  <a:srgbClr val="00FFFF"/>
                </a:highlight>
                <a:latin typeface="宋体" panose="02010600030101010101" pitchFamily="2" charset="-122"/>
              </a:endParaRPr>
            </a:p>
          </p:txBody>
        </p:sp>
      </p:grpSp>
      <p:sp>
        <p:nvSpPr>
          <p:cNvPr id="288065" name="AutoShape 321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4068000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AutoShape 402">
            <a:hlinkClick r:id="rId36" action="ppaction://hlinksldjump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730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5688000" y="692696"/>
            <a:ext cx="2700000" cy="5040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</a:ln>
        </p:spPr>
        <p:txBody>
          <a:bodyPr wrap="square" lIns="36195" tIns="17780" rIns="36195" bIns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GPR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600" dirty="0">
                <a:latin typeface="+mn-lt"/>
                <a:sym typeface="+mn-ea"/>
              </a:rPr>
              <a:t>General Purpose Register</a:t>
            </a:r>
            <a:endParaRPr lang="zh-CN" altLang="en-US" sz="1600" dirty="0">
              <a:latin typeface="+mn-lt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PSR—</a:t>
            </a:r>
            <a:r>
              <a:rPr lang="en-US" altLang="zh-CN" sz="1600" dirty="0">
                <a:latin typeface="+mn-lt"/>
                <a:sym typeface="+mn-ea"/>
              </a:rPr>
              <a:t>Program Status Register</a:t>
            </a:r>
            <a:endParaRPr lang="en-US" altLang="zh-CN" sz="1600" b="1" dirty="0">
              <a:solidFill>
                <a:srgbClr val="FF3399"/>
              </a:solidFill>
              <a:latin typeface="+mn-lt"/>
              <a:ea typeface="+mn-ea"/>
              <a:sym typeface="+mn-ea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B30C268-7222-4786-93D7-15939DC8E25D}"/>
              </a:ext>
            </a:extLst>
          </p:cNvPr>
          <p:cNvGrpSpPr/>
          <p:nvPr/>
        </p:nvGrpSpPr>
        <p:grpSpPr>
          <a:xfrm>
            <a:off x="251520" y="1412776"/>
            <a:ext cx="540000" cy="936016"/>
            <a:chOff x="540000" y="1412776"/>
            <a:chExt cx="540000" cy="936016"/>
          </a:xfrm>
        </p:grpSpPr>
        <p:sp>
          <p:nvSpPr>
            <p:cNvPr id="41" name="左大括号 40">
              <a:extLst>
                <a:ext uri="{FF2B5EF4-FFF2-40B4-BE49-F238E27FC236}">
                  <a16:creationId xmlns:a16="http://schemas.microsoft.com/office/drawing/2014/main" id="{48CA377B-79BE-4D24-88D6-E994665046B2}"/>
                </a:ext>
              </a:extLst>
            </p:cNvPr>
            <p:cNvSpPr/>
            <p:nvPr/>
          </p:nvSpPr>
          <p:spPr bwMode="auto">
            <a:xfrm>
              <a:off x="990000" y="1412776"/>
              <a:ext cx="90000" cy="468000"/>
            </a:xfrm>
            <a:prstGeom prst="leftBrac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10AF795-589E-4DCF-B700-0F099AD36975}"/>
                </a:ext>
              </a:extLst>
            </p:cNvPr>
            <p:cNvCxnSpPr>
              <a:cxnSpLocks/>
            </p:cNvCxnSpPr>
            <p:nvPr>
              <p:custDataLst>
                <p:tags r:id="rId7"/>
              </p:custDataLst>
            </p:nvPr>
          </p:nvCxnSpPr>
          <p:spPr>
            <a:xfrm flipV="1">
              <a:off x="756000" y="1638000"/>
              <a:ext cx="2158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3ED0C7AA-2BE9-4A7D-84BC-C38475168A03}"/>
                </a:ext>
              </a:extLst>
            </p:cNvPr>
            <p:cNvCxnSpPr>
              <a:cxnSpLocks/>
            </p:cNvCxnSpPr>
            <p:nvPr>
              <p:custDataLst>
                <p:tags r:id="rId8"/>
              </p:custDataLst>
            </p:nvPr>
          </p:nvCxnSpPr>
          <p:spPr>
            <a:xfrm>
              <a:off x="756000" y="2268000"/>
              <a:ext cx="253899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" name="Text Box 682">
              <a:extLst>
                <a:ext uri="{FF2B5EF4-FFF2-40B4-BE49-F238E27FC236}">
                  <a16:creationId xmlns:a16="http://schemas.microsoft.com/office/drawing/2014/main" id="{E3DC186A-05FB-4A4E-8DE0-6FF7977E131F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40000" y="1556792"/>
              <a:ext cx="216000" cy="79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rgbClr val="000000"/>
              </a:solidFill>
              <a:prstDash val="sysDash"/>
              <a:miter lim="800000"/>
            </a:ln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常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选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8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8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7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880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880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80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80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73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73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Box 25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999" y="404664"/>
            <a:ext cx="8784000" cy="396000"/>
          </a:xfrm>
          <a:prstGeom prst="rect">
            <a:avLst/>
          </a:prstGeom>
          <a:solidFill>
            <a:srgbClr val="FFCC99">
              <a:alpha val="80000"/>
            </a:srgbClr>
          </a:solidFill>
          <a:ln w="15875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56" name="Text Box 43"/>
          <p:cNvSpPr txBox="1">
            <a:spLocks noChangeArrowheads="1"/>
          </p:cNvSpPr>
          <p:nvPr/>
        </p:nvSpPr>
        <p:spPr bwMode="auto">
          <a:xfrm>
            <a:off x="179513" y="332656"/>
            <a:ext cx="4536504" cy="56900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三、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的工作流程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*基本功能的组织：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指令执行的过程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异常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中断处理的过程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检测：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响应：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处理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+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返回：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*工作流程：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细化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*工作原理：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58" name="Text Box 43"/>
          <p:cNvSpPr txBox="1">
            <a:spLocks noChangeArrowheads="1"/>
          </p:cNvSpPr>
          <p:nvPr/>
        </p:nvSpPr>
        <p:spPr bwMode="auto">
          <a:xfrm>
            <a:off x="759778" y="764704"/>
            <a:ext cx="8381518" cy="24901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       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循环地</a:t>
            </a:r>
            <a:r>
              <a:rPr lang="zh-CN" altLang="en-US" sz="1800" b="1" u="sng" dirty="0">
                <a:latin typeface="宋体" panose="02010600030101010101" pitchFamily="2" charset="-122"/>
              </a:rPr>
              <a:t>执行</a:t>
            </a:r>
            <a:r>
              <a:rPr lang="zh-CN" altLang="en-US" sz="1800" b="1" dirty="0">
                <a:latin typeface="宋体" panose="02010600030101010101" pitchFamily="2" charset="-122"/>
              </a:rPr>
              <a:t>指令、</a:t>
            </a:r>
            <a:r>
              <a:rPr lang="zh-CN" altLang="en-US" sz="1800" b="1" u="sng" dirty="0">
                <a:latin typeface="宋体" panose="02010600030101010101" pitchFamily="2" charset="-122"/>
              </a:rPr>
              <a:t>处理</a:t>
            </a:r>
            <a:r>
              <a:rPr lang="zh-CN" altLang="en-US" sz="1800" b="1" dirty="0">
                <a:latin typeface="宋体" panose="02010600030101010101" pitchFamily="2" charset="-122"/>
              </a:rPr>
              <a:t>异常</a:t>
            </a:r>
            <a:r>
              <a:rPr lang="en-US" altLang="zh-CN" sz="1800" b="1" dirty="0">
                <a:latin typeface="宋体" panose="02010600030101010101" pitchFamily="2" charset="-122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</a:rPr>
              <a:t>中断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        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       取指</a:t>
            </a:r>
            <a:r>
              <a:rPr lang="en-US" altLang="zh-CN" sz="2200" b="1" dirty="0">
                <a:latin typeface="宋体" panose="02010600030101010101" pitchFamily="2" charset="-122"/>
              </a:rPr>
              <a:t>+</a:t>
            </a:r>
            <a:r>
              <a:rPr lang="zh-CN" altLang="en-US" sz="2200" b="1" dirty="0">
                <a:latin typeface="宋体" panose="02010600030101010101" pitchFamily="2" charset="-122"/>
              </a:rPr>
              <a:t>分析</a:t>
            </a:r>
            <a:r>
              <a:rPr lang="en-US" altLang="zh-CN" sz="2200" b="1" dirty="0">
                <a:latin typeface="宋体" panose="02010600030101010101" pitchFamily="2" charset="-122"/>
              </a:rPr>
              <a:t>+</a:t>
            </a:r>
            <a:r>
              <a:rPr lang="zh-CN" altLang="en-US" sz="2200" b="1" dirty="0">
                <a:latin typeface="宋体" panose="02010600030101010101" pitchFamily="2" charset="-122"/>
              </a:rPr>
              <a:t>执行</a:t>
            </a:r>
            <a:r>
              <a:rPr lang="en-US" altLang="zh-CN" sz="2200" b="1" dirty="0">
                <a:latin typeface="宋体" panose="02010600030101010101" pitchFamily="2" charset="-122"/>
              </a:rPr>
              <a:t>+</a:t>
            </a:r>
            <a:r>
              <a:rPr lang="zh-CN" altLang="en-US" sz="2200" b="1" dirty="0">
                <a:latin typeface="宋体" panose="02010600030101010101" pitchFamily="2" charset="-122"/>
              </a:rPr>
              <a:t>指令地址计算，</a:t>
            </a:r>
            <a:r>
              <a:rPr lang="zh-CN" altLang="en-US" sz="2200" b="1" dirty="0">
                <a:highlight>
                  <a:srgbClr val="99CCFF"/>
                </a:highlight>
                <a:latin typeface="宋体" panose="02010600030101010101" pitchFamily="2" charset="-122"/>
              </a:rPr>
              <a:t>硬件</a:t>
            </a:r>
            <a:endParaRPr lang="en-US" altLang="zh-CN" sz="2200" b="1" dirty="0">
              <a:highlight>
                <a:srgbClr val="99CCFF"/>
              </a:highlight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       采样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请求信号线，</a:t>
            </a:r>
            <a:r>
              <a:rPr lang="zh-CN" altLang="en-US" sz="2200" b="1" dirty="0">
                <a:highlight>
                  <a:srgbClr val="CCECFF"/>
                </a:highlight>
                <a:latin typeface="宋体" panose="02010600030101010101" pitchFamily="2" charset="-122"/>
                <a:sym typeface="+mn-ea"/>
              </a:rPr>
              <a:t>硬件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随时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进行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spc="-100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sz="2200" b="1" spc="-100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保存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断</a:t>
            </a:r>
            <a:r>
              <a:rPr lang="zh-CN" sz="2200" b="1" spc="-100" dirty="0">
                <a:latin typeface="宋体" panose="02010600030101010101" pitchFamily="2" charset="-122"/>
                <a:sym typeface="+mn-ea"/>
              </a:rPr>
              <a:t>点、请求</a:t>
            </a:r>
            <a:r>
              <a:rPr lang="zh-CN" sz="2200" b="1" spc="-100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判优</a:t>
            </a:r>
            <a:r>
              <a:rPr lang="zh-CN" sz="2200" b="1" spc="-100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spc="-100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PC←</a:t>
            </a:r>
            <a:r>
              <a:rPr lang="zh-CN" altLang="en-US" sz="2200" b="1" spc="-1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处理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程序入口，</a:t>
            </a:r>
            <a:r>
              <a:rPr lang="zh-CN" altLang="zh-CN" sz="2200" b="1" dirty="0">
                <a:highlight>
                  <a:srgbClr val="CCECFF"/>
                </a:highlight>
                <a:latin typeface="宋体" panose="02010600030101010101" pitchFamily="2" charset="-122"/>
                <a:sym typeface="+mn-ea"/>
              </a:rPr>
              <a:t>硬件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紧随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检测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spc="-100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            执行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处理程序，</a:t>
            </a:r>
            <a:r>
              <a:rPr lang="zh-CN" altLang="en-US" sz="2200" b="1" dirty="0">
                <a:highlight>
                  <a:srgbClr val="CCCCFF"/>
                </a:highlight>
                <a:latin typeface="宋体" panose="02010600030101010101" pitchFamily="2" charset="-122"/>
                <a:sym typeface="+mn-ea"/>
              </a:rPr>
              <a:t>软件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灵活性好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84EC7-1C56-4464-93D4-BFE47A8250B9}" type="slidenum">
              <a:rPr lang="en-US" altLang="zh-CN"/>
              <a:t>6</a:t>
            </a:fld>
            <a:endParaRPr lang="en-US" altLang="zh-CN" dirty="0"/>
          </a:p>
        </p:txBody>
      </p:sp>
      <p:sp>
        <p:nvSpPr>
          <p:cNvPr id="289882" name="AutoShape 9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AutoShape 90">
            <a:hlinkClick r:id="rId46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AutoShape 90">
            <a:hlinkClick r:id="rId4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AutoShape 62">
            <a:hlinkClick r:id="rId48" action="ppaction://hlinksldjump"/>
          </p:cNvPr>
          <p:cNvSpPr>
            <a:spLocks noChangeArrowheads="1"/>
          </p:cNvSpPr>
          <p:nvPr/>
        </p:nvSpPr>
        <p:spPr bwMode="auto">
          <a:xfrm rot="16200000">
            <a:off x="730865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55576" y="3573016"/>
            <a:ext cx="8204710" cy="28682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循环地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执行指令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响应中断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异常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由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操作序列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多个有序的操作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组成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885950" indent="-1885950"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latin typeface="+mn-ea"/>
                <a:sym typeface="+mn-ea"/>
              </a:rPr>
              <a:t>        CU</a:t>
            </a:r>
            <a:r>
              <a:rPr lang="zh-CN" altLang="en-US" sz="2200" b="1" dirty="0">
                <a:solidFill>
                  <a:srgbClr val="0070C0"/>
                </a:solidFill>
                <a:latin typeface="+mn-ea"/>
                <a:sym typeface="+mn-ea"/>
              </a:rPr>
              <a:t>循环地</a:t>
            </a:r>
            <a:r>
              <a:rPr lang="zh-CN" altLang="en-US" sz="2200" b="1" u="sng" dirty="0">
                <a:solidFill>
                  <a:srgbClr val="FF3399"/>
                </a:solidFill>
                <a:latin typeface="+mn-ea"/>
                <a:sym typeface="+mn-ea"/>
              </a:rPr>
              <a:t>产生</a:t>
            </a:r>
            <a:r>
              <a:rPr lang="zh-CN" altLang="en-US" sz="2200" b="1" dirty="0">
                <a:latin typeface="+mn-ea"/>
                <a:sym typeface="+mn-ea"/>
              </a:rPr>
              <a:t>工作流程所需的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操作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控制信号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→操作控制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┐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数据通路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工作流程所需的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操作功能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功能实现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┘</a:t>
            </a:r>
            <a:endParaRPr lang="zh-CN" altLang="en-US" sz="1600" u="sng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5" name="Text Box 8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15616" y="4149112"/>
            <a:ext cx="3600000" cy="54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36000" tIns="10800" rIns="18000" bIns="10800" anchor="t" anchorCtr="0"/>
          <a:lstStyle/>
          <a:p>
            <a:pPr marL="1162050" indent="-1162050" algn="l"/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指令周期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6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取出并执行</a:t>
            </a:r>
            <a:r>
              <a:rPr lang="zh-CN" altLang="en-US" sz="1600" b="1" dirty="0">
                <a:latin typeface="宋体" panose="02010600030101010101" pitchFamily="2" charset="-122"/>
              </a:rPr>
              <a:t>一条指令的时间</a:t>
            </a:r>
          </a:p>
          <a:p>
            <a:pPr marL="1162050" indent="-1162050" algn="l"/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响应周期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响应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异常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中断请求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的时间</a:t>
            </a:r>
          </a:p>
        </p:txBody>
      </p:sp>
      <p:sp>
        <p:nvSpPr>
          <p:cNvPr id="53" name="Text Box 8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15616" y="5229232"/>
            <a:ext cx="4428885" cy="28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36000" tIns="10800" rIns="18000" bIns="10800" anchor="t" anchorCtr="0"/>
          <a:lstStyle/>
          <a:p>
            <a:pPr marL="624205" indent="-624205" algn="l"/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操作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</a:rPr>
              <a:t>需要</a:t>
            </a:r>
            <a:r>
              <a:rPr lang="zh-CN" altLang="en-US" sz="16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给定控制信号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某种取值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</a:rPr>
              <a:t>实现的功能</a:t>
            </a:r>
          </a:p>
        </p:txBody>
      </p:sp>
      <p:sp>
        <p:nvSpPr>
          <p:cNvPr id="55" name="Text Box 4">
            <a:extLst>
              <a:ext uri="{FF2B5EF4-FFF2-40B4-BE49-F238E27FC236}">
                <a16:creationId xmlns:a16="http://schemas.microsoft.com/office/drawing/2014/main" id="{86440B86-2C29-47D5-8FFB-5235E32CC725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12000" y="3284984"/>
            <a:ext cx="4103616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252730" indent="-252730" algn="l">
              <a:lnSpc>
                <a:spcPct val="10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异常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如除零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、中断应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何时响应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</a:p>
        </p:txBody>
      </p:sp>
      <p:sp>
        <p:nvSpPr>
          <p:cNvPr id="57" name="Text Box 8">
            <a:extLst>
              <a:ext uri="{FF2B5EF4-FFF2-40B4-BE49-F238E27FC236}">
                <a16:creationId xmlns:a16="http://schemas.microsoft.com/office/drawing/2014/main" id="{7E0FB570-B03A-42BB-8E97-DF728C4D559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716016" y="3284984"/>
            <a:ext cx="4464496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0" anchor="ctr" anchorCtr="0">
            <a:noAutofit/>
          </a:bodyPr>
          <a:lstStyle/>
          <a:p>
            <a:pPr algn="l"/>
            <a:r>
              <a:rPr 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异常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需</a:t>
            </a:r>
            <a:r>
              <a:rPr lang="zh-CN" sz="16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立即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影响执行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，中断</a:t>
            </a:r>
            <a:r>
              <a:rPr lang="zh-CN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可</a:t>
            </a:r>
            <a:r>
              <a:rPr lang="zh-CN" sz="16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指令间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性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价高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zh-CN" sz="16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42" name="组合 141"/>
          <p:cNvGrpSpPr/>
          <p:nvPr/>
        </p:nvGrpSpPr>
        <p:grpSpPr>
          <a:xfrm>
            <a:off x="5760608" y="3717032"/>
            <a:ext cx="2915920" cy="1800225"/>
            <a:chOff x="9071" y="5272"/>
            <a:chExt cx="4592" cy="2835"/>
          </a:xfrm>
        </p:grpSpPr>
        <p:sp>
          <p:nvSpPr>
            <p:cNvPr id="2" name="Text Box 74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0715" y="5896"/>
              <a:ext cx="147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/>
                <a:t>取指令</a:t>
              </a:r>
            </a:p>
          </p:txBody>
        </p:sp>
        <p:sp>
          <p:nvSpPr>
            <p:cNvPr id="4" name="Text Box 76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0715" y="6519"/>
              <a:ext cx="147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/>
                <a:t>执行指令</a:t>
              </a:r>
            </a:p>
          </p:txBody>
        </p:sp>
        <p:sp>
          <p:nvSpPr>
            <p:cNvPr id="6" name="Text Box 7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2189" y="7596"/>
              <a:ext cx="1474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/>
                <a:t>中断响应</a:t>
              </a:r>
            </a:p>
          </p:txBody>
        </p:sp>
        <p:sp>
          <p:nvSpPr>
            <p:cNvPr id="7" name="AutoShape 79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0998" y="5272"/>
              <a:ext cx="907" cy="340"/>
            </a:xfrm>
            <a:prstGeom prst="flowChartTerminator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dirty="0"/>
                <a:t>启动</a:t>
              </a:r>
            </a:p>
          </p:txBody>
        </p:sp>
        <p:sp>
          <p:nvSpPr>
            <p:cNvPr id="8" name="Text Box 105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2699" y="7029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9" name="AutoShape 107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0148" y="7143"/>
              <a:ext cx="2608" cy="454"/>
            </a:xfrm>
            <a:prstGeom prst="flowChartDecision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spc="-100" dirty="0"/>
                <a:t>有中断请求？</a:t>
              </a:r>
            </a:p>
          </p:txBody>
        </p:sp>
        <p:sp>
          <p:nvSpPr>
            <p:cNvPr id="10" name="Text Box 110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1169" y="776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11" name="AutoShape 114"/>
            <p:cNvSpPr/>
            <p:nvPr>
              <p:custDataLst>
                <p:tags r:id="rId27"/>
              </p:custDataLst>
            </p:nvPr>
          </p:nvSpPr>
          <p:spPr bwMode="auto">
            <a:xfrm>
              <a:off x="9865" y="5952"/>
              <a:ext cx="113" cy="850"/>
            </a:xfrm>
            <a:prstGeom prst="leftBrace">
              <a:avLst>
                <a:gd name="adj1" fmla="val 47585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2" name="Text Box 115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9071" y="6009"/>
              <a:ext cx="79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指令周期</a:t>
              </a:r>
            </a:p>
          </p:txBody>
        </p:sp>
        <p:sp>
          <p:nvSpPr>
            <p:cNvPr id="13" name="AutoShape 117"/>
            <p:cNvSpPr/>
            <p:nvPr>
              <p:custDataLst>
                <p:tags r:id="rId29"/>
              </p:custDataLst>
            </p:nvPr>
          </p:nvSpPr>
          <p:spPr bwMode="auto">
            <a:xfrm>
              <a:off x="9865" y="7596"/>
              <a:ext cx="112" cy="340"/>
            </a:xfrm>
            <a:prstGeom prst="leftBrace">
              <a:avLst>
                <a:gd name="adj1" fmla="val 24714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14" name="Text Box 119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9071" y="7426"/>
              <a:ext cx="79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响应周期</a:t>
              </a:r>
            </a:p>
          </p:txBody>
        </p:sp>
        <p:cxnSp>
          <p:nvCxnSpPr>
            <p:cNvPr id="115" name="直接箭头连接符 114"/>
            <p:cNvCxnSpPr>
              <a:stCxn id="2" idx="2"/>
              <a:endCxn id="4" idx="0"/>
            </p:cNvCxnSpPr>
            <p:nvPr>
              <p:custDataLst>
                <p:tags r:id="rId31"/>
              </p:custDataLst>
            </p:nvPr>
          </p:nvCxnSpPr>
          <p:spPr bwMode="auto">
            <a:xfrm>
              <a:off x="11452" y="6236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115"/>
            <p:cNvCxnSpPr>
              <a:stCxn id="7" idx="2"/>
              <a:endCxn id="2" idx="0"/>
            </p:cNvCxnSpPr>
            <p:nvPr>
              <p:custDataLst>
                <p:tags r:id="rId32"/>
              </p:custDataLst>
            </p:nvPr>
          </p:nvCxnSpPr>
          <p:spPr bwMode="auto">
            <a:xfrm>
              <a:off x="11452" y="5612"/>
              <a:ext cx="0" cy="28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箭头连接符 116"/>
            <p:cNvCxnSpPr/>
            <p:nvPr>
              <p:custDataLst>
                <p:tags r:id="rId33"/>
              </p:custDataLst>
            </p:nvPr>
          </p:nvCxnSpPr>
          <p:spPr bwMode="auto">
            <a:xfrm>
              <a:off x="11452" y="6859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直接箭头连接符 98"/>
            <p:cNvCxnSpPr/>
            <p:nvPr>
              <p:custDataLst>
                <p:tags r:id="rId34"/>
              </p:custDataLst>
            </p:nvPr>
          </p:nvCxnSpPr>
          <p:spPr bwMode="auto">
            <a:xfrm>
              <a:off x="12756" y="7370"/>
              <a:ext cx="283" cy="226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4" name="AutoShape 79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2585" y="5272"/>
              <a:ext cx="907" cy="340"/>
            </a:xfrm>
            <a:prstGeom prst="flowChartTerminator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dirty="0"/>
                <a:t>停机</a:t>
              </a:r>
            </a:p>
          </p:txBody>
        </p:sp>
        <p:cxnSp>
          <p:nvCxnSpPr>
            <p:cNvPr id="125" name="直接箭头连接符 98"/>
            <p:cNvCxnSpPr/>
            <p:nvPr>
              <p:custDataLst>
                <p:tags r:id="rId36"/>
              </p:custDataLst>
            </p:nvPr>
          </p:nvCxnSpPr>
          <p:spPr bwMode="auto">
            <a:xfrm rot="5400000" flipH="1" flipV="1">
              <a:off x="12103" y="5697"/>
              <a:ext cx="1077" cy="907"/>
            </a:xfrm>
            <a:prstGeom prst="bentConnector3">
              <a:avLst>
                <a:gd name="adj1" fmla="val -495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6" name="Text Box 119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2359" y="6009"/>
              <a:ext cx="737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停机指令</a:t>
              </a:r>
            </a:p>
          </p:txBody>
        </p:sp>
        <p:cxnSp>
          <p:nvCxnSpPr>
            <p:cNvPr id="133" name="直接箭头连接符 132"/>
            <p:cNvCxnSpPr/>
            <p:nvPr>
              <p:custDataLst>
                <p:tags r:id="rId38"/>
              </p:custDataLst>
            </p:nvPr>
          </p:nvCxnSpPr>
          <p:spPr bwMode="auto">
            <a:xfrm>
              <a:off x="11452" y="7596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5" name="直接箭头连接符 134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10035" y="8107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6" name="直接箭头连接符 135"/>
            <p:cNvCxnSpPr/>
            <p:nvPr>
              <p:custDataLst>
                <p:tags r:id="rId40"/>
              </p:custDataLst>
            </p:nvPr>
          </p:nvCxnSpPr>
          <p:spPr bwMode="auto">
            <a:xfrm>
              <a:off x="10035" y="5726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7" name="直接箭头连接符 136"/>
            <p:cNvCxnSpPr/>
            <p:nvPr>
              <p:custDataLst>
                <p:tags r:id="rId41"/>
              </p:custDataLst>
            </p:nvPr>
          </p:nvCxnSpPr>
          <p:spPr bwMode="auto">
            <a:xfrm>
              <a:off x="10035" y="5726"/>
              <a:ext cx="0" cy="238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42"/>
              </p:custDataLst>
            </p:nvPr>
          </p:nvCxnSpPr>
          <p:spPr bwMode="auto">
            <a:xfrm>
              <a:off x="13039" y="7937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1" name="直接箭头连接符 140"/>
            <p:cNvCxnSpPr/>
            <p:nvPr>
              <p:custDataLst>
                <p:tags r:id="rId43"/>
              </p:custDataLst>
            </p:nvPr>
          </p:nvCxnSpPr>
          <p:spPr bwMode="auto">
            <a:xfrm flipH="1" flipV="1">
              <a:off x="11452" y="8107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9" name="线形标注 2 18"/>
          <p:cNvSpPr/>
          <p:nvPr>
            <p:custDataLst>
              <p:tags r:id="rId7"/>
            </p:custDataLst>
          </p:nvPr>
        </p:nvSpPr>
        <p:spPr bwMode="auto">
          <a:xfrm>
            <a:off x="8676488" y="3717032"/>
            <a:ext cx="288000" cy="1404000"/>
          </a:xfrm>
          <a:prstGeom prst="borderCallout2">
            <a:avLst>
              <a:gd name="adj1" fmla="val 84246"/>
              <a:gd name="adj2" fmla="val 320"/>
              <a:gd name="adj3" fmla="val 84292"/>
              <a:gd name="adj4" fmla="val -104768"/>
              <a:gd name="adj5" fmla="val 66592"/>
              <a:gd name="adj6" fmla="val -362449"/>
            </a:avLst>
          </a:prstGeom>
          <a:solidFill>
            <a:srgbClr val="CCFFFF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eaVert" wrap="square" lIns="36000" tIns="18000" rIns="36000" bIns="18000" numCol="1" rtlCol="0" anchor="t" anchorCtr="0" compatLnSpc="1"/>
          <a:lstStyle/>
          <a:p>
            <a:pPr algn="ctr">
              <a:lnSpc>
                <a:spcPct val="90000"/>
              </a:lnSpc>
            </a:pPr>
            <a:r>
              <a:rPr lang="zh-CN" sz="1600" b="1" dirty="0">
                <a:latin typeface="宋体" panose="02010600030101010101" pitchFamily="2" charset="-122"/>
              </a:rPr>
              <a:t>异常检测</a:t>
            </a:r>
            <a:r>
              <a:rPr lang="en-US" altLang="zh-CN" sz="1600" b="1" dirty="0">
                <a:latin typeface="宋体" panose="02010600030101010101" pitchFamily="2" charset="-122"/>
              </a:rPr>
              <a:t>&amp;</a:t>
            </a:r>
            <a:r>
              <a:rPr lang="zh-CN" sz="1600" b="1" dirty="0">
                <a:latin typeface="宋体" panose="02010600030101010101" pitchFamily="2" charset="-122"/>
              </a:rPr>
              <a:t>响应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57E12B9-313F-46C3-9AE4-9F7A218B34F6}"/>
              </a:ext>
            </a:extLst>
          </p:cNvPr>
          <p:cNvGrpSpPr/>
          <p:nvPr/>
        </p:nvGrpSpPr>
        <p:grpSpPr>
          <a:xfrm>
            <a:off x="6228184" y="1628800"/>
            <a:ext cx="2556510" cy="792088"/>
            <a:chOff x="3419872" y="2420888"/>
            <a:chExt cx="2556510" cy="792088"/>
          </a:xfrm>
        </p:grpSpPr>
        <p:sp>
          <p:nvSpPr>
            <p:cNvPr id="60" name="Text Box 102">
              <a:extLst>
                <a:ext uri="{FF2B5EF4-FFF2-40B4-BE49-F238E27FC236}">
                  <a16:creationId xmlns:a16="http://schemas.microsoft.com/office/drawing/2014/main" id="{FCCEC66F-B552-42B1-A3EA-9AE867E70227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455432" y="2637170"/>
              <a:ext cx="864235" cy="2159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当前程序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3" name="Text Box 102">
              <a:extLst>
                <a:ext uri="{FF2B5EF4-FFF2-40B4-BE49-F238E27FC236}">
                  <a16:creationId xmlns:a16="http://schemas.microsoft.com/office/drawing/2014/main" id="{91FC8E4F-F00C-40C8-AE72-CA755FED6006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643517" y="2637170"/>
              <a:ext cx="1296035" cy="2159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当前程序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F097195A-0B42-4AC1-A572-E70A38BF9A63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3419872" y="2853070"/>
              <a:ext cx="108013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0A6DF8CF-6B63-4AB2-BADD-C7A08108D663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4572397" y="2853070"/>
              <a:ext cx="140398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DDA45230-B7FD-4521-BCF8-3C0B928D73A5}"/>
                </a:ext>
              </a:extLst>
            </p:cNvPr>
            <p:cNvCxnSpPr>
              <a:cxnSpLocks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4176157" y="2853070"/>
              <a:ext cx="323850" cy="35990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7EBE7A50-CCC1-41D8-82C2-4E87AD23E6E7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4176157" y="3212976"/>
              <a:ext cx="79184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BF312FE7-6D7D-4748-B89A-55FA8742AF25}"/>
                </a:ext>
              </a:extLst>
            </p:cNvPr>
            <p:cNvCxnSpPr>
              <a:cxnSpLocks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4572397" y="2853070"/>
              <a:ext cx="395605" cy="35990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9" name="Text Box 102">
              <a:extLst>
                <a:ext uri="{FF2B5EF4-FFF2-40B4-BE49-F238E27FC236}">
                  <a16:creationId xmlns:a16="http://schemas.microsoft.com/office/drawing/2014/main" id="{125A565B-F45E-4F86-AA12-8C0805946D66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816112" y="2894896"/>
              <a:ext cx="50419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响应</a:t>
              </a:r>
            </a:p>
          </p:txBody>
        </p:sp>
        <p:sp>
          <p:nvSpPr>
            <p:cNvPr id="70" name="Text Box 102">
              <a:extLst>
                <a:ext uri="{FF2B5EF4-FFF2-40B4-BE49-F238E27FC236}">
                  <a16:creationId xmlns:a16="http://schemas.microsoft.com/office/drawing/2014/main" id="{91B42A10-7EBF-4AE3-A020-47C013A5675E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788297" y="2894896"/>
              <a:ext cx="50419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返回</a:t>
              </a:r>
            </a:p>
          </p:txBody>
        </p:sp>
        <p:sp>
          <p:nvSpPr>
            <p:cNvPr id="71" name="Text Box 102">
              <a:extLst>
                <a:ext uri="{FF2B5EF4-FFF2-40B4-BE49-F238E27FC236}">
                  <a16:creationId xmlns:a16="http://schemas.microsoft.com/office/drawing/2014/main" id="{DD5589D2-DE6F-43D7-A036-8FCA2EEE14F9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317127" y="2996952"/>
              <a:ext cx="50419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处理</a:t>
              </a:r>
            </a:p>
          </p:txBody>
        </p: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3AC3A48A-2C36-4168-87EA-A79C74B4EBE0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4428252" y="2600975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73" name="Text Box 102">
              <a:extLst>
                <a:ext uri="{FF2B5EF4-FFF2-40B4-BE49-F238E27FC236}">
                  <a16:creationId xmlns:a16="http://schemas.microsoft.com/office/drawing/2014/main" id="{C2CBE254-4668-4ADD-937E-90652305CCD7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212352" y="2420888"/>
              <a:ext cx="1764030" cy="1784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检测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请求可能多个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85158E-D55B-441C-8ED7-83824615DE3C}"/>
              </a:ext>
            </a:extLst>
          </p:cNvPr>
          <p:cNvGrpSpPr/>
          <p:nvPr/>
        </p:nvGrpSpPr>
        <p:grpSpPr>
          <a:xfrm>
            <a:off x="6955981" y="1665553"/>
            <a:ext cx="1648459" cy="810915"/>
            <a:chOff x="6955981" y="1665553"/>
            <a:chExt cx="1648459" cy="810915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05AE9614-9F0E-49D6-A526-FCE5BAE0EBFC}"/>
                </a:ext>
              </a:extLst>
            </p:cNvPr>
            <p:cNvSpPr/>
            <p:nvPr/>
          </p:nvSpPr>
          <p:spPr bwMode="auto">
            <a:xfrm>
              <a:off x="7361741" y="2005268"/>
              <a:ext cx="64291" cy="107262"/>
            </a:xfrm>
            <a:prstGeom prst="ellipse">
              <a:avLst/>
            </a:prstGeom>
            <a:noFill/>
            <a:ln w="9525">
              <a:solidFill>
                <a:srgbClr val="FF3399"/>
              </a:solidFill>
              <a:prstDash val="sysDash"/>
              <a:miter lim="800000"/>
            </a:ln>
          </p:spPr>
          <p:txBody>
            <a:bodyPr wrap="none"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6250C7D9-E9E2-4D55-9B48-F44BD41D9B9F}"/>
                </a:ext>
              </a:extLst>
            </p:cNvPr>
            <p:cNvSpPr/>
            <p:nvPr/>
          </p:nvSpPr>
          <p:spPr bwMode="auto">
            <a:xfrm>
              <a:off x="8244407" y="1665553"/>
              <a:ext cx="360033" cy="137703"/>
            </a:xfrm>
            <a:prstGeom prst="ellipse">
              <a:avLst/>
            </a:prstGeom>
            <a:noFill/>
            <a:ln w="9525">
              <a:solidFill>
                <a:srgbClr val="FF3399"/>
              </a:solidFill>
              <a:prstDash val="sysDash"/>
              <a:miter lim="800000"/>
            </a:ln>
          </p:spPr>
          <p:txBody>
            <a:bodyPr wrap="none"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82F5B2B5-A9CA-4C9F-985C-7FC99377092F}"/>
                </a:ext>
              </a:extLst>
            </p:cNvPr>
            <p:cNvSpPr/>
            <p:nvPr/>
          </p:nvSpPr>
          <p:spPr bwMode="auto">
            <a:xfrm>
              <a:off x="6955981" y="2369206"/>
              <a:ext cx="64291" cy="107262"/>
            </a:xfrm>
            <a:prstGeom prst="ellipse">
              <a:avLst/>
            </a:prstGeom>
            <a:noFill/>
            <a:ln w="9525">
              <a:solidFill>
                <a:srgbClr val="FF3399"/>
              </a:solidFill>
              <a:prstDash val="sysDash"/>
              <a:miter lim="800000"/>
            </a:ln>
          </p:spPr>
          <p:txBody>
            <a:bodyPr wrap="none" rtlCol="0" anchor="ctr"/>
            <a:lstStyle/>
            <a:p>
              <a:pPr algn="l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53" grpId="0" bldLvl="0" animBg="1"/>
      <p:bldP spid="55" grpId="0" bldLvl="0" animBg="1"/>
      <p:bldP spid="57" grpId="0" bldLvl="0" animBg="1"/>
      <p:bldP spid="19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Box 25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999" y="404664"/>
            <a:ext cx="8784000" cy="396000"/>
          </a:xfrm>
          <a:prstGeom prst="rect">
            <a:avLst/>
          </a:prstGeom>
          <a:solidFill>
            <a:srgbClr val="FFCC99">
              <a:alpha val="80000"/>
            </a:srgbClr>
          </a:solidFill>
          <a:ln w="15875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68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5489160" cy="60358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四、指令周期的组成</a:t>
            </a:r>
            <a:endParaRPr lang="en-US" altLang="zh-CN" sz="2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、指令执行的步骤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*指令执行的步骤：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基于指令格式</a:t>
            </a:r>
            <a:r>
              <a:rPr lang="zh-CN" altLang="en-US" sz="1800" b="1" dirty="0">
                <a:latin typeface="宋体" panose="02010600030101010101" pitchFamily="2" charset="-122"/>
              </a:rPr>
              <a:t>细化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执行步骤的优化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指令执行的操作特征：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基于硬件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取指阶段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译码阶段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执行阶段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grpSp>
        <p:nvGrpSpPr>
          <p:cNvPr id="205" name="组合 204"/>
          <p:cNvGrpSpPr/>
          <p:nvPr/>
        </p:nvGrpSpPr>
        <p:grpSpPr>
          <a:xfrm>
            <a:off x="828675" y="1700808"/>
            <a:ext cx="8027035" cy="1548130"/>
            <a:chOff x="1531" y="2039"/>
            <a:chExt cx="12641" cy="2438"/>
          </a:xfrm>
        </p:grpSpPr>
        <p:sp>
          <p:nvSpPr>
            <p:cNvPr id="206" name="Rectangle 274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575" y="2039"/>
              <a:ext cx="7597" cy="2438"/>
            </a:xfrm>
            <a:prstGeom prst="rect">
              <a:avLst/>
            </a:prstGeom>
            <a:noFill/>
            <a:ln w="12700">
              <a:solidFill>
                <a:srgbClr val="CC3300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" name="Text Box 65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3059" y="2551"/>
              <a:ext cx="113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208" name="Text Box 65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2323" y="3515"/>
              <a:ext cx="2041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指令地址计算</a:t>
              </a:r>
            </a:p>
          </p:txBody>
        </p:sp>
        <p:sp>
          <p:nvSpPr>
            <p:cNvPr id="209" name="Text Box 65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761" y="3288"/>
              <a:ext cx="1417" cy="794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指令操作译码</a:t>
              </a:r>
            </a:p>
          </p:txBody>
        </p:sp>
        <p:cxnSp>
          <p:nvCxnSpPr>
            <p:cNvPr id="210" name="直接箭头连接符 209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3569" y="2891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1" name="Text Box 80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531" y="3118"/>
              <a:ext cx="204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当前指令地址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2" name="直接箭头连接符 211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6178" y="3685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3" name="直接连接符 212"/>
            <p:cNvCxnSpPr/>
            <p:nvPr>
              <p:custDataLst>
                <p:tags r:id="rId47"/>
              </p:custDataLst>
            </p:nvPr>
          </p:nvCxnSpPr>
          <p:spPr bwMode="auto">
            <a:xfrm>
              <a:off x="1531" y="3061"/>
              <a:ext cx="1230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4" name="直接箭头连接符 213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3569" y="3855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5" name="直接箭头连接符 214"/>
            <p:cNvCxnSpPr/>
            <p:nvPr>
              <p:custDataLst>
                <p:tags r:id="rId49"/>
              </p:custDataLst>
            </p:nvPr>
          </p:nvCxnSpPr>
          <p:spPr bwMode="auto">
            <a:xfrm flipH="1">
              <a:off x="3569" y="4365"/>
              <a:ext cx="317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6" name="直接箭头连接符 215"/>
            <p:cNvCxnSpPr/>
            <p:nvPr>
              <p:custDataLst>
                <p:tags r:id="rId50"/>
              </p:custDataLst>
            </p:nvPr>
          </p:nvCxnSpPr>
          <p:spPr bwMode="auto">
            <a:xfrm>
              <a:off x="5441" y="2721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7" name="直接箭头连接符 216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4193" y="2721"/>
              <a:ext cx="124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18" name="Text Box 80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701" y="3969"/>
              <a:ext cx="1587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仅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内部</a:t>
              </a:r>
            </a:p>
          </p:txBody>
        </p:sp>
        <p:sp>
          <p:nvSpPr>
            <p:cNvPr id="219" name="Text Box 80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701" y="2098"/>
              <a:ext cx="1928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>
                  <a:latin typeface="宋体" panose="02010600030101010101" pitchFamily="2" charset="-122"/>
                </a:rPr>
                <a:t>涉及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外部</a:t>
              </a:r>
            </a:p>
          </p:txBody>
        </p:sp>
        <p:sp>
          <p:nvSpPr>
            <p:cNvPr id="220" name="Text Box 80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9922" y="2154"/>
              <a:ext cx="141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100392" y="6454030"/>
            <a:ext cx="1040904" cy="359346"/>
          </a:xfrm>
        </p:spPr>
        <p:txBody>
          <a:bodyPr/>
          <a:lstStyle/>
          <a:p>
            <a:fld id="{D9F6E18D-FF9A-4BD5-BDFA-25F6368EE484}" type="slidenum">
              <a:rPr lang="en-US" altLang="zh-CN" smtClean="0"/>
              <a:t>7</a:t>
            </a:fld>
            <a:endParaRPr lang="en-US" altLang="zh-CN"/>
          </a:p>
        </p:txBody>
      </p:sp>
      <p:sp>
        <p:nvSpPr>
          <p:cNvPr id="59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000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" name="Text Box 523"/>
          <p:cNvSpPr txBox="1">
            <a:spLocks noChangeArrowheads="1"/>
          </p:cNvSpPr>
          <p:nvPr/>
        </p:nvSpPr>
        <p:spPr bwMode="auto">
          <a:xfrm>
            <a:off x="1619671" y="3357024"/>
            <a:ext cx="7128081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>
            <a:defPPr>
              <a:defRPr lang="zh-CN"/>
            </a:defPPr>
            <a:lvl1pPr marL="271780" indent="-271780" algn="l">
              <a:lnSpc>
                <a:spcPct val="114000"/>
              </a:lnSpc>
              <a:defRPr sz="2000" b="1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思考：</a:t>
            </a:r>
            <a:r>
              <a:rPr lang="en-US" altLang="zh-CN" sz="1800" dirty="0">
                <a:solidFill>
                  <a:schemeClr val="tx1"/>
                </a:solidFill>
              </a:rPr>
              <a:t>OPD</a:t>
            </a:r>
            <a:r>
              <a:rPr lang="zh-CN" altLang="en-US" sz="1800" dirty="0">
                <a:solidFill>
                  <a:schemeClr val="tx1"/>
                </a:solidFill>
              </a:rPr>
              <a:t>地址通过计算形成的寻址方式有？指令地址计算可提前吗？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4104640" y="1771395"/>
            <a:ext cx="4643755" cy="1405255"/>
            <a:chOff x="6690" y="2152"/>
            <a:chExt cx="7313" cy="2213"/>
          </a:xfrm>
        </p:grpSpPr>
        <p:sp>
          <p:nvSpPr>
            <p:cNvPr id="222" name="Text Box 65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747" y="3516"/>
              <a:ext cx="1928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地址计算</a:t>
              </a:r>
            </a:p>
          </p:txBody>
        </p:sp>
        <p:sp>
          <p:nvSpPr>
            <p:cNvPr id="223" name="Text Box 65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070" y="3516"/>
              <a:ext cx="147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数据操作</a:t>
              </a:r>
            </a:p>
          </p:txBody>
        </p:sp>
        <p:sp>
          <p:nvSpPr>
            <p:cNvPr id="224" name="Text Box 6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1111" y="3516"/>
              <a:ext cx="1928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地址计算</a:t>
              </a:r>
            </a:p>
          </p:txBody>
        </p:sp>
        <p:sp>
          <p:nvSpPr>
            <p:cNvPr id="225" name="Text Box 65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087" y="2551"/>
              <a:ext cx="113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</a:p>
          </p:txBody>
        </p:sp>
        <p:sp>
          <p:nvSpPr>
            <p:cNvPr id="226" name="Text Box 65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1508" y="2551"/>
              <a:ext cx="113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</a:p>
          </p:txBody>
        </p:sp>
        <p:cxnSp>
          <p:nvCxnSpPr>
            <p:cNvPr id="227" name="直接箭头连接符 226"/>
            <p:cNvCxnSpPr/>
            <p:nvPr>
              <p:custDataLst>
                <p:tags r:id="rId24"/>
              </p:custDataLst>
            </p:nvPr>
          </p:nvCxnSpPr>
          <p:spPr bwMode="auto">
            <a:xfrm>
              <a:off x="10544" y="3685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8" name="直接箭头连接符 227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7709" y="3855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229" name="Text Box 80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766" y="3938"/>
              <a:ext cx="21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串或向量指令</a:t>
              </a:r>
            </a:p>
          </p:txBody>
        </p:sp>
        <p:cxnSp>
          <p:nvCxnSpPr>
            <p:cNvPr id="230" name="直接箭头连接符 229"/>
            <p:cNvCxnSpPr/>
            <p:nvPr>
              <p:custDataLst>
                <p:tags r:id="rId27"/>
              </p:custDataLst>
            </p:nvPr>
          </p:nvCxnSpPr>
          <p:spPr bwMode="auto">
            <a:xfrm flipH="1" flipV="1">
              <a:off x="12074" y="2891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1" name="直接箭头连接符 230"/>
            <p:cNvCxnSpPr/>
            <p:nvPr>
              <p:custDataLst>
                <p:tags r:id="rId28"/>
              </p:custDataLst>
            </p:nvPr>
          </p:nvCxnSpPr>
          <p:spPr bwMode="auto">
            <a:xfrm>
              <a:off x="12415" y="2891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232" name="Text Box 80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8049" y="3118"/>
              <a:ext cx="124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多个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3" name="Text Box 80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2471" y="3118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多个结果</a:t>
              </a:r>
            </a:p>
          </p:txBody>
        </p:sp>
        <p:sp>
          <p:nvSpPr>
            <p:cNvPr id="234" name="Text Box 80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7993" y="2152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间接寻址</a:t>
              </a:r>
            </a:p>
          </p:txBody>
        </p:sp>
        <p:cxnSp>
          <p:nvCxnSpPr>
            <p:cNvPr id="235" name="直接箭头连接符 234"/>
            <p:cNvCxnSpPr/>
            <p:nvPr>
              <p:custDataLst>
                <p:tags r:id="rId32"/>
              </p:custDataLst>
            </p:nvPr>
          </p:nvCxnSpPr>
          <p:spPr bwMode="auto">
            <a:xfrm flipH="1" flipV="1">
              <a:off x="7709" y="2891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6" name="直接箭头连接符 235"/>
            <p:cNvCxnSpPr/>
            <p:nvPr>
              <p:custDataLst>
                <p:tags r:id="rId33"/>
              </p:custDataLst>
            </p:nvPr>
          </p:nvCxnSpPr>
          <p:spPr bwMode="auto">
            <a:xfrm>
              <a:off x="7993" y="2891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7" name="直接箭头连接符 236"/>
            <p:cNvCxnSpPr/>
            <p:nvPr>
              <p:custDataLst>
                <p:tags r:id="rId34"/>
              </p:custDataLst>
            </p:nvPr>
          </p:nvCxnSpPr>
          <p:spPr bwMode="auto">
            <a:xfrm>
              <a:off x="14002" y="2721"/>
              <a:ext cx="0" cy="164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8" name="直接箭头连接符 237"/>
            <p:cNvCxnSpPr/>
            <p:nvPr>
              <p:custDataLst>
                <p:tags r:id="rId35"/>
              </p:custDataLst>
            </p:nvPr>
          </p:nvCxnSpPr>
          <p:spPr bwMode="auto">
            <a:xfrm>
              <a:off x="12641" y="2721"/>
              <a:ext cx="136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39" name="弧形 238"/>
            <p:cNvSpPr/>
            <p:nvPr>
              <p:custDataLst>
                <p:tags r:id="rId36"/>
              </p:custDataLst>
            </p:nvPr>
          </p:nvSpPr>
          <p:spPr bwMode="auto">
            <a:xfrm>
              <a:off x="7482" y="2154"/>
              <a:ext cx="454" cy="397"/>
            </a:xfrm>
            <a:prstGeom prst="arc">
              <a:avLst>
                <a:gd name="adj1" fmla="val 7139042"/>
                <a:gd name="adj2" fmla="val 3932591"/>
              </a:avLst>
            </a:prstGeom>
            <a:noFill/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40" name="直接箭头连接符 239"/>
            <p:cNvCxnSpPr/>
            <p:nvPr>
              <p:custDataLst>
                <p:tags r:id="rId37"/>
              </p:custDataLst>
            </p:nvPr>
          </p:nvCxnSpPr>
          <p:spPr bwMode="auto">
            <a:xfrm>
              <a:off x="9752" y="2721"/>
              <a:ext cx="0" cy="79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1" name="直接箭头连接符 240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8219" y="2722"/>
              <a:ext cx="153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2" name="直接箭头连接符 241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6690" y="4365"/>
              <a:ext cx="731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98" name="组合 197"/>
          <p:cNvGrpSpPr/>
          <p:nvPr/>
        </p:nvGrpSpPr>
        <p:grpSpPr>
          <a:xfrm>
            <a:off x="3312304" y="3789040"/>
            <a:ext cx="3996000" cy="612140"/>
            <a:chOff x="3005" y="5896"/>
            <a:chExt cx="6293" cy="964"/>
          </a:xfrm>
        </p:grpSpPr>
        <p:sp>
          <p:nvSpPr>
            <p:cNvPr id="185" name="矩形 184"/>
            <p:cNvSpPr/>
            <p:nvPr>
              <p:custDataLst>
                <p:tags r:id="rId6"/>
              </p:custDataLst>
            </p:nvPr>
          </p:nvSpPr>
          <p:spPr bwMode="auto">
            <a:xfrm>
              <a:off x="3174" y="5896"/>
              <a:ext cx="5953" cy="85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6" name="Text Box 31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344" y="5953"/>
              <a:ext cx="119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187" name="Text Box 314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987" y="5953"/>
              <a:ext cx="1474" cy="34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sp>
          <p:nvSpPr>
            <p:cNvPr id="188" name="Text Box 31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917" y="5953"/>
              <a:ext cx="2098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</a:p>
          </p:txBody>
        </p:sp>
        <p:cxnSp>
          <p:nvCxnSpPr>
            <p:cNvPr id="189" name="直接箭头连接符 188"/>
            <p:cNvCxnSpPr/>
            <p:nvPr>
              <p:custDataLst>
                <p:tags r:id="rId10"/>
              </p:custDataLst>
            </p:nvPr>
          </p:nvCxnSpPr>
          <p:spPr bwMode="auto">
            <a:xfrm>
              <a:off x="4534" y="6123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0" name="直接箭头连接符 189"/>
            <p:cNvCxnSpPr/>
            <p:nvPr>
              <p:custDataLst>
                <p:tags r:id="rId11"/>
              </p:custDataLst>
            </p:nvPr>
          </p:nvCxnSpPr>
          <p:spPr bwMode="auto">
            <a:xfrm>
              <a:off x="6460" y="6123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1" name="直接箭头连接符 190"/>
            <p:cNvCxnSpPr/>
            <p:nvPr>
              <p:custDataLst>
                <p:tags r:id="rId12"/>
              </p:custDataLst>
            </p:nvPr>
          </p:nvCxnSpPr>
          <p:spPr bwMode="auto">
            <a:xfrm>
              <a:off x="9014" y="6123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2" name="直接箭头连接符 191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9298" y="6123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3" name="直接箭头连接符 192"/>
            <p:cNvCxnSpPr/>
            <p:nvPr>
              <p:custDataLst>
                <p:tags r:id="rId14"/>
              </p:custDataLst>
            </p:nvPr>
          </p:nvCxnSpPr>
          <p:spPr bwMode="auto">
            <a:xfrm>
              <a:off x="3005" y="6123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4" name="直接箭头连接符 193"/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3005" y="6123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5" name="直接箭头连接符 194"/>
            <p:cNvCxnSpPr/>
            <p:nvPr>
              <p:custDataLst>
                <p:tags r:id="rId16"/>
              </p:custDataLst>
            </p:nvPr>
          </p:nvCxnSpPr>
          <p:spPr bwMode="auto">
            <a:xfrm>
              <a:off x="3005" y="6860"/>
              <a:ext cx="629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6" name="Text Box 31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572" y="6350"/>
              <a:ext cx="2211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</a:p>
          </p:txBody>
        </p:sp>
        <p:sp>
          <p:nvSpPr>
            <p:cNvPr id="197" name="Text Box 316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917" y="6349"/>
              <a:ext cx="2098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←计算结果</a:t>
              </a:r>
            </a:p>
          </p:txBody>
        </p:sp>
      </p:grpSp>
      <p:sp>
        <p:nvSpPr>
          <p:cNvPr id="199" name="线形标注 2 198"/>
          <p:cNvSpPr/>
          <p:nvPr>
            <p:custDataLst>
              <p:tags r:id="rId2"/>
            </p:custDataLst>
          </p:nvPr>
        </p:nvSpPr>
        <p:spPr bwMode="auto">
          <a:xfrm>
            <a:off x="5292440" y="4509120"/>
            <a:ext cx="1800000" cy="252000"/>
          </a:xfrm>
          <a:prstGeom prst="borderCallout2">
            <a:avLst>
              <a:gd name="adj1" fmla="val 50026"/>
              <a:gd name="adj2" fmla="val -119"/>
              <a:gd name="adj3" fmla="val 49336"/>
              <a:gd name="adj4" fmla="val -16374"/>
              <a:gd name="adj5" fmla="val -106829"/>
              <a:gd name="adj6" fmla="val -2793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又称作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PC</a:t>
            </a: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增量操作</a:t>
            </a:r>
          </a:p>
        </p:txBody>
      </p:sp>
      <p:sp>
        <p:nvSpPr>
          <p:cNvPr id="200" name="Text Box 4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97270" y="5013176"/>
            <a:ext cx="4606978" cy="13369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由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多个</a:t>
            </a:r>
            <a:r>
              <a:rPr lang="zh-CN" altLang="en-US" sz="2200" b="1" dirty="0">
                <a:latin typeface="宋体" panose="02010600030101010101" pitchFamily="2" charset="-122"/>
              </a:rPr>
              <a:t>操作组成，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所有指令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相同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无</a:t>
            </a:r>
            <a:r>
              <a:rPr lang="zh-CN" altLang="en-US" sz="2200" b="1" dirty="0">
                <a:latin typeface="宋体" panose="02010600030101010101" pitchFamily="2" charset="-122"/>
              </a:rPr>
              <a:t>操作</a:t>
            </a:r>
            <a:r>
              <a:rPr lang="en-US" altLang="zh-CN" sz="1800" b="1" dirty="0">
                <a:latin typeface="宋体" panose="02010600030101010101" pitchFamily="2" charset="-122"/>
              </a:rPr>
              <a:t>(ID</a:t>
            </a:r>
            <a:r>
              <a:rPr lang="zh-CN" altLang="en-US" sz="1800" b="1" dirty="0">
                <a:latin typeface="宋体" panose="02010600030101010101" pitchFamily="2" charset="-122"/>
              </a:rPr>
              <a:t>无需控制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由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多个</a:t>
            </a:r>
            <a:r>
              <a:rPr lang="zh-CN" altLang="en-US" sz="2200" b="1" dirty="0">
                <a:latin typeface="宋体" panose="02010600030101010101" pitchFamily="2" charset="-122"/>
              </a:rPr>
              <a:t>操作组成，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不同指令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不同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99" name="AutoShape 499">
            <a:hlinkClick r:id="rId57" action="ppaction://hlinksldjump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406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" name="Text Box 523"/>
          <p:cNvSpPr txBox="1">
            <a:spLocks noChangeArrowheads="1"/>
          </p:cNvSpPr>
          <p:nvPr/>
        </p:nvSpPr>
        <p:spPr bwMode="auto">
          <a:xfrm>
            <a:off x="6876256" y="4941256"/>
            <a:ext cx="1944000" cy="79200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 marL="271780" indent="-271780" algn="l">
              <a:lnSpc>
                <a:spcPct val="114000"/>
              </a:lnSpc>
              <a:defRPr sz="2000" b="1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/>
                </a:solidFill>
              </a:rPr>
              <a:t>指令功能例：</a:t>
            </a:r>
            <a:endParaRPr lang="en-US" altLang="zh-CN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  R2</a:t>
            </a:r>
            <a:r>
              <a:rPr lang="zh-CN" altLang="en-US" sz="1600" dirty="0">
                <a:solidFill>
                  <a:schemeClr val="tx1"/>
                </a:solidFill>
              </a:rPr>
              <a:t>←</a:t>
            </a:r>
            <a:r>
              <a:rPr lang="en-US" altLang="zh-CN" sz="1600" dirty="0">
                <a:solidFill>
                  <a:schemeClr val="tx1"/>
                </a:solidFill>
              </a:rPr>
              <a:t>(R2)+(R1)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  R2</a:t>
            </a:r>
            <a:r>
              <a:rPr lang="zh-CN" altLang="en-US" sz="1600" dirty="0">
                <a:solidFill>
                  <a:schemeClr val="tx1"/>
                </a:solidFill>
              </a:rPr>
              <a:t>←</a:t>
            </a:r>
            <a:r>
              <a:rPr lang="en-US" altLang="zh-CN" sz="1600" dirty="0">
                <a:solidFill>
                  <a:schemeClr val="tx1"/>
                </a:solidFill>
              </a:rPr>
              <a:t>(R2)-M[(R1)]</a:t>
            </a:r>
          </a:p>
        </p:txBody>
      </p:sp>
      <p:sp>
        <p:nvSpPr>
          <p:cNvPr id="64" name="线形标注 2 198">
            <a:extLst>
              <a:ext uri="{FF2B5EF4-FFF2-40B4-BE49-F238E27FC236}">
                <a16:creationId xmlns:a16="http://schemas.microsoft.com/office/drawing/2014/main" id="{3079BA7F-5166-404E-9107-A038891D94AC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410961" y="4294254"/>
            <a:ext cx="2376000" cy="252000"/>
          </a:xfrm>
          <a:prstGeom prst="borderCallout2">
            <a:avLst>
              <a:gd name="adj1" fmla="val 50026"/>
              <a:gd name="adj2" fmla="val 100121"/>
              <a:gd name="adj3" fmla="val 54962"/>
              <a:gd name="adj4" fmla="val 110716"/>
              <a:gd name="adj5" fmla="val 343226"/>
              <a:gd name="adj6" fmla="val 12600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部件控制信号＝某种取值</a:t>
            </a:r>
            <a:endParaRPr lang="zh-CN" altLang="en-US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ldLvl="0" animBg="1"/>
      <p:bldP spid="199" grpId="0" bldLvl="0" animBg="1"/>
      <p:bldP spid="64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 5"/>
          <p:cNvSpPr txBox="1">
            <a:spLocks noChangeArrowheads="1"/>
          </p:cNvSpPr>
          <p:nvPr/>
        </p:nvSpPr>
        <p:spPr bwMode="auto">
          <a:xfrm>
            <a:off x="179705" y="332656"/>
            <a:ext cx="7488639" cy="51894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、指令执行的过程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功能实现→操作序列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*指令系统示例：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Demo_IS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指令系统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下图为部分指令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数据通路示例：</a:t>
            </a:r>
          </a:p>
          <a:p>
            <a:pPr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基本操作的组成要求：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操作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须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具有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独立性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不依赖于其他操作</a:t>
            </a:r>
            <a:r>
              <a:rPr lang="en-US" altLang="zh-CN" sz="1600" b="1" dirty="0">
                <a:latin typeface="宋体" panose="02010600030101010101" pitchFamily="2" charset="-122"/>
              </a:rPr>
              <a:t>]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6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9" name="AutoShape 499">
            <a:hlinkClick r:id="rId80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190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AutoShape 62">
            <a:hlinkClick r:id="rId8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7" name="AutoShape 98">
            <a:hlinkClick r:id="rId8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100392" y="6454030"/>
            <a:ext cx="1040904" cy="359346"/>
          </a:xfrm>
        </p:spPr>
        <p:txBody>
          <a:bodyPr/>
          <a:lstStyle/>
          <a:p>
            <a:fld id="{D9F6E18D-FF9A-4BD5-BDFA-25F6368EE484}" type="slidenum">
              <a:rPr lang="en-US" altLang="zh-CN" smtClean="0"/>
              <a:t>8</a:t>
            </a:fld>
            <a:endParaRPr lang="en-US" altLang="zh-CN"/>
          </a:p>
        </p:txBody>
      </p:sp>
      <p:sp>
        <p:nvSpPr>
          <p:cNvPr id="91" name="AutoShape 62">
            <a:hlinkClick r:id="rId83" action="ppaction://hlinksldjump"/>
          </p:cNvPr>
          <p:cNvSpPr>
            <a:spLocks noChangeArrowheads="1"/>
          </p:cNvSpPr>
          <p:nvPr/>
        </p:nvSpPr>
        <p:spPr bwMode="auto">
          <a:xfrm rot="16200000">
            <a:off x="730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39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3111" y="3212976"/>
            <a:ext cx="8211184" cy="31109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     PC&amp;IR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2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ALU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及</a:t>
            </a:r>
            <a:r>
              <a:rPr lang="en-US" altLang="zh-CN" sz="22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ExtU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位扩展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GPRs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及</a:t>
            </a:r>
            <a:r>
              <a:rPr lang="en-US" altLang="zh-CN" sz="22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PSR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，部件互连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①源数据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结果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时序逻辑部件</a:t>
            </a:r>
            <a:r>
              <a:rPr lang="zh-CN" altLang="en-US" sz="2200" b="1" dirty="0">
                <a:latin typeface="宋体" panose="02010600030101010101" pitchFamily="2" charset="-122"/>
              </a:rPr>
              <a:t>中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如</a:t>
            </a:r>
            <a:r>
              <a:rPr lang="en-US" altLang="zh-CN" sz="1800" b="1" dirty="0">
                <a:latin typeface="宋体" panose="02010600030101010101" pitchFamily="2" charset="-122"/>
              </a:rPr>
              <a:t>REG)</a:t>
            </a: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不依赖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其它操作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②操作功能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具有原子性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如</a:t>
            </a:r>
            <a:r>
              <a:rPr lang="en-US" altLang="zh-CN" sz="1800" b="1" dirty="0">
                <a:latin typeface="宋体" panose="02010600030101010101" pitchFamily="2" charset="-122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</a:rPr>
              <a:t>→</a:t>
            </a:r>
            <a:r>
              <a:rPr lang="en-US" altLang="zh-CN" sz="1800" b="1" dirty="0">
                <a:latin typeface="宋体" panose="02010600030101010101" pitchFamily="2" charset="-122"/>
              </a:rPr>
              <a:t>ALU</a:t>
            </a:r>
            <a:r>
              <a:rPr lang="zh-CN" altLang="en-US" sz="1800" b="1" dirty="0">
                <a:latin typeface="宋体" panose="02010600030101010101" pitchFamily="2" charset="-122"/>
              </a:rPr>
              <a:t>→</a:t>
            </a:r>
            <a:r>
              <a:rPr lang="en-US" altLang="zh-CN" sz="1800" b="1" dirty="0">
                <a:latin typeface="宋体" panose="02010600030101010101" pitchFamily="2" charset="-122"/>
              </a:rPr>
              <a:t>REG)</a:t>
            </a: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1800" b="1" dirty="0">
                <a:latin typeface="宋体" panose="02010600030101010101" pitchFamily="2" charset="-122"/>
              </a:rPr>
              <a:t> ←控制信号＝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某一种</a:t>
            </a:r>
            <a:r>
              <a:rPr lang="zh-CN" altLang="en-US" sz="1800" b="1" dirty="0">
                <a:latin typeface="宋体" panose="02010600030101010101" pitchFamily="2" charset="-122"/>
              </a:rPr>
              <a:t>取值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908000" y="3789040"/>
            <a:ext cx="6299200" cy="1188085"/>
            <a:chOff x="1759" y="3912"/>
            <a:chExt cx="9920" cy="1871"/>
          </a:xfrm>
        </p:grpSpPr>
        <p:sp>
          <p:nvSpPr>
            <p:cNvPr id="34" name="Text Box 1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759" y="3912"/>
              <a:ext cx="9581" cy="187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5" name="Text Box 1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928" y="5388"/>
              <a:ext cx="822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数据通路结构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专用结构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[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同时可传送多个数据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])</a:t>
              </a:r>
            </a:p>
          </p:txBody>
        </p:sp>
        <p:cxnSp>
          <p:nvCxnSpPr>
            <p:cNvPr id="36" name="直接连接符 35"/>
            <p:cNvCxnSpPr/>
            <p:nvPr>
              <p:custDataLst>
                <p:tags r:id="rId29"/>
              </p:custDataLst>
            </p:nvPr>
          </p:nvCxnSpPr>
          <p:spPr bwMode="auto">
            <a:xfrm>
              <a:off x="3458" y="4025"/>
              <a:ext cx="368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Text Box 1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92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38" name="Text Box 18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2891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39" name="Text Box 18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855" y="4708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cxnSp>
          <p:nvCxnSpPr>
            <p:cNvPr id="40" name="直接连接符 39"/>
            <p:cNvCxnSpPr/>
            <p:nvPr>
              <p:custDataLst>
                <p:tags r:id="rId33"/>
              </p:custDataLst>
            </p:nvPr>
          </p:nvCxnSpPr>
          <p:spPr bwMode="auto">
            <a:xfrm>
              <a:off x="215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2" name="直接连接符 41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238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3235" y="5048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36"/>
              </p:custDataLst>
            </p:nvPr>
          </p:nvCxnSpPr>
          <p:spPr bwMode="auto">
            <a:xfrm>
              <a:off x="4252" y="505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5" name="直接连接符 445"/>
            <p:cNvCxnSpPr/>
            <p:nvPr>
              <p:custDataLst>
                <p:tags r:id="rId37"/>
              </p:custDataLst>
            </p:nvPr>
          </p:nvCxnSpPr>
          <p:spPr bwMode="auto">
            <a:xfrm>
              <a:off x="4252" y="4422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3061" y="442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7" name="Text Box 1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2835" y="4139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48" name="Text Box 18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572" y="4139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</p:txBody>
        </p:sp>
        <p:cxnSp>
          <p:nvCxnSpPr>
            <p:cNvPr id="49" name="直接连接符 48"/>
            <p:cNvCxnSpPr/>
            <p:nvPr>
              <p:custDataLst>
                <p:tags r:id="rId41"/>
              </p:custDataLst>
            </p:nvPr>
          </p:nvCxnSpPr>
          <p:spPr bwMode="auto">
            <a:xfrm>
              <a:off x="3458" y="4025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3458" y="4422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1" name="Text Box 10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8164" y="4251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52" name="直接连接符 51"/>
            <p:cNvCxnSpPr/>
            <p:nvPr>
              <p:custDataLst>
                <p:tags r:id="rId44"/>
              </p:custDataLst>
            </p:nvPr>
          </p:nvCxnSpPr>
          <p:spPr bwMode="auto">
            <a:xfrm>
              <a:off x="827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" name="直接连接符 52"/>
            <p:cNvCxnSpPr/>
            <p:nvPr>
              <p:custDataLst>
                <p:tags r:id="rId45"/>
              </p:custDataLst>
            </p:nvPr>
          </p:nvCxnSpPr>
          <p:spPr bwMode="auto">
            <a:xfrm>
              <a:off x="8504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" name="直接连接符 53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8789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5" name="直接连接符 54"/>
            <p:cNvCxnSpPr/>
            <p:nvPr>
              <p:custDataLst>
                <p:tags r:id="rId47"/>
              </p:custDataLst>
            </p:nvPr>
          </p:nvCxnSpPr>
          <p:spPr bwMode="auto">
            <a:xfrm>
              <a:off x="7143" y="442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48"/>
              </p:custDataLst>
            </p:nvPr>
          </p:nvCxnSpPr>
          <p:spPr bwMode="auto">
            <a:xfrm>
              <a:off x="7143" y="4876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7" name="Text Box 18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7200" y="408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IR.RD</a:t>
              </a:r>
            </a:p>
          </p:txBody>
        </p:sp>
        <p:sp>
          <p:nvSpPr>
            <p:cNvPr id="58" name="Text Box 18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7161" y="4888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IR.RS</a:t>
              </a:r>
            </a:p>
          </p:txBody>
        </p:sp>
        <p:cxnSp>
          <p:nvCxnSpPr>
            <p:cNvPr id="28" name="直接连接符 480"/>
            <p:cNvCxnSpPr/>
            <p:nvPr>
              <p:custDataLst>
                <p:tags r:id="rId51"/>
              </p:custDataLst>
            </p:nvPr>
          </p:nvCxnSpPr>
          <p:spPr bwMode="auto">
            <a:xfrm>
              <a:off x="7710" y="4421"/>
              <a:ext cx="45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52"/>
              </p:custDataLst>
            </p:nvPr>
          </p:nvCxnSpPr>
          <p:spPr bwMode="auto">
            <a:xfrm>
              <a:off x="7143" y="4025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1" name="AutoShape 15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 rot="16200000">
              <a:off x="5102" y="4364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sp>
          <p:nvSpPr>
            <p:cNvPr id="62" name="Text Box 18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6236" y="4705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63" name="直接连接符 62"/>
            <p:cNvCxnSpPr/>
            <p:nvPr>
              <p:custDataLst>
                <p:tags r:id="rId55"/>
              </p:custDataLst>
            </p:nvPr>
          </p:nvCxnSpPr>
          <p:spPr bwMode="auto">
            <a:xfrm>
              <a:off x="6463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6690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5" name="直接连接符 445"/>
            <p:cNvCxnSpPr/>
            <p:nvPr>
              <p:custDataLst>
                <p:tags r:id="rId57"/>
              </p:custDataLst>
            </p:nvPr>
          </p:nvCxnSpPr>
          <p:spPr bwMode="auto">
            <a:xfrm>
              <a:off x="6576" y="447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5726" y="4478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445"/>
            <p:cNvCxnSpPr/>
            <p:nvPr>
              <p:custDataLst>
                <p:tags r:id="rId59"/>
              </p:custDataLst>
            </p:nvPr>
          </p:nvCxnSpPr>
          <p:spPr bwMode="auto">
            <a:xfrm>
              <a:off x="5953" y="4648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5726" y="4648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>
              <p:custDataLst>
                <p:tags r:id="rId61"/>
              </p:custDataLst>
            </p:nvPr>
          </p:nvCxnSpPr>
          <p:spPr bwMode="auto">
            <a:xfrm>
              <a:off x="5046" y="4761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62"/>
              </p:custDataLst>
            </p:nvPr>
          </p:nvCxnSpPr>
          <p:spPr bwMode="auto">
            <a:xfrm>
              <a:off x="5046" y="4761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63"/>
              </p:custDataLst>
            </p:nvPr>
          </p:nvCxnSpPr>
          <p:spPr bwMode="auto">
            <a:xfrm>
              <a:off x="4876" y="4364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64"/>
              </p:custDataLst>
            </p:nvPr>
          </p:nvCxnSpPr>
          <p:spPr bwMode="auto">
            <a:xfrm>
              <a:off x="4876" y="4364"/>
              <a:ext cx="0" cy="102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3" name="Text Box 18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9474" y="425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74" name="Text Box 18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946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75" name="Text Box 23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10602" y="4252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总线逻辑</a:t>
              </a:r>
            </a:p>
          </p:txBody>
        </p:sp>
        <p:cxnSp>
          <p:nvCxnSpPr>
            <p:cNvPr id="76" name="直接连接符 75"/>
            <p:cNvCxnSpPr/>
            <p:nvPr>
              <p:custDataLst>
                <p:tags r:id="rId68"/>
              </p:custDataLst>
            </p:nvPr>
          </p:nvCxnSpPr>
          <p:spPr bwMode="auto">
            <a:xfrm>
              <a:off x="969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992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70"/>
              </p:custDataLst>
            </p:nvPr>
          </p:nvCxnSpPr>
          <p:spPr bwMode="auto">
            <a:xfrm>
              <a:off x="10148" y="442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71"/>
              </p:custDataLst>
            </p:nvPr>
          </p:nvCxnSpPr>
          <p:spPr bwMode="auto">
            <a:xfrm>
              <a:off x="10148" y="48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0" name="直接连接符 79"/>
            <p:cNvCxnSpPr/>
            <p:nvPr>
              <p:custDataLst>
                <p:tags r:id="rId72"/>
              </p:custDataLst>
            </p:nvPr>
          </p:nvCxnSpPr>
          <p:spPr bwMode="auto">
            <a:xfrm flipH="1">
              <a:off x="10148" y="493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73"/>
              </p:custDataLst>
            </p:nvPr>
          </p:nvCxnSpPr>
          <p:spPr bwMode="auto">
            <a:xfrm>
              <a:off x="9241" y="4422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2" name="直接连接符 81"/>
            <p:cNvCxnSpPr/>
            <p:nvPr>
              <p:custDataLst>
                <p:tags r:id="rId74"/>
              </p:custDataLst>
            </p:nvPr>
          </p:nvCxnSpPr>
          <p:spPr bwMode="auto">
            <a:xfrm>
              <a:off x="9241" y="4422"/>
              <a:ext cx="0" cy="96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75"/>
              </p:custDataLst>
            </p:nvPr>
          </p:nvCxnSpPr>
          <p:spPr bwMode="auto">
            <a:xfrm>
              <a:off x="11339" y="442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4" name="直接连接符 83"/>
            <p:cNvCxnSpPr/>
            <p:nvPr>
              <p:custDataLst>
                <p:tags r:id="rId76"/>
              </p:custDataLst>
            </p:nvPr>
          </p:nvCxnSpPr>
          <p:spPr bwMode="auto">
            <a:xfrm>
              <a:off x="11339" y="487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85" name="直接连接符 84"/>
            <p:cNvCxnSpPr/>
            <p:nvPr>
              <p:custDataLst>
                <p:tags r:id="rId77"/>
              </p:custDataLst>
            </p:nvPr>
          </p:nvCxnSpPr>
          <p:spPr bwMode="auto">
            <a:xfrm>
              <a:off x="11339" y="4649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cxnSp>
        <p:nvCxnSpPr>
          <p:cNvPr id="141" name="直接连接符 140"/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4283968" y="3034800"/>
            <a:ext cx="286408" cy="3942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sp>
        <p:nvSpPr>
          <p:cNvPr id="220" name="AutoShape 499">
            <a:hlinkClick r:id="rId84" action="ppaction://hlinksldjump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2988000" y="650794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2" name="组合 91"/>
          <p:cNvGrpSpPr/>
          <p:nvPr/>
        </p:nvGrpSpPr>
        <p:grpSpPr>
          <a:xfrm>
            <a:off x="1259885" y="1196752"/>
            <a:ext cx="6624320" cy="2087880"/>
            <a:chOff x="2608" y="1361"/>
            <a:chExt cx="10432" cy="3288"/>
          </a:xfrm>
        </p:grpSpPr>
        <p:sp>
          <p:nvSpPr>
            <p:cNvPr id="93" name="Text Box 13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839" y="2268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94" name="Text Box 13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839" y="2665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98" name="Text Box 14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293" y="2665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101" name="Text Box 14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839" y="3855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Disp</a:t>
              </a:r>
            </a:p>
          </p:txBody>
        </p:sp>
        <p:sp>
          <p:nvSpPr>
            <p:cNvPr id="102" name="Text Box 15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839" y="1873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103" name="Text Box 15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293" y="1873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104" name="Text Box 153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293" y="2268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105" name="Text Box 15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987" y="1363"/>
              <a:ext cx="1757" cy="4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指令格式</a:t>
              </a:r>
            </a:p>
          </p:txBody>
        </p:sp>
        <p:sp>
          <p:nvSpPr>
            <p:cNvPr id="106" name="Text Box 16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990" y="1873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0010</a:t>
              </a:r>
            </a:p>
          </p:txBody>
        </p:sp>
        <p:sp>
          <p:nvSpPr>
            <p:cNvPr id="107" name="Text Box 162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990" y="2268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0011</a:t>
              </a:r>
            </a:p>
          </p:txBody>
        </p:sp>
        <p:sp>
          <p:nvSpPr>
            <p:cNvPr id="108" name="Text Box 16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990" y="2665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010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9" name="Text Box 164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990" y="3855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1100</a:t>
              </a:r>
            </a:p>
          </p:txBody>
        </p:sp>
        <p:sp>
          <p:nvSpPr>
            <p:cNvPr id="110" name="Text Box 16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839" y="306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113" name="Text Box 16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293" y="306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114" name="Text Box 169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990" y="3062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010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6" name="Text Box 174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8612" y="3062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22" name="Text Box 17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8612" y="2665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23" name="Text Box 14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839" y="3459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124" name="Text Box 149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9293" y="3459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125" name="Text Box 164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989" y="3459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0110</a:t>
              </a:r>
            </a:p>
          </p:txBody>
        </p:sp>
        <p:sp>
          <p:nvSpPr>
            <p:cNvPr id="126" name="Text Box 160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608" y="1363"/>
              <a:ext cx="5272" cy="3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   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指令功能</a:t>
              </a:r>
            </a:p>
            <a:p>
              <a:pPr algn="l">
                <a:spcBef>
                  <a:spcPts val="2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(LD) : RD←M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存数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(ST) : M[(RS)]←(RD)</a:t>
              </a:r>
            </a:p>
            <a:p>
              <a:pPr algn="l"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加法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(ADD): RD←(RD)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或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      RD←(RD)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spc="-300" dirty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</a:p>
            <a:p>
              <a:pPr algn="l"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减法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(SUB): RD←(RD)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(RS)</a:t>
              </a:r>
            </a:p>
            <a:p>
              <a:pPr algn="l"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分支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(JNZ): ZF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＝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    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否则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27" name="Text Box 135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9750" y="1361"/>
              <a:ext cx="3290" cy="32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  指令寻址方式</a:t>
              </a:r>
            </a:p>
            <a:p>
              <a:pPr algn="l"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 algn="l"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 algn="l"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 algn="l"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相对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或隐含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128" name="线形标注 2 29"/>
          <p:cNvSpPr/>
          <p:nvPr>
            <p:custDataLst>
              <p:tags r:id="rId4"/>
            </p:custDataLst>
          </p:nvPr>
        </p:nvSpPr>
        <p:spPr bwMode="auto">
          <a:xfrm>
            <a:off x="467672" y="4005064"/>
            <a:ext cx="1152000" cy="504000"/>
          </a:xfrm>
          <a:prstGeom prst="borderCallout2">
            <a:avLst>
              <a:gd name="adj1" fmla="val 48128"/>
              <a:gd name="adj2" fmla="val 100817"/>
              <a:gd name="adj3" fmla="val 47373"/>
              <a:gd name="adj4" fmla="val 113274"/>
              <a:gd name="adj5" fmla="val 70177"/>
              <a:gd name="adj6" fmla="val 141552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假设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具有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计数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功能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9</a:t>
            </a:fld>
            <a:endParaRPr lang="en-US" altLang="zh-CN" dirty="0"/>
          </a:p>
        </p:txBody>
      </p:sp>
      <p:sp>
        <p:nvSpPr>
          <p:cNvPr id="143" name="Text Box 1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727964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程序执行环境示例：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假设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(PC)=10H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(R0)=20H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(R2)=30H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43" name="Text Box 16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764704"/>
            <a:ext cx="5636620" cy="56050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取数指令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LD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执行的过程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操作序列的组成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 指 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功能：</a:t>
            </a:r>
            <a:endParaRPr lang="zh-CN" altLang="en-US" sz="2000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操作：</a:t>
            </a:r>
            <a:endParaRPr lang="en-US" altLang="zh-CN" sz="20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指令译码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功能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执行指令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功能：</a:t>
            </a: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数据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指令地址计算操作：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810940" y="1196752"/>
            <a:ext cx="6153356" cy="52716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0"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kumimoji="0"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IR</a:t>
            </a:r>
            <a:r>
              <a:rPr kumimoji="0"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kumimoji="0"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M[(PC)]</a:t>
            </a:r>
            <a:r>
              <a:rPr kumimoji="0"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MAR←(PC)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MDR←M[(MAR)]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IR←(MDR)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②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PC←(PC)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(IR)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24H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11H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，其余不变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不关注</a:t>
            </a: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识别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当前指令功能、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产生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操作控制信号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←无操作</a:t>
            </a:r>
            <a:endParaRPr lang="zh-CN" altLang="en-US" sz="20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  为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R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←M</a:t>
            </a:r>
            <a:r>
              <a:rPr lang="en-US" altLang="zh-CN" sz="2000" b="1" spc="-200" dirty="0">
                <a:latin typeface="宋体" panose="02010600030101010101" pitchFamily="2" charset="-122"/>
                <a:sym typeface="+mn-ea"/>
              </a:rPr>
              <a:t>[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(R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2000" b="1" spc="-200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]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读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GPR-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读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MEM-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GPR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当前指令的约定功能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数据操作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指令地址计算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④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MAR←(R0)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⑤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MDR←M[(MAR)]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⑥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R1←(MDR)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(R1)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48H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，其余不变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传送指令不写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PSR)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无操作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顺序型指令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取指时已完成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728000" y="2708920"/>
            <a:ext cx="6300570" cy="1188085"/>
            <a:chOff x="1757" y="3912"/>
            <a:chExt cx="9922" cy="1871"/>
          </a:xfrm>
        </p:grpSpPr>
        <p:sp>
          <p:nvSpPr>
            <p:cNvPr id="31" name="Text Box 18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757" y="3912"/>
              <a:ext cx="9581" cy="187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4" name="Text Box 18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1928" y="5388"/>
              <a:ext cx="822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数据通路结构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专用结构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[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同时可传送多个数据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])</a:t>
              </a:r>
            </a:p>
          </p:txBody>
        </p:sp>
        <p:cxnSp>
          <p:nvCxnSpPr>
            <p:cNvPr id="216" name="直接连接符 215"/>
            <p:cNvCxnSpPr/>
            <p:nvPr>
              <p:custDataLst>
                <p:tags r:id="rId45"/>
              </p:custDataLst>
            </p:nvPr>
          </p:nvCxnSpPr>
          <p:spPr bwMode="auto">
            <a:xfrm>
              <a:off x="3458" y="4025"/>
              <a:ext cx="368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5" name="Text Box 18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92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106" name="Text Box 18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2891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107" name="Text Box 18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3855" y="4708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cxnSp>
          <p:nvCxnSpPr>
            <p:cNvPr id="196" name="直接连接符 195"/>
            <p:cNvCxnSpPr/>
            <p:nvPr>
              <p:custDataLst>
                <p:tags r:id="rId49"/>
              </p:custDataLst>
            </p:nvPr>
          </p:nvCxnSpPr>
          <p:spPr bwMode="auto">
            <a:xfrm>
              <a:off x="215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7" name="直接连接符 196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238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8" name="直接连接符 197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3235" y="5048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9" name="直接连接符 198"/>
            <p:cNvCxnSpPr/>
            <p:nvPr>
              <p:custDataLst>
                <p:tags r:id="rId52"/>
              </p:custDataLst>
            </p:nvPr>
          </p:nvCxnSpPr>
          <p:spPr bwMode="auto">
            <a:xfrm>
              <a:off x="4252" y="505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0" name="直接连接符 445"/>
            <p:cNvCxnSpPr/>
            <p:nvPr>
              <p:custDataLst>
                <p:tags r:id="rId53"/>
              </p:custDataLst>
            </p:nvPr>
          </p:nvCxnSpPr>
          <p:spPr bwMode="auto">
            <a:xfrm>
              <a:off x="4252" y="4422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" name="直接连接符 13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3061" y="442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4" name="Text Box 18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2835" y="4139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215" name="Text Box 18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572" y="4139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</p:txBody>
        </p:sp>
        <p:cxnSp>
          <p:nvCxnSpPr>
            <p:cNvPr id="217" name="直接连接符 216"/>
            <p:cNvCxnSpPr/>
            <p:nvPr>
              <p:custDataLst>
                <p:tags r:id="rId57"/>
              </p:custDataLst>
            </p:nvPr>
          </p:nvCxnSpPr>
          <p:spPr bwMode="auto">
            <a:xfrm>
              <a:off x="3458" y="4025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3458" y="4422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8" name="Text Box 10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8164" y="4251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101" name="直接连接符 100"/>
            <p:cNvCxnSpPr/>
            <p:nvPr>
              <p:custDataLst>
                <p:tags r:id="rId60"/>
              </p:custDataLst>
            </p:nvPr>
          </p:nvCxnSpPr>
          <p:spPr bwMode="auto">
            <a:xfrm>
              <a:off x="827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6" name="直接连接符 115"/>
            <p:cNvCxnSpPr/>
            <p:nvPr>
              <p:custDataLst>
                <p:tags r:id="rId61"/>
              </p:custDataLst>
            </p:nvPr>
          </p:nvCxnSpPr>
          <p:spPr bwMode="auto">
            <a:xfrm>
              <a:off x="8504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878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9" name="直接连接符 208"/>
            <p:cNvCxnSpPr/>
            <p:nvPr>
              <p:custDataLst>
                <p:tags r:id="rId63"/>
              </p:custDataLst>
            </p:nvPr>
          </p:nvCxnSpPr>
          <p:spPr bwMode="auto">
            <a:xfrm>
              <a:off x="7143" y="442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0" name="直接连接符 209"/>
            <p:cNvCxnSpPr/>
            <p:nvPr>
              <p:custDataLst>
                <p:tags r:id="rId64"/>
              </p:custDataLst>
            </p:nvPr>
          </p:nvCxnSpPr>
          <p:spPr bwMode="auto">
            <a:xfrm>
              <a:off x="7143" y="4876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1" name="Text Box 18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7200" y="408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IR.RD</a:t>
              </a:r>
            </a:p>
          </p:txBody>
        </p:sp>
        <p:sp>
          <p:nvSpPr>
            <p:cNvPr id="212" name="Text Box 18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6973" y="493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IR.RS</a:t>
              </a:r>
            </a:p>
          </p:txBody>
        </p:sp>
        <p:cxnSp>
          <p:nvCxnSpPr>
            <p:cNvPr id="213" name="直接连接符 480"/>
            <p:cNvCxnSpPr/>
            <p:nvPr>
              <p:custDataLst>
                <p:tags r:id="rId67"/>
              </p:custDataLst>
            </p:nvPr>
          </p:nvCxnSpPr>
          <p:spPr bwMode="auto">
            <a:xfrm>
              <a:off x="7710" y="4421"/>
              <a:ext cx="45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18" name="直接连接符 217"/>
            <p:cNvCxnSpPr/>
            <p:nvPr>
              <p:custDataLst>
                <p:tags r:id="rId68"/>
              </p:custDataLst>
            </p:nvPr>
          </p:nvCxnSpPr>
          <p:spPr bwMode="auto">
            <a:xfrm>
              <a:off x="7143" y="4025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3" name="AutoShape 15"/>
            <p:cNvSpPr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 rot="16200000">
              <a:off x="5102" y="4364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sp>
          <p:nvSpPr>
            <p:cNvPr id="104" name="Text Box 18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6236" y="4705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12" name="直接连接符 11"/>
            <p:cNvCxnSpPr/>
            <p:nvPr>
              <p:custDataLst>
                <p:tags r:id="rId71"/>
              </p:custDataLst>
            </p:nvPr>
          </p:nvCxnSpPr>
          <p:spPr bwMode="auto">
            <a:xfrm>
              <a:off x="6463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" name="直接连接符 12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6690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" name="直接连接符 445"/>
            <p:cNvCxnSpPr/>
            <p:nvPr>
              <p:custDataLst>
                <p:tags r:id="rId73"/>
              </p:custDataLst>
            </p:nvPr>
          </p:nvCxnSpPr>
          <p:spPr bwMode="auto">
            <a:xfrm>
              <a:off x="6576" y="447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5726" y="4478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445"/>
            <p:cNvCxnSpPr/>
            <p:nvPr>
              <p:custDataLst>
                <p:tags r:id="rId75"/>
              </p:custDataLst>
            </p:nvPr>
          </p:nvCxnSpPr>
          <p:spPr bwMode="auto">
            <a:xfrm>
              <a:off x="5953" y="4648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" name="直接连接符 22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5726" y="4648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/>
            <p:cNvCxnSpPr/>
            <p:nvPr>
              <p:custDataLst>
                <p:tags r:id="rId77"/>
              </p:custDataLst>
            </p:nvPr>
          </p:nvCxnSpPr>
          <p:spPr bwMode="auto">
            <a:xfrm>
              <a:off x="5046" y="4761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5" name="直接连接符 24"/>
            <p:cNvCxnSpPr/>
            <p:nvPr>
              <p:custDataLst>
                <p:tags r:id="rId78"/>
              </p:custDataLst>
            </p:nvPr>
          </p:nvCxnSpPr>
          <p:spPr bwMode="auto">
            <a:xfrm>
              <a:off x="5046" y="4761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79"/>
              </p:custDataLst>
            </p:nvPr>
          </p:nvCxnSpPr>
          <p:spPr bwMode="auto">
            <a:xfrm>
              <a:off x="4876" y="4364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80"/>
              </p:custDataLst>
            </p:nvPr>
          </p:nvCxnSpPr>
          <p:spPr bwMode="auto">
            <a:xfrm>
              <a:off x="4876" y="4364"/>
              <a:ext cx="0" cy="102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8" name="Text Box 18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9474" y="425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110" name="Text Box 18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946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113" name="Text Box 23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10602" y="4252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总线逻辑</a:t>
              </a:r>
            </a:p>
          </p:txBody>
        </p:sp>
        <p:cxnSp>
          <p:nvCxnSpPr>
            <p:cNvPr id="16" name="直接连接符 15"/>
            <p:cNvCxnSpPr/>
            <p:nvPr>
              <p:custDataLst>
                <p:tags r:id="rId84"/>
              </p:custDataLst>
            </p:nvPr>
          </p:nvCxnSpPr>
          <p:spPr bwMode="auto">
            <a:xfrm>
              <a:off x="969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5" name="直接连接符 204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992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6" name="直接连接符 205"/>
            <p:cNvCxnSpPr/>
            <p:nvPr>
              <p:custDataLst>
                <p:tags r:id="rId86"/>
              </p:custDataLst>
            </p:nvPr>
          </p:nvCxnSpPr>
          <p:spPr bwMode="auto">
            <a:xfrm>
              <a:off x="10148" y="442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7" name="直接连接符 206"/>
            <p:cNvCxnSpPr/>
            <p:nvPr>
              <p:custDataLst>
                <p:tags r:id="rId87"/>
              </p:custDataLst>
            </p:nvPr>
          </p:nvCxnSpPr>
          <p:spPr bwMode="auto">
            <a:xfrm>
              <a:off x="10148" y="48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8" name="直接连接符 207"/>
            <p:cNvCxnSpPr/>
            <p:nvPr>
              <p:custDataLst>
                <p:tags r:id="rId88"/>
              </p:custDataLst>
            </p:nvPr>
          </p:nvCxnSpPr>
          <p:spPr bwMode="auto">
            <a:xfrm flipH="1">
              <a:off x="10148" y="493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89"/>
              </p:custDataLst>
            </p:nvPr>
          </p:nvCxnSpPr>
          <p:spPr bwMode="auto">
            <a:xfrm>
              <a:off x="9241" y="4422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90"/>
              </p:custDataLst>
            </p:nvPr>
          </p:nvCxnSpPr>
          <p:spPr bwMode="auto">
            <a:xfrm>
              <a:off x="9241" y="4422"/>
              <a:ext cx="0" cy="96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>
              <p:custDataLst>
                <p:tags r:id="rId91"/>
              </p:custDataLst>
            </p:nvPr>
          </p:nvCxnSpPr>
          <p:spPr bwMode="auto">
            <a:xfrm>
              <a:off x="11339" y="442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92"/>
              </p:custDataLst>
            </p:nvPr>
          </p:nvCxnSpPr>
          <p:spPr bwMode="auto">
            <a:xfrm>
              <a:off x="11339" y="487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93"/>
              </p:custDataLst>
            </p:nvPr>
          </p:nvCxnSpPr>
          <p:spPr bwMode="auto">
            <a:xfrm>
              <a:off x="11339" y="4649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54" name="组合 53"/>
          <p:cNvGrpSpPr/>
          <p:nvPr/>
        </p:nvGrpSpPr>
        <p:grpSpPr>
          <a:xfrm>
            <a:off x="1728000" y="2853175"/>
            <a:ext cx="5616575" cy="793115"/>
            <a:chOff x="3855" y="5613"/>
            <a:chExt cx="8845" cy="1249"/>
          </a:xfrm>
        </p:grpSpPr>
        <p:sp>
          <p:nvSpPr>
            <p:cNvPr id="55" name="Text Box 197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855" y="6520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lstStyle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CC3300"/>
                  </a:solidFill>
                </a:rPr>
                <a:t>①</a:t>
              </a:r>
            </a:p>
          </p:txBody>
        </p:sp>
        <p:sp>
          <p:nvSpPr>
            <p:cNvPr id="56" name="Text Box 197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932" y="6520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lstStyle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accent2"/>
                  </a:solidFill>
                </a:rPr>
                <a:t>③</a:t>
              </a:r>
            </a:p>
          </p:txBody>
        </p:sp>
        <p:sp>
          <p:nvSpPr>
            <p:cNvPr id="57" name="Text Box 197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2303" y="646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lstStyle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990099"/>
                  </a:solidFill>
                </a:rPr>
                <a:t>②</a:t>
              </a:r>
            </a:p>
          </p:txBody>
        </p:sp>
        <p:cxnSp>
          <p:nvCxnSpPr>
            <p:cNvPr id="58" name="直接连接符 57"/>
            <p:cNvCxnSpPr/>
            <p:nvPr>
              <p:custDataLst>
                <p:tags r:id="rId33"/>
              </p:custDataLst>
            </p:nvPr>
          </p:nvCxnSpPr>
          <p:spPr bwMode="auto">
            <a:xfrm>
              <a:off x="4422" y="5896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59" name="Text Box 18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252" y="5613"/>
              <a:ext cx="62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778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16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+1</a:t>
              </a:r>
            </a:p>
          </p:txBody>
        </p:sp>
        <p:cxnSp>
          <p:nvCxnSpPr>
            <p:cNvPr id="60" name="直接连接符 59"/>
            <p:cNvCxnSpPr/>
            <p:nvPr>
              <p:custDataLst>
                <p:tags r:id="rId35"/>
              </p:custDataLst>
            </p:nvPr>
          </p:nvCxnSpPr>
          <p:spPr bwMode="auto">
            <a:xfrm>
              <a:off x="4252" y="6521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1" name="直接连接符 60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5333" y="6522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37"/>
              </p:custDataLst>
            </p:nvPr>
          </p:nvCxnSpPr>
          <p:spPr bwMode="auto">
            <a:xfrm>
              <a:off x="11792" y="6521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38"/>
              </p:custDataLst>
            </p:nvPr>
          </p:nvCxnSpPr>
          <p:spPr bwMode="auto">
            <a:xfrm>
              <a:off x="12246" y="5896"/>
              <a:ext cx="454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12246" y="6406"/>
              <a:ext cx="454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40"/>
              </p:custDataLst>
            </p:nvPr>
          </p:nvCxnSpPr>
          <p:spPr bwMode="auto">
            <a:xfrm>
              <a:off x="11339" y="5896"/>
              <a:ext cx="22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41"/>
              </p:custDataLst>
            </p:nvPr>
          </p:nvCxnSpPr>
          <p:spPr bwMode="auto">
            <a:xfrm>
              <a:off x="11339" y="5896"/>
              <a:ext cx="0" cy="96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7" name="Text Box 197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912" y="561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lstStyle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</a:rPr>
                <a:t>②</a:t>
              </a: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615945" y="3031105"/>
            <a:ext cx="1728470" cy="791845"/>
            <a:chOff x="9978" y="2494"/>
            <a:chExt cx="2722" cy="1247"/>
          </a:xfrm>
        </p:grpSpPr>
        <p:sp>
          <p:nvSpPr>
            <p:cNvPr id="70" name="Text Box 19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978" y="311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lstStyle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CC3300"/>
                  </a:solidFill>
                </a:rPr>
                <a:t>④</a:t>
              </a:r>
            </a:p>
          </p:txBody>
        </p:sp>
        <p:sp>
          <p:nvSpPr>
            <p:cNvPr id="71" name="Text Box 197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0942" y="311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lstStyle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accent2"/>
                  </a:solidFill>
                </a:rPr>
                <a:t>⑥</a:t>
              </a:r>
            </a:p>
          </p:txBody>
        </p:sp>
        <p:sp>
          <p:nvSpPr>
            <p:cNvPr id="72" name="Text Box 19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2303" y="340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lstStyle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990099"/>
                  </a:solidFill>
                </a:rPr>
                <a:t>⑤</a:t>
              </a:r>
            </a:p>
          </p:txBody>
        </p:sp>
        <p:cxnSp>
          <p:nvCxnSpPr>
            <p:cNvPr id="73" name="直接连接符 72"/>
            <p:cNvCxnSpPr/>
            <p:nvPr>
              <p:custDataLst>
                <p:tags r:id="rId23"/>
              </p:custDataLst>
            </p:nvPr>
          </p:nvCxnSpPr>
          <p:spPr bwMode="auto">
            <a:xfrm>
              <a:off x="10375" y="3118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10885" y="3132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5" name="直接连接符 74"/>
            <p:cNvCxnSpPr/>
            <p:nvPr>
              <p:custDataLst>
                <p:tags r:id="rId25"/>
              </p:custDataLst>
            </p:nvPr>
          </p:nvCxnSpPr>
          <p:spPr bwMode="auto">
            <a:xfrm>
              <a:off x="11792" y="3118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26"/>
              </p:custDataLst>
            </p:nvPr>
          </p:nvCxnSpPr>
          <p:spPr bwMode="auto">
            <a:xfrm>
              <a:off x="12246" y="2506"/>
              <a:ext cx="454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27"/>
              </p:custDataLst>
            </p:nvPr>
          </p:nvCxnSpPr>
          <p:spPr bwMode="auto">
            <a:xfrm flipH="1">
              <a:off x="12246" y="3016"/>
              <a:ext cx="454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28"/>
              </p:custDataLst>
            </p:nvPr>
          </p:nvCxnSpPr>
          <p:spPr bwMode="auto">
            <a:xfrm>
              <a:off x="11339" y="2494"/>
              <a:ext cx="22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29"/>
              </p:custDataLst>
            </p:nvPr>
          </p:nvCxnSpPr>
          <p:spPr bwMode="auto">
            <a:xfrm>
              <a:off x="11339" y="2494"/>
              <a:ext cx="0" cy="96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" name="组合 5"/>
          <p:cNvGrpSpPr/>
          <p:nvPr/>
        </p:nvGrpSpPr>
        <p:grpSpPr>
          <a:xfrm>
            <a:off x="5040000" y="2814960"/>
            <a:ext cx="719455" cy="756285"/>
            <a:chOff x="8137" y="4849"/>
            <a:chExt cx="1133" cy="1191"/>
          </a:xfrm>
        </p:grpSpPr>
        <p:sp>
          <p:nvSpPr>
            <p:cNvPr id="4" name="Text Box 1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137" y="5700"/>
              <a:ext cx="850" cy="340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(=00)</a:t>
              </a:r>
            </a:p>
          </p:txBody>
        </p:sp>
        <p:sp>
          <p:nvSpPr>
            <p:cNvPr id="5" name="Text Box 18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420" y="4849"/>
              <a:ext cx="850" cy="312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(=01)</a:t>
              </a:r>
            </a:p>
          </p:txBody>
        </p:sp>
      </p:grpSp>
      <p:sp>
        <p:nvSpPr>
          <p:cNvPr id="8" name="AutoShape 398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190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98">
            <a:hlinkClick r:id="rId96" action="ppaction://hlinksldjump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5148065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AutoShape 98">
            <a:hlinkClick r:id="rId97" action="ppaction://hlinksldjump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622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AutoShape 499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2988000" y="650794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AutoShape 62">
            <a:hlinkClick r:id="rId98" action="ppaction://hlinksldjump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16200000">
            <a:off x="406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" name="线形标注 2 2"/>
          <p:cNvSpPr/>
          <p:nvPr>
            <p:custDataLst>
              <p:tags r:id="rId9"/>
            </p:custDataLst>
          </p:nvPr>
        </p:nvSpPr>
        <p:spPr bwMode="auto">
          <a:xfrm>
            <a:off x="539115" y="4401041"/>
            <a:ext cx="1152000" cy="252095"/>
          </a:xfrm>
          <a:prstGeom prst="borderCallout2">
            <a:avLst>
              <a:gd name="adj1" fmla="val 52896"/>
              <a:gd name="adj2" fmla="val 100804"/>
              <a:gd name="adj3" fmla="val 54830"/>
              <a:gd name="adj4" fmla="val 121124"/>
              <a:gd name="adj5" fmla="val 64912"/>
              <a:gd name="adj6" fmla="val 223410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看</a:t>
            </a:r>
            <a:r>
              <a:rPr lang="zh-CN" sz="1600" b="1" dirty="0">
                <a:latin typeface="宋体" panose="02010600030101010101" pitchFamily="2" charset="-122"/>
              </a:rPr>
              <a:t>教材</a:t>
            </a:r>
            <a:r>
              <a:rPr lang="en-US" altLang="zh-CN" sz="1600" b="1" dirty="0">
                <a:latin typeface="宋体" panose="02010600030101010101" pitchFamily="2" charset="-122"/>
              </a:rPr>
              <a:t>P153</a:t>
            </a:r>
          </a:p>
        </p:txBody>
      </p:sp>
      <p:grpSp>
        <p:nvGrpSpPr>
          <p:cNvPr id="86" name="组合 85"/>
          <p:cNvGrpSpPr/>
          <p:nvPr/>
        </p:nvGrpSpPr>
        <p:grpSpPr>
          <a:xfrm>
            <a:off x="7275139" y="332656"/>
            <a:ext cx="1761357" cy="1296001"/>
            <a:chOff x="7039371" y="260647"/>
            <a:chExt cx="1761357" cy="1296001"/>
          </a:xfrm>
        </p:grpSpPr>
        <p:sp>
          <p:nvSpPr>
            <p:cNvPr id="87" name="Text Box 18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471667" y="260647"/>
              <a:ext cx="1060773" cy="129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7780" tIns="0" rIns="17780" bIns="10800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00100100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00111000 01100110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11011110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01001000</a:t>
              </a:r>
            </a:p>
          </p:txBody>
        </p:sp>
        <p:sp>
          <p:nvSpPr>
            <p:cNvPr id="88" name="Text Box 187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039371" y="260648"/>
              <a:ext cx="433388" cy="129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10H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11H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12H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13H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 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20H</a:t>
              </a:r>
            </a:p>
          </p:txBody>
        </p:sp>
        <p:sp>
          <p:nvSpPr>
            <p:cNvPr id="89" name="Line 188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7470081" y="475912"/>
              <a:ext cx="10623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90" name="Line 189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7470080" y="907912"/>
              <a:ext cx="10623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91" name="Line 190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7470080" y="1123912"/>
              <a:ext cx="10623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92" name="Line 191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7470080" y="1339912"/>
              <a:ext cx="10623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" name="Line 192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7471667" y="691912"/>
              <a:ext cx="10607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94" name="Text Box 19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532440" y="619912"/>
              <a:ext cx="268288" cy="75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10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存储器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10</a:t>
            </a:fld>
            <a:endParaRPr lang="en-US" altLang="zh-CN" dirty="0"/>
          </a:p>
        </p:txBody>
      </p:sp>
      <p:sp>
        <p:nvSpPr>
          <p:cNvPr id="43" name="Text Box 16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6672580" cy="53229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存数指令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ST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执行的过程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 指 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功能：</a:t>
            </a:r>
            <a:endParaRPr lang="zh-CN" altLang="en-US" sz="2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操作：</a:t>
            </a:r>
            <a:endParaRPr lang="en-US" altLang="zh-CN" sz="20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指令译码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功能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结果：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执行指令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功能：</a:t>
            </a: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数据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指令地址计算操作：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71801" y="764501"/>
            <a:ext cx="6264696" cy="48869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0"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kumimoji="0"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IR</a:t>
            </a:r>
            <a:r>
              <a:rPr kumimoji="0"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kumimoji="0"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M[(PC)]</a:t>
            </a:r>
            <a:r>
              <a:rPr kumimoji="0"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LD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①</a:t>
            </a:r>
            <a:r>
              <a:rPr lang="en-US" altLang="zh-CN" sz="2000" b="1" dirty="0">
                <a:latin typeface="+mn-lt"/>
                <a:sym typeface="+mn-ea"/>
              </a:rPr>
              <a:t>~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③</a:t>
            </a:r>
            <a:r>
              <a:rPr 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(IR)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38H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12H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，其余不变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不关注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识别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当前指令功能、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产生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操作控制信号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2000" b="1" spc="-200" dirty="0">
                <a:latin typeface="宋体" panose="02010600030101010101" pitchFamily="2" charset="-122"/>
                <a:sym typeface="+mn-ea"/>
              </a:rPr>
              <a:t>[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(R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2000" b="1" spc="-200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]←(R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，读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GPR-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MEM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当前指令的约定功能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数据操作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指令地址计算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④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MAR←(R0)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⑤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MDR←(R2)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⑥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M[(MAR)]←(MDR)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M[20H]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30H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，其余不变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传送指令不写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PSR)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无操作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(ST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为顺序型指令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728000" y="3933056"/>
            <a:ext cx="6300570" cy="1188085"/>
            <a:chOff x="1757" y="3912"/>
            <a:chExt cx="9922" cy="1871"/>
          </a:xfrm>
        </p:grpSpPr>
        <p:sp>
          <p:nvSpPr>
            <p:cNvPr id="31" name="Text Box 1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757" y="3912"/>
              <a:ext cx="9581" cy="187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4" name="Text Box 1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928" y="5388"/>
              <a:ext cx="822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数据通路结构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专用结构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[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同时可传送多个数据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])</a:t>
              </a:r>
            </a:p>
          </p:txBody>
        </p:sp>
        <p:cxnSp>
          <p:nvCxnSpPr>
            <p:cNvPr id="216" name="直接连接符 215"/>
            <p:cNvCxnSpPr/>
            <p:nvPr>
              <p:custDataLst>
                <p:tags r:id="rId19"/>
              </p:custDataLst>
            </p:nvPr>
          </p:nvCxnSpPr>
          <p:spPr bwMode="auto">
            <a:xfrm>
              <a:off x="3458" y="4025"/>
              <a:ext cx="368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5" name="Text Box 1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92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106" name="Text Box 1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891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107" name="Text Box 18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855" y="4708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cxnSp>
          <p:nvCxnSpPr>
            <p:cNvPr id="196" name="直接连接符 195"/>
            <p:cNvCxnSpPr/>
            <p:nvPr>
              <p:custDataLst>
                <p:tags r:id="rId23"/>
              </p:custDataLst>
            </p:nvPr>
          </p:nvCxnSpPr>
          <p:spPr bwMode="auto">
            <a:xfrm>
              <a:off x="215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7" name="直接连接符 196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238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8" name="直接连接符 197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3235" y="5048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9" name="直接连接符 198"/>
            <p:cNvCxnSpPr/>
            <p:nvPr>
              <p:custDataLst>
                <p:tags r:id="rId26"/>
              </p:custDataLst>
            </p:nvPr>
          </p:nvCxnSpPr>
          <p:spPr bwMode="auto">
            <a:xfrm>
              <a:off x="4252" y="505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0" name="直接连接符 445"/>
            <p:cNvCxnSpPr/>
            <p:nvPr>
              <p:custDataLst>
                <p:tags r:id="rId27"/>
              </p:custDataLst>
            </p:nvPr>
          </p:nvCxnSpPr>
          <p:spPr bwMode="auto">
            <a:xfrm>
              <a:off x="4252" y="4422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" name="直接连接符 13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3061" y="442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4" name="Text Box 18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835" y="4139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215" name="Text Box 1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572" y="4139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</p:txBody>
        </p:sp>
        <p:cxnSp>
          <p:nvCxnSpPr>
            <p:cNvPr id="217" name="直接连接符 216"/>
            <p:cNvCxnSpPr/>
            <p:nvPr>
              <p:custDataLst>
                <p:tags r:id="rId31"/>
              </p:custDataLst>
            </p:nvPr>
          </p:nvCxnSpPr>
          <p:spPr bwMode="auto">
            <a:xfrm>
              <a:off x="3458" y="4025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3458" y="4422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8" name="Text Box 10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8164" y="4251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101" name="直接连接符 100"/>
            <p:cNvCxnSpPr/>
            <p:nvPr>
              <p:custDataLst>
                <p:tags r:id="rId34"/>
              </p:custDataLst>
            </p:nvPr>
          </p:nvCxnSpPr>
          <p:spPr bwMode="auto">
            <a:xfrm>
              <a:off x="827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6" name="直接连接符 115"/>
            <p:cNvCxnSpPr/>
            <p:nvPr>
              <p:custDataLst>
                <p:tags r:id="rId35"/>
              </p:custDataLst>
            </p:nvPr>
          </p:nvCxnSpPr>
          <p:spPr bwMode="auto">
            <a:xfrm>
              <a:off x="8504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878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9" name="直接连接符 208"/>
            <p:cNvCxnSpPr/>
            <p:nvPr>
              <p:custDataLst>
                <p:tags r:id="rId37"/>
              </p:custDataLst>
            </p:nvPr>
          </p:nvCxnSpPr>
          <p:spPr bwMode="auto">
            <a:xfrm>
              <a:off x="7143" y="442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0" name="直接连接符 209"/>
            <p:cNvCxnSpPr/>
            <p:nvPr>
              <p:custDataLst>
                <p:tags r:id="rId38"/>
              </p:custDataLst>
            </p:nvPr>
          </p:nvCxnSpPr>
          <p:spPr bwMode="auto">
            <a:xfrm>
              <a:off x="7143" y="4876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1" name="Text Box 1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7200" y="408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IR.RD</a:t>
              </a:r>
            </a:p>
          </p:txBody>
        </p:sp>
        <p:sp>
          <p:nvSpPr>
            <p:cNvPr id="212" name="Text Box 18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973" y="493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IR.RS</a:t>
              </a:r>
            </a:p>
          </p:txBody>
        </p:sp>
        <p:cxnSp>
          <p:nvCxnSpPr>
            <p:cNvPr id="213" name="直接连接符 480"/>
            <p:cNvCxnSpPr/>
            <p:nvPr>
              <p:custDataLst>
                <p:tags r:id="rId41"/>
              </p:custDataLst>
            </p:nvPr>
          </p:nvCxnSpPr>
          <p:spPr bwMode="auto">
            <a:xfrm>
              <a:off x="7710" y="4421"/>
              <a:ext cx="45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18" name="直接连接符 217"/>
            <p:cNvCxnSpPr/>
            <p:nvPr>
              <p:custDataLst>
                <p:tags r:id="rId42"/>
              </p:custDataLst>
            </p:nvPr>
          </p:nvCxnSpPr>
          <p:spPr bwMode="auto">
            <a:xfrm>
              <a:off x="7143" y="4025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3" name="AutoShape 15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 rot="16200000">
              <a:off x="5102" y="4364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sp>
          <p:nvSpPr>
            <p:cNvPr id="104" name="Text Box 18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6236" y="4705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12" name="直接连接符 11"/>
            <p:cNvCxnSpPr/>
            <p:nvPr>
              <p:custDataLst>
                <p:tags r:id="rId45"/>
              </p:custDataLst>
            </p:nvPr>
          </p:nvCxnSpPr>
          <p:spPr bwMode="auto">
            <a:xfrm>
              <a:off x="6463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" name="直接连接符 12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6690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" name="直接连接符 445"/>
            <p:cNvCxnSpPr/>
            <p:nvPr>
              <p:custDataLst>
                <p:tags r:id="rId47"/>
              </p:custDataLst>
            </p:nvPr>
          </p:nvCxnSpPr>
          <p:spPr bwMode="auto">
            <a:xfrm>
              <a:off x="6576" y="447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5726" y="4478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445"/>
            <p:cNvCxnSpPr/>
            <p:nvPr>
              <p:custDataLst>
                <p:tags r:id="rId49"/>
              </p:custDataLst>
            </p:nvPr>
          </p:nvCxnSpPr>
          <p:spPr bwMode="auto">
            <a:xfrm>
              <a:off x="5953" y="4648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" name="直接连接符 22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5726" y="4648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/>
            <p:cNvCxnSpPr/>
            <p:nvPr>
              <p:custDataLst>
                <p:tags r:id="rId51"/>
              </p:custDataLst>
            </p:nvPr>
          </p:nvCxnSpPr>
          <p:spPr bwMode="auto">
            <a:xfrm>
              <a:off x="5046" y="4761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5" name="直接连接符 24"/>
            <p:cNvCxnSpPr/>
            <p:nvPr>
              <p:custDataLst>
                <p:tags r:id="rId52"/>
              </p:custDataLst>
            </p:nvPr>
          </p:nvCxnSpPr>
          <p:spPr bwMode="auto">
            <a:xfrm>
              <a:off x="5046" y="4761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53"/>
              </p:custDataLst>
            </p:nvPr>
          </p:nvCxnSpPr>
          <p:spPr bwMode="auto">
            <a:xfrm>
              <a:off x="4876" y="4364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54"/>
              </p:custDataLst>
            </p:nvPr>
          </p:nvCxnSpPr>
          <p:spPr bwMode="auto">
            <a:xfrm>
              <a:off x="4876" y="4364"/>
              <a:ext cx="0" cy="102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8" name="Text Box 18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9474" y="425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110" name="Text Box 18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946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113" name="Text Box 23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0602" y="4252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总线逻辑</a:t>
              </a:r>
            </a:p>
          </p:txBody>
        </p:sp>
        <p:cxnSp>
          <p:nvCxnSpPr>
            <p:cNvPr id="16" name="直接连接符 15"/>
            <p:cNvCxnSpPr/>
            <p:nvPr>
              <p:custDataLst>
                <p:tags r:id="rId58"/>
              </p:custDataLst>
            </p:nvPr>
          </p:nvCxnSpPr>
          <p:spPr bwMode="auto">
            <a:xfrm>
              <a:off x="969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5" name="直接连接符 204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992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6" name="直接连接符 205"/>
            <p:cNvCxnSpPr/>
            <p:nvPr>
              <p:custDataLst>
                <p:tags r:id="rId60"/>
              </p:custDataLst>
            </p:nvPr>
          </p:nvCxnSpPr>
          <p:spPr bwMode="auto">
            <a:xfrm>
              <a:off x="10148" y="442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7" name="直接连接符 206"/>
            <p:cNvCxnSpPr/>
            <p:nvPr>
              <p:custDataLst>
                <p:tags r:id="rId61"/>
              </p:custDataLst>
            </p:nvPr>
          </p:nvCxnSpPr>
          <p:spPr bwMode="auto">
            <a:xfrm>
              <a:off x="10148" y="48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8" name="直接连接符 207"/>
            <p:cNvCxnSpPr/>
            <p:nvPr>
              <p:custDataLst>
                <p:tags r:id="rId62"/>
              </p:custDataLst>
            </p:nvPr>
          </p:nvCxnSpPr>
          <p:spPr bwMode="auto">
            <a:xfrm flipH="1">
              <a:off x="10148" y="493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63"/>
              </p:custDataLst>
            </p:nvPr>
          </p:nvCxnSpPr>
          <p:spPr bwMode="auto">
            <a:xfrm>
              <a:off x="9241" y="4422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64"/>
              </p:custDataLst>
            </p:nvPr>
          </p:nvCxnSpPr>
          <p:spPr bwMode="auto">
            <a:xfrm>
              <a:off x="9241" y="4422"/>
              <a:ext cx="0" cy="96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>
              <p:custDataLst>
                <p:tags r:id="rId65"/>
              </p:custDataLst>
            </p:nvPr>
          </p:nvCxnSpPr>
          <p:spPr bwMode="auto">
            <a:xfrm>
              <a:off x="11339" y="442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66"/>
              </p:custDataLst>
            </p:nvPr>
          </p:nvCxnSpPr>
          <p:spPr bwMode="auto">
            <a:xfrm>
              <a:off x="11339" y="487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67"/>
              </p:custDataLst>
            </p:nvPr>
          </p:nvCxnSpPr>
          <p:spPr bwMode="auto">
            <a:xfrm>
              <a:off x="11339" y="4649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69" name="组合 68"/>
          <p:cNvGrpSpPr/>
          <p:nvPr/>
        </p:nvGrpSpPr>
        <p:grpSpPr>
          <a:xfrm>
            <a:off x="5615945" y="4257056"/>
            <a:ext cx="1728470" cy="612140"/>
            <a:chOff x="9978" y="2494"/>
            <a:chExt cx="2722" cy="964"/>
          </a:xfrm>
        </p:grpSpPr>
        <p:sp>
          <p:nvSpPr>
            <p:cNvPr id="70" name="Text Box 19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978" y="311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lstStyle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CC3300"/>
                  </a:solidFill>
                </a:rPr>
                <a:t>④</a:t>
              </a:r>
            </a:p>
          </p:txBody>
        </p:sp>
        <p:sp>
          <p:nvSpPr>
            <p:cNvPr id="71" name="Text Box 19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942" y="311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lstStyle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accent2"/>
                  </a:solidFill>
                </a:rPr>
                <a:t>⑤</a:t>
              </a:r>
            </a:p>
          </p:txBody>
        </p:sp>
        <p:sp>
          <p:nvSpPr>
            <p:cNvPr id="72" name="Text Box 19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2303" y="311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lstStyle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990099"/>
                  </a:solidFill>
                </a:rPr>
                <a:t>⑥</a:t>
              </a:r>
            </a:p>
          </p:txBody>
        </p:sp>
        <p:cxnSp>
          <p:nvCxnSpPr>
            <p:cNvPr id="73" name="直接连接符 72"/>
            <p:cNvCxnSpPr/>
            <p:nvPr>
              <p:custDataLst>
                <p:tags r:id="rId10"/>
              </p:custDataLst>
            </p:nvPr>
          </p:nvCxnSpPr>
          <p:spPr bwMode="auto">
            <a:xfrm>
              <a:off x="10375" y="3118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10602" y="3118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75" name="直接连接符 74"/>
            <p:cNvCxnSpPr/>
            <p:nvPr>
              <p:custDataLst>
                <p:tags r:id="rId12"/>
              </p:custDataLst>
            </p:nvPr>
          </p:nvCxnSpPr>
          <p:spPr bwMode="auto">
            <a:xfrm>
              <a:off x="12019" y="3118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13"/>
              </p:custDataLst>
            </p:nvPr>
          </p:nvCxnSpPr>
          <p:spPr bwMode="auto">
            <a:xfrm>
              <a:off x="12246" y="2506"/>
              <a:ext cx="454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12246" y="2891"/>
              <a:ext cx="454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15"/>
              </p:custDataLst>
            </p:nvPr>
          </p:nvCxnSpPr>
          <p:spPr bwMode="auto">
            <a:xfrm>
              <a:off x="11339" y="2494"/>
              <a:ext cx="22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16"/>
              </p:custDataLst>
            </p:nvPr>
          </p:nvCxnSpPr>
          <p:spPr bwMode="auto">
            <a:xfrm>
              <a:off x="11339" y="2494"/>
              <a:ext cx="0" cy="96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" name="组合 5"/>
          <p:cNvGrpSpPr/>
          <p:nvPr/>
        </p:nvGrpSpPr>
        <p:grpSpPr>
          <a:xfrm>
            <a:off x="5040000" y="4041056"/>
            <a:ext cx="719455" cy="756285"/>
            <a:chOff x="8137" y="4849"/>
            <a:chExt cx="1133" cy="1191"/>
          </a:xfrm>
        </p:grpSpPr>
        <p:sp>
          <p:nvSpPr>
            <p:cNvPr id="4" name="Text Box 1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137" y="5700"/>
              <a:ext cx="850" cy="340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(=00)</a:t>
              </a:r>
            </a:p>
          </p:txBody>
        </p:sp>
        <p:sp>
          <p:nvSpPr>
            <p:cNvPr id="5" name="Text Box 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420" y="4849"/>
              <a:ext cx="850" cy="312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(=10)</a:t>
              </a:r>
            </a:p>
          </p:txBody>
        </p:sp>
      </p:grpSp>
      <p:sp>
        <p:nvSpPr>
          <p:cNvPr id="8" name="AutoShape 398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5400000">
            <a:off x="298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AutoShape 62">
            <a:hlinkClick r:id="rId69" action="ppaction://hlinksldjump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6200000">
            <a:off x="406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11</a:t>
            </a:fld>
            <a:endParaRPr lang="en-US" altLang="zh-CN" dirty="0"/>
          </a:p>
        </p:txBody>
      </p:sp>
      <p:sp>
        <p:nvSpPr>
          <p:cNvPr id="35" name="Text Box 16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6672580" cy="41815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减法指令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SUB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执行的过程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 指 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操作：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指令译码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执行指令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数据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指令地址计算操作：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71800" y="764656"/>
            <a:ext cx="5936615" cy="37338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LD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①</a:t>
            </a:r>
            <a:r>
              <a:rPr lang="en-US" altLang="zh-CN" sz="2000" b="1" dirty="0">
                <a:sym typeface="+mn-ea"/>
              </a:rPr>
              <a:t>~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③</a:t>
            </a:r>
            <a:r>
              <a:rPr 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(IR)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66H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13H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，其余不变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R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←(R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－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(R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，读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GPR-ALU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运算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GPR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④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R1←(R1)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－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(R2)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(R1)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18H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PSR.ZF/CF/SF/OF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0/0/0/0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无操作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(SUB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为顺序型指令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728000" y="2852936"/>
            <a:ext cx="6300570" cy="1188085"/>
            <a:chOff x="1757" y="3912"/>
            <a:chExt cx="9922" cy="1871"/>
          </a:xfrm>
        </p:grpSpPr>
        <p:sp>
          <p:nvSpPr>
            <p:cNvPr id="38" name="Text Box 1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757" y="3912"/>
              <a:ext cx="9581" cy="187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9" name="Text Box 18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928" y="5388"/>
              <a:ext cx="822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数据通路结构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专用结构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[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同时可传送多个数据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])</a:t>
              </a:r>
            </a:p>
          </p:txBody>
        </p:sp>
        <p:cxnSp>
          <p:nvCxnSpPr>
            <p:cNvPr id="40" name="直接连接符 39"/>
            <p:cNvCxnSpPr/>
            <p:nvPr>
              <p:custDataLst>
                <p:tags r:id="rId23"/>
              </p:custDataLst>
            </p:nvPr>
          </p:nvCxnSpPr>
          <p:spPr bwMode="auto">
            <a:xfrm>
              <a:off x="3458" y="4025"/>
              <a:ext cx="368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Text Box 18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92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48" name="Text Box 18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891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54" name="Text Box 1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855" y="4708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cxnSp>
          <p:nvCxnSpPr>
            <p:cNvPr id="55" name="直接连接符 54"/>
            <p:cNvCxnSpPr/>
            <p:nvPr>
              <p:custDataLst>
                <p:tags r:id="rId27"/>
              </p:custDataLst>
            </p:nvPr>
          </p:nvCxnSpPr>
          <p:spPr bwMode="auto">
            <a:xfrm>
              <a:off x="215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238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3235" y="5048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8" name="直接连接符 57"/>
            <p:cNvCxnSpPr/>
            <p:nvPr>
              <p:custDataLst>
                <p:tags r:id="rId30"/>
              </p:custDataLst>
            </p:nvPr>
          </p:nvCxnSpPr>
          <p:spPr bwMode="auto">
            <a:xfrm>
              <a:off x="4252" y="505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9" name="直接连接符 445"/>
            <p:cNvCxnSpPr/>
            <p:nvPr>
              <p:custDataLst>
                <p:tags r:id="rId31"/>
              </p:custDataLst>
            </p:nvPr>
          </p:nvCxnSpPr>
          <p:spPr bwMode="auto">
            <a:xfrm>
              <a:off x="4252" y="4422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3061" y="442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1" name="Text Box 18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2835" y="4139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62" name="Text Box 18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3572" y="4139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</p:txBody>
        </p:sp>
        <p:cxnSp>
          <p:nvCxnSpPr>
            <p:cNvPr id="63" name="直接连接符 62"/>
            <p:cNvCxnSpPr/>
            <p:nvPr>
              <p:custDataLst>
                <p:tags r:id="rId35"/>
              </p:custDataLst>
            </p:nvPr>
          </p:nvCxnSpPr>
          <p:spPr bwMode="auto">
            <a:xfrm>
              <a:off x="3458" y="4025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3458" y="4422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6" name="Text Box 10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8164" y="4251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67" name="直接连接符 66"/>
            <p:cNvCxnSpPr/>
            <p:nvPr>
              <p:custDataLst>
                <p:tags r:id="rId38"/>
              </p:custDataLst>
            </p:nvPr>
          </p:nvCxnSpPr>
          <p:spPr bwMode="auto">
            <a:xfrm>
              <a:off x="827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39"/>
              </p:custDataLst>
            </p:nvPr>
          </p:nvCxnSpPr>
          <p:spPr bwMode="auto">
            <a:xfrm>
              <a:off x="8504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878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41"/>
              </p:custDataLst>
            </p:nvPr>
          </p:nvCxnSpPr>
          <p:spPr bwMode="auto">
            <a:xfrm>
              <a:off x="7143" y="442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42"/>
              </p:custDataLst>
            </p:nvPr>
          </p:nvCxnSpPr>
          <p:spPr bwMode="auto">
            <a:xfrm>
              <a:off x="7143" y="4876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4" name="Text Box 18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7200" y="408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IR.RD</a:t>
              </a:r>
            </a:p>
          </p:txBody>
        </p:sp>
        <p:sp>
          <p:nvSpPr>
            <p:cNvPr id="75" name="Text Box 18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6973" y="493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IR.RS</a:t>
              </a:r>
            </a:p>
          </p:txBody>
        </p:sp>
        <p:cxnSp>
          <p:nvCxnSpPr>
            <p:cNvPr id="76" name="直接连接符 480"/>
            <p:cNvCxnSpPr/>
            <p:nvPr>
              <p:custDataLst>
                <p:tags r:id="rId45"/>
              </p:custDataLst>
            </p:nvPr>
          </p:nvCxnSpPr>
          <p:spPr bwMode="auto">
            <a:xfrm>
              <a:off x="7710" y="4421"/>
              <a:ext cx="45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46"/>
              </p:custDataLst>
            </p:nvPr>
          </p:nvCxnSpPr>
          <p:spPr bwMode="auto">
            <a:xfrm>
              <a:off x="7143" y="4025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AutoShape 15"/>
            <p:cNvSpPr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 rot="16200000">
              <a:off x="5102" y="4364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sp>
          <p:nvSpPr>
            <p:cNvPr id="79" name="Text Box 18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6236" y="4705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80" name="直接连接符 79"/>
            <p:cNvCxnSpPr/>
            <p:nvPr>
              <p:custDataLst>
                <p:tags r:id="rId49"/>
              </p:custDataLst>
            </p:nvPr>
          </p:nvCxnSpPr>
          <p:spPr bwMode="auto">
            <a:xfrm>
              <a:off x="6463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6690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2" name="直接连接符 445"/>
            <p:cNvCxnSpPr/>
            <p:nvPr>
              <p:custDataLst>
                <p:tags r:id="rId51"/>
              </p:custDataLst>
            </p:nvPr>
          </p:nvCxnSpPr>
          <p:spPr bwMode="auto">
            <a:xfrm>
              <a:off x="6576" y="447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5726" y="4478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445"/>
            <p:cNvCxnSpPr/>
            <p:nvPr>
              <p:custDataLst>
                <p:tags r:id="rId53"/>
              </p:custDataLst>
            </p:nvPr>
          </p:nvCxnSpPr>
          <p:spPr bwMode="auto">
            <a:xfrm>
              <a:off x="5953" y="4648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5" name="直接连接符 84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5726" y="4648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/>
            <p:nvPr>
              <p:custDataLst>
                <p:tags r:id="rId55"/>
              </p:custDataLst>
            </p:nvPr>
          </p:nvCxnSpPr>
          <p:spPr bwMode="auto">
            <a:xfrm>
              <a:off x="5046" y="4761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7" name="直接连接符 86"/>
            <p:cNvCxnSpPr/>
            <p:nvPr>
              <p:custDataLst>
                <p:tags r:id="rId56"/>
              </p:custDataLst>
            </p:nvPr>
          </p:nvCxnSpPr>
          <p:spPr bwMode="auto">
            <a:xfrm>
              <a:off x="5046" y="4761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连接符 87"/>
            <p:cNvCxnSpPr/>
            <p:nvPr>
              <p:custDataLst>
                <p:tags r:id="rId57"/>
              </p:custDataLst>
            </p:nvPr>
          </p:nvCxnSpPr>
          <p:spPr bwMode="auto">
            <a:xfrm>
              <a:off x="4876" y="4364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9" name="直接连接符 88"/>
            <p:cNvCxnSpPr/>
            <p:nvPr>
              <p:custDataLst>
                <p:tags r:id="rId58"/>
              </p:custDataLst>
            </p:nvPr>
          </p:nvCxnSpPr>
          <p:spPr bwMode="auto">
            <a:xfrm>
              <a:off x="4876" y="4364"/>
              <a:ext cx="0" cy="102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0" name="Text Box 18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9474" y="425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91" name="Text Box 18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946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92" name="Text Box 23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10602" y="4252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总线逻辑</a:t>
              </a:r>
            </a:p>
          </p:txBody>
        </p:sp>
        <p:cxnSp>
          <p:nvCxnSpPr>
            <p:cNvPr id="93" name="直接连接符 92"/>
            <p:cNvCxnSpPr/>
            <p:nvPr>
              <p:custDataLst>
                <p:tags r:id="rId62"/>
              </p:custDataLst>
            </p:nvPr>
          </p:nvCxnSpPr>
          <p:spPr bwMode="auto">
            <a:xfrm>
              <a:off x="969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4" name="直接连接符 93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992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5" name="直接连接符 94"/>
            <p:cNvCxnSpPr/>
            <p:nvPr>
              <p:custDataLst>
                <p:tags r:id="rId64"/>
              </p:custDataLst>
            </p:nvPr>
          </p:nvCxnSpPr>
          <p:spPr bwMode="auto">
            <a:xfrm>
              <a:off x="10148" y="442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6" name="直接连接符 95"/>
            <p:cNvCxnSpPr/>
            <p:nvPr>
              <p:custDataLst>
                <p:tags r:id="rId65"/>
              </p:custDataLst>
            </p:nvPr>
          </p:nvCxnSpPr>
          <p:spPr bwMode="auto">
            <a:xfrm>
              <a:off x="10148" y="48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7" name="直接连接符 96"/>
            <p:cNvCxnSpPr/>
            <p:nvPr>
              <p:custDataLst>
                <p:tags r:id="rId66"/>
              </p:custDataLst>
            </p:nvPr>
          </p:nvCxnSpPr>
          <p:spPr bwMode="auto">
            <a:xfrm flipH="1">
              <a:off x="10148" y="493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67"/>
              </p:custDataLst>
            </p:nvPr>
          </p:nvCxnSpPr>
          <p:spPr bwMode="auto">
            <a:xfrm>
              <a:off x="9241" y="4422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68"/>
              </p:custDataLst>
            </p:nvPr>
          </p:nvCxnSpPr>
          <p:spPr bwMode="auto">
            <a:xfrm>
              <a:off x="9241" y="4422"/>
              <a:ext cx="0" cy="96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69"/>
              </p:custDataLst>
            </p:nvPr>
          </p:nvCxnSpPr>
          <p:spPr bwMode="auto">
            <a:xfrm>
              <a:off x="11339" y="442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70"/>
              </p:custDataLst>
            </p:nvPr>
          </p:nvCxnSpPr>
          <p:spPr bwMode="auto">
            <a:xfrm>
              <a:off x="11339" y="487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111" name="直接连接符 110"/>
            <p:cNvCxnSpPr/>
            <p:nvPr>
              <p:custDataLst>
                <p:tags r:id="rId71"/>
              </p:custDataLst>
            </p:nvPr>
          </p:nvCxnSpPr>
          <p:spPr bwMode="auto">
            <a:xfrm>
              <a:off x="11339" y="4649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53" name="Text Box 52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87999" y="4653200"/>
            <a:ext cx="5327686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 marL="271780" indent="-271780" algn="l">
              <a:lnSpc>
                <a:spcPct val="114000"/>
              </a:lnSpc>
              <a:defRPr sz="2000" b="1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思考：</a:t>
            </a:r>
            <a:r>
              <a:rPr lang="zh-CN" altLang="en-US" sz="1800" dirty="0">
                <a:solidFill>
                  <a:schemeClr val="tx1"/>
                </a:solidFill>
              </a:rPr>
              <a:t>若</a:t>
            </a:r>
            <a:r>
              <a:rPr lang="en-US" altLang="zh-CN" sz="1800" dirty="0">
                <a:solidFill>
                  <a:schemeClr val="tx1"/>
                </a:solidFill>
              </a:rPr>
              <a:t>M[12H]=56H</a:t>
            </a:r>
            <a:r>
              <a:rPr lang="zh-CN" altLang="en-US" sz="1800" dirty="0">
                <a:solidFill>
                  <a:schemeClr val="tx1"/>
                </a:solidFill>
              </a:rPr>
              <a:t>，执行指令阶段的数据操作是</a:t>
            </a:r>
            <a:r>
              <a:rPr lang="en-US" altLang="zh-CN" sz="1800" dirty="0">
                <a:solidFill>
                  <a:schemeClr val="tx1"/>
                </a:solidFill>
              </a:rPr>
              <a:t>?</a:t>
            </a:r>
          </a:p>
        </p:txBody>
      </p:sp>
      <p:grpSp>
        <p:nvGrpSpPr>
          <p:cNvPr id="155" name="组合 154"/>
          <p:cNvGrpSpPr/>
          <p:nvPr/>
        </p:nvGrpSpPr>
        <p:grpSpPr>
          <a:xfrm>
            <a:off x="3707765" y="3140756"/>
            <a:ext cx="2484120" cy="657225"/>
            <a:chOff x="5839" y="4932"/>
            <a:chExt cx="3912" cy="1035"/>
          </a:xfrm>
        </p:grpSpPr>
        <p:sp>
          <p:nvSpPr>
            <p:cNvPr id="132" name="Text Box 19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066" y="561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lstStyle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C00000"/>
                  </a:solidFill>
                </a:rPr>
                <a:t>④</a:t>
              </a:r>
            </a:p>
          </p:txBody>
        </p:sp>
        <p:cxnSp>
          <p:nvCxnSpPr>
            <p:cNvPr id="133" name="直接连接符 132"/>
            <p:cNvCxnSpPr/>
            <p:nvPr>
              <p:custDataLst>
                <p:tags r:id="rId10"/>
              </p:custDataLst>
            </p:nvPr>
          </p:nvCxnSpPr>
          <p:spPr bwMode="auto">
            <a:xfrm>
              <a:off x="9241" y="5613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4" name="直接连接符 133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9751" y="5627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5" name="直接连接符 134"/>
            <p:cNvCxnSpPr/>
            <p:nvPr>
              <p:custDataLst>
                <p:tags r:id="rId12"/>
              </p:custDataLst>
            </p:nvPr>
          </p:nvCxnSpPr>
          <p:spPr bwMode="auto">
            <a:xfrm>
              <a:off x="6917" y="5216"/>
              <a:ext cx="0" cy="737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8" name="直接连接符 137"/>
            <p:cNvCxnSpPr/>
            <p:nvPr>
              <p:custDataLst>
                <p:tags r:id="rId13"/>
              </p:custDataLst>
            </p:nvPr>
          </p:nvCxnSpPr>
          <p:spPr bwMode="auto">
            <a:xfrm>
              <a:off x="5839" y="4932"/>
              <a:ext cx="39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9" name="直接连接符 138"/>
            <p:cNvCxnSpPr/>
            <p:nvPr>
              <p:custDataLst>
                <p:tags r:id="rId14"/>
              </p:custDataLst>
            </p:nvPr>
          </p:nvCxnSpPr>
          <p:spPr bwMode="auto">
            <a:xfrm>
              <a:off x="5839" y="4932"/>
              <a:ext cx="0" cy="102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直接连接符 145"/>
            <p:cNvCxnSpPr/>
            <p:nvPr>
              <p:custDataLst>
                <p:tags r:id="rId15"/>
              </p:custDataLst>
            </p:nvPr>
          </p:nvCxnSpPr>
          <p:spPr bwMode="auto">
            <a:xfrm>
              <a:off x="6009" y="5329"/>
              <a:ext cx="22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7" name="直接连接符 146"/>
            <p:cNvCxnSpPr/>
            <p:nvPr>
              <p:custDataLst>
                <p:tags r:id="rId16"/>
              </p:custDataLst>
            </p:nvPr>
          </p:nvCxnSpPr>
          <p:spPr bwMode="auto">
            <a:xfrm>
              <a:off x="6009" y="5329"/>
              <a:ext cx="0" cy="62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接连接符 445"/>
            <p:cNvCxnSpPr/>
            <p:nvPr>
              <p:custDataLst>
                <p:tags r:id="rId17"/>
              </p:custDataLst>
            </p:nvPr>
          </p:nvCxnSpPr>
          <p:spPr bwMode="auto">
            <a:xfrm>
              <a:off x="7540" y="5046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6690" y="5046"/>
              <a:ext cx="85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直接连接符 149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6690" y="5216"/>
              <a:ext cx="22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直接连接符 153"/>
            <p:cNvCxnSpPr/>
            <p:nvPr>
              <p:custDataLst>
                <p:tags r:id="rId20"/>
              </p:custDataLst>
            </p:nvPr>
          </p:nvCxnSpPr>
          <p:spPr bwMode="auto">
            <a:xfrm>
              <a:off x="9468" y="5613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6" name="组合 5"/>
          <p:cNvGrpSpPr/>
          <p:nvPr/>
        </p:nvGrpSpPr>
        <p:grpSpPr>
          <a:xfrm>
            <a:off x="5040000" y="2960936"/>
            <a:ext cx="719455" cy="756285"/>
            <a:chOff x="8137" y="4849"/>
            <a:chExt cx="1133" cy="1191"/>
          </a:xfrm>
        </p:grpSpPr>
        <p:sp>
          <p:nvSpPr>
            <p:cNvPr id="4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137" y="5700"/>
              <a:ext cx="850" cy="340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(=10)</a:t>
              </a:r>
            </a:p>
          </p:txBody>
        </p:sp>
        <p:sp>
          <p:nvSpPr>
            <p:cNvPr id="5" name="Text Box 1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420" y="4849"/>
              <a:ext cx="850" cy="312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(=01)</a:t>
              </a:r>
            </a:p>
          </p:txBody>
        </p:sp>
      </p:grpSp>
      <p:sp>
        <p:nvSpPr>
          <p:cNvPr id="3" name="AutoShape 62">
            <a:hlinkClick r:id="rId73" action="ppaction://hlinksldjump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6200000">
            <a:off x="6228000" y="6516000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" name="AutoShape 62">
            <a:hlinkClick r:id="rId74" action="ppaction://hlinksldjump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6200000">
            <a:off x="5148000" y="6516000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01" name="Text Box 523">
            <a:extLst>
              <a:ext uri="{FF2B5EF4-FFF2-40B4-BE49-F238E27FC236}">
                <a16:creationId xmlns:a16="http://schemas.microsoft.com/office/drawing/2014/main" id="{DD96C5D5-7729-46D1-9307-5C6F8A45F48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404392" y="5013240"/>
            <a:ext cx="6696000" cy="576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>
            <a:defPPr>
              <a:defRPr lang="zh-CN"/>
            </a:defPPr>
            <a:lvl1pPr marL="271780" indent="-271780" algn="l">
              <a:lnSpc>
                <a:spcPct val="114000"/>
              </a:lnSpc>
              <a:defRPr sz="2000" b="1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指令功能：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R1←(R1)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M[(R2)]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数据操作：④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MAR←(R2)</a:t>
            </a:r>
            <a:r>
              <a:rPr lang="zh-CN" altLang="zh-CN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⑤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MDR←M[(MAR)]</a:t>
            </a:r>
            <a:r>
              <a:rPr lang="zh-CN" altLang="zh-CN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⑥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R1←(R1)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(MDR)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animBg="1"/>
      <p:bldP spid="10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12</a:t>
            </a:fld>
            <a:endParaRPr lang="en-US" altLang="zh-CN" dirty="0"/>
          </a:p>
        </p:txBody>
      </p:sp>
      <p:sp>
        <p:nvSpPr>
          <p:cNvPr id="35" name="Text Box 16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6672580" cy="36814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分支指令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JNZ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执行的过程：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 指 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操作：</a:t>
            </a:r>
            <a:endParaRPr lang="en-US" altLang="zh-CN" sz="20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指令译码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执行指令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数据操作：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指令地址计算操作：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结果：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6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71800" y="764696"/>
            <a:ext cx="6369496" cy="31941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SUB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①</a:t>
            </a:r>
            <a:r>
              <a:rPr lang="en-US" altLang="zh-CN" sz="2000" b="1" dirty="0">
                <a:sym typeface="+mn-ea"/>
              </a:rPr>
              <a:t>~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③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(IR)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DEH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14H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，其余不变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  为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JNZ 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1110B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ALU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运算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 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PSR.ZF=0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，读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ExtU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无需控制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无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CU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判断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PSR.ZF)  </a:t>
            </a:r>
            <a:r>
              <a:rPr lang="en-US" altLang="zh-CN" sz="1800" b="1" baseline="-25000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←PSR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作为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CU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的输入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无</a:t>
            </a: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④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PC←(PC)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 err="1">
                <a:latin typeface="宋体" panose="02010600030101010101" pitchFamily="2" charset="-122"/>
                <a:sym typeface="+mn-ea"/>
              </a:rPr>
              <a:t>ExtU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(PC)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12H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728000" y="4005064"/>
            <a:ext cx="6300570" cy="1188085"/>
            <a:chOff x="1757" y="3912"/>
            <a:chExt cx="9922" cy="1871"/>
          </a:xfrm>
        </p:grpSpPr>
        <p:sp>
          <p:nvSpPr>
            <p:cNvPr id="38" name="Text Box 1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757" y="3912"/>
              <a:ext cx="9581" cy="187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9" name="Text Box 1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928" y="5388"/>
              <a:ext cx="822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数据通路结构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专用结构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[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同时可传送多个数据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])</a:t>
              </a:r>
            </a:p>
          </p:txBody>
        </p:sp>
        <p:cxnSp>
          <p:nvCxnSpPr>
            <p:cNvPr id="40" name="直接连接符 39"/>
            <p:cNvCxnSpPr/>
            <p:nvPr>
              <p:custDataLst>
                <p:tags r:id="rId19"/>
              </p:custDataLst>
            </p:nvPr>
          </p:nvCxnSpPr>
          <p:spPr bwMode="auto">
            <a:xfrm>
              <a:off x="3458" y="4025"/>
              <a:ext cx="368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Text Box 1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92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48" name="Text Box 1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891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54" name="Text Box 18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855" y="4708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cxnSp>
          <p:nvCxnSpPr>
            <p:cNvPr id="55" name="直接连接符 54"/>
            <p:cNvCxnSpPr/>
            <p:nvPr>
              <p:custDataLst>
                <p:tags r:id="rId23"/>
              </p:custDataLst>
            </p:nvPr>
          </p:nvCxnSpPr>
          <p:spPr bwMode="auto">
            <a:xfrm>
              <a:off x="215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238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3235" y="5048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8" name="直接连接符 57"/>
            <p:cNvCxnSpPr/>
            <p:nvPr>
              <p:custDataLst>
                <p:tags r:id="rId26"/>
              </p:custDataLst>
            </p:nvPr>
          </p:nvCxnSpPr>
          <p:spPr bwMode="auto">
            <a:xfrm>
              <a:off x="4252" y="505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9" name="直接连接符 445"/>
            <p:cNvCxnSpPr/>
            <p:nvPr>
              <p:custDataLst>
                <p:tags r:id="rId27"/>
              </p:custDataLst>
            </p:nvPr>
          </p:nvCxnSpPr>
          <p:spPr bwMode="auto">
            <a:xfrm>
              <a:off x="4252" y="4422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3061" y="442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1" name="Text Box 18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835" y="4139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62" name="Text Box 1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572" y="4139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</p:txBody>
        </p:sp>
        <p:cxnSp>
          <p:nvCxnSpPr>
            <p:cNvPr id="63" name="直接连接符 62"/>
            <p:cNvCxnSpPr/>
            <p:nvPr>
              <p:custDataLst>
                <p:tags r:id="rId31"/>
              </p:custDataLst>
            </p:nvPr>
          </p:nvCxnSpPr>
          <p:spPr bwMode="auto">
            <a:xfrm>
              <a:off x="3458" y="4025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3458" y="4422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6" name="Text Box 10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8164" y="4251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67" name="直接连接符 66"/>
            <p:cNvCxnSpPr/>
            <p:nvPr>
              <p:custDataLst>
                <p:tags r:id="rId34"/>
              </p:custDataLst>
            </p:nvPr>
          </p:nvCxnSpPr>
          <p:spPr bwMode="auto">
            <a:xfrm>
              <a:off x="827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35"/>
              </p:custDataLst>
            </p:nvPr>
          </p:nvCxnSpPr>
          <p:spPr bwMode="auto">
            <a:xfrm>
              <a:off x="8504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878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37"/>
              </p:custDataLst>
            </p:nvPr>
          </p:nvCxnSpPr>
          <p:spPr bwMode="auto">
            <a:xfrm>
              <a:off x="7143" y="442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38"/>
              </p:custDataLst>
            </p:nvPr>
          </p:nvCxnSpPr>
          <p:spPr bwMode="auto">
            <a:xfrm>
              <a:off x="7143" y="4876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4" name="Text Box 1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7200" y="408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IR.RD</a:t>
              </a:r>
            </a:p>
          </p:txBody>
        </p:sp>
        <p:sp>
          <p:nvSpPr>
            <p:cNvPr id="75" name="Text Box 18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973" y="493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IR.RS</a:t>
              </a:r>
            </a:p>
          </p:txBody>
        </p:sp>
        <p:cxnSp>
          <p:nvCxnSpPr>
            <p:cNvPr id="76" name="直接连接符 480"/>
            <p:cNvCxnSpPr/>
            <p:nvPr>
              <p:custDataLst>
                <p:tags r:id="rId41"/>
              </p:custDataLst>
            </p:nvPr>
          </p:nvCxnSpPr>
          <p:spPr bwMode="auto">
            <a:xfrm>
              <a:off x="7710" y="4421"/>
              <a:ext cx="45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42"/>
              </p:custDataLst>
            </p:nvPr>
          </p:nvCxnSpPr>
          <p:spPr bwMode="auto">
            <a:xfrm>
              <a:off x="7143" y="4025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AutoShape 15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 rot="16200000">
              <a:off x="5102" y="4364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sp>
          <p:nvSpPr>
            <p:cNvPr id="79" name="Text Box 18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6236" y="4705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80" name="直接连接符 79"/>
            <p:cNvCxnSpPr/>
            <p:nvPr>
              <p:custDataLst>
                <p:tags r:id="rId45"/>
              </p:custDataLst>
            </p:nvPr>
          </p:nvCxnSpPr>
          <p:spPr bwMode="auto">
            <a:xfrm>
              <a:off x="6463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6690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2" name="直接连接符 445"/>
            <p:cNvCxnSpPr/>
            <p:nvPr>
              <p:custDataLst>
                <p:tags r:id="rId47"/>
              </p:custDataLst>
            </p:nvPr>
          </p:nvCxnSpPr>
          <p:spPr bwMode="auto">
            <a:xfrm>
              <a:off x="6576" y="447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5726" y="4478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445"/>
            <p:cNvCxnSpPr/>
            <p:nvPr>
              <p:custDataLst>
                <p:tags r:id="rId49"/>
              </p:custDataLst>
            </p:nvPr>
          </p:nvCxnSpPr>
          <p:spPr bwMode="auto">
            <a:xfrm>
              <a:off x="5953" y="4648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5" name="直接连接符 84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5726" y="4648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/>
            <p:nvPr>
              <p:custDataLst>
                <p:tags r:id="rId51"/>
              </p:custDataLst>
            </p:nvPr>
          </p:nvCxnSpPr>
          <p:spPr bwMode="auto">
            <a:xfrm>
              <a:off x="5046" y="4761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7" name="直接连接符 86"/>
            <p:cNvCxnSpPr/>
            <p:nvPr>
              <p:custDataLst>
                <p:tags r:id="rId52"/>
              </p:custDataLst>
            </p:nvPr>
          </p:nvCxnSpPr>
          <p:spPr bwMode="auto">
            <a:xfrm>
              <a:off x="5046" y="4761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连接符 87"/>
            <p:cNvCxnSpPr/>
            <p:nvPr>
              <p:custDataLst>
                <p:tags r:id="rId53"/>
              </p:custDataLst>
            </p:nvPr>
          </p:nvCxnSpPr>
          <p:spPr bwMode="auto">
            <a:xfrm>
              <a:off x="4876" y="4364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9" name="直接连接符 88"/>
            <p:cNvCxnSpPr/>
            <p:nvPr>
              <p:custDataLst>
                <p:tags r:id="rId54"/>
              </p:custDataLst>
            </p:nvPr>
          </p:nvCxnSpPr>
          <p:spPr bwMode="auto">
            <a:xfrm>
              <a:off x="4876" y="4364"/>
              <a:ext cx="0" cy="102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0" name="Text Box 18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9474" y="425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91" name="Text Box 18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946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92" name="Text Box 23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0602" y="4252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总线逻辑</a:t>
              </a:r>
            </a:p>
          </p:txBody>
        </p:sp>
        <p:cxnSp>
          <p:nvCxnSpPr>
            <p:cNvPr id="93" name="直接连接符 92"/>
            <p:cNvCxnSpPr/>
            <p:nvPr>
              <p:custDataLst>
                <p:tags r:id="rId58"/>
              </p:custDataLst>
            </p:nvPr>
          </p:nvCxnSpPr>
          <p:spPr bwMode="auto">
            <a:xfrm>
              <a:off x="969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4" name="直接连接符 93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992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5" name="直接连接符 94"/>
            <p:cNvCxnSpPr/>
            <p:nvPr>
              <p:custDataLst>
                <p:tags r:id="rId60"/>
              </p:custDataLst>
            </p:nvPr>
          </p:nvCxnSpPr>
          <p:spPr bwMode="auto">
            <a:xfrm>
              <a:off x="10148" y="442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6" name="直接连接符 95"/>
            <p:cNvCxnSpPr/>
            <p:nvPr>
              <p:custDataLst>
                <p:tags r:id="rId61"/>
              </p:custDataLst>
            </p:nvPr>
          </p:nvCxnSpPr>
          <p:spPr bwMode="auto">
            <a:xfrm>
              <a:off x="10148" y="48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7" name="直接连接符 96"/>
            <p:cNvCxnSpPr/>
            <p:nvPr>
              <p:custDataLst>
                <p:tags r:id="rId62"/>
              </p:custDataLst>
            </p:nvPr>
          </p:nvCxnSpPr>
          <p:spPr bwMode="auto">
            <a:xfrm flipH="1">
              <a:off x="10148" y="493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63"/>
              </p:custDataLst>
            </p:nvPr>
          </p:nvCxnSpPr>
          <p:spPr bwMode="auto">
            <a:xfrm>
              <a:off x="9241" y="4422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64"/>
              </p:custDataLst>
            </p:nvPr>
          </p:nvCxnSpPr>
          <p:spPr bwMode="auto">
            <a:xfrm>
              <a:off x="9241" y="4422"/>
              <a:ext cx="0" cy="96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65"/>
              </p:custDataLst>
            </p:nvPr>
          </p:nvCxnSpPr>
          <p:spPr bwMode="auto">
            <a:xfrm>
              <a:off x="11339" y="442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66"/>
              </p:custDataLst>
            </p:nvPr>
          </p:nvCxnSpPr>
          <p:spPr bwMode="auto">
            <a:xfrm>
              <a:off x="11339" y="487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111" name="直接连接符 110"/>
            <p:cNvCxnSpPr/>
            <p:nvPr>
              <p:custDataLst>
                <p:tags r:id="rId67"/>
              </p:custDataLst>
            </p:nvPr>
          </p:nvCxnSpPr>
          <p:spPr bwMode="auto">
            <a:xfrm>
              <a:off x="11339" y="4649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55" name="组合 154"/>
          <p:cNvGrpSpPr/>
          <p:nvPr/>
        </p:nvGrpSpPr>
        <p:grpSpPr>
          <a:xfrm>
            <a:off x="1979930" y="4293064"/>
            <a:ext cx="2412365" cy="657225"/>
            <a:chOff x="3118" y="4932"/>
            <a:chExt cx="3799" cy="1035"/>
          </a:xfrm>
        </p:grpSpPr>
        <p:sp>
          <p:nvSpPr>
            <p:cNvPr id="3" name="Text Box 19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066" y="561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lstStyle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C00000"/>
                  </a:solidFill>
                </a:rPr>
                <a:t>④</a:t>
              </a:r>
            </a:p>
          </p:txBody>
        </p:sp>
        <p:cxnSp>
          <p:nvCxnSpPr>
            <p:cNvPr id="4" name="直接连接符 3"/>
            <p:cNvCxnSpPr/>
            <p:nvPr>
              <p:custDataLst>
                <p:tags r:id="rId8"/>
              </p:custDataLst>
            </p:nvPr>
          </p:nvCxnSpPr>
          <p:spPr bwMode="auto">
            <a:xfrm>
              <a:off x="3118" y="5613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" name="直接连接符 4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3345" y="5627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" name="直接连接符 5"/>
            <p:cNvCxnSpPr/>
            <p:nvPr>
              <p:custDataLst>
                <p:tags r:id="rId10"/>
              </p:custDataLst>
            </p:nvPr>
          </p:nvCxnSpPr>
          <p:spPr bwMode="auto">
            <a:xfrm>
              <a:off x="6917" y="5216"/>
              <a:ext cx="0" cy="737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11"/>
              </p:custDataLst>
            </p:nvPr>
          </p:nvCxnSpPr>
          <p:spPr bwMode="auto">
            <a:xfrm>
              <a:off x="5839" y="4932"/>
              <a:ext cx="39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" name="直接连接符 7"/>
            <p:cNvCxnSpPr/>
            <p:nvPr>
              <p:custDataLst>
                <p:tags r:id="rId12"/>
              </p:custDataLst>
            </p:nvPr>
          </p:nvCxnSpPr>
          <p:spPr bwMode="auto">
            <a:xfrm>
              <a:off x="5839" y="4932"/>
              <a:ext cx="0" cy="102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/>
            <p:nvPr>
              <p:custDataLst>
                <p:tags r:id="rId13"/>
              </p:custDataLst>
            </p:nvPr>
          </p:nvCxnSpPr>
          <p:spPr bwMode="auto">
            <a:xfrm>
              <a:off x="6009" y="5329"/>
              <a:ext cx="22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" name="直接连接符 11"/>
            <p:cNvCxnSpPr/>
            <p:nvPr>
              <p:custDataLst>
                <p:tags r:id="rId14"/>
              </p:custDataLst>
            </p:nvPr>
          </p:nvCxnSpPr>
          <p:spPr bwMode="auto">
            <a:xfrm>
              <a:off x="6009" y="5329"/>
              <a:ext cx="0" cy="62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14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6690" y="5216"/>
              <a:ext cx="22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直接连接符 153"/>
            <p:cNvCxnSpPr/>
            <p:nvPr>
              <p:custDataLst>
                <p:tags r:id="rId16"/>
              </p:custDataLst>
            </p:nvPr>
          </p:nvCxnSpPr>
          <p:spPr bwMode="auto">
            <a:xfrm>
              <a:off x="5216" y="5613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68" name="Text Box 52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71914" y="5373216"/>
            <a:ext cx="6084032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71780" indent="-271780"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若</a:t>
            </a:r>
            <a:r>
              <a:rPr lang="en-US" altLang="zh-CN" sz="1800" b="1" dirty="0">
                <a:latin typeface="宋体" panose="02010600030101010101" pitchFamily="2" charset="-122"/>
              </a:rPr>
              <a:t>PSR.ZF=1</a:t>
            </a:r>
            <a:r>
              <a:rPr lang="zh-CN" altLang="en-US" sz="1800" b="1" dirty="0">
                <a:latin typeface="宋体" panose="02010600030101010101" pitchFamily="2" charset="-122"/>
              </a:rPr>
              <a:t>，该指令在执行指令阶段的操作及结果</a:t>
            </a:r>
            <a:r>
              <a:rPr lang="en-US" altLang="zh-CN" sz="1800" b="1" dirty="0">
                <a:latin typeface="宋体" panose="02010600030101010101" pitchFamily="2" charset="-122"/>
              </a:rPr>
              <a:t>?</a:t>
            </a:r>
          </a:p>
        </p:txBody>
      </p:sp>
      <p:sp>
        <p:nvSpPr>
          <p:cNvPr id="9" name="AutoShape 62">
            <a:hlinkClick r:id="rId69" action="ppaction://hlinksldjump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6200000">
            <a:off x="2988000" y="6516000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3" name="AutoShape 62">
            <a:hlinkClick r:id="rId70" action="ppaction://hlinksldjump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6200000">
            <a:off x="5148000" y="6516000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8" name="Text Box 52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87624" y="5733256"/>
            <a:ext cx="624829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 marL="271780" indent="-271780" algn="l">
              <a:lnSpc>
                <a:spcPct val="114000"/>
              </a:lnSpc>
              <a:defRPr sz="2000" b="1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chemeClr val="tx1"/>
                </a:solidFill>
                <a:cs typeface="宋体" panose="02010600030101010101" pitchFamily="2" charset="-122"/>
                <a:sym typeface="+mn-ea"/>
              </a:rPr>
              <a:t>数据操作：无    指令地址计算操作：无、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(PC)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14H</a:t>
            </a:r>
            <a:endParaRPr lang="en-US" altLang="zh-CN" sz="1800" dirty="0">
              <a:solidFill>
                <a:schemeClr val="tx1"/>
              </a:solidFill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9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13</a:t>
            </a:fld>
            <a:endParaRPr lang="en-US" altLang="zh-CN" dirty="0"/>
          </a:p>
        </p:txBody>
      </p:sp>
      <p:sp>
        <p:nvSpPr>
          <p:cNvPr id="143" name="Text Box 1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0000" y="332656"/>
            <a:ext cx="4088765" cy="47804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指令执行过程的特征：</a:t>
            </a:r>
          </a:p>
          <a:p>
            <a:pPr marL="2148205" indent="-214820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marL="2148205" indent="-214820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2148205" indent="-2148205" algn="l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取指的操作：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2148205" indent="-214820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执行的操作：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2148205" indent="-214820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148205" indent="-2148205"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基本操作的类型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①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间传送：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②</a:t>
            </a:r>
            <a:r>
              <a:rPr lang="zh-CN" altLang="en-US" sz="2200" b="1" spc="28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存储器读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③</a:t>
            </a:r>
            <a:r>
              <a:rPr lang="zh-CN" altLang="en-US" sz="2200" b="1" spc="28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存储器写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④</a:t>
            </a:r>
            <a:r>
              <a:rPr lang="zh-CN" altLang="en-US" sz="2200" b="1" spc="28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算逻运算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</a:p>
        </p:txBody>
      </p:sp>
      <p:sp>
        <p:nvSpPr>
          <p:cNvPr id="29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19672" y="740326"/>
            <a:ext cx="7416824" cy="43723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取指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执行阶段由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基本操作序列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组成，译码阶段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无操作</a:t>
            </a:r>
            <a:endParaRPr lang="en-US" altLang="zh-CN" sz="22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2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     </a:t>
            </a:r>
            <a:r>
              <a:rPr lang="zh-CN" altLang="en-US" sz="2200" b="1" dirty="0">
                <a:latin typeface="宋体" panose="02010600030101010101" pitchFamily="2" charset="-122"/>
              </a:rPr>
              <a:t>对所有指令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通用</a:t>
            </a:r>
            <a:r>
              <a:rPr lang="en-US" altLang="zh-CN" sz="2200" b="1" dirty="0">
                <a:latin typeface="宋体" panose="02010600030101010101" pitchFamily="2" charset="-122"/>
              </a:rPr>
              <a:t>              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如</a:t>
            </a:r>
            <a:r>
              <a:rPr lang="en-US" altLang="zh-CN" sz="1800" b="1" dirty="0">
                <a:latin typeface="宋体" panose="02010600030101010101" pitchFamily="2" charset="-122"/>
              </a:rPr>
              <a:t>≤</a:t>
            </a:r>
            <a:r>
              <a:rPr lang="zh-CN" altLang="en-US" sz="1800" b="1" dirty="0">
                <a:latin typeface="宋体" panose="02010600030101010101" pitchFamily="2" charset="-122"/>
              </a:rPr>
              <a:t>单字长指令字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</a:rPr>
              <a:t>        </a:t>
            </a:r>
            <a:r>
              <a:rPr lang="zh-CN" altLang="en-US" sz="2200" b="1" dirty="0">
                <a:latin typeface="+mn-ea"/>
              </a:rPr>
              <a:t>受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</a:rPr>
              <a:t>操作码</a:t>
            </a:r>
            <a:r>
              <a:rPr lang="en-US" altLang="zh-CN" sz="2200" b="1" u="sng" dirty="0">
                <a:solidFill>
                  <a:srgbClr val="0070C0"/>
                </a:solidFill>
                <a:latin typeface="+mn-ea"/>
              </a:rPr>
              <a:t>&amp;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</a:rPr>
              <a:t>寻址方式</a:t>
            </a:r>
            <a:r>
              <a:rPr lang="zh-CN" altLang="en-US" sz="2200" b="1" dirty="0">
                <a:latin typeface="+mn-ea"/>
              </a:rPr>
              <a:t>、</a:t>
            </a:r>
            <a:r>
              <a:rPr lang="en-US" altLang="zh-CN" sz="2200" b="1" u="sng" dirty="0">
                <a:solidFill>
                  <a:srgbClr val="0070C0"/>
                </a:solidFill>
                <a:latin typeface="+mn-ea"/>
              </a:rPr>
              <a:t>PSW</a:t>
            </a:r>
            <a:r>
              <a:rPr lang="zh-CN" altLang="en-US" sz="2200" b="1" dirty="0">
                <a:latin typeface="+mn-ea"/>
              </a:rPr>
              <a:t>影响  </a:t>
            </a:r>
            <a:r>
              <a:rPr lang="en-US" altLang="zh-CN" sz="1800" b="1" dirty="0">
                <a:latin typeface="宋体" panose="02010600030101010101" pitchFamily="2" charset="-122"/>
              </a:rPr>
              <a:t>←PSW</a:t>
            </a:r>
            <a:r>
              <a:rPr lang="zh-CN" altLang="en-US" sz="1800" b="1" dirty="0">
                <a:latin typeface="宋体" panose="02010600030101010101" pitchFamily="2" charset="-122"/>
              </a:rPr>
              <a:t>即</a:t>
            </a:r>
            <a:r>
              <a:rPr lang="zh-CN" altLang="en-US" sz="1800" b="1" dirty="0">
                <a:latin typeface="+mn-ea"/>
              </a:rPr>
              <a:t>程序状态字</a:t>
            </a:r>
            <a:endParaRPr lang="zh-CN" altLang="en-US" sz="2200" b="1" dirty="0">
              <a:latin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R</a:t>
            </a:r>
            <a:r>
              <a:rPr lang="en-US" altLang="zh-CN" sz="2200" b="1" baseline="-18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Y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(R</a:t>
            </a:r>
            <a:r>
              <a:rPr lang="en-US" altLang="zh-CN" sz="2200" b="1" baseline="-18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MDR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M[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(MAR)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]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M[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(MAR)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]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(MDR)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R</a:t>
            </a:r>
            <a:r>
              <a:rPr lang="en-US" altLang="zh-CN" sz="2200" b="1" baseline="-18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(R</a:t>
            </a:r>
            <a:r>
              <a:rPr lang="en-US" altLang="zh-CN" sz="2200" b="1" baseline="-18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S1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latin typeface="+mn-lt"/>
                <a:sym typeface="+mn-ea"/>
              </a:rPr>
              <a:t> 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dirty="0">
                <a:solidFill>
                  <a:schemeClr val="tx1"/>
                </a:solidFill>
                <a:latin typeface="+mn-lt"/>
                <a:sym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(R</a:t>
            </a:r>
            <a:r>
              <a:rPr lang="en-US" altLang="zh-CN" sz="2200" b="1" baseline="-18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S2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 </a:t>
            </a:r>
          </a:p>
        </p:txBody>
      </p:sp>
      <p:sp>
        <p:nvSpPr>
          <p:cNvPr id="5" name="Text Box 6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20397" y="3753136"/>
            <a:ext cx="3500075" cy="90000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  <a:effectLst/>
        </p:spPr>
        <p:txBody>
          <a:bodyPr lIns="54000" tIns="10800" rIns="54000" bIns="10800" anchor="ctr" anchorCtr="0"/>
          <a:lstStyle/>
          <a:p>
            <a:pPr algn="l"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基本操作的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组成要求</a:t>
            </a:r>
            <a:r>
              <a:rPr lang="zh-CN" altLang="en-US" sz="1800" b="1" dirty="0">
                <a:latin typeface="宋体" panose="02010600030101010101" pitchFamily="2" charset="-122"/>
              </a:rPr>
              <a:t>：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marL="533400" indent="-533400" algn="l"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①源数据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结果放在</a:t>
            </a:r>
            <a:r>
              <a:rPr lang="zh-CN" altLang="en-US" sz="18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时序部件</a:t>
            </a:r>
            <a:r>
              <a:rPr lang="zh-CN" altLang="en-US" sz="1800" b="1" dirty="0">
                <a:latin typeface="宋体" panose="02010600030101010101" pitchFamily="2" charset="-122"/>
              </a:rPr>
              <a:t>中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②操作功能</a:t>
            </a:r>
            <a:r>
              <a:rPr lang="zh-CN" altLang="en-US" sz="18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具有原子性</a:t>
            </a: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043305" y="5229200"/>
            <a:ext cx="7164000" cy="64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</p:spPr>
        <p:txBody>
          <a:bodyPr wrap="square" lIns="36195" tIns="17780" rIns="36195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微操作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err="1">
                <a:solidFill>
                  <a:srgbClr val="C00000"/>
                </a:solidFill>
                <a:latin typeface="+mn-lt"/>
                <a:sym typeface="+mn-ea"/>
              </a:rPr>
              <a:t>μ</a:t>
            </a:r>
            <a:r>
              <a:rPr lang="en-US" altLang="zh-CN" sz="1800" b="1" dirty="0" err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)—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内部的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原子操作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微操作控制信号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实现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部件控制信号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，又称微操作命令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err="1">
                <a:solidFill>
                  <a:srgbClr val="C00000"/>
                </a:solidFill>
                <a:sym typeface="+mn-ea"/>
              </a:rPr>
              <a:t>μ</a:t>
            </a:r>
            <a:r>
              <a:rPr lang="en-US" altLang="zh-CN" sz="1800" b="1" dirty="0" err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</p:txBody>
      </p:sp>
      <p:cxnSp>
        <p:nvCxnSpPr>
          <p:cNvPr id="277" name="直接箭头连接符 276"/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5796136" y="4653136"/>
            <a:ext cx="576064" cy="57766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34" name="Text Box 52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475656" y="2708920"/>
            <a:ext cx="331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71780" indent="-271780"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多字长指令如何取指令？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35" name="Text Box 523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860032" y="2636984"/>
            <a:ext cx="4103968" cy="64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71780" indent="-271780" algn="l"/>
            <a:r>
              <a:rPr lang="zh-CN" altLang="en-US" sz="1800" b="1" u="sng" dirty="0">
                <a:latin typeface="宋体" panose="02010600030101010101" pitchFamily="2" charset="-122"/>
              </a:rPr>
              <a:t>取指阶段</a:t>
            </a:r>
            <a:r>
              <a:rPr lang="zh-CN" altLang="en-US" sz="1800" b="1" dirty="0">
                <a:latin typeface="宋体" panose="02010600030101010101" pitchFamily="2" charset="-122"/>
              </a:rPr>
              <a:t>取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首个字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需含</a:t>
            </a:r>
            <a:r>
              <a:rPr lang="en-US" altLang="zh-CN" sz="1800" b="1" dirty="0">
                <a:latin typeface="宋体" panose="02010600030101010101" pitchFamily="2" charset="-122"/>
              </a:rPr>
              <a:t>OP/</a:t>
            </a:r>
            <a:r>
              <a:rPr lang="zh-CN" altLang="en-US" sz="1800" b="1" dirty="0">
                <a:latin typeface="宋体" panose="02010600030101010101" pitchFamily="2" charset="-122"/>
              </a:rPr>
              <a:t>寻址方式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marL="271780" indent="-271780" algn="l"/>
            <a:r>
              <a:rPr lang="zh-CN" altLang="en-US" sz="1800" b="1" u="sng" dirty="0">
                <a:latin typeface="宋体" panose="02010600030101010101" pitchFamily="2" charset="-122"/>
              </a:rPr>
              <a:t>执行阶段</a:t>
            </a:r>
            <a:r>
              <a:rPr lang="zh-CN" altLang="en-US" sz="1800" b="1" dirty="0">
                <a:latin typeface="宋体" panose="02010600030101010101" pitchFamily="2" charset="-122"/>
              </a:rPr>
              <a:t>取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其余字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需同时改变</a:t>
            </a:r>
            <a:r>
              <a:rPr lang="en-US" altLang="zh-CN" sz="1800" b="1" dirty="0">
                <a:latin typeface="宋体" panose="02010600030101010101" pitchFamily="2" charset="-122"/>
              </a:rPr>
              <a:t>PC)</a:t>
            </a:r>
          </a:p>
        </p:txBody>
      </p:sp>
      <p:sp>
        <p:nvSpPr>
          <p:cNvPr id="41" name="AutoShape 98">
            <a:hlinkClick r:id="rId20" action="ppaction://hlinksldjump" highlightClick="1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AutoShape 98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rot="10800000">
            <a:off x="4068000" y="650794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1908000" y="1241371"/>
            <a:ext cx="5364000" cy="496520"/>
            <a:chOff x="1327888" y="1556792"/>
            <a:chExt cx="5364000" cy="496520"/>
          </a:xfrm>
        </p:grpSpPr>
        <p:sp>
          <p:nvSpPr>
            <p:cNvPr id="13" name="Text Box 65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327888" y="1557627"/>
              <a:ext cx="165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序列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4" name="Text Box 6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783888" y="1557627"/>
              <a:ext cx="1908000" cy="252000"/>
            </a:xfrm>
            <a:prstGeom prst="rect">
              <a:avLst/>
            </a:prstGeom>
            <a:solidFill>
              <a:srgbClr val="FFCC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序列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B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5" name="Text Box 6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983888" y="1556792"/>
              <a:ext cx="1800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分析指令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无操作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19" name="直接连接符 18"/>
            <p:cNvCxnSpPr/>
            <p:nvPr>
              <p:custDataLst>
                <p:tags r:id="rId14"/>
              </p:custDataLst>
            </p:nvPr>
          </p:nvCxnSpPr>
          <p:spPr bwMode="auto">
            <a:xfrm>
              <a:off x="1327888" y="1845627"/>
              <a:ext cx="0" cy="18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连接符 19"/>
            <p:cNvCxnSpPr/>
            <p:nvPr>
              <p:custDataLst>
                <p:tags r:id="rId15"/>
              </p:custDataLst>
            </p:nvPr>
          </p:nvCxnSpPr>
          <p:spPr bwMode="auto">
            <a:xfrm>
              <a:off x="6691888" y="1845627"/>
              <a:ext cx="0" cy="18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16"/>
              </p:custDataLst>
            </p:nvPr>
          </p:nvCxnSpPr>
          <p:spPr bwMode="auto">
            <a:xfrm flipH="1" flipV="1">
              <a:off x="1327888" y="1917627"/>
              <a:ext cx="2160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4" name="直接连接符 23"/>
            <p:cNvCxnSpPr/>
            <p:nvPr>
              <p:custDataLst>
                <p:tags r:id="rId17"/>
              </p:custDataLst>
            </p:nvPr>
          </p:nvCxnSpPr>
          <p:spPr bwMode="auto">
            <a:xfrm>
              <a:off x="4531888" y="1917627"/>
              <a:ext cx="2160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7" name="Text Box 80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491808" y="1837312"/>
              <a:ext cx="104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指令周期</a:t>
              </a:r>
            </a:p>
          </p:txBody>
        </p:sp>
      </p:grpSp>
      <p:sp>
        <p:nvSpPr>
          <p:cNvPr id="22" name="线形标注 2 198">
            <a:extLst>
              <a:ext uri="{FF2B5EF4-FFF2-40B4-BE49-F238E27FC236}">
                <a16:creationId xmlns:a16="http://schemas.microsoft.com/office/drawing/2014/main" id="{0CE7D3E1-C158-4302-A746-4DEF5B125954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6300192" y="3321016"/>
            <a:ext cx="2808312" cy="250216"/>
          </a:xfrm>
          <a:prstGeom prst="borderCallout2">
            <a:avLst>
              <a:gd name="adj1" fmla="val 50026"/>
              <a:gd name="adj2" fmla="val -119"/>
              <a:gd name="adj3" fmla="val 52169"/>
              <a:gd name="adj4" fmla="val -5773"/>
              <a:gd name="adj5" fmla="val -45066"/>
              <a:gd name="adj6" fmla="val -5430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为</a:t>
            </a:r>
            <a:r>
              <a:rPr lang="en-US" altLang="zh-CN" sz="1600" b="1" dirty="0">
                <a:latin typeface="宋体" panose="02010600030101010101" pitchFamily="2" charset="-122"/>
              </a:rPr>
              <a:t>OPD/</a:t>
            </a:r>
            <a:r>
              <a:rPr lang="zh-CN" altLang="en-US" sz="1600" b="1" dirty="0">
                <a:latin typeface="宋体" panose="02010600030101010101" pitchFamily="2" charset="-122"/>
              </a:rPr>
              <a:t>指令地址，不影响译码</a:t>
            </a:r>
            <a:endParaRPr lang="zh-CN" altLang="en-US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34" grpId="0" bldLvl="0" animBg="1"/>
      <p:bldP spid="35" grpId="0"/>
      <p:bldP spid="22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14</a:t>
            </a:fld>
            <a:endParaRPr lang="en-US" altLang="zh-CN" dirty="0"/>
          </a:p>
        </p:txBody>
      </p:sp>
      <p:sp>
        <p:nvSpPr>
          <p:cNvPr id="287118" name="AutoShape 398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5400000">
            <a:off x="406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" name="Text Box 5">
            <a:extLst>
              <a:ext uri="{FF2B5EF4-FFF2-40B4-BE49-F238E27FC236}">
                <a16:creationId xmlns:a16="http://schemas.microsoft.com/office/drawing/2014/main" id="{7FBCCAC8-1543-4D1B-9112-83C5603DB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04" y="332656"/>
            <a:ext cx="6329383" cy="51401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、指令周期的组织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指令功能的操作序列的排序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*操作的定时基准：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*指令周期的组织：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单周期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CPU—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多周期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CPU—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                    (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可变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*程序的执行方式：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串行方式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流水方式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90" name="Text Box 5">
            <a:extLst>
              <a:ext uri="{FF2B5EF4-FFF2-40B4-BE49-F238E27FC236}">
                <a16:creationId xmlns:a16="http://schemas.microsoft.com/office/drawing/2014/main" id="{6563B426-2679-4039-A574-DF2805BBE08B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10221" y="764704"/>
            <a:ext cx="7098275" cy="235410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主时钟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脉冲信号，其宽度称为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主时钟周期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(T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              ←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1800" baseline="-18000" dirty="0" err="1">
                <a:sym typeface="+mn-ea"/>
              </a:rPr>
              <a:t>μ</a:t>
            </a:r>
            <a:r>
              <a:rPr lang="en-US" altLang="zh-CN" sz="1800" b="1" baseline="-18000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1T</a:t>
            </a:r>
            <a:r>
              <a:rPr lang="zh-CN" altLang="en-US" sz="1800" b="1" baseline="-18000" dirty="0">
                <a:latin typeface="宋体" panose="02010600030101010101" pitchFamily="2" charset="-122"/>
                <a:sym typeface="+mn-ea"/>
              </a:rPr>
              <a:t>节拍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k*T</a:t>
            </a:r>
            <a:r>
              <a:rPr lang="en-US" altLang="zh-CN" sz="1800" b="1" baseline="-18000" dirty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</a:p>
          <a:p>
            <a:pPr algn="l"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              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周期＝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sz="1800" b="1" baseline="-18000" dirty="0">
                <a:latin typeface="宋体" panose="02010600030101010101" pitchFamily="2" charset="-122"/>
                <a:sym typeface="+mn-ea"/>
              </a:rPr>
              <a:t>节拍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，写需</a:t>
            </a:r>
            <a:r>
              <a:rPr lang="zh-CN" altLang="en-US" sz="1800" b="1" dirty="0">
                <a:latin typeface="+mn-lt"/>
                <a:cs typeface="宋体" panose="02010600030101010101" pitchFamily="2" charset="-122"/>
              </a:rPr>
              <a:t>↑和 ↓</a:t>
            </a:r>
            <a:endParaRPr lang="en-US" altLang="zh-CN" sz="1800" b="1" dirty="0">
              <a:latin typeface="+mn-lt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T</a:t>
            </a:r>
            <a:r>
              <a:rPr lang="zh-CN" altLang="en-US" sz="2200" b="1" baseline="-18000" dirty="0"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1T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max{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∑OP</a:t>
            </a:r>
            <a:r>
              <a:rPr lang="zh-CN" altLang="en-US" sz="2200" b="1" baseline="-180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en-US" altLang="zh-CN" sz="2200" b="1" baseline="-18000" dirty="0" err="1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时长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}  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性能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差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易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</a:t>
            </a:r>
            <a:endParaRPr lang="en-US" altLang="zh-CN" sz="20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T</a:t>
            </a:r>
            <a:r>
              <a:rPr lang="zh-CN" altLang="en-US" sz="2200" b="1" baseline="-18000" dirty="0"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nT</a:t>
            </a:r>
            <a:r>
              <a:rPr lang="en-US" altLang="zh-CN" sz="2200" b="1" baseline="-25000" dirty="0" err="1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max{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任意</a:t>
            </a:r>
            <a:r>
              <a:rPr lang="en-US" altLang="zh-CN" sz="2200" dirty="0" err="1">
                <a:solidFill>
                  <a:srgbClr val="990099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时长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}   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性能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较好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(k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1)</a:t>
            </a:r>
          </a:p>
          <a:p>
            <a:pPr algn="l"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lang="zh-CN" altLang="en-US" sz="1800" dirty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800" b="1" dirty="0"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实际上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max{</a:t>
            </a:r>
            <a:r>
              <a:rPr lang="zh-CN" altLang="en-US" sz="1800" b="1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基本</a:t>
            </a:r>
            <a:r>
              <a:rPr lang="en-US" altLang="zh-CN" sz="1800" dirty="0" err="1">
                <a:solidFill>
                  <a:srgbClr val="990099"/>
                </a:solidFill>
                <a:highlight>
                  <a:srgbClr val="FFFF00"/>
                </a:highlight>
                <a:sym typeface="+mn-ea"/>
              </a:rPr>
              <a:t>μ</a:t>
            </a:r>
            <a:r>
              <a:rPr lang="en-US" altLang="zh-CN" sz="1800" b="1" dirty="0" err="1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时长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}</a:t>
            </a:r>
            <a:r>
              <a:rPr lang="en-US" altLang="zh-CN" sz="18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性能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好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(k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≥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1)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1" name="Text Box 18">
            <a:extLst>
              <a:ext uri="{FF2B5EF4-FFF2-40B4-BE49-F238E27FC236}">
                <a16:creationId xmlns:a16="http://schemas.microsoft.com/office/drawing/2014/main" id="{7E1CC474-649B-4763-B948-BB81E80DCCF4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95736" y="4412769"/>
            <a:ext cx="6804248" cy="15365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50" dirty="0">
                <a:latin typeface="宋体" panose="02010600030101010101" pitchFamily="2" charset="-122"/>
              </a:rPr>
              <a:t>不同指令</a:t>
            </a:r>
            <a:r>
              <a:rPr lang="zh-CN" altLang="en-US" sz="2200" b="1" u="sng" spc="-50" dirty="0">
                <a:solidFill>
                  <a:srgbClr val="990099"/>
                </a:solidFill>
                <a:latin typeface="宋体" panose="02010600030101010101" pitchFamily="2" charset="-122"/>
              </a:rPr>
              <a:t>逐条</a:t>
            </a:r>
            <a:r>
              <a:rPr lang="zh-CN" altLang="en-US" sz="2200" b="1" spc="-50" dirty="0">
                <a:latin typeface="宋体" panose="02010600030101010101" pitchFamily="2" charset="-122"/>
              </a:rPr>
              <a:t>执行</a:t>
            </a:r>
            <a:endParaRPr lang="en-US" altLang="zh-CN" sz="2200" b="1" spc="-5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spc="-50" dirty="0">
                <a:latin typeface="宋体" panose="02010600030101010101" pitchFamily="2" charset="-122"/>
              </a:rPr>
              <a:t>不同指令执行过程</a:t>
            </a:r>
            <a:r>
              <a:rPr lang="zh-CN" altLang="en-US" sz="2200" b="1" u="sng" spc="-50" dirty="0">
                <a:solidFill>
                  <a:srgbClr val="990099"/>
                </a:solidFill>
                <a:latin typeface="宋体" panose="02010600030101010101" pitchFamily="2" charset="-122"/>
              </a:rPr>
              <a:t>重叠</a:t>
            </a:r>
            <a:r>
              <a:rPr lang="zh-CN" altLang="en-US" sz="2200" b="1" spc="-50" dirty="0">
                <a:latin typeface="宋体" panose="02010600030101010101" pitchFamily="2" charset="-122"/>
              </a:rPr>
              <a:t> </a:t>
            </a:r>
            <a:r>
              <a:rPr lang="en-US" altLang="zh-CN" sz="2200" b="1" spc="-50" dirty="0">
                <a:latin typeface="宋体" panose="02010600030101010101" pitchFamily="2" charset="-122"/>
              </a:rPr>
              <a:t>   </a:t>
            </a:r>
            <a:r>
              <a:rPr lang="zh-CN" altLang="en-US" sz="1800" b="1" spc="-50" dirty="0">
                <a:latin typeface="宋体" panose="02010600030101010101" pitchFamily="2" charset="-122"/>
                <a:sym typeface="+mn-ea"/>
              </a:rPr>
              <a:t>←相应硬件称为</a:t>
            </a:r>
            <a:r>
              <a:rPr lang="zh-CN" altLang="en-US" sz="1800" b="1" u="sng" spc="-50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指令流水线</a:t>
            </a:r>
            <a:endParaRPr lang="en-US" altLang="zh-CN" sz="2000" b="1" u="sng" spc="-50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</a:t>
            </a:r>
            <a:r>
              <a:rPr lang="zh-CN" altLang="en-US" sz="1800" dirty="0">
                <a:latin typeface="宋体" panose="02010600030101010101" pitchFamily="2" charset="-122"/>
                <a:cs typeface="宋体" panose="02010600030101010101" pitchFamily="2" charset="-122"/>
              </a:rPr>
              <a:t>├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各个段</a:t>
            </a:r>
            <a:r>
              <a:rPr lang="zh-CN" altLang="en-US" sz="18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可同时处理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不同</a:t>
            </a:r>
            <a:r>
              <a:rPr lang="zh-CN" altLang="en-US" sz="1800" b="1" dirty="0">
                <a:latin typeface="宋体" panose="02010600030101010101" pitchFamily="2" charset="-122"/>
              </a:rPr>
              <a:t>指令的操作</a:t>
            </a:r>
            <a:endParaRPr lang="en-US" altLang="zh-CN" sz="1800" dirty="0"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</a:rPr>
              <a:t>                    </a:t>
            </a:r>
            <a:r>
              <a:rPr lang="zh-CN" altLang="en-US" sz="1800" dirty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每条指令</a:t>
            </a:r>
            <a:r>
              <a:rPr lang="zh-CN" altLang="en-US" sz="18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按序通过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各个</a:t>
            </a:r>
            <a:r>
              <a:rPr lang="zh-CN" altLang="en-US" sz="1800" b="1" dirty="0">
                <a:latin typeface="宋体" panose="02010600030101010101" pitchFamily="2" charset="-122"/>
              </a:rPr>
              <a:t>段</a:t>
            </a:r>
            <a:endParaRPr lang="en-US" altLang="zh-CN" sz="1800" dirty="0">
              <a:latin typeface="宋体" panose="02010600030101010101" pitchFamily="2" charset="-122"/>
            </a:endParaRP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13C1B89D-E9D6-4C53-9EB4-95E9CD7245F5}"/>
              </a:ext>
            </a:extLst>
          </p:cNvPr>
          <p:cNvGrpSpPr/>
          <p:nvPr/>
        </p:nvGrpSpPr>
        <p:grpSpPr>
          <a:xfrm>
            <a:off x="1475936" y="5229200"/>
            <a:ext cx="3024056" cy="1152000"/>
            <a:chOff x="1763688" y="3717160"/>
            <a:chExt cx="3024056" cy="1152000"/>
          </a:xfrm>
        </p:grpSpPr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B9B4C11E-B583-487B-8B53-725927D3CB48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 bwMode="auto">
            <a:xfrm>
              <a:off x="2267744" y="4869160"/>
              <a:ext cx="252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A61E213A-5ABF-4F93-87B2-5E81AA58C304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2267744" y="3717160"/>
              <a:ext cx="0" cy="11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6" name="Text Box 61">
              <a:extLst>
                <a:ext uri="{FF2B5EF4-FFF2-40B4-BE49-F238E27FC236}">
                  <a16:creationId xmlns:a16="http://schemas.microsoft.com/office/drawing/2014/main" id="{BC35198E-2787-4AB5-BE33-C1F22D0FB413}"/>
                </a:ext>
              </a:extLst>
            </p:cNvPr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2626309" y="4653160"/>
              <a:ext cx="360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97" name="Text Box 63">
              <a:extLst>
                <a:ext uri="{FF2B5EF4-FFF2-40B4-BE49-F238E27FC236}">
                  <a16:creationId xmlns:a16="http://schemas.microsoft.com/office/drawing/2014/main" id="{92578831-E290-466D-9865-CD70E901D07D}"/>
                </a:ext>
              </a:extLst>
            </p:cNvPr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1763688" y="3789160"/>
              <a:ext cx="504056" cy="10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写回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访存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执行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译码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取指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98" name="Text Box 61">
              <a:extLst>
                <a:ext uri="{FF2B5EF4-FFF2-40B4-BE49-F238E27FC236}">
                  <a16:creationId xmlns:a16="http://schemas.microsoft.com/office/drawing/2014/main" id="{B5D1816E-A079-4088-A408-6DD36B00C4D1}"/>
                </a:ext>
              </a:extLst>
            </p:cNvPr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2986309" y="4653136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I3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99" name="Text Box 61">
              <a:extLst>
                <a:ext uri="{FF2B5EF4-FFF2-40B4-BE49-F238E27FC236}">
                  <a16:creationId xmlns:a16="http://schemas.microsoft.com/office/drawing/2014/main" id="{3C2A7B24-81D3-42B4-95FB-7D3BAECAE675}"/>
                </a:ext>
              </a:extLst>
            </p:cNvPr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2986309" y="4437134"/>
              <a:ext cx="360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1" name="Text Box 61">
              <a:extLst>
                <a:ext uri="{FF2B5EF4-FFF2-40B4-BE49-F238E27FC236}">
                  <a16:creationId xmlns:a16="http://schemas.microsoft.com/office/drawing/2014/main" id="{C749FD48-EF1A-4195-A58B-46D89C297580}"/>
                </a:ext>
              </a:extLst>
            </p:cNvPr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3346309" y="4437136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I3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4" name="Text Box 61">
              <a:extLst>
                <a:ext uri="{FF2B5EF4-FFF2-40B4-BE49-F238E27FC236}">
                  <a16:creationId xmlns:a16="http://schemas.microsoft.com/office/drawing/2014/main" id="{755E7349-2F0E-46F9-BFAA-C4537B376D62}"/>
                </a:ext>
              </a:extLst>
            </p:cNvPr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3346309" y="4221134"/>
              <a:ext cx="360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5" name="Text Box 61">
              <a:extLst>
                <a:ext uri="{FF2B5EF4-FFF2-40B4-BE49-F238E27FC236}">
                  <a16:creationId xmlns:a16="http://schemas.microsoft.com/office/drawing/2014/main" id="{AA071F07-F7DE-4281-AA2A-E3CEDAA5AC91}"/>
                </a:ext>
              </a:extLst>
            </p:cNvPr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3706309" y="4221136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I3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6" name="Text Box 61">
              <a:extLst>
                <a:ext uri="{FF2B5EF4-FFF2-40B4-BE49-F238E27FC236}">
                  <a16:creationId xmlns:a16="http://schemas.microsoft.com/office/drawing/2014/main" id="{4AB28928-F3CB-4A2F-B5FB-287C887C14EB}"/>
                </a:ext>
              </a:extLst>
            </p:cNvPr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3346309" y="4653090"/>
              <a:ext cx="360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I4</a:t>
              </a:r>
            </a:p>
          </p:txBody>
        </p:sp>
        <p:sp>
          <p:nvSpPr>
            <p:cNvPr id="107" name="Text Box 61">
              <a:extLst>
                <a:ext uri="{FF2B5EF4-FFF2-40B4-BE49-F238E27FC236}">
                  <a16:creationId xmlns:a16="http://schemas.microsoft.com/office/drawing/2014/main" id="{D04C44E9-86B0-4275-891D-9880421CC70A}"/>
                </a:ext>
              </a:extLst>
            </p:cNvPr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3706309" y="4005132"/>
              <a:ext cx="360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8" name="Text Box 61">
              <a:extLst>
                <a:ext uri="{FF2B5EF4-FFF2-40B4-BE49-F238E27FC236}">
                  <a16:creationId xmlns:a16="http://schemas.microsoft.com/office/drawing/2014/main" id="{14F90D5D-7AAF-4FBF-B9F2-5DEBF992558B}"/>
                </a:ext>
              </a:extLst>
            </p:cNvPr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4066309" y="4005134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I3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9" name="Text Box 61">
              <a:extLst>
                <a:ext uri="{FF2B5EF4-FFF2-40B4-BE49-F238E27FC236}">
                  <a16:creationId xmlns:a16="http://schemas.microsoft.com/office/drawing/2014/main" id="{1A0C3725-671C-46C0-AC1B-E92EE6193459}"/>
                </a:ext>
              </a:extLst>
            </p:cNvPr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4066309" y="3789134"/>
              <a:ext cx="360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10" name="Text Box 61">
              <a:extLst>
                <a:ext uri="{FF2B5EF4-FFF2-40B4-BE49-F238E27FC236}">
                  <a16:creationId xmlns:a16="http://schemas.microsoft.com/office/drawing/2014/main" id="{D93CDA60-7777-4B9F-8CE9-669C2A88D649}"/>
                </a:ext>
              </a:extLst>
            </p:cNvPr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3706309" y="4437090"/>
              <a:ext cx="360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I4</a:t>
              </a:r>
            </a:p>
          </p:txBody>
        </p:sp>
        <p:sp>
          <p:nvSpPr>
            <p:cNvPr id="111" name="Text Box 61">
              <a:extLst>
                <a:ext uri="{FF2B5EF4-FFF2-40B4-BE49-F238E27FC236}">
                  <a16:creationId xmlns:a16="http://schemas.microsoft.com/office/drawing/2014/main" id="{061DF3BA-CC53-4F0D-BB15-8FCE589B648A}"/>
                </a:ext>
              </a:extLst>
            </p:cNvPr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4066309" y="4221088"/>
              <a:ext cx="360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I4</a:t>
              </a:r>
            </a:p>
          </p:txBody>
        </p:sp>
        <p:sp>
          <p:nvSpPr>
            <p:cNvPr id="112" name="Text Box 61">
              <a:extLst>
                <a:ext uri="{FF2B5EF4-FFF2-40B4-BE49-F238E27FC236}">
                  <a16:creationId xmlns:a16="http://schemas.microsoft.com/office/drawing/2014/main" id="{BE0B5F8D-2C33-4AD6-994F-32217E7E1990}"/>
                </a:ext>
              </a:extLst>
            </p:cNvPr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4426309" y="4005134"/>
              <a:ext cx="360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I4</a:t>
              </a:r>
            </a:p>
          </p:txBody>
        </p:sp>
        <p:sp>
          <p:nvSpPr>
            <p:cNvPr id="113" name="Text Box 61">
              <a:extLst>
                <a:ext uri="{FF2B5EF4-FFF2-40B4-BE49-F238E27FC236}">
                  <a16:creationId xmlns:a16="http://schemas.microsoft.com/office/drawing/2014/main" id="{039CAD48-7B79-4717-B763-050765188CB5}"/>
                </a:ext>
              </a:extLst>
            </p:cNvPr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2267744" y="4653160"/>
              <a:ext cx="36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14" name="Text Box 61">
              <a:extLst>
                <a:ext uri="{FF2B5EF4-FFF2-40B4-BE49-F238E27FC236}">
                  <a16:creationId xmlns:a16="http://schemas.microsoft.com/office/drawing/2014/main" id="{A0BA6D90-7D2E-4A19-8F9B-89A0FA4A07F6}"/>
                </a:ext>
              </a:extLst>
            </p:cNvPr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2627784" y="4437160"/>
              <a:ext cx="36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15" name="Text Box 61">
              <a:extLst>
                <a:ext uri="{FF2B5EF4-FFF2-40B4-BE49-F238E27FC236}">
                  <a16:creationId xmlns:a16="http://schemas.microsoft.com/office/drawing/2014/main" id="{1103A859-6F32-40F8-B587-39623BFD3894}"/>
                </a:ext>
              </a:extLst>
            </p:cNvPr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2987824" y="4221158"/>
              <a:ext cx="36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16" name="Text Box 61">
              <a:extLst>
                <a:ext uri="{FF2B5EF4-FFF2-40B4-BE49-F238E27FC236}">
                  <a16:creationId xmlns:a16="http://schemas.microsoft.com/office/drawing/2014/main" id="{D81CB6DF-1551-46BE-B011-D33660612CE0}"/>
                </a:ext>
              </a:extLst>
            </p:cNvPr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3347864" y="4005204"/>
              <a:ext cx="36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17" name="Text Box 61">
              <a:extLst>
                <a:ext uri="{FF2B5EF4-FFF2-40B4-BE49-F238E27FC236}">
                  <a16:creationId xmlns:a16="http://schemas.microsoft.com/office/drawing/2014/main" id="{389333D4-F350-4B1B-943F-3BE3D570001E}"/>
                </a:ext>
              </a:extLst>
            </p:cNvPr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3706309" y="3789040"/>
              <a:ext cx="36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29" name="文本框 228">
            <a:extLst>
              <a:ext uri="{FF2B5EF4-FFF2-40B4-BE49-F238E27FC236}">
                <a16:creationId xmlns:a16="http://schemas.microsoft.com/office/drawing/2014/main" id="{7CF31CFA-A011-4801-9B95-49C6D4BAC8B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880192" y="1268760"/>
            <a:ext cx="3420000" cy="54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</p:spPr>
        <p:txBody>
          <a:bodyPr wrap="square" lIns="36195" tIns="1778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 dirty="0">
                <a:solidFill>
                  <a:srgbClr val="C00000"/>
                </a:solidFill>
                <a:highlight>
                  <a:srgbClr val="CCFFFF"/>
                </a:highlight>
                <a:latin typeface="宋体" panose="02010600030101010101" pitchFamily="2" charset="-122"/>
                <a:sym typeface="+mn-ea"/>
              </a:rPr>
              <a:t>节拍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完成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一个</a:t>
            </a:r>
            <a:r>
              <a:rPr lang="en-US" altLang="zh-CN" sz="1600" u="sng" dirty="0" err="1">
                <a:sym typeface="+mn-ea"/>
              </a:rPr>
              <a:t>μ</a:t>
            </a:r>
            <a:r>
              <a:rPr lang="en-US" altLang="zh-CN" sz="1600" b="1" u="sng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的时间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C00000"/>
                </a:solidFill>
                <a:highlight>
                  <a:srgbClr val="CCFFFF"/>
                </a:highlight>
                <a:latin typeface="宋体" panose="02010600030101010101" pitchFamily="2" charset="-122"/>
                <a:sym typeface="+mn-ea"/>
              </a:rPr>
              <a:t>节拍脉冲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用于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节拍定时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的脉冲信号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48147C6E-DBA1-4CFF-AFC7-8F3A1B9F464C}"/>
              </a:ext>
            </a:extLst>
          </p:cNvPr>
          <p:cNvGrpSpPr/>
          <p:nvPr/>
        </p:nvGrpSpPr>
        <p:grpSpPr>
          <a:xfrm>
            <a:off x="4750893" y="4365104"/>
            <a:ext cx="2845443" cy="432000"/>
            <a:chOff x="2338557" y="4068000"/>
            <a:chExt cx="2845443" cy="432000"/>
          </a:xfrm>
        </p:grpSpPr>
        <p:sp>
          <p:nvSpPr>
            <p:cNvPr id="100" name="Text Box 63">
              <a:extLst>
                <a:ext uri="{FF2B5EF4-FFF2-40B4-BE49-F238E27FC236}">
                  <a16:creationId xmlns:a16="http://schemas.microsoft.com/office/drawing/2014/main" id="{D2646E24-F8C5-4D2C-8306-E8747EF8016A}"/>
                </a:ext>
              </a:extLst>
            </p:cNvPr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2340000" y="4284000"/>
              <a:ext cx="28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取指</a:t>
              </a:r>
              <a:r>
                <a:rPr lang="zh-CN" altLang="en-US" sz="1600" b="1" baseline="-18000" dirty="0">
                  <a:latin typeface="+mn-ea"/>
                  <a:ea typeface="+mn-ea"/>
                </a:rPr>
                <a:t> </a:t>
              </a:r>
              <a:r>
                <a:rPr lang="zh-CN" altLang="en-US" sz="1600" b="1" dirty="0">
                  <a:latin typeface="+mn-ea"/>
                  <a:ea typeface="+mn-ea"/>
                </a:rPr>
                <a:t>译码</a:t>
              </a:r>
              <a:r>
                <a:rPr lang="zh-CN" altLang="en-US" sz="1600" b="1" baseline="-18000" dirty="0">
                  <a:latin typeface="+mn-ea"/>
                  <a:ea typeface="+mn-ea"/>
                </a:rPr>
                <a:t> </a:t>
              </a:r>
              <a:r>
                <a:rPr lang="zh-CN" altLang="en-US" sz="1600" b="1" dirty="0">
                  <a:latin typeface="+mn-ea"/>
                  <a:ea typeface="+mn-ea"/>
                </a:rPr>
                <a:t>执行</a:t>
              </a:r>
              <a:r>
                <a:rPr lang="zh-CN" altLang="en-US" sz="1600" b="1" baseline="-18000" dirty="0">
                  <a:latin typeface="+mn-ea"/>
                  <a:ea typeface="+mn-ea"/>
                </a:rPr>
                <a:t> </a:t>
              </a:r>
              <a:r>
                <a:rPr lang="zh-CN" altLang="en-US" sz="1600" b="1" dirty="0">
                  <a:latin typeface="+mn-ea"/>
                  <a:ea typeface="+mn-ea"/>
                </a:rPr>
                <a:t>访存</a:t>
              </a:r>
              <a:r>
                <a:rPr lang="zh-CN" altLang="en-US" sz="1600" b="1" baseline="-18000" dirty="0">
                  <a:latin typeface="+mn-ea"/>
                  <a:ea typeface="+mn-ea"/>
                </a:rPr>
                <a:t> </a:t>
              </a:r>
              <a:r>
                <a:rPr lang="zh-CN" altLang="en-US" sz="1600" b="1" dirty="0">
                  <a:latin typeface="+mn-ea"/>
                  <a:ea typeface="+mn-ea"/>
                </a:rPr>
                <a:t>写回</a:t>
              </a:r>
              <a:r>
                <a:rPr lang="zh-CN" altLang="en-US" sz="1600" b="1" baseline="-18000" dirty="0">
                  <a:latin typeface="+mn-ea"/>
                  <a:ea typeface="+mn-ea"/>
                </a:rPr>
                <a:t> </a:t>
              </a:r>
              <a:r>
                <a:rPr lang="zh-CN" altLang="en-US" sz="1600" b="1" dirty="0">
                  <a:latin typeface="+mn-ea"/>
                  <a:ea typeface="+mn-ea"/>
                </a:rPr>
                <a:t>取指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endParaRPr lang="en-US" altLang="zh-CN" sz="1600" b="1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endParaRPr lang="en-US" altLang="zh-CN" sz="1600" b="1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2" name="Text Box 61">
              <a:extLst>
                <a:ext uri="{FF2B5EF4-FFF2-40B4-BE49-F238E27FC236}">
                  <a16:creationId xmlns:a16="http://schemas.microsoft.com/office/drawing/2014/main" id="{1BB0E433-C71D-4C97-9480-4E7600363BA8}"/>
                </a:ext>
              </a:extLst>
            </p:cNvPr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4680000" y="4068094"/>
              <a:ext cx="468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3" name="Text Box 61">
              <a:extLst>
                <a:ext uri="{FF2B5EF4-FFF2-40B4-BE49-F238E27FC236}">
                  <a16:creationId xmlns:a16="http://schemas.microsoft.com/office/drawing/2014/main" id="{F6E643AB-3B43-48F7-BFB4-B63F96A8A80B}"/>
                </a:ext>
              </a:extLst>
            </p:cNvPr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2338557" y="4068000"/>
              <a:ext cx="468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2" name="Text Box 61">
              <a:extLst>
                <a:ext uri="{FF2B5EF4-FFF2-40B4-BE49-F238E27FC236}">
                  <a16:creationId xmlns:a16="http://schemas.microsoft.com/office/drawing/2014/main" id="{69FB0504-3505-4109-B890-CB434ABEE0AD}"/>
                </a:ext>
              </a:extLst>
            </p:cNvPr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2808000" y="4068000"/>
              <a:ext cx="468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4" name="Text Box 61">
              <a:extLst>
                <a:ext uri="{FF2B5EF4-FFF2-40B4-BE49-F238E27FC236}">
                  <a16:creationId xmlns:a16="http://schemas.microsoft.com/office/drawing/2014/main" id="{7F3DEABA-76DD-43B8-A8CB-350E5F2917D1}"/>
                </a:ext>
              </a:extLst>
            </p:cNvPr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4212000" y="4068000"/>
              <a:ext cx="468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5" name="Text Box 61">
              <a:extLst>
                <a:ext uri="{FF2B5EF4-FFF2-40B4-BE49-F238E27FC236}">
                  <a16:creationId xmlns:a16="http://schemas.microsoft.com/office/drawing/2014/main" id="{D01724C1-0426-42A3-B2C3-5D22BBB166F4}"/>
                </a:ext>
              </a:extLst>
            </p:cNvPr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3276000" y="4068000"/>
              <a:ext cx="468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6" name="Text Box 61">
              <a:extLst>
                <a:ext uri="{FF2B5EF4-FFF2-40B4-BE49-F238E27FC236}">
                  <a16:creationId xmlns:a16="http://schemas.microsoft.com/office/drawing/2014/main" id="{ADE2CAF1-6CED-4455-87EB-6409D0C2CE6E}"/>
                </a:ext>
              </a:extLst>
            </p:cNvPr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3744000" y="4068000"/>
              <a:ext cx="468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37" name="组合 236">
            <a:extLst>
              <a:ext uri="{FF2B5EF4-FFF2-40B4-BE49-F238E27FC236}">
                <a16:creationId xmlns:a16="http://schemas.microsoft.com/office/drawing/2014/main" id="{8E96F220-1803-496D-B0A6-7426EBC7251A}"/>
              </a:ext>
            </a:extLst>
          </p:cNvPr>
          <p:cNvGrpSpPr/>
          <p:nvPr/>
        </p:nvGrpSpPr>
        <p:grpSpPr>
          <a:xfrm>
            <a:off x="3563888" y="3140968"/>
            <a:ext cx="2160240" cy="720080"/>
            <a:chOff x="3275856" y="3140968"/>
            <a:chExt cx="2160240" cy="720080"/>
          </a:xfrm>
        </p:grpSpPr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A6F5A02C-08AD-4E3B-81B0-25B005C37D96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>
              <a:off x="3278220" y="3177016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488CE7F4-921F-46B9-BA40-F76E0E2406BE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>
              <a:off x="4716016" y="3177016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4B298EB7-D6A3-4496-91B4-9FFA4D9874D3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>
              <a:off x="3995936" y="3177016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1" name="Text Box 80">
              <a:extLst>
                <a:ext uri="{FF2B5EF4-FFF2-40B4-BE49-F238E27FC236}">
                  <a16:creationId xmlns:a16="http://schemas.microsoft.com/office/drawing/2014/main" id="{AA05D000-AE12-4584-B45A-8B3548F102E9}"/>
                </a:ext>
              </a:extLst>
            </p:cNvPr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3491920" y="3140968"/>
              <a:ext cx="360000" cy="1551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C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42" name="Text Box 80">
              <a:extLst>
                <a:ext uri="{FF2B5EF4-FFF2-40B4-BE49-F238E27FC236}">
                  <a16:creationId xmlns:a16="http://schemas.microsoft.com/office/drawing/2014/main" id="{0023F4EF-356B-4F17-97BE-9EE16391F641}"/>
                </a:ext>
              </a:extLst>
            </p:cNvPr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4139992" y="3140968"/>
              <a:ext cx="360000" cy="1551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C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F5DBDABF-F68D-45B7-B2DE-5CDEFCA63B4F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>
              <a:off x="5436096" y="3177016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4" name="Text Box 80">
              <a:extLst>
                <a:ext uri="{FF2B5EF4-FFF2-40B4-BE49-F238E27FC236}">
                  <a16:creationId xmlns:a16="http://schemas.microsoft.com/office/drawing/2014/main" id="{2A9EB410-C0A8-4237-AF48-D163A97C94ED}"/>
                </a:ext>
              </a:extLst>
            </p:cNvPr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4860072" y="3140968"/>
              <a:ext cx="360000" cy="1551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C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45" name="Text Box 65">
              <a:extLst>
                <a:ext uri="{FF2B5EF4-FFF2-40B4-BE49-F238E27FC236}">
                  <a16:creationId xmlns:a16="http://schemas.microsoft.com/office/drawing/2014/main" id="{A0C18C26-6916-44FA-93BD-A5E4B1B88C46}"/>
                </a:ext>
              </a:extLst>
            </p:cNvPr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4716016" y="3357040"/>
              <a:ext cx="720045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OP3</a:t>
              </a:r>
            </a:p>
          </p:txBody>
        </p:sp>
        <p:sp>
          <p:nvSpPr>
            <p:cNvPr id="246" name="Text Box 65">
              <a:extLst>
                <a:ext uri="{FF2B5EF4-FFF2-40B4-BE49-F238E27FC236}">
                  <a16:creationId xmlns:a16="http://schemas.microsoft.com/office/drawing/2014/main" id="{2CE267CC-6C63-4C17-8148-C0BC8065C0F8}"/>
                </a:ext>
              </a:extLst>
            </p:cNvPr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3275856" y="3357016"/>
              <a:ext cx="720045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OP1</a:t>
              </a:r>
            </a:p>
          </p:txBody>
        </p:sp>
        <p:sp>
          <p:nvSpPr>
            <p:cNvPr id="247" name="Text Box 65">
              <a:extLst>
                <a:ext uri="{FF2B5EF4-FFF2-40B4-BE49-F238E27FC236}">
                  <a16:creationId xmlns:a16="http://schemas.microsoft.com/office/drawing/2014/main" id="{13CDB63A-5B86-4285-AA56-05CBC9BD045B}"/>
                </a:ext>
              </a:extLst>
            </p:cNvPr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3926458" y="3364033"/>
              <a:ext cx="64800" cy="2016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8" name="Text Box 65">
              <a:extLst>
                <a:ext uri="{FF2B5EF4-FFF2-40B4-BE49-F238E27FC236}">
                  <a16:creationId xmlns:a16="http://schemas.microsoft.com/office/drawing/2014/main" id="{BBF85CEE-2634-4A86-A169-27565DE0CD88}"/>
                </a:ext>
              </a:extLst>
            </p:cNvPr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3707904" y="3364033"/>
              <a:ext cx="215992" cy="201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9" name="Text Box 65">
              <a:extLst>
                <a:ext uri="{FF2B5EF4-FFF2-40B4-BE49-F238E27FC236}">
                  <a16:creationId xmlns:a16="http://schemas.microsoft.com/office/drawing/2014/main" id="{92BA492B-42E6-44D9-92CB-C45B42A14150}"/>
                </a:ext>
              </a:extLst>
            </p:cNvPr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3995971" y="3357016"/>
              <a:ext cx="720045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OP2</a:t>
              </a:r>
            </a:p>
          </p:txBody>
        </p:sp>
        <p:sp>
          <p:nvSpPr>
            <p:cNvPr id="250" name="Text Box 65">
              <a:extLst>
                <a:ext uri="{FF2B5EF4-FFF2-40B4-BE49-F238E27FC236}">
                  <a16:creationId xmlns:a16="http://schemas.microsoft.com/office/drawing/2014/main" id="{F17F9551-CFC4-47A6-8FC5-D16D34E3C51C}"/>
                </a:ext>
              </a:extLst>
            </p:cNvPr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4646573" y="3364033"/>
              <a:ext cx="64800" cy="2016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1" name="Text Box 65">
              <a:extLst>
                <a:ext uri="{FF2B5EF4-FFF2-40B4-BE49-F238E27FC236}">
                  <a16:creationId xmlns:a16="http://schemas.microsoft.com/office/drawing/2014/main" id="{1889A55E-231F-4B4C-923F-070627B55AFF}"/>
                </a:ext>
              </a:extLst>
            </p:cNvPr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4428019" y="3364033"/>
              <a:ext cx="215992" cy="201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2" name="Text Box 65">
              <a:extLst>
                <a:ext uri="{FF2B5EF4-FFF2-40B4-BE49-F238E27FC236}">
                  <a16:creationId xmlns:a16="http://schemas.microsoft.com/office/drawing/2014/main" id="{A1B142B7-F3B4-4188-92DA-35442E017253}"/>
                </a:ext>
              </a:extLst>
            </p:cNvPr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5368957" y="3366762"/>
              <a:ext cx="64800" cy="2016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3" name="Text Box 65">
              <a:extLst>
                <a:ext uri="{FF2B5EF4-FFF2-40B4-BE49-F238E27FC236}">
                  <a16:creationId xmlns:a16="http://schemas.microsoft.com/office/drawing/2014/main" id="{16A468CD-ED35-48CD-B2A1-5CEEEEE418AE}"/>
                </a:ext>
              </a:extLst>
            </p:cNvPr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275856" y="3645048"/>
              <a:ext cx="720045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OP1</a:t>
              </a:r>
            </a:p>
          </p:txBody>
        </p:sp>
        <p:sp>
          <p:nvSpPr>
            <p:cNvPr id="254" name="Text Box 65">
              <a:extLst>
                <a:ext uri="{FF2B5EF4-FFF2-40B4-BE49-F238E27FC236}">
                  <a16:creationId xmlns:a16="http://schemas.microsoft.com/office/drawing/2014/main" id="{EEE52424-F628-43B4-AD13-AC5881999301}"/>
                </a:ext>
              </a:extLst>
            </p:cNvPr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3926458" y="3652065"/>
              <a:ext cx="64800" cy="2016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5" name="Text Box 65">
              <a:extLst>
                <a:ext uri="{FF2B5EF4-FFF2-40B4-BE49-F238E27FC236}">
                  <a16:creationId xmlns:a16="http://schemas.microsoft.com/office/drawing/2014/main" id="{1E5C2162-17C2-4BD3-B1F7-5D9CA7A8F9CE}"/>
                </a:ext>
              </a:extLst>
            </p:cNvPr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3707904" y="3652065"/>
              <a:ext cx="215992" cy="201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6" name="Text Box 65">
              <a:extLst>
                <a:ext uri="{FF2B5EF4-FFF2-40B4-BE49-F238E27FC236}">
                  <a16:creationId xmlns:a16="http://schemas.microsoft.com/office/drawing/2014/main" id="{7A6DFA42-3BB2-4794-A15D-982B21B05828}"/>
                </a:ext>
              </a:extLst>
            </p:cNvPr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3995971" y="3645048"/>
              <a:ext cx="720045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OP2</a:t>
              </a:r>
            </a:p>
          </p:txBody>
        </p:sp>
        <p:sp>
          <p:nvSpPr>
            <p:cNvPr id="257" name="Text Box 65">
              <a:extLst>
                <a:ext uri="{FF2B5EF4-FFF2-40B4-BE49-F238E27FC236}">
                  <a16:creationId xmlns:a16="http://schemas.microsoft.com/office/drawing/2014/main" id="{B6072A2C-140D-4924-94BB-4B59FF166863}"/>
                </a:ext>
              </a:extLst>
            </p:cNvPr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4646573" y="3652065"/>
              <a:ext cx="64800" cy="2016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8" name="Text Box 65">
              <a:extLst>
                <a:ext uri="{FF2B5EF4-FFF2-40B4-BE49-F238E27FC236}">
                  <a16:creationId xmlns:a16="http://schemas.microsoft.com/office/drawing/2014/main" id="{A9150A00-388D-44A0-939A-5D36D0B0B250}"/>
                </a:ext>
              </a:extLst>
            </p:cNvPr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4428019" y="3652065"/>
              <a:ext cx="215992" cy="201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59" name="组合 258">
            <a:extLst>
              <a:ext uri="{FF2B5EF4-FFF2-40B4-BE49-F238E27FC236}">
                <a16:creationId xmlns:a16="http://schemas.microsoft.com/office/drawing/2014/main" id="{E97A6DC4-B50D-49D7-899A-88B1E8B2F6E1}"/>
              </a:ext>
            </a:extLst>
          </p:cNvPr>
          <p:cNvGrpSpPr/>
          <p:nvPr/>
        </p:nvGrpSpPr>
        <p:grpSpPr>
          <a:xfrm>
            <a:off x="6012161" y="3140968"/>
            <a:ext cx="1584175" cy="720080"/>
            <a:chOff x="5724129" y="3140968"/>
            <a:chExt cx="1584175" cy="720080"/>
          </a:xfrm>
        </p:grpSpPr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B1ACE577-6043-40E8-A6CD-71FE7538A675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>
              <a:off x="5726492" y="3177016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43A180AF-2FC3-4571-9AA9-26A198FB3B87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>
              <a:off x="6588224" y="3177016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47880EDD-8C6C-46A4-B49F-B69AE4DCFA90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>
              <a:off x="6156176" y="3177016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63" name="Text Box 80">
              <a:extLst>
                <a:ext uri="{FF2B5EF4-FFF2-40B4-BE49-F238E27FC236}">
                  <a16:creationId xmlns:a16="http://schemas.microsoft.com/office/drawing/2014/main" id="{B7AADBD6-B1E5-422C-B520-A73174C325BC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803384" y="3140968"/>
              <a:ext cx="352792" cy="1551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C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64" name="Text Box 80">
              <a:extLst>
                <a:ext uri="{FF2B5EF4-FFF2-40B4-BE49-F238E27FC236}">
                  <a16:creationId xmlns:a16="http://schemas.microsoft.com/office/drawing/2014/main" id="{F4D1E2F1-4DF9-401F-BC12-0760ADEF344B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228224" y="3140968"/>
              <a:ext cx="360000" cy="1551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C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3182154A-3097-4152-BC04-B349148B1ED3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>
              <a:off x="7308304" y="3177016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66" name="Text Box 80">
              <a:extLst>
                <a:ext uri="{FF2B5EF4-FFF2-40B4-BE49-F238E27FC236}">
                  <a16:creationId xmlns:a16="http://schemas.microsoft.com/office/drawing/2014/main" id="{87788CAD-D0EF-475E-A796-2F971066A8F1}"/>
                </a:ext>
              </a:extLst>
            </p:cNvPr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732280" y="3140968"/>
              <a:ext cx="360000" cy="1551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C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67" name="Text Box 65">
              <a:extLst>
                <a:ext uri="{FF2B5EF4-FFF2-40B4-BE49-F238E27FC236}">
                  <a16:creationId xmlns:a16="http://schemas.microsoft.com/office/drawing/2014/main" id="{C2327FE7-D791-4AFB-93B1-47D88CCF6891}"/>
                </a:ext>
              </a:extLst>
            </p:cNvPr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588224" y="3357040"/>
              <a:ext cx="720045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OP3</a:t>
              </a:r>
            </a:p>
          </p:txBody>
        </p:sp>
        <p:sp>
          <p:nvSpPr>
            <p:cNvPr id="268" name="Text Box 65">
              <a:extLst>
                <a:ext uri="{FF2B5EF4-FFF2-40B4-BE49-F238E27FC236}">
                  <a16:creationId xmlns:a16="http://schemas.microsoft.com/office/drawing/2014/main" id="{2D7D5271-9F1A-49CE-9E3F-4FB988D710BB}"/>
                </a:ext>
              </a:extLst>
            </p:cNvPr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724129" y="3357016"/>
              <a:ext cx="432048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OP1</a:t>
              </a:r>
            </a:p>
          </p:txBody>
        </p:sp>
        <p:sp>
          <p:nvSpPr>
            <p:cNvPr id="269" name="Text Box 65">
              <a:extLst>
                <a:ext uri="{FF2B5EF4-FFF2-40B4-BE49-F238E27FC236}">
                  <a16:creationId xmlns:a16="http://schemas.microsoft.com/office/drawing/2014/main" id="{B2BB30C1-6209-4D42-BA83-50427CF40D62}"/>
                </a:ext>
              </a:extLst>
            </p:cNvPr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084168" y="3364033"/>
              <a:ext cx="64800" cy="2016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70" name="Text Box 65">
              <a:extLst>
                <a:ext uri="{FF2B5EF4-FFF2-40B4-BE49-F238E27FC236}">
                  <a16:creationId xmlns:a16="http://schemas.microsoft.com/office/drawing/2014/main" id="{D761A9C3-F08F-4324-B72D-B6338C86DE2C}"/>
                </a:ext>
              </a:extLst>
            </p:cNvPr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6156211" y="3357016"/>
              <a:ext cx="432013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OP2</a:t>
              </a:r>
            </a:p>
          </p:txBody>
        </p:sp>
        <p:sp>
          <p:nvSpPr>
            <p:cNvPr id="271" name="Text Box 65">
              <a:extLst>
                <a:ext uri="{FF2B5EF4-FFF2-40B4-BE49-F238E27FC236}">
                  <a16:creationId xmlns:a16="http://schemas.microsoft.com/office/drawing/2014/main" id="{6C41D9BA-6971-4666-85FC-628C50ED3BDF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6516216" y="3364033"/>
              <a:ext cx="64800" cy="2016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72" name="Text Box 65">
              <a:extLst>
                <a:ext uri="{FF2B5EF4-FFF2-40B4-BE49-F238E27FC236}">
                  <a16:creationId xmlns:a16="http://schemas.microsoft.com/office/drawing/2014/main" id="{039AB705-52BF-4022-970C-DD74C7B3C52D}"/>
                </a:ext>
              </a:extLst>
            </p:cNvPr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7241165" y="3366762"/>
              <a:ext cx="64800" cy="2016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73" name="Text Box 65">
              <a:extLst>
                <a:ext uri="{FF2B5EF4-FFF2-40B4-BE49-F238E27FC236}">
                  <a16:creationId xmlns:a16="http://schemas.microsoft.com/office/drawing/2014/main" id="{912AF728-385B-4691-AE33-949FA0AEE5F2}"/>
                </a:ext>
              </a:extLst>
            </p:cNvPr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724129" y="3645048"/>
              <a:ext cx="432048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OP1</a:t>
              </a:r>
            </a:p>
          </p:txBody>
        </p:sp>
        <p:sp>
          <p:nvSpPr>
            <p:cNvPr id="274" name="Text Box 65">
              <a:extLst>
                <a:ext uri="{FF2B5EF4-FFF2-40B4-BE49-F238E27FC236}">
                  <a16:creationId xmlns:a16="http://schemas.microsoft.com/office/drawing/2014/main" id="{E7DD32CC-313C-466C-8FBE-4E0DE4D32339}"/>
                </a:ext>
              </a:extLst>
            </p:cNvPr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084168" y="3652065"/>
              <a:ext cx="64800" cy="2016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75" name="Text Box 65">
              <a:extLst>
                <a:ext uri="{FF2B5EF4-FFF2-40B4-BE49-F238E27FC236}">
                  <a16:creationId xmlns:a16="http://schemas.microsoft.com/office/drawing/2014/main" id="{0B6B011B-E752-44E5-BF57-DC1FA39ECD2D}"/>
                </a:ext>
              </a:extLst>
            </p:cNvPr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156211" y="3645048"/>
              <a:ext cx="432013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OP2</a:t>
              </a:r>
            </a:p>
          </p:txBody>
        </p:sp>
        <p:sp>
          <p:nvSpPr>
            <p:cNvPr id="276" name="Text Box 65">
              <a:extLst>
                <a:ext uri="{FF2B5EF4-FFF2-40B4-BE49-F238E27FC236}">
                  <a16:creationId xmlns:a16="http://schemas.microsoft.com/office/drawing/2014/main" id="{154A901C-2EBE-46C6-9FE5-54E0259BD7F7}"/>
                </a:ext>
              </a:extLst>
            </p:cNvPr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516216" y="3652065"/>
              <a:ext cx="64800" cy="2016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77" name="组合 276">
            <a:extLst>
              <a:ext uri="{FF2B5EF4-FFF2-40B4-BE49-F238E27FC236}">
                <a16:creationId xmlns:a16="http://schemas.microsoft.com/office/drawing/2014/main" id="{C4FE8788-24A2-4B7A-8EFF-D3F436B7B88D}"/>
              </a:ext>
            </a:extLst>
          </p:cNvPr>
          <p:cNvGrpSpPr/>
          <p:nvPr/>
        </p:nvGrpSpPr>
        <p:grpSpPr>
          <a:xfrm>
            <a:off x="755576" y="3140968"/>
            <a:ext cx="2304256" cy="720080"/>
            <a:chOff x="323528" y="3140968"/>
            <a:chExt cx="2304256" cy="720080"/>
          </a:xfrm>
        </p:grpSpPr>
        <p:sp>
          <p:nvSpPr>
            <p:cNvPr id="278" name="Text Box 65">
              <a:extLst>
                <a:ext uri="{FF2B5EF4-FFF2-40B4-BE49-F238E27FC236}">
                  <a16:creationId xmlns:a16="http://schemas.microsoft.com/office/drawing/2014/main" id="{5B377E54-BA7F-4843-AC90-EBA15579399D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43672" y="3351559"/>
              <a:ext cx="1584112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53975" tIns="17780" rIns="18000" bIns="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OP1 OP2  OP3  </a:t>
              </a:r>
            </a:p>
          </p:txBody>
        </p: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ECE6FD4A-8E4C-4EFB-AE64-742AE4BD6B54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>
              <a:off x="1043608" y="3171512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A46774FF-672A-4E7C-B89F-24EF7F9A5F36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2627784" y="3171512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A4F5FFBD-C6DC-45E4-A317-B57935BF097D}"/>
                </a:ext>
              </a:extLst>
            </p:cNvPr>
            <p:cNvCxnSpPr>
              <a:cxnSpLocks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1043528" y="3234027"/>
              <a:ext cx="72016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82695F8F-3B9C-4242-ABFF-BDB596989EF3}"/>
                </a:ext>
              </a:extLst>
            </p:cNvPr>
            <p:cNvCxnSpPr>
              <a:cxnSpLocks/>
            </p:cNvCxnSpPr>
            <p:nvPr>
              <p:custDataLst>
                <p:tags r:id="rId12"/>
              </p:custDataLst>
            </p:nvPr>
          </p:nvCxnSpPr>
          <p:spPr bwMode="auto">
            <a:xfrm>
              <a:off x="2123824" y="3234027"/>
              <a:ext cx="49675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83" name="Text Box 65">
              <a:extLst>
                <a:ext uri="{FF2B5EF4-FFF2-40B4-BE49-F238E27FC236}">
                  <a16:creationId xmlns:a16="http://schemas.microsoft.com/office/drawing/2014/main" id="{C26A6F33-026E-4E63-A754-8C32EF34B60A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907704" y="3644976"/>
              <a:ext cx="720080" cy="216072"/>
            </a:xfrm>
            <a:prstGeom prst="rect">
              <a:avLst/>
            </a:prstGeom>
            <a:solidFill>
              <a:schemeClr val="bg1">
                <a:lumMod val="85000"/>
                <a:alpha val="80000"/>
              </a:scheme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空闲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84" name="Text Box 65">
              <a:extLst>
                <a:ext uri="{FF2B5EF4-FFF2-40B4-BE49-F238E27FC236}">
                  <a16:creationId xmlns:a16="http://schemas.microsoft.com/office/drawing/2014/main" id="{FB462244-ECE6-4459-854C-352D78EA23A9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55776" y="3360567"/>
              <a:ext cx="64800" cy="2016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85" name="Text Box 80">
              <a:extLst>
                <a:ext uri="{FF2B5EF4-FFF2-40B4-BE49-F238E27FC236}">
                  <a16:creationId xmlns:a16="http://schemas.microsoft.com/office/drawing/2014/main" id="{CB7A62B9-174C-450E-93FE-9FE2838A5030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23576" y="3351535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a: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86" name="Text Box 80">
              <a:extLst>
                <a:ext uri="{FF2B5EF4-FFF2-40B4-BE49-F238E27FC236}">
                  <a16:creationId xmlns:a16="http://schemas.microsoft.com/office/drawing/2014/main" id="{FA74E420-CF61-452E-A96E-8A51B5A8612F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23528" y="3639591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b: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2AFAD7AC-8F15-4B94-BF18-6808D9C49071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>
              <a:off x="1475656" y="3351535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D814528C-E0D0-47D2-978F-60C89DC228F7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1907696" y="3351535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9" name="Text Box 65">
              <a:extLst>
                <a:ext uri="{FF2B5EF4-FFF2-40B4-BE49-F238E27FC236}">
                  <a16:creationId xmlns:a16="http://schemas.microsoft.com/office/drawing/2014/main" id="{249D7524-6A24-495F-96E0-1D4318563470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43608" y="3644999"/>
              <a:ext cx="864000" cy="21604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53975" tIns="17780" rIns="18000" bIns="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OP1 OP2</a:t>
              </a:r>
            </a:p>
          </p:txBody>
        </p:sp>
        <p:sp>
          <p:nvSpPr>
            <p:cNvPr id="290" name="Text Box 65">
              <a:extLst>
                <a:ext uri="{FF2B5EF4-FFF2-40B4-BE49-F238E27FC236}">
                  <a16:creationId xmlns:a16="http://schemas.microsoft.com/office/drawing/2014/main" id="{80D76C77-242F-4B4C-BCB1-0764CF463B42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835696" y="3655584"/>
              <a:ext cx="64800" cy="2016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B180B57F-D77E-43AC-81E4-4F73B5C5B187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1475656" y="3639567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2" name="Text Box 65">
              <a:extLst>
                <a:ext uri="{FF2B5EF4-FFF2-40B4-BE49-F238E27FC236}">
                  <a16:creationId xmlns:a16="http://schemas.microsoft.com/office/drawing/2014/main" id="{C9326336-9108-451B-AA36-70197B5C853D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835696" y="3360567"/>
              <a:ext cx="64800" cy="2016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93" name="Text Box 80">
              <a:extLst>
                <a:ext uri="{FF2B5EF4-FFF2-40B4-BE49-F238E27FC236}">
                  <a16:creationId xmlns:a16="http://schemas.microsoft.com/office/drawing/2014/main" id="{F7B1E771-7A15-4031-8BCA-5DEC9C7BA248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763728" y="3140968"/>
              <a:ext cx="360000" cy="1551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C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228" name="线形标注 2 121">
            <a:extLst>
              <a:ext uri="{FF2B5EF4-FFF2-40B4-BE49-F238E27FC236}">
                <a16:creationId xmlns:a16="http://schemas.microsoft.com/office/drawing/2014/main" id="{584AA373-B460-4F3D-9587-061DE491B5FE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2987824" y="4005088"/>
            <a:ext cx="1620115" cy="234735"/>
          </a:xfrm>
          <a:prstGeom prst="borderCallout2">
            <a:avLst>
              <a:gd name="adj1" fmla="val 48951"/>
              <a:gd name="adj2" fmla="val -717"/>
              <a:gd name="adj3" fmla="val 47801"/>
              <a:gd name="adj4" fmla="val -13808"/>
              <a:gd name="adj5" fmla="val -95727"/>
              <a:gd name="adj6" fmla="val -3279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+mn-lt"/>
              </a:rPr>
              <a:t>简单指令性能差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207" name="线形标注 2 101">
            <a:extLst>
              <a:ext uri="{FF2B5EF4-FFF2-40B4-BE49-F238E27FC236}">
                <a16:creationId xmlns:a16="http://schemas.microsoft.com/office/drawing/2014/main" id="{BE5E2537-BE09-4075-A7A8-C486A55FF03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5652120" y="3933056"/>
            <a:ext cx="2160000" cy="252000"/>
          </a:xfrm>
          <a:prstGeom prst="borderCallout2">
            <a:avLst>
              <a:gd name="adj1" fmla="val 48951"/>
              <a:gd name="adj2" fmla="val -717"/>
              <a:gd name="adj3" fmla="val 49565"/>
              <a:gd name="adj4" fmla="val -9293"/>
              <a:gd name="adj5" fmla="val -201709"/>
              <a:gd name="adj6" fmla="val -2463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同一指令中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可复用</a:t>
            </a:r>
            <a:r>
              <a:rPr lang="zh-CN" altLang="en-US" sz="1600" b="1" dirty="0">
                <a:latin typeface="宋体" panose="02010600030101010101" pitchFamily="2" charset="-122"/>
              </a:rPr>
              <a:t>部件</a:t>
            </a:r>
          </a:p>
        </p:txBody>
      </p:sp>
      <p:sp>
        <p:nvSpPr>
          <p:cNvPr id="92" name="线形标注 2 121">
            <a:extLst>
              <a:ext uri="{FF2B5EF4-FFF2-40B4-BE49-F238E27FC236}">
                <a16:creationId xmlns:a16="http://schemas.microsoft.com/office/drawing/2014/main" id="{A1AF3C58-4BE3-489F-B536-A02B904A7CB4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7812360" y="3573016"/>
            <a:ext cx="1152016" cy="216001"/>
          </a:xfrm>
          <a:prstGeom prst="borderCallout2">
            <a:avLst>
              <a:gd name="adj1" fmla="val 48951"/>
              <a:gd name="adj2" fmla="val -717"/>
              <a:gd name="adj3" fmla="val 47801"/>
              <a:gd name="adj4" fmla="val -18237"/>
              <a:gd name="adj5" fmla="val -149533"/>
              <a:gd name="adj6" fmla="val -5869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CU</a:t>
            </a:r>
            <a:r>
              <a:rPr lang="zh-CN" altLang="en-US" sz="1600" b="1" dirty="0">
                <a:latin typeface="宋体" panose="02010600030101010101" pitchFamily="2" charset="-122"/>
              </a:rPr>
              <a:t>中再讨论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 bldLvl="0" animBg="1"/>
      <p:bldP spid="228" grpId="0" bldLvl="0" animBg="1"/>
      <p:bldP spid="207" grpId="0" bldLvl="0" animBg="1"/>
      <p:bldP spid="92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15</a:t>
            </a:fld>
            <a:endParaRPr lang="en-US" altLang="zh-CN" dirty="0"/>
          </a:p>
        </p:txBody>
      </p:sp>
      <p:sp>
        <p:nvSpPr>
          <p:cNvPr id="22" name="AutoShape 62">
            <a:hlinkClick r:id="rId23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28000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23" name="AutoShape 62">
            <a:hlinkClick r:id="rId24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0500" y="332740"/>
            <a:ext cx="3517265" cy="5979522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※CPU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的组成与原理小结：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基本功能</a:t>
            </a:r>
            <a:r>
              <a:rPr lang="en-US" altLang="zh-CN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基本组成</a:t>
            </a:r>
            <a:r>
              <a:rPr lang="en-US" altLang="zh-CN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结构：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工作流程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>
              <a:lnSpc>
                <a:spcPct val="100000"/>
              </a:lnSpc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工作原理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</a:p>
          <a:p>
            <a:pPr algn="l">
              <a:lnSpc>
                <a:spcPct val="125000"/>
              </a:lnSpc>
            </a:pP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指令周期的组成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指令执行的过程：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10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微操作的定时：</a:t>
            </a: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指令周期的组织：</a:t>
            </a:r>
          </a:p>
        </p:txBody>
      </p:sp>
      <p:sp>
        <p:nvSpPr>
          <p:cNvPr id="4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71980" y="757555"/>
            <a:ext cx="7164705" cy="5595827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循环地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执行指令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处理异常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中断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←实现工作方式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指令系统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细化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操作实现类、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个操作控制类功能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指令部件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运算器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BIU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MMU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中断机构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＋控制器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数据通路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操作实现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＋控制单元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CU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操作控制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循环地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执行指令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响应中断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异常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，由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操作序列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组成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中断在指令周期间、异常在指令周期中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CU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循环地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工作流程所需的</a:t>
            </a:r>
            <a:r>
              <a:rPr lang="zh-CN" altLang="en-US" sz="20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操作控制信号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(5.3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节讨论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数据通路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工作流程所需的</a:t>
            </a:r>
            <a:r>
              <a:rPr lang="zh-CN" altLang="en-US" sz="20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操作功能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(5.2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节讨论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操作序列的组成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排序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取指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执行阶段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zh-CN" altLang="en-US" sz="20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基本操作序列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译码阶段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无操作，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210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基本操作类型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间传送、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读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写、算逻运算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基于</a:t>
            </a:r>
            <a:r>
              <a:rPr lang="zh-CN" altLang="en-US" sz="20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主时钟脉冲信号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aseline="-18000" dirty="0" err="1">
                <a:sym typeface="+mn-ea"/>
              </a:rPr>
              <a:t>μ</a:t>
            </a:r>
            <a:r>
              <a:rPr lang="en-US" altLang="zh-CN" sz="2000" b="1" baseline="-25000" dirty="0" err="1">
                <a:latin typeface="宋体" panose="02010600030101010101" pitchFamily="2" charset="-122"/>
                <a:cs typeface="宋体" panose="02010600030101010101" pitchFamily="2" charset="-122"/>
              </a:rPr>
              <a:t>OP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1T</a:t>
            </a:r>
            <a:r>
              <a:rPr lang="zh-CN" altLang="en-US" sz="2000" b="1" baseline="-18000" dirty="0">
                <a:latin typeface="宋体" panose="02010600030101010101" pitchFamily="2" charset="-122"/>
                <a:cs typeface="宋体" panose="02010600030101010101" pitchFamily="2" charset="-122"/>
              </a:rPr>
              <a:t>节拍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kT</a:t>
            </a:r>
            <a:r>
              <a:rPr lang="en-US" altLang="zh-CN" sz="2000" b="1" baseline="-25000" dirty="0" err="1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(k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随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变化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一个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时钟周期，可采用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串行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流水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执行方式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728688" y="4509120"/>
            <a:ext cx="5435600" cy="612140"/>
            <a:chOff x="2097" y="7313"/>
            <a:chExt cx="8560" cy="964"/>
          </a:xfrm>
        </p:grpSpPr>
        <p:sp>
          <p:nvSpPr>
            <p:cNvPr id="185" name="矩形 184"/>
            <p:cNvSpPr/>
            <p:nvPr>
              <p:custDataLst>
                <p:tags r:id="rId4"/>
              </p:custDataLst>
            </p:nvPr>
          </p:nvSpPr>
          <p:spPr bwMode="auto">
            <a:xfrm>
              <a:off x="2266" y="7313"/>
              <a:ext cx="8220" cy="85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6" name="Text Box 31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436" y="7370"/>
              <a:ext cx="113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187" name="Text Box 314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025" y="7370"/>
              <a:ext cx="147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指令译码</a:t>
              </a:r>
            </a:p>
          </p:txBody>
        </p:sp>
        <p:sp>
          <p:nvSpPr>
            <p:cNvPr id="188" name="Text Box 31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953" y="7370"/>
              <a:ext cx="1020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取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</a:p>
          </p:txBody>
        </p:sp>
        <p:cxnSp>
          <p:nvCxnSpPr>
            <p:cNvPr id="189" name="直接箭头连接符 188"/>
            <p:cNvCxnSpPr/>
            <p:nvPr>
              <p:custDataLst>
                <p:tags r:id="rId8"/>
              </p:custDataLst>
            </p:nvPr>
          </p:nvCxnSpPr>
          <p:spPr bwMode="auto">
            <a:xfrm>
              <a:off x="3572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0" name="直接箭头连接符 189"/>
            <p:cNvCxnSpPr/>
            <p:nvPr>
              <p:custDataLst>
                <p:tags r:id="rId9"/>
              </p:custDataLst>
            </p:nvPr>
          </p:nvCxnSpPr>
          <p:spPr bwMode="auto">
            <a:xfrm>
              <a:off x="5499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1" name="直接箭头连接符 190"/>
            <p:cNvCxnSpPr/>
            <p:nvPr>
              <p:custDataLst>
                <p:tags r:id="rId10"/>
              </p:custDataLst>
            </p:nvPr>
          </p:nvCxnSpPr>
          <p:spPr bwMode="auto">
            <a:xfrm>
              <a:off x="10366" y="7540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2" name="直接箭头连接符 191"/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10650" y="7540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3" name="直接箭头连接符 192"/>
            <p:cNvCxnSpPr/>
            <p:nvPr>
              <p:custDataLst>
                <p:tags r:id="rId12"/>
              </p:custDataLst>
            </p:nvPr>
          </p:nvCxnSpPr>
          <p:spPr bwMode="auto">
            <a:xfrm>
              <a:off x="2097" y="7540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4" name="直接箭头连接符 193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2097" y="7540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5" name="直接箭头连接符 194"/>
            <p:cNvCxnSpPr/>
            <p:nvPr>
              <p:custDataLst>
                <p:tags r:id="rId14"/>
              </p:custDataLst>
            </p:nvPr>
          </p:nvCxnSpPr>
          <p:spPr bwMode="auto">
            <a:xfrm>
              <a:off x="2097" y="8277"/>
              <a:ext cx="8561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6" name="Text Box 316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664" y="7767"/>
              <a:ext cx="2211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</a:p>
          </p:txBody>
        </p:sp>
        <p:sp>
          <p:nvSpPr>
            <p:cNvPr id="197" name="Text Box 316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009" y="7766"/>
              <a:ext cx="4331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←计算结果</a:t>
              </a:r>
            </a:p>
          </p:txBody>
        </p:sp>
        <p:sp>
          <p:nvSpPr>
            <p:cNvPr id="6" name="Text Box 31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427" y="7370"/>
              <a:ext cx="147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sz="1600" b="1" dirty="0">
                  <a:latin typeface="宋体" panose="02010600030101010101" pitchFamily="2" charset="-122"/>
                </a:rPr>
                <a:t>数据操作</a:t>
              </a:r>
            </a:p>
          </p:txBody>
        </p:sp>
        <p:sp>
          <p:nvSpPr>
            <p:cNvPr id="7" name="Text Box 316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355" y="7370"/>
              <a:ext cx="1020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</a:p>
          </p:txBody>
        </p:sp>
        <p:cxnSp>
          <p:nvCxnSpPr>
            <p:cNvPr id="9" name="直接箭头连接符 8"/>
            <p:cNvCxnSpPr/>
            <p:nvPr>
              <p:custDataLst>
                <p:tags r:id="rId19"/>
              </p:custDataLst>
            </p:nvPr>
          </p:nvCxnSpPr>
          <p:spPr bwMode="auto">
            <a:xfrm>
              <a:off x="6973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20"/>
              </p:custDataLst>
            </p:nvPr>
          </p:nvCxnSpPr>
          <p:spPr bwMode="auto">
            <a:xfrm>
              <a:off x="8901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180F636-F4AF-427F-AAEE-BA3FEC3ED238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H="1">
            <a:off x="3563888" y="2636912"/>
            <a:ext cx="2629486" cy="1187941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5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999" y="1700808"/>
            <a:ext cx="8784000" cy="396000"/>
          </a:xfrm>
          <a:prstGeom prst="rect">
            <a:avLst/>
          </a:prstGeom>
          <a:solidFill>
            <a:srgbClr val="FFCC99">
              <a:alpha val="80000"/>
            </a:srgbClr>
          </a:solidFill>
          <a:ln w="15875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16</a:t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§5.2  </a:t>
            </a:r>
            <a:r>
              <a:rPr lang="zh-CN" altLang="en-US" sz="2800" b="1" dirty="0">
                <a:latin typeface="宋体" panose="02010600030101010101" pitchFamily="2" charset="-122"/>
              </a:rPr>
              <a:t>数据通路的组织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79705" y="1628800"/>
            <a:ext cx="8856792" cy="1629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一、数据通路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DataPath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的组成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数据通路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指令执行过程中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数据所经过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路径</a:t>
            </a:r>
            <a:r>
              <a:rPr lang="zh-CN" altLang="en-US" sz="2200" b="1" dirty="0">
                <a:latin typeface="宋体" panose="02010600030101010101" pitchFamily="2" charset="-122"/>
              </a:rPr>
              <a:t>及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路径上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部件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                    </a:t>
            </a:r>
            <a:r>
              <a:rPr lang="zh-CN" altLang="en-US" sz="1800" dirty="0">
                <a:latin typeface="宋体" panose="02010600030101010101" pitchFamily="2" charset="-122"/>
              </a:rPr>
              <a:t>└───→</a:t>
            </a:r>
            <a:r>
              <a:rPr lang="zh-CN" altLang="en-US" sz="1800" b="1" dirty="0">
                <a:latin typeface="宋体" panose="02010600030101010101" pitchFamily="2" charset="-122"/>
              </a:rPr>
              <a:t>部件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复用</a:t>
            </a:r>
            <a:r>
              <a:rPr lang="zh-CN" altLang="en-US" sz="1800" dirty="0">
                <a:latin typeface="宋体" panose="02010600030101010101" pitchFamily="2" charset="-122"/>
              </a:rPr>
              <a:t>→───┴─→</a:t>
            </a:r>
            <a:r>
              <a:rPr lang="zh-CN" altLang="en-US" sz="1800" b="1" dirty="0">
                <a:latin typeface="宋体" panose="02010600030101010101" pitchFamily="2" charset="-122"/>
              </a:rPr>
              <a:t>包含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地址</a:t>
            </a:r>
            <a:endParaRPr lang="en-US" altLang="zh-CN" sz="18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数据通路组成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功能部件＋部件互连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1800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需求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是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工作流程的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所有操作</a:t>
            </a:r>
            <a:endParaRPr lang="en-US" altLang="zh-CN" sz="1800" b="1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79512" y="3284984"/>
            <a:ext cx="8784590" cy="29401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、数据通路的功能部件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FF3399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暂不讨论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异常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中断的响应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*数据通路部件的组成：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译码阶段</a:t>
            </a:r>
            <a:r>
              <a:rPr lang="zh-CN" altLang="en-US" sz="1800" b="1" dirty="0">
                <a:latin typeface="宋体" panose="02010600030101010101" pitchFamily="2" charset="-122"/>
              </a:rPr>
              <a:t>无操作、部件纳入</a:t>
            </a:r>
            <a:r>
              <a:rPr lang="en-US" altLang="zh-CN" sz="1800" b="1" dirty="0">
                <a:latin typeface="宋体" panose="02010600030101010101" pitchFamily="2" charset="-122"/>
              </a:rPr>
              <a:t>CU)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取指阶段</a:t>
            </a:r>
            <a:r>
              <a:rPr lang="en-US" altLang="zh-CN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—  </a:t>
            </a:r>
            <a:r>
              <a:rPr lang="en-US" altLang="zh-CN" sz="1800" b="1" dirty="0">
                <a:uFillTx/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功能为</a:t>
            </a:r>
            <a:r>
              <a:rPr kumimoji="0"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IR</a:t>
            </a:r>
            <a:r>
              <a:rPr kumimoji="0"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kumimoji="0"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M[(PC)]</a:t>
            </a:r>
            <a:r>
              <a:rPr kumimoji="0"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)</a:t>
            </a:r>
            <a:endParaRPr lang="en-US" altLang="zh-CN" sz="1800" b="1" dirty="0">
              <a:solidFill>
                <a:schemeClr val="accent2"/>
              </a:solidFill>
              <a:uFillTx/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</a:t>
            </a:r>
            <a:r>
              <a:rPr lang="zh-CN" altLang="en-US" sz="2200" b="1" u="sng" dirty="0">
                <a:latin typeface="宋体" panose="02010600030101010101" pitchFamily="2" charset="-122"/>
              </a:rPr>
              <a:t>部件有</a:t>
            </a:r>
            <a:r>
              <a:rPr lang="en-US" altLang="zh-CN" sz="2200" b="1" dirty="0">
                <a:latin typeface="宋体" panose="02010600030101010101" pitchFamily="2" charset="-122"/>
              </a:rPr>
              <a:t>PC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IR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Adder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地址加法器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IMEM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指令</a:t>
            </a:r>
            <a:r>
              <a:rPr lang="en-US" altLang="zh-CN" sz="1600" b="1" dirty="0">
                <a:latin typeface="宋体" panose="02010600030101010101" pitchFamily="2" charset="-122"/>
              </a:rPr>
              <a:t>MEM)</a:t>
            </a:r>
            <a:r>
              <a:rPr lang="zh-CN" altLang="en-US" sz="2200" b="1" dirty="0">
                <a:latin typeface="宋体" panose="02010600030101010101" pitchFamily="2" charset="-122"/>
              </a:rPr>
              <a:t>等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highlight>
                  <a:srgbClr val="CCCCFF"/>
                </a:highlight>
                <a:latin typeface="宋体" panose="02010600030101010101" pitchFamily="2" charset="-122"/>
                <a:sym typeface="+mn-ea"/>
              </a:rPr>
              <a:t>无关于</a:t>
            </a:r>
            <a:r>
              <a:rPr lang="en-US" altLang="zh-CN" sz="1800" b="1" dirty="0">
                <a:highlight>
                  <a:srgbClr val="CCCCFF"/>
                </a:highlight>
                <a:latin typeface="宋体" panose="02010600030101010101" pitchFamily="2" charset="-122"/>
                <a:sym typeface="+mn-ea"/>
              </a:rPr>
              <a:t>ISA</a:t>
            </a:r>
            <a:endParaRPr lang="en-US" altLang="zh-CN" sz="2200" b="1" dirty="0">
              <a:solidFill>
                <a:schemeClr val="accent2"/>
              </a:solidFill>
              <a:highlight>
                <a:srgbClr val="CCCCFF"/>
              </a:highlight>
              <a:uFillTx/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    执行阶段</a:t>
            </a:r>
            <a:r>
              <a:rPr lang="en-US" altLang="zh-CN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—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功能为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所有指令的约定功能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数据操作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下条指令地址计算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]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)</a:t>
            </a:r>
            <a:endParaRPr lang="en-US" altLang="zh-CN" sz="1800" b="1" dirty="0">
              <a:solidFill>
                <a:schemeClr val="accent2"/>
              </a:solidFill>
              <a:uFillTx/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</a:t>
            </a:r>
            <a:r>
              <a:rPr lang="zh-CN" altLang="en-US" sz="2200" b="1" u="sng" dirty="0">
                <a:latin typeface="宋体" panose="02010600030101010101" pitchFamily="2" charset="-122"/>
              </a:rPr>
              <a:t>部件有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ALU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GPRs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PSR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DMEM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数据</a:t>
            </a:r>
            <a:r>
              <a:rPr lang="en-US" altLang="zh-CN" sz="1600" b="1" dirty="0">
                <a:latin typeface="宋体" panose="02010600030101010101" pitchFamily="2" charset="-122"/>
              </a:rPr>
              <a:t>MEM)</a:t>
            </a:r>
            <a:r>
              <a:rPr lang="zh-CN" altLang="en-US" sz="2200" b="1" dirty="0">
                <a:latin typeface="宋体" panose="02010600030101010101" pitchFamily="2" charset="-122"/>
              </a:rPr>
              <a:t>等        </a:t>
            </a:r>
            <a:r>
              <a:rPr lang="zh-CN" altLang="en-US" sz="1800" b="1" dirty="0"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highlight>
                  <a:srgbClr val="CCCCFF"/>
                </a:highlight>
                <a:latin typeface="宋体" panose="02010600030101010101" pitchFamily="2" charset="-122"/>
                <a:sym typeface="+mn-ea"/>
              </a:rPr>
              <a:t>相关于</a:t>
            </a:r>
            <a:r>
              <a:rPr lang="en-US" altLang="zh-CN" sz="1800" b="1" dirty="0">
                <a:highlight>
                  <a:srgbClr val="CCCCFF"/>
                </a:highlight>
                <a:latin typeface="宋体" panose="02010600030101010101" pitchFamily="2" charset="-122"/>
                <a:sym typeface="+mn-ea"/>
              </a:rPr>
              <a:t>ISA</a:t>
            </a:r>
            <a:endParaRPr lang="en-US" altLang="zh-CN" sz="2200" b="1" dirty="0">
              <a:highlight>
                <a:srgbClr val="CCCCFF"/>
              </a:highlight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注意：</a:t>
            </a:r>
            <a:r>
              <a:rPr lang="en-US" altLang="zh-CN" sz="1800" b="1" dirty="0">
                <a:latin typeface="宋体" panose="02010600030101010101" pitchFamily="2" charset="-122"/>
              </a:rPr>
              <a:t>IMEM</a:t>
            </a:r>
            <a:r>
              <a:rPr lang="zh-CN" altLang="en-US" sz="1800" b="1" dirty="0">
                <a:latin typeface="宋体" panose="02010600030101010101" pitchFamily="2" charset="-122"/>
              </a:rPr>
              <a:t>及</a:t>
            </a:r>
            <a:r>
              <a:rPr lang="en-US" altLang="zh-CN" sz="1800" b="1" dirty="0">
                <a:latin typeface="宋体" panose="02010600030101010101" pitchFamily="2" charset="-122"/>
              </a:rPr>
              <a:t>DMEM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可合并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即冯</a:t>
            </a:r>
            <a:r>
              <a:rPr lang="en-US" altLang="zh-CN" sz="1600" b="1" dirty="0"/>
              <a:t>·</a:t>
            </a:r>
            <a:r>
              <a:rPr lang="zh-CN" altLang="en-US" sz="1600" b="1" dirty="0">
                <a:latin typeface="宋体" panose="02010600030101010101" pitchFamily="2" charset="-122"/>
              </a:rPr>
              <a:t>诺依曼结构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∈存储系统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可放在</a:t>
            </a:r>
            <a:r>
              <a:rPr lang="en-US" altLang="zh-CN" sz="1600" b="1" dirty="0">
                <a:latin typeface="宋体" panose="02010600030101010101" pitchFamily="2" charset="-122"/>
              </a:rPr>
              <a:t>CPU</a:t>
            </a:r>
            <a:r>
              <a:rPr lang="zh-CN" altLang="en-US" sz="1600" b="1" dirty="0">
                <a:latin typeface="宋体" panose="02010600030101010101" pitchFamily="2" charset="-122"/>
              </a:rPr>
              <a:t>中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如</a:t>
            </a:r>
            <a:r>
              <a:rPr lang="en-US" altLang="zh-CN" sz="1600" b="1" dirty="0">
                <a:latin typeface="宋体" panose="02010600030101010101" pitchFamily="2" charset="-122"/>
              </a:rPr>
              <a:t>Cache])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11" name="Text Box 526"/>
          <p:cNvSpPr txBox="1">
            <a:spLocks noChangeArrowheads="1"/>
          </p:cNvSpPr>
          <p:nvPr/>
        </p:nvSpPr>
        <p:spPr bwMode="auto">
          <a:xfrm>
            <a:off x="179512" y="837873"/>
            <a:ext cx="8784783" cy="706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>
                <a:latin typeface="+mn-ea"/>
                <a:ea typeface="+mn-ea"/>
              </a:rPr>
              <a:t>数据通路的组成，</a:t>
            </a:r>
            <a:r>
              <a:rPr lang="en-US" altLang="zh-CN" sz="2000" dirty="0" err="1">
                <a:latin typeface="+mn-lt"/>
                <a:ea typeface="+mn-ea"/>
              </a:rPr>
              <a:t>μ</a:t>
            </a:r>
            <a:r>
              <a:rPr lang="en-US" altLang="zh-CN" sz="2000" b="1" dirty="0" err="1">
                <a:latin typeface="+mn-ea"/>
                <a:ea typeface="+mn-ea"/>
              </a:rPr>
              <a:t>OP</a:t>
            </a:r>
            <a:r>
              <a:rPr lang="zh-CN" altLang="en-US" sz="2000" b="1" dirty="0">
                <a:latin typeface="+mn-ea"/>
                <a:ea typeface="+mn-ea"/>
              </a:rPr>
              <a:t>及其实现，指令执行过程的组织，</a:t>
            </a:r>
            <a:endParaRPr lang="en-US" altLang="zh-CN" sz="2000" b="1" dirty="0">
              <a:latin typeface="+mn-ea"/>
              <a:ea typeface="+mn-ea"/>
            </a:endParaRPr>
          </a:p>
          <a:p>
            <a:pPr algn="l"/>
            <a:r>
              <a:rPr lang="en-US" altLang="zh-CN" sz="2000" b="1" dirty="0">
                <a:latin typeface="+mn-ea"/>
                <a:ea typeface="+mn-ea"/>
              </a:rPr>
              <a:t>             </a:t>
            </a:r>
            <a:r>
              <a:rPr lang="zh-CN" altLang="en-US" sz="2000" b="1" dirty="0">
                <a:latin typeface="+mn-ea"/>
                <a:ea typeface="+mn-ea"/>
              </a:rPr>
              <a:t>数据通路的设计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zh-CN" altLang="en-US" sz="2000" b="1" dirty="0">
                <a:latin typeface="+mn-ea"/>
                <a:ea typeface="+mn-ea"/>
              </a:rPr>
              <a:t>部件</a:t>
            </a:r>
            <a:r>
              <a:rPr lang="en-US" altLang="zh-CN" sz="2000" b="1" dirty="0">
                <a:latin typeface="+mn-ea"/>
                <a:ea typeface="+mn-ea"/>
              </a:rPr>
              <a:t>/</a:t>
            </a:r>
            <a:r>
              <a:rPr lang="zh-CN" altLang="en-US" sz="2000" b="1" dirty="0">
                <a:latin typeface="+mn-ea"/>
                <a:ea typeface="+mn-ea"/>
              </a:rPr>
              <a:t>互连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17</a:t>
            </a:fld>
            <a:endParaRPr lang="en-US" altLang="zh-CN" dirty="0"/>
          </a:p>
        </p:txBody>
      </p:sp>
      <p:sp>
        <p:nvSpPr>
          <p:cNvPr id="3" name="Text Box 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5930080" cy="2611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*常见部件回顾：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关注功能表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组合逻辑部件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时序逻辑部件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4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36000" y="764704"/>
            <a:ext cx="6220460" cy="21116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2200" b="1" dirty="0">
                <a:latin typeface="宋体" panose="02010600030101010101" pitchFamily="2" charset="-122"/>
              </a:rPr>
              <a:t>译码器、选择器、加法器、</a:t>
            </a:r>
            <a:r>
              <a:rPr lang="en-US" altLang="zh-CN" sz="2200" b="1" dirty="0">
                <a:latin typeface="宋体" panose="02010600030101010101" pitchFamily="2" charset="-122"/>
              </a:rPr>
              <a:t>ALU</a:t>
            </a:r>
            <a:r>
              <a:rPr lang="zh-CN" altLang="en-US" sz="2200" b="1" dirty="0">
                <a:latin typeface="宋体" panose="02010600030101010101" pitchFamily="2" charset="-122"/>
              </a:rPr>
              <a:t>、位扩展器等</a:t>
            </a:r>
          </a:p>
          <a:p>
            <a:pPr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zh-CN" altLang="en-US" sz="2000" b="1" dirty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寄存器、寄存器组、计数器、存储器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zh-CN" sz="1600" b="1" dirty="0">
                <a:latin typeface="宋体" panose="02010600030101010101" pitchFamily="2" charset="-122"/>
                <a:sym typeface="+mn-ea"/>
              </a:rPr>
              <a:t>同步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异步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等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483773" y="1231490"/>
            <a:ext cx="1295400" cy="1153160"/>
            <a:chOff x="5953" y="5780"/>
            <a:chExt cx="2040" cy="1816"/>
          </a:xfrm>
        </p:grpSpPr>
        <p:sp>
          <p:nvSpPr>
            <p:cNvPr id="7" name="梯形 6"/>
            <p:cNvSpPr/>
            <p:nvPr>
              <p:custDataLst>
                <p:tags r:id="rId184"/>
              </p:custDataLst>
            </p:nvPr>
          </p:nvSpPr>
          <p:spPr>
            <a:xfrm>
              <a:off x="6463" y="6235"/>
              <a:ext cx="1134" cy="454"/>
            </a:xfrm>
            <a:prstGeom prst="trapezoid">
              <a:avLst>
                <a:gd name="adj" fmla="val 44268"/>
              </a:avLst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8" name="直接箭头连接符 7"/>
            <p:cNvCxnSpPr/>
            <p:nvPr>
              <p:custDataLst>
                <p:tags r:id="rId185"/>
              </p:custDataLst>
            </p:nvPr>
          </p:nvCxnSpPr>
          <p:spPr bwMode="auto">
            <a:xfrm flipV="1">
              <a:off x="6350" y="6064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186"/>
              </p:custDataLst>
            </p:nvPr>
          </p:nvCxnSpPr>
          <p:spPr bwMode="auto">
            <a:xfrm flipV="1">
              <a:off x="6350" y="6858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直接箭头连接符 10"/>
            <p:cNvCxnSpPr/>
            <p:nvPr>
              <p:custDataLst>
                <p:tags r:id="rId187"/>
              </p:custDataLst>
            </p:nvPr>
          </p:nvCxnSpPr>
          <p:spPr bwMode="auto">
            <a:xfrm flipV="1">
              <a:off x="7257" y="6518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Text Box 36"/>
            <p:cNvSpPr txBox="1">
              <a:spLocks noChangeArrowheads="1"/>
            </p:cNvSpPr>
            <p:nvPr>
              <p:custDataLst>
                <p:tags r:id="rId188"/>
              </p:custDataLst>
            </p:nvPr>
          </p:nvSpPr>
          <p:spPr bwMode="auto">
            <a:xfrm>
              <a:off x="6463" y="6239"/>
              <a:ext cx="283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vert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19" name="直接箭头连接符 18"/>
            <p:cNvCxnSpPr/>
            <p:nvPr>
              <p:custDataLst>
                <p:tags r:id="rId189"/>
              </p:custDataLst>
            </p:nvPr>
          </p:nvCxnSpPr>
          <p:spPr bwMode="auto">
            <a:xfrm flipV="1">
              <a:off x="7030" y="6916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" name="Text Box 191"/>
            <p:cNvSpPr txBox="1">
              <a:spLocks noChangeArrowheads="1"/>
            </p:cNvSpPr>
            <p:nvPr>
              <p:custDataLst>
                <p:tags r:id="rId190"/>
              </p:custDataLst>
            </p:nvPr>
          </p:nvSpPr>
          <p:spPr bwMode="auto">
            <a:xfrm>
              <a:off x="5953" y="5900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A1</a:t>
              </a:r>
            </a:p>
          </p:txBody>
        </p:sp>
        <p:sp>
          <p:nvSpPr>
            <p:cNvPr id="22" name="Text Box 191"/>
            <p:cNvSpPr txBox="1">
              <a:spLocks noChangeArrowheads="1"/>
            </p:cNvSpPr>
            <p:nvPr>
              <p:custDataLst>
                <p:tags r:id="rId191"/>
              </p:custDataLst>
            </p:nvPr>
          </p:nvSpPr>
          <p:spPr bwMode="auto">
            <a:xfrm>
              <a:off x="5953" y="6689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Am</a:t>
              </a:r>
            </a:p>
          </p:txBody>
        </p:sp>
        <p:sp>
          <p:nvSpPr>
            <p:cNvPr id="23" name="Text Box 191"/>
            <p:cNvSpPr txBox="1">
              <a:spLocks noChangeArrowheads="1"/>
            </p:cNvSpPr>
            <p:nvPr>
              <p:custDataLst>
                <p:tags r:id="rId192"/>
              </p:custDataLst>
            </p:nvPr>
          </p:nvSpPr>
          <p:spPr bwMode="auto">
            <a:xfrm>
              <a:off x="7710" y="6349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24" name="Text Box 191"/>
            <p:cNvSpPr txBox="1">
              <a:spLocks noChangeArrowheads="1"/>
            </p:cNvSpPr>
            <p:nvPr>
              <p:custDataLst>
                <p:tags r:id="rId193"/>
              </p:custDataLst>
            </p:nvPr>
          </p:nvSpPr>
          <p:spPr bwMode="auto">
            <a:xfrm>
              <a:off x="6860" y="725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  <p:cxnSp>
          <p:nvCxnSpPr>
            <p:cNvPr id="25" name="直接箭头连接符 24"/>
            <p:cNvCxnSpPr/>
            <p:nvPr>
              <p:custDataLst>
                <p:tags r:id="rId194"/>
              </p:custDataLst>
            </p:nvPr>
          </p:nvCxnSpPr>
          <p:spPr bwMode="auto">
            <a:xfrm>
              <a:off x="6973" y="7087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6" name="Text Box 191"/>
            <p:cNvSpPr txBox="1">
              <a:spLocks noChangeArrowheads="1"/>
            </p:cNvSpPr>
            <p:nvPr>
              <p:custDataLst>
                <p:tags r:id="rId195"/>
              </p:custDataLst>
            </p:nvPr>
          </p:nvSpPr>
          <p:spPr bwMode="auto">
            <a:xfrm>
              <a:off x="7087" y="7027"/>
              <a:ext cx="73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log</a:t>
              </a:r>
              <a:r>
                <a:rPr lang="en-US" altLang="zh-CN" sz="14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m</a:t>
              </a:r>
            </a:p>
          </p:txBody>
        </p:sp>
        <p:cxnSp>
          <p:nvCxnSpPr>
            <p:cNvPr id="27" name="直接箭头连接符 26"/>
            <p:cNvCxnSpPr/>
            <p:nvPr>
              <p:custDataLst>
                <p:tags r:id="rId196"/>
              </p:custDataLst>
            </p:nvPr>
          </p:nvCxnSpPr>
          <p:spPr bwMode="auto">
            <a:xfrm>
              <a:off x="6407" y="6009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" name="Text Box 191"/>
            <p:cNvSpPr txBox="1">
              <a:spLocks noChangeArrowheads="1"/>
            </p:cNvSpPr>
            <p:nvPr>
              <p:custDataLst>
                <p:tags r:id="rId197"/>
              </p:custDataLst>
            </p:nvPr>
          </p:nvSpPr>
          <p:spPr bwMode="auto">
            <a:xfrm>
              <a:off x="6406" y="5780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n</a:t>
              </a:r>
            </a:p>
          </p:txBody>
        </p:sp>
        <p:cxnSp>
          <p:nvCxnSpPr>
            <p:cNvPr id="29" name="直接箭头连接符 28"/>
            <p:cNvCxnSpPr/>
            <p:nvPr>
              <p:custDataLst>
                <p:tags r:id="rId198"/>
              </p:custDataLst>
            </p:nvPr>
          </p:nvCxnSpPr>
          <p:spPr bwMode="auto">
            <a:xfrm>
              <a:off x="6407" y="680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0" name="Text Box 191"/>
            <p:cNvSpPr txBox="1">
              <a:spLocks noChangeArrowheads="1"/>
            </p:cNvSpPr>
            <p:nvPr>
              <p:custDataLst>
                <p:tags r:id="rId199"/>
              </p:custDataLst>
            </p:nvPr>
          </p:nvSpPr>
          <p:spPr bwMode="auto">
            <a:xfrm>
              <a:off x="6406" y="6573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n</a:t>
              </a:r>
            </a:p>
          </p:txBody>
        </p:sp>
        <p:cxnSp>
          <p:nvCxnSpPr>
            <p:cNvPr id="31" name="直接箭头连接符 30"/>
            <p:cNvCxnSpPr/>
            <p:nvPr>
              <p:custDataLst>
                <p:tags r:id="rId200"/>
              </p:custDataLst>
            </p:nvPr>
          </p:nvCxnSpPr>
          <p:spPr bwMode="auto">
            <a:xfrm>
              <a:off x="7370" y="646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2" name="Text Box 191"/>
            <p:cNvSpPr txBox="1">
              <a:spLocks noChangeArrowheads="1"/>
            </p:cNvSpPr>
            <p:nvPr>
              <p:custDataLst>
                <p:tags r:id="rId201"/>
              </p:custDataLst>
            </p:nvPr>
          </p:nvSpPr>
          <p:spPr bwMode="auto">
            <a:xfrm>
              <a:off x="7370" y="6233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n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851773" y="1268955"/>
            <a:ext cx="1836420" cy="1115695"/>
            <a:chOff x="4819" y="5217"/>
            <a:chExt cx="2892" cy="1757"/>
          </a:xfrm>
        </p:grpSpPr>
        <p:sp>
          <p:nvSpPr>
            <p:cNvPr id="33" name="AutoShape 15"/>
            <p:cNvSpPr>
              <a:spLocks noChangeArrowheads="1"/>
            </p:cNvSpPr>
            <p:nvPr>
              <p:custDataLst>
                <p:tags r:id="rId167"/>
              </p:custDataLst>
            </p:nvPr>
          </p:nvSpPr>
          <p:spPr bwMode="auto">
            <a:xfrm>
              <a:off x="5499" y="5896"/>
              <a:ext cx="1587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t" anchorCtr="0"/>
            <a:lstStyle/>
            <a:p>
              <a:pPr mar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加法器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4" name="直接箭头连接符 33"/>
            <p:cNvCxnSpPr/>
            <p:nvPr>
              <p:custDataLst>
                <p:tags r:id="rId168"/>
              </p:custDataLst>
            </p:nvPr>
          </p:nvCxnSpPr>
          <p:spPr bwMode="auto">
            <a:xfrm>
              <a:off x="5839" y="5557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169"/>
              </p:custDataLst>
            </p:nvPr>
          </p:nvCxnSpPr>
          <p:spPr bwMode="auto">
            <a:xfrm flipH="1" flipV="1">
              <a:off x="6917" y="6123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170"/>
              </p:custDataLst>
            </p:nvPr>
          </p:nvCxnSpPr>
          <p:spPr bwMode="auto">
            <a:xfrm>
              <a:off x="5783" y="5613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7" name="Text Box 101"/>
            <p:cNvSpPr txBox="1">
              <a:spLocks noChangeArrowheads="1"/>
            </p:cNvSpPr>
            <p:nvPr>
              <p:custDataLst>
                <p:tags r:id="rId171"/>
              </p:custDataLst>
            </p:nvPr>
          </p:nvSpPr>
          <p:spPr bwMode="auto">
            <a:xfrm>
              <a:off x="5868" y="5498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38" name="直接箭头连接符 37"/>
            <p:cNvCxnSpPr/>
            <p:nvPr>
              <p:custDataLst>
                <p:tags r:id="rId172"/>
              </p:custDataLst>
            </p:nvPr>
          </p:nvCxnSpPr>
          <p:spPr bwMode="auto">
            <a:xfrm flipH="1" flipV="1">
              <a:off x="5329" y="6123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9" name="Text Box 191"/>
            <p:cNvSpPr txBox="1">
              <a:spLocks noChangeArrowheads="1"/>
            </p:cNvSpPr>
            <p:nvPr>
              <p:custDataLst>
                <p:tags r:id="rId173"/>
              </p:custDataLst>
            </p:nvPr>
          </p:nvSpPr>
          <p:spPr bwMode="auto">
            <a:xfrm>
              <a:off x="7257" y="5953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40" name="Text Box 191"/>
            <p:cNvSpPr txBox="1">
              <a:spLocks noChangeArrowheads="1"/>
            </p:cNvSpPr>
            <p:nvPr>
              <p:custDataLst>
                <p:tags r:id="rId174"/>
              </p:custDataLst>
            </p:nvPr>
          </p:nvSpPr>
          <p:spPr bwMode="auto">
            <a:xfrm>
              <a:off x="4819" y="595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  <p:sp>
          <p:nvSpPr>
            <p:cNvPr id="41" name="Text Box 191"/>
            <p:cNvSpPr txBox="1">
              <a:spLocks noChangeArrowheads="1"/>
            </p:cNvSpPr>
            <p:nvPr>
              <p:custDataLst>
                <p:tags r:id="rId175"/>
              </p:custDataLst>
            </p:nvPr>
          </p:nvSpPr>
          <p:spPr bwMode="auto">
            <a:xfrm>
              <a:off x="5669" y="5217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42" name="直接箭头连接符 41"/>
            <p:cNvCxnSpPr/>
            <p:nvPr>
              <p:custDataLst>
                <p:tags r:id="rId176"/>
              </p:custDataLst>
            </p:nvPr>
          </p:nvCxnSpPr>
          <p:spPr bwMode="auto">
            <a:xfrm>
              <a:off x="6691" y="5557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4" name="直接箭头连接符 43"/>
            <p:cNvCxnSpPr/>
            <p:nvPr>
              <p:custDataLst>
                <p:tags r:id="rId177"/>
              </p:custDataLst>
            </p:nvPr>
          </p:nvCxnSpPr>
          <p:spPr bwMode="auto">
            <a:xfrm>
              <a:off x="6634" y="5613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5" name="Text Box 101"/>
            <p:cNvSpPr txBox="1">
              <a:spLocks noChangeArrowheads="1"/>
            </p:cNvSpPr>
            <p:nvPr>
              <p:custDataLst>
                <p:tags r:id="rId178"/>
              </p:custDataLst>
            </p:nvPr>
          </p:nvSpPr>
          <p:spPr bwMode="auto">
            <a:xfrm>
              <a:off x="6719" y="5498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6" name="Text Box 191"/>
            <p:cNvSpPr txBox="1">
              <a:spLocks noChangeArrowheads="1"/>
            </p:cNvSpPr>
            <p:nvPr>
              <p:custDataLst>
                <p:tags r:id="rId179"/>
              </p:custDataLst>
            </p:nvPr>
          </p:nvSpPr>
          <p:spPr bwMode="auto">
            <a:xfrm>
              <a:off x="6576" y="5217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cxnSp>
          <p:nvCxnSpPr>
            <p:cNvPr id="55" name="直接箭头连接符 54"/>
            <p:cNvCxnSpPr/>
            <p:nvPr>
              <p:custDataLst>
                <p:tags r:id="rId180"/>
              </p:custDataLst>
            </p:nvPr>
          </p:nvCxnSpPr>
          <p:spPr bwMode="auto">
            <a:xfrm>
              <a:off x="6293" y="6350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55"/>
            <p:cNvCxnSpPr/>
            <p:nvPr>
              <p:custDataLst>
                <p:tags r:id="rId181"/>
              </p:custDataLst>
            </p:nvPr>
          </p:nvCxnSpPr>
          <p:spPr bwMode="auto">
            <a:xfrm>
              <a:off x="6236" y="6408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7" name="Text Box 101"/>
            <p:cNvSpPr txBox="1">
              <a:spLocks noChangeArrowheads="1"/>
            </p:cNvSpPr>
            <p:nvPr>
              <p:custDataLst>
                <p:tags r:id="rId182"/>
              </p:custDataLst>
            </p:nvPr>
          </p:nvSpPr>
          <p:spPr bwMode="auto">
            <a:xfrm>
              <a:off x="6350" y="6320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8" name="Text Box 191"/>
            <p:cNvSpPr txBox="1">
              <a:spLocks noChangeArrowheads="1"/>
            </p:cNvSpPr>
            <p:nvPr>
              <p:custDataLst>
                <p:tags r:id="rId183"/>
              </p:custDataLst>
            </p:nvPr>
          </p:nvSpPr>
          <p:spPr bwMode="auto">
            <a:xfrm>
              <a:off x="6180" y="6691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5831773" y="1268760"/>
            <a:ext cx="1368425" cy="1115695"/>
            <a:chOff x="6519" y="5613"/>
            <a:chExt cx="2155" cy="1757"/>
          </a:xfrm>
        </p:grpSpPr>
        <p:sp>
          <p:nvSpPr>
            <p:cNvPr id="59" name="AutoShape 15"/>
            <p:cNvSpPr>
              <a:spLocks noChangeArrowheads="1"/>
            </p:cNvSpPr>
            <p:nvPr>
              <p:custDataLst>
                <p:tags r:id="rId150"/>
              </p:custDataLst>
            </p:nvPr>
          </p:nvSpPr>
          <p:spPr bwMode="auto">
            <a:xfrm>
              <a:off x="6519" y="6292"/>
              <a:ext cx="1587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t" anchorCtr="0"/>
            <a:lstStyle/>
            <a:p>
              <a:pPr mar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ALU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0" name="直接箭头连接符 59"/>
            <p:cNvCxnSpPr/>
            <p:nvPr>
              <p:custDataLst>
                <p:tags r:id="rId151"/>
              </p:custDataLst>
            </p:nvPr>
          </p:nvCxnSpPr>
          <p:spPr bwMode="auto">
            <a:xfrm>
              <a:off x="6859" y="5953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152"/>
              </p:custDataLst>
            </p:nvPr>
          </p:nvCxnSpPr>
          <p:spPr bwMode="auto">
            <a:xfrm flipH="1" flipV="1">
              <a:off x="7937" y="6519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153"/>
              </p:custDataLst>
            </p:nvPr>
          </p:nvCxnSpPr>
          <p:spPr bwMode="auto">
            <a:xfrm>
              <a:off x="6803" y="6009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3" name="Text Box 101"/>
            <p:cNvSpPr txBox="1">
              <a:spLocks noChangeArrowheads="1"/>
            </p:cNvSpPr>
            <p:nvPr>
              <p:custDataLst>
                <p:tags r:id="rId154"/>
              </p:custDataLst>
            </p:nvPr>
          </p:nvSpPr>
          <p:spPr bwMode="auto">
            <a:xfrm>
              <a:off x="6888" y="5894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64" name="直接箭头连接符 63"/>
            <p:cNvCxnSpPr/>
            <p:nvPr>
              <p:custDataLst>
                <p:tags r:id="rId155"/>
              </p:custDataLst>
            </p:nvPr>
          </p:nvCxnSpPr>
          <p:spPr bwMode="auto">
            <a:xfrm>
              <a:off x="7654" y="6761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5" name="Text Box 191"/>
            <p:cNvSpPr txBox="1">
              <a:spLocks noChangeArrowheads="1"/>
            </p:cNvSpPr>
            <p:nvPr>
              <p:custDataLst>
                <p:tags r:id="rId156"/>
              </p:custDataLst>
            </p:nvPr>
          </p:nvSpPr>
          <p:spPr bwMode="auto">
            <a:xfrm>
              <a:off x="8277" y="6349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</a:p>
          </p:txBody>
        </p:sp>
        <p:sp>
          <p:nvSpPr>
            <p:cNvPr id="66" name="Text Box 191"/>
            <p:cNvSpPr txBox="1">
              <a:spLocks noChangeArrowheads="1"/>
            </p:cNvSpPr>
            <p:nvPr>
              <p:custDataLst>
                <p:tags r:id="rId157"/>
              </p:custDataLst>
            </p:nvPr>
          </p:nvSpPr>
          <p:spPr bwMode="auto">
            <a:xfrm>
              <a:off x="7483" y="7087"/>
              <a:ext cx="73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Flag</a:t>
              </a:r>
            </a:p>
          </p:txBody>
        </p:sp>
        <p:sp>
          <p:nvSpPr>
            <p:cNvPr id="67" name="Text Box 191"/>
            <p:cNvSpPr txBox="1">
              <a:spLocks noChangeArrowheads="1"/>
            </p:cNvSpPr>
            <p:nvPr>
              <p:custDataLst>
                <p:tags r:id="rId158"/>
              </p:custDataLst>
            </p:nvPr>
          </p:nvSpPr>
          <p:spPr bwMode="auto">
            <a:xfrm>
              <a:off x="6689" y="5613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68" name="直接箭头连接符 67"/>
            <p:cNvCxnSpPr/>
            <p:nvPr>
              <p:custDataLst>
                <p:tags r:id="rId159"/>
              </p:custDataLst>
            </p:nvPr>
          </p:nvCxnSpPr>
          <p:spPr bwMode="auto">
            <a:xfrm>
              <a:off x="7711" y="5953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9" name="直接箭头连接符 68"/>
            <p:cNvCxnSpPr/>
            <p:nvPr>
              <p:custDataLst>
                <p:tags r:id="rId160"/>
              </p:custDataLst>
            </p:nvPr>
          </p:nvCxnSpPr>
          <p:spPr bwMode="auto">
            <a:xfrm>
              <a:off x="7654" y="6009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0" name="Text Box 101"/>
            <p:cNvSpPr txBox="1">
              <a:spLocks noChangeArrowheads="1"/>
            </p:cNvSpPr>
            <p:nvPr>
              <p:custDataLst>
                <p:tags r:id="rId161"/>
              </p:custDataLst>
            </p:nvPr>
          </p:nvSpPr>
          <p:spPr bwMode="auto">
            <a:xfrm>
              <a:off x="7739" y="5894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71" name="Text Box 191"/>
            <p:cNvSpPr txBox="1">
              <a:spLocks noChangeArrowheads="1"/>
            </p:cNvSpPr>
            <p:nvPr>
              <p:custDataLst>
                <p:tags r:id="rId162"/>
              </p:custDataLst>
            </p:nvPr>
          </p:nvSpPr>
          <p:spPr bwMode="auto">
            <a:xfrm>
              <a:off x="7539" y="5613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cxnSp>
          <p:nvCxnSpPr>
            <p:cNvPr id="73" name="直接箭头连接符 72"/>
            <p:cNvCxnSpPr/>
            <p:nvPr>
              <p:custDataLst>
                <p:tags r:id="rId163"/>
              </p:custDataLst>
            </p:nvPr>
          </p:nvCxnSpPr>
          <p:spPr bwMode="auto">
            <a:xfrm>
              <a:off x="7256" y="6746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" name="直接箭头连接符 73"/>
            <p:cNvCxnSpPr/>
            <p:nvPr>
              <p:custDataLst>
                <p:tags r:id="rId164"/>
              </p:custDataLst>
            </p:nvPr>
          </p:nvCxnSpPr>
          <p:spPr bwMode="auto">
            <a:xfrm>
              <a:off x="7199" y="6804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5" name="Text Box 101"/>
            <p:cNvSpPr txBox="1">
              <a:spLocks noChangeArrowheads="1"/>
            </p:cNvSpPr>
            <p:nvPr>
              <p:custDataLst>
                <p:tags r:id="rId165"/>
              </p:custDataLst>
            </p:nvPr>
          </p:nvSpPr>
          <p:spPr bwMode="auto">
            <a:xfrm>
              <a:off x="7313" y="6716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/>
              <a:r>
                <a:rPr lang="en-US" altLang="zh-CN" sz="1400" dirty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76" name="Text Box 191"/>
            <p:cNvSpPr txBox="1">
              <a:spLocks noChangeArrowheads="1"/>
            </p:cNvSpPr>
            <p:nvPr>
              <p:custDataLst>
                <p:tags r:id="rId166"/>
              </p:custDataLst>
            </p:nvPr>
          </p:nvSpPr>
          <p:spPr bwMode="auto">
            <a:xfrm>
              <a:off x="7086" y="7087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</p:grpSp>
      <p:grpSp>
        <p:nvGrpSpPr>
          <p:cNvPr id="334" name="组合 333"/>
          <p:cNvGrpSpPr/>
          <p:nvPr/>
        </p:nvGrpSpPr>
        <p:grpSpPr>
          <a:xfrm>
            <a:off x="971773" y="1268955"/>
            <a:ext cx="1403985" cy="1117600"/>
            <a:chOff x="1531" y="3855"/>
            <a:chExt cx="2211" cy="1760"/>
          </a:xfrm>
        </p:grpSpPr>
        <p:sp>
          <p:nvSpPr>
            <p:cNvPr id="335" name="Text Box 36"/>
            <p:cNvSpPr txBox="1"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2096" y="3857"/>
              <a:ext cx="1191" cy="1361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译码器</a:t>
              </a:r>
            </a:p>
          </p:txBody>
        </p:sp>
        <p:sp>
          <p:nvSpPr>
            <p:cNvPr id="336" name="Text Box 36"/>
            <p:cNvSpPr txBox="1">
              <a:spLocks noChangeArrowheads="1"/>
            </p:cNvSpPr>
            <p:nvPr>
              <p:custDataLst>
                <p:tags r:id="rId138"/>
              </p:custDataLst>
            </p:nvPr>
          </p:nvSpPr>
          <p:spPr bwMode="auto">
            <a:xfrm>
              <a:off x="2098" y="4310"/>
              <a:ext cx="283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337" name="Text Box 36"/>
            <p:cNvSpPr txBox="1">
              <a:spLocks noChangeArrowheads="1"/>
            </p:cNvSpPr>
            <p:nvPr>
              <p:custDataLst>
                <p:tags r:id="rId139"/>
              </p:custDataLst>
            </p:nvPr>
          </p:nvSpPr>
          <p:spPr bwMode="auto">
            <a:xfrm>
              <a:off x="2891" y="3855"/>
              <a:ext cx="397" cy="136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Y2Y3</a:t>
              </a:r>
            </a:p>
          </p:txBody>
        </p:sp>
        <p:cxnSp>
          <p:nvCxnSpPr>
            <p:cNvPr id="338" name="直接箭头连接符 337"/>
            <p:cNvCxnSpPr/>
            <p:nvPr>
              <p:custDataLst>
                <p:tags r:id="rId140"/>
              </p:custDataLst>
            </p:nvPr>
          </p:nvCxnSpPr>
          <p:spPr bwMode="auto">
            <a:xfrm flipV="1">
              <a:off x="1701" y="4480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9" name="直接箭头连接符 338"/>
            <p:cNvCxnSpPr/>
            <p:nvPr>
              <p:custDataLst>
                <p:tags r:id="rId141"/>
              </p:custDataLst>
            </p:nvPr>
          </p:nvCxnSpPr>
          <p:spPr bwMode="auto">
            <a:xfrm flipV="1">
              <a:off x="3288" y="4001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0" name="直接箭头连接符 339"/>
            <p:cNvCxnSpPr/>
            <p:nvPr>
              <p:custDataLst>
                <p:tags r:id="rId142"/>
              </p:custDataLst>
            </p:nvPr>
          </p:nvCxnSpPr>
          <p:spPr bwMode="auto">
            <a:xfrm flipV="1">
              <a:off x="3288" y="4341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1" name="直接箭头连接符 340"/>
            <p:cNvCxnSpPr/>
            <p:nvPr>
              <p:custDataLst>
                <p:tags r:id="rId143"/>
              </p:custDataLst>
            </p:nvPr>
          </p:nvCxnSpPr>
          <p:spPr bwMode="auto">
            <a:xfrm flipV="1">
              <a:off x="3288" y="4706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2" name="直接箭头连接符 341"/>
            <p:cNvCxnSpPr/>
            <p:nvPr>
              <p:custDataLst>
                <p:tags r:id="rId144"/>
              </p:custDataLst>
            </p:nvPr>
          </p:nvCxnSpPr>
          <p:spPr bwMode="auto">
            <a:xfrm flipV="1">
              <a:off x="3288" y="5046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3" name="直接箭头连接符 342"/>
            <p:cNvCxnSpPr/>
            <p:nvPr>
              <p:custDataLst>
                <p:tags r:id="rId145"/>
              </p:custDataLst>
            </p:nvPr>
          </p:nvCxnSpPr>
          <p:spPr bwMode="auto">
            <a:xfrm flipV="1">
              <a:off x="1701" y="4989"/>
              <a:ext cx="39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344" name="Text Box 36"/>
            <p:cNvSpPr txBox="1">
              <a:spLocks noChangeArrowheads="1"/>
            </p:cNvSpPr>
            <p:nvPr>
              <p:custDataLst>
                <p:tags r:id="rId146"/>
              </p:custDataLst>
            </p:nvPr>
          </p:nvSpPr>
          <p:spPr bwMode="auto">
            <a:xfrm>
              <a:off x="2098" y="4819"/>
              <a:ext cx="39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EN</a:t>
              </a:r>
            </a:p>
          </p:txBody>
        </p:sp>
        <p:sp>
          <p:nvSpPr>
            <p:cNvPr id="345" name="Text Box 101"/>
            <p:cNvSpPr txBox="1">
              <a:spLocks noChangeArrowheads="1"/>
            </p:cNvSpPr>
            <p:nvPr>
              <p:custDataLst>
                <p:tags r:id="rId147"/>
              </p:custDataLst>
            </p:nvPr>
          </p:nvSpPr>
          <p:spPr bwMode="auto">
            <a:xfrm>
              <a:off x="1531" y="5275"/>
              <a:ext cx="221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/>
              <a:r>
                <a:rPr lang="en-US" sz="1600" b="1" dirty="0">
                  <a:latin typeface="宋体" panose="02010600030101010101" pitchFamily="2" charset="-122"/>
                </a:rPr>
                <a:t>EN=0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全无效</a:t>
              </a:r>
            </a:p>
          </p:txBody>
        </p:sp>
        <p:sp>
          <p:nvSpPr>
            <p:cNvPr id="346" name="Text Box 213"/>
            <p:cNvSpPr txBox="1">
              <a:spLocks noChangeArrowheads="1"/>
            </p:cNvSpPr>
            <p:nvPr>
              <p:custDataLst>
                <p:tags r:id="rId148"/>
              </p:custDataLst>
            </p:nvPr>
          </p:nvSpPr>
          <p:spPr bwMode="auto">
            <a:xfrm>
              <a:off x="1757" y="4193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cs typeface="Arial Unicode MS" panose="020B0604020202020204" charset="-122"/>
                </a:rPr>
                <a:t>2</a:t>
              </a:r>
            </a:p>
          </p:txBody>
        </p:sp>
        <p:cxnSp>
          <p:nvCxnSpPr>
            <p:cNvPr id="347" name="直接箭头连接符 346"/>
            <p:cNvCxnSpPr/>
            <p:nvPr>
              <p:custDataLst>
                <p:tags r:id="rId149"/>
              </p:custDataLst>
            </p:nvPr>
          </p:nvCxnSpPr>
          <p:spPr bwMode="auto">
            <a:xfrm>
              <a:off x="1757" y="442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48" name="组合 347"/>
          <p:cNvGrpSpPr/>
          <p:nvPr/>
        </p:nvGrpSpPr>
        <p:grpSpPr>
          <a:xfrm>
            <a:off x="7308408" y="1421397"/>
            <a:ext cx="1656080" cy="900430"/>
            <a:chOff x="11623" y="3912"/>
            <a:chExt cx="2608" cy="1418"/>
          </a:xfrm>
        </p:grpSpPr>
        <p:sp>
          <p:nvSpPr>
            <p:cNvPr id="349" name="Rectangle 145"/>
            <p:cNvSpPr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12189" y="3969"/>
              <a:ext cx="1474" cy="85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  <a:tailEnd type="none" w="sm" len="med"/>
            </a:ln>
            <a:effectLst/>
          </p:spPr>
          <p:txBody>
            <a:bodyPr wrap="none" lIns="36000" tIns="10800" rIns="18000" bIns="10800" anchor="ctr" anchorCtr="0"/>
            <a:lstStyle/>
            <a:p>
              <a:pPr algn="ctr">
                <a:spcBef>
                  <a:spcPts val="0"/>
                </a:spcBef>
              </a:pPr>
              <a:r>
                <a:rPr lang="en-US" altLang="zh-CN" sz="1800" b="1" dirty="0" err="1">
                  <a:latin typeface="+mn-ea"/>
                  <a:ea typeface="+mn-ea"/>
                </a:rPr>
                <a:t>ExtU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cxnSp>
          <p:nvCxnSpPr>
            <p:cNvPr id="350" name="直接箭头连接符 349"/>
            <p:cNvCxnSpPr/>
            <p:nvPr>
              <p:custDataLst>
                <p:tags r:id="rId126"/>
              </p:custDataLst>
            </p:nvPr>
          </p:nvCxnSpPr>
          <p:spPr bwMode="auto">
            <a:xfrm>
              <a:off x="11735" y="419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1" name="直接箭头连接符 350"/>
            <p:cNvCxnSpPr/>
            <p:nvPr>
              <p:custDataLst>
                <p:tags r:id="rId127"/>
              </p:custDataLst>
            </p:nvPr>
          </p:nvCxnSpPr>
          <p:spPr bwMode="auto">
            <a:xfrm>
              <a:off x="11849" y="4139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2" name="直接箭头连接符 351"/>
            <p:cNvCxnSpPr/>
            <p:nvPr>
              <p:custDataLst>
                <p:tags r:id="rId128"/>
              </p:custDataLst>
            </p:nvPr>
          </p:nvCxnSpPr>
          <p:spPr bwMode="auto">
            <a:xfrm>
              <a:off x="13663" y="419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3" name="直接箭头连接符 352"/>
            <p:cNvCxnSpPr/>
            <p:nvPr>
              <p:custDataLst>
                <p:tags r:id="rId129"/>
              </p:custDataLst>
            </p:nvPr>
          </p:nvCxnSpPr>
          <p:spPr bwMode="auto">
            <a:xfrm>
              <a:off x="13777" y="4139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4" name="直接箭头连接符 353"/>
            <p:cNvCxnSpPr/>
            <p:nvPr>
              <p:custDataLst>
                <p:tags r:id="rId130"/>
              </p:custDataLst>
            </p:nvPr>
          </p:nvCxnSpPr>
          <p:spPr bwMode="auto">
            <a:xfrm>
              <a:off x="11735" y="4593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55" name="Text Box 101"/>
            <p:cNvSpPr txBox="1">
              <a:spLocks noChangeArrowheads="1"/>
            </p:cNvSpPr>
            <p:nvPr>
              <p:custDataLst>
                <p:tags r:id="rId131"/>
              </p:custDataLst>
            </p:nvPr>
          </p:nvSpPr>
          <p:spPr bwMode="auto">
            <a:xfrm>
              <a:off x="13777" y="3912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56" name="Text Box 101"/>
            <p:cNvSpPr txBox="1">
              <a:spLocks noChangeArrowheads="1"/>
            </p:cNvSpPr>
            <p:nvPr>
              <p:custDataLst>
                <p:tags r:id="rId132"/>
              </p:custDataLst>
            </p:nvPr>
          </p:nvSpPr>
          <p:spPr bwMode="auto">
            <a:xfrm>
              <a:off x="11849" y="3912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k</a:t>
              </a:r>
              <a:endParaRPr lang="en-US" altLang="zh-CN" sz="1400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57" name="Text Box 101"/>
            <p:cNvSpPr txBox="1">
              <a:spLocks noChangeArrowheads="1"/>
            </p:cNvSpPr>
            <p:nvPr>
              <p:custDataLst>
                <p:tags r:id="rId133"/>
              </p:custDataLst>
            </p:nvPr>
          </p:nvSpPr>
          <p:spPr bwMode="auto">
            <a:xfrm>
              <a:off x="11623" y="4876"/>
              <a:ext cx="2608" cy="4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t" anchorCtr="0">
              <a:noAutofit/>
            </a:bodyPr>
            <a:lstStyle/>
            <a:p>
              <a:pPr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种功能时缺省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endParaRPr lang="zh-CN" altLang="en-US" sz="1600" b="1" dirty="0" err="1">
                <a:latin typeface="宋体" panose="02010600030101010101" pitchFamily="2" charset="-122"/>
              </a:endParaRPr>
            </a:p>
          </p:txBody>
        </p:sp>
        <p:sp>
          <p:nvSpPr>
            <p:cNvPr id="358" name="Text Box 191"/>
            <p:cNvSpPr txBox="1">
              <a:spLocks noChangeArrowheads="1"/>
            </p:cNvSpPr>
            <p:nvPr>
              <p:custDataLst>
                <p:tags r:id="rId134"/>
              </p:custDataLst>
            </p:nvPr>
          </p:nvSpPr>
          <p:spPr bwMode="auto">
            <a:xfrm>
              <a:off x="12189" y="4422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</a:p>
          </p:txBody>
        </p:sp>
        <p:sp>
          <p:nvSpPr>
            <p:cNvPr id="359" name="Text Box 191"/>
            <p:cNvSpPr txBox="1">
              <a:spLocks noChangeArrowheads="1"/>
            </p:cNvSpPr>
            <p:nvPr>
              <p:custDataLst>
                <p:tags r:id="rId135"/>
              </p:custDataLst>
            </p:nvPr>
          </p:nvSpPr>
          <p:spPr bwMode="auto">
            <a:xfrm>
              <a:off x="13436" y="4026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360" name="Text Box 191"/>
            <p:cNvSpPr txBox="1">
              <a:spLocks noChangeArrowheads="1"/>
            </p:cNvSpPr>
            <p:nvPr>
              <p:custDataLst>
                <p:tags r:id="rId136"/>
              </p:custDataLst>
            </p:nvPr>
          </p:nvSpPr>
          <p:spPr bwMode="auto">
            <a:xfrm>
              <a:off x="12189" y="4026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</p:grpSp>
      <p:grpSp>
        <p:nvGrpSpPr>
          <p:cNvPr id="288" name="组合 287"/>
          <p:cNvGrpSpPr/>
          <p:nvPr/>
        </p:nvGrpSpPr>
        <p:grpSpPr>
          <a:xfrm>
            <a:off x="1115616" y="2924944"/>
            <a:ext cx="1656080" cy="1224280"/>
            <a:chOff x="1418" y="7428"/>
            <a:chExt cx="2608" cy="1928"/>
          </a:xfrm>
        </p:grpSpPr>
        <p:sp>
          <p:nvSpPr>
            <p:cNvPr id="253" name="Text Box 191"/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1872" y="7428"/>
              <a:ext cx="1701" cy="85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71755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寄存器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05" name="直接箭头连接符 204"/>
            <p:cNvCxnSpPr/>
            <p:nvPr>
              <p:custDataLst>
                <p:tags r:id="rId111"/>
              </p:custDataLst>
            </p:nvPr>
          </p:nvCxnSpPr>
          <p:spPr bwMode="auto">
            <a:xfrm flipV="1">
              <a:off x="2324" y="8277"/>
              <a:ext cx="1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0" name="等腰三角形 239"/>
            <p:cNvSpPr/>
            <p:nvPr>
              <p:custDataLst>
                <p:tags r:id="rId112"/>
              </p:custDataLst>
            </p:nvPr>
          </p:nvSpPr>
          <p:spPr>
            <a:xfrm>
              <a:off x="2835" y="8164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31" name="直接箭头连接符 230"/>
            <p:cNvCxnSpPr/>
            <p:nvPr>
              <p:custDataLst>
                <p:tags r:id="rId113"/>
              </p:custDataLst>
            </p:nvPr>
          </p:nvCxnSpPr>
          <p:spPr bwMode="auto">
            <a:xfrm flipV="1">
              <a:off x="2948" y="8277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32" name="Text Box 36"/>
            <p:cNvSpPr txBox="1"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2098" y="7937"/>
              <a:ext cx="454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WE</a:t>
              </a:r>
            </a:p>
          </p:txBody>
        </p:sp>
        <p:sp>
          <p:nvSpPr>
            <p:cNvPr id="233" name="Text Box 36"/>
            <p:cNvSpPr txBox="1"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2835" y="7880"/>
              <a:ext cx="22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</a:t>
              </a:r>
            </a:p>
          </p:txBody>
        </p:sp>
        <p:sp>
          <p:nvSpPr>
            <p:cNvPr id="241" name="Text Box 101"/>
            <p:cNvSpPr txBox="1"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1418" y="8562"/>
              <a:ext cx="2608" cy="79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l"/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写入</a:t>
              </a:r>
              <a:r>
                <a:rPr 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:</a:t>
              </a:r>
              <a:r>
                <a:rPr lang="en-US" sz="1600" b="1" dirty="0">
                  <a:latin typeface="宋体" panose="02010600030101010101" pitchFamily="2" charset="-122"/>
                </a:rPr>
                <a:t>WE=1&amp;</a:t>
              </a:r>
              <a:r>
                <a:rPr lang="en-US" sz="1600" b="1" dirty="0">
                  <a:highlight>
                    <a:srgbClr val="CCCCFF"/>
                  </a:highlight>
                  <a:latin typeface="宋体" panose="02010600030101010101" pitchFamily="2" charset="-122"/>
                </a:rPr>
                <a:t>C=</a:t>
              </a:r>
              <a:r>
                <a:rPr lang="en-US" sz="1600" b="1" dirty="0">
                  <a:highlight>
                    <a:srgbClr val="CCCCFF"/>
                  </a:highlight>
                  <a:cs typeface="Times New Roman" panose="02020603050405020304" pitchFamily="18" charset="0"/>
                </a:rPr>
                <a:t>↑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时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读出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: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随时</a:t>
              </a:r>
            </a:p>
          </p:txBody>
        </p:sp>
        <p:sp>
          <p:nvSpPr>
            <p:cNvPr id="260" name="Text Box 36"/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1871" y="7654"/>
              <a:ext cx="22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</a:p>
          </p:txBody>
        </p:sp>
        <p:cxnSp>
          <p:nvCxnSpPr>
            <p:cNvPr id="261" name="直接箭头连接符 260"/>
            <p:cNvCxnSpPr/>
            <p:nvPr>
              <p:custDataLst>
                <p:tags r:id="rId118"/>
              </p:custDataLst>
            </p:nvPr>
          </p:nvCxnSpPr>
          <p:spPr bwMode="auto">
            <a:xfrm flipV="1">
              <a:off x="1476" y="7824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2" name="Text Box 213"/>
            <p:cNvSpPr txBox="1"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>
              <a:off x="1532" y="7544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cs typeface="Arial Unicode MS" panose="020B0604020202020204" charset="-122"/>
                </a:rPr>
                <a:t>n</a:t>
              </a:r>
            </a:p>
          </p:txBody>
        </p:sp>
        <p:cxnSp>
          <p:nvCxnSpPr>
            <p:cNvPr id="263" name="直接箭头连接符 262"/>
            <p:cNvCxnSpPr/>
            <p:nvPr>
              <p:custDataLst>
                <p:tags r:id="rId120"/>
              </p:custDataLst>
            </p:nvPr>
          </p:nvCxnSpPr>
          <p:spPr bwMode="auto">
            <a:xfrm>
              <a:off x="1532" y="7767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66" name="Text Box 36"/>
            <p:cNvSpPr txBox="1"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3345" y="7654"/>
              <a:ext cx="22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267" name="直接箭头连接符 266"/>
            <p:cNvCxnSpPr/>
            <p:nvPr>
              <p:custDataLst>
                <p:tags r:id="rId122"/>
              </p:custDataLst>
            </p:nvPr>
          </p:nvCxnSpPr>
          <p:spPr bwMode="auto">
            <a:xfrm flipV="1">
              <a:off x="3572" y="7824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8" name="Text Box 213"/>
            <p:cNvSpPr txBox="1"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3628" y="7544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cs typeface="Arial Unicode MS" panose="020B0604020202020204" charset="-122"/>
                </a:rPr>
                <a:t>n</a:t>
              </a:r>
            </a:p>
          </p:txBody>
        </p:sp>
        <p:cxnSp>
          <p:nvCxnSpPr>
            <p:cNvPr id="269" name="直接箭头连接符 268"/>
            <p:cNvCxnSpPr/>
            <p:nvPr>
              <p:custDataLst>
                <p:tags r:id="rId124"/>
              </p:custDataLst>
            </p:nvPr>
          </p:nvCxnSpPr>
          <p:spPr bwMode="auto">
            <a:xfrm>
              <a:off x="3628" y="7767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31" name="组合 330"/>
          <p:cNvGrpSpPr/>
          <p:nvPr/>
        </p:nvGrpSpPr>
        <p:grpSpPr>
          <a:xfrm>
            <a:off x="6516186" y="2924944"/>
            <a:ext cx="2160270" cy="1441450"/>
            <a:chOff x="10885" y="7654"/>
            <a:chExt cx="3402" cy="2270"/>
          </a:xfrm>
        </p:grpSpPr>
        <p:sp>
          <p:nvSpPr>
            <p:cNvPr id="313" name="Text Box 191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11682" y="7654"/>
              <a:ext cx="1701" cy="85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36195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计数器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14" name="直接箭头连接符 313"/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12019" y="8504"/>
              <a:ext cx="1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15" name="等腰三角形 314"/>
            <p:cNvSpPr/>
            <p:nvPr>
              <p:custDataLst>
                <p:tags r:id="rId95"/>
              </p:custDataLst>
            </p:nvPr>
          </p:nvSpPr>
          <p:spPr>
            <a:xfrm>
              <a:off x="12472" y="8389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16" name="直接箭头连接符 315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12586" y="8503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17" name="Text Box 36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11792" y="8163"/>
              <a:ext cx="454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LD</a:t>
              </a:r>
            </a:p>
          </p:txBody>
        </p:sp>
        <p:sp>
          <p:nvSpPr>
            <p:cNvPr id="318" name="Text Box 36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12472" y="8107"/>
              <a:ext cx="22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</a:t>
              </a:r>
            </a:p>
          </p:txBody>
        </p:sp>
        <p:sp>
          <p:nvSpPr>
            <p:cNvPr id="319" name="Text Box 101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10885" y="8790"/>
              <a:ext cx="3402" cy="113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square" lIns="36000" tIns="10800" rIns="18000" bIns="10800" anchor="ctr" anchorCtr="0">
              <a:noAutofit/>
            </a:bodyPr>
            <a:lstStyle/>
            <a:p>
              <a:pPr algn="l"/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异步清零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:</a:t>
              </a:r>
              <a:r>
                <a:rPr lang="en-US" sz="1600" b="1" dirty="0">
                  <a:latin typeface="宋体" panose="02010600030101010101" pitchFamily="2" charset="-122"/>
                  <a:sym typeface="+mn-ea"/>
                </a:rPr>
                <a:t>CR=1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时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Q=0</a:t>
              </a:r>
              <a:endParaRPr lang="en-US" sz="1600" b="1" dirty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置数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:</a:t>
              </a:r>
              <a:r>
                <a:rPr lang="en-US" sz="1600" b="1" dirty="0">
                  <a:latin typeface="宋体" panose="02010600030101010101" pitchFamily="2" charset="-122"/>
                  <a:sym typeface="+mn-ea"/>
                </a:rPr>
                <a:t>LD=1&amp;</a:t>
              </a:r>
              <a:r>
                <a:rPr lang="en-US" sz="1600" b="1" dirty="0">
                  <a:highlight>
                    <a:srgbClr val="CCCCFF"/>
                  </a:highlight>
                  <a:latin typeface="宋体" panose="02010600030101010101" pitchFamily="2" charset="-122"/>
                  <a:sym typeface="+mn-ea"/>
                </a:rPr>
                <a:t>C=</a:t>
              </a:r>
              <a:r>
                <a:rPr lang="en-US" sz="1600" b="1" dirty="0">
                  <a:highlight>
                    <a:srgbClr val="CCCCFF"/>
                  </a:highlight>
                  <a:cs typeface="Times New Roman" panose="02020603050405020304" pitchFamily="18" charset="0"/>
                  <a:sym typeface="+mn-ea"/>
                </a:rPr>
                <a:t>↑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时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Q=D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计数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: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LD=0&amp;</a:t>
              </a:r>
              <a:r>
                <a:rPr lang="en-US" altLang="zh-CN" sz="1600" b="1" dirty="0">
                  <a:highlight>
                    <a:srgbClr val="CCCCFF"/>
                  </a:highlight>
                  <a:latin typeface="宋体" panose="02010600030101010101" pitchFamily="2" charset="-122"/>
                  <a:sym typeface="+mn-ea"/>
                </a:rPr>
                <a:t>C=</a:t>
              </a:r>
              <a:r>
                <a:rPr lang="en-US" sz="1600" b="1" dirty="0">
                  <a:highlight>
                    <a:srgbClr val="CCCCFF"/>
                  </a:highlight>
                  <a:cs typeface="Times New Roman" panose="02020603050405020304" pitchFamily="18" charset="0"/>
                  <a:sym typeface="+mn-ea"/>
                </a:rPr>
                <a:t>↑</a:t>
              </a:r>
              <a:r>
                <a:rPr lang="zh-CN" altLang="en-US" sz="1600" b="1" dirty="0">
                  <a:cs typeface="Times New Roman" panose="02020603050405020304" pitchFamily="18" charset="0"/>
                  <a:sym typeface="+mn-ea"/>
                </a:rPr>
                <a:t>时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Q=Q+1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20" name="Text Box 36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11681" y="7766"/>
              <a:ext cx="22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</a:p>
          </p:txBody>
        </p:sp>
        <p:cxnSp>
          <p:nvCxnSpPr>
            <p:cNvPr id="321" name="直接箭头连接符 320"/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11286" y="7939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22" name="Text Box 213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11342" y="7657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7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cs typeface="Arial Unicode MS" panose="020B0604020202020204" charset="-122"/>
                </a:rPr>
                <a:t>n</a:t>
              </a:r>
            </a:p>
          </p:txBody>
        </p:sp>
        <p:cxnSp>
          <p:nvCxnSpPr>
            <p:cNvPr id="323" name="直接箭头连接符 322"/>
            <p:cNvCxnSpPr/>
            <p:nvPr>
              <p:custDataLst>
                <p:tags r:id="rId103"/>
              </p:custDataLst>
            </p:nvPr>
          </p:nvCxnSpPr>
          <p:spPr bwMode="auto">
            <a:xfrm>
              <a:off x="11342" y="7882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24" name="Text Box 36"/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13153" y="7766"/>
              <a:ext cx="22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325" name="直接箭头连接符 324"/>
            <p:cNvCxnSpPr/>
            <p:nvPr>
              <p:custDataLst>
                <p:tags r:id="rId105"/>
              </p:custDataLst>
            </p:nvPr>
          </p:nvCxnSpPr>
          <p:spPr bwMode="auto">
            <a:xfrm flipV="1">
              <a:off x="13380" y="7939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26" name="Text Box 213"/>
            <p:cNvSpPr txBox="1"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13436" y="7657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7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cs typeface="Arial Unicode MS" panose="020B0604020202020204" charset="-122"/>
                </a:rPr>
                <a:t>n</a:t>
              </a:r>
            </a:p>
          </p:txBody>
        </p:sp>
        <p:cxnSp>
          <p:nvCxnSpPr>
            <p:cNvPr id="327" name="直接箭头连接符 326"/>
            <p:cNvCxnSpPr/>
            <p:nvPr>
              <p:custDataLst>
                <p:tags r:id="rId107"/>
              </p:custDataLst>
            </p:nvPr>
          </p:nvCxnSpPr>
          <p:spPr bwMode="auto">
            <a:xfrm>
              <a:off x="13436" y="7882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29" name="Text Box 36"/>
            <p:cNvSpPr txBox="1"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12869" y="8164"/>
              <a:ext cx="454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CR</a:t>
              </a:r>
            </a:p>
          </p:txBody>
        </p:sp>
        <p:cxnSp>
          <p:nvCxnSpPr>
            <p:cNvPr id="330" name="直接箭头连接符 329"/>
            <p:cNvCxnSpPr/>
            <p:nvPr>
              <p:custDataLst>
                <p:tags r:id="rId109"/>
              </p:custDataLst>
            </p:nvPr>
          </p:nvCxnSpPr>
          <p:spPr bwMode="auto">
            <a:xfrm flipV="1">
              <a:off x="13096" y="8504"/>
              <a:ext cx="1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33" name="组合 332"/>
          <p:cNvGrpSpPr/>
          <p:nvPr/>
        </p:nvGrpSpPr>
        <p:grpSpPr>
          <a:xfrm>
            <a:off x="3131840" y="2924944"/>
            <a:ext cx="3023870" cy="1296035"/>
            <a:chOff x="4592" y="7259"/>
            <a:chExt cx="4762" cy="2041"/>
          </a:xfrm>
        </p:grpSpPr>
        <p:cxnSp>
          <p:nvCxnSpPr>
            <p:cNvPr id="273" name="直接箭头连接符 272"/>
            <p:cNvCxnSpPr/>
            <p:nvPr>
              <p:custDataLst>
                <p:tags r:id="rId77"/>
              </p:custDataLst>
            </p:nvPr>
          </p:nvCxnSpPr>
          <p:spPr bwMode="auto">
            <a:xfrm>
              <a:off x="4592" y="748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4" name="直接箭头连接符 273"/>
            <p:cNvCxnSpPr/>
            <p:nvPr>
              <p:custDataLst>
                <p:tags r:id="rId78"/>
              </p:custDataLst>
            </p:nvPr>
          </p:nvCxnSpPr>
          <p:spPr bwMode="auto">
            <a:xfrm>
              <a:off x="4592" y="782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5" name="直接箭头连接符 274"/>
            <p:cNvCxnSpPr/>
            <p:nvPr>
              <p:custDataLst>
                <p:tags r:id="rId79"/>
              </p:custDataLst>
            </p:nvPr>
          </p:nvCxnSpPr>
          <p:spPr bwMode="auto">
            <a:xfrm>
              <a:off x="4592" y="816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6" name="直接箭头连接符 275"/>
            <p:cNvCxnSpPr/>
            <p:nvPr>
              <p:custDataLst>
                <p:tags r:id="rId80"/>
              </p:custDataLst>
            </p:nvPr>
          </p:nvCxnSpPr>
          <p:spPr bwMode="auto">
            <a:xfrm>
              <a:off x="4592" y="847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7" name="直接箭头连接符 276"/>
            <p:cNvCxnSpPr/>
            <p:nvPr>
              <p:custDataLst>
                <p:tags r:id="rId81"/>
              </p:custDataLst>
            </p:nvPr>
          </p:nvCxnSpPr>
          <p:spPr bwMode="auto">
            <a:xfrm>
              <a:off x="4592" y="8787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8" name="直接箭头连接符 277"/>
            <p:cNvCxnSpPr/>
            <p:nvPr>
              <p:custDataLst>
                <p:tags r:id="rId82"/>
              </p:custDataLst>
            </p:nvPr>
          </p:nvCxnSpPr>
          <p:spPr bwMode="auto">
            <a:xfrm>
              <a:off x="4592" y="9128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9" name="直接箭头连接符 278"/>
            <p:cNvCxnSpPr/>
            <p:nvPr>
              <p:custDataLst>
                <p:tags r:id="rId83"/>
              </p:custDataLst>
            </p:nvPr>
          </p:nvCxnSpPr>
          <p:spPr bwMode="auto">
            <a:xfrm>
              <a:off x="6633" y="748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0" name="直接箭头连接符 279"/>
            <p:cNvCxnSpPr/>
            <p:nvPr>
              <p:custDataLst>
                <p:tags r:id="rId84"/>
              </p:custDataLst>
            </p:nvPr>
          </p:nvCxnSpPr>
          <p:spPr bwMode="auto">
            <a:xfrm>
              <a:off x="6633" y="7822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1" name="直接箭头连接符 280"/>
            <p:cNvCxnSpPr/>
            <p:nvPr>
              <p:custDataLst>
                <p:tags r:id="rId85"/>
              </p:custDataLst>
            </p:nvPr>
          </p:nvCxnSpPr>
          <p:spPr bwMode="auto">
            <a:xfrm>
              <a:off x="4649" y="8107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2" name="Text Box 10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4649" y="7881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r>
                <a:rPr lang="en-US" altLang="zh-CN" sz="1400" dirty="0">
                  <a:latin typeface="宋体" panose="02010600030101010101" pitchFamily="2" charset="-122"/>
                </a:rPr>
                <a:t>k</a:t>
              </a:r>
              <a:endParaRPr lang="en-US" altLang="zh-CN" sz="1400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83" name="Text Box 101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4649" y="8192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r>
                <a:rPr lang="en-US" altLang="zh-CN" sz="1400" dirty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84" name="直接箭头连接符 283"/>
            <p:cNvCxnSpPr/>
            <p:nvPr>
              <p:custDataLst>
                <p:tags r:id="rId88"/>
              </p:custDataLst>
            </p:nvPr>
          </p:nvCxnSpPr>
          <p:spPr bwMode="auto">
            <a:xfrm>
              <a:off x="4649" y="8419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5" name="Text Box 101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6746" y="7260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86" name="直接箭头连接符 285"/>
            <p:cNvCxnSpPr/>
            <p:nvPr>
              <p:custDataLst>
                <p:tags r:id="rId90"/>
              </p:custDataLst>
            </p:nvPr>
          </p:nvCxnSpPr>
          <p:spPr bwMode="auto">
            <a:xfrm>
              <a:off x="6746" y="7427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32" name="Text Box 101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7143" y="7316"/>
              <a:ext cx="2211" cy="19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l"/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读出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: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组合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  <a:p>
              <a:pPr algn="l"/>
              <a:r>
                <a:rPr lang="en-US" sz="1600" b="1" dirty="0">
                  <a:latin typeface="宋体" panose="02010600030101010101" pitchFamily="2" charset="-122"/>
                </a:rPr>
                <a:t> </a:t>
              </a:r>
              <a:r>
                <a:rPr lang="en-US" sz="1600" b="1" dirty="0" err="1">
                  <a:latin typeface="宋体" panose="02010600030101010101" pitchFamily="2" charset="-122"/>
                </a:rPr>
                <a:t>dA</a:t>
              </a:r>
              <a:r>
                <a:rPr lang="en-US" sz="1600" b="1" dirty="0">
                  <a:latin typeface="宋体" panose="02010600030101010101" pitchFamily="2" charset="-122"/>
                </a:rPr>
                <a:t>=R[</a:t>
              </a:r>
              <a:r>
                <a:rPr lang="en-US" sz="1600" b="1" dirty="0" err="1">
                  <a:latin typeface="宋体" panose="02010600030101010101" pitchFamily="2" charset="-122"/>
                </a:rPr>
                <a:t>rA</a:t>
              </a:r>
              <a:r>
                <a:rPr lang="en-US" sz="1600" b="1" dirty="0">
                  <a:latin typeface="宋体" panose="02010600030101010101" pitchFamily="2" charset="-122"/>
                </a:rPr>
                <a:t>]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写入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: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时序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  <a:p>
              <a:pPr algn="l"/>
              <a:r>
                <a:rPr lang="en-US" sz="1600" b="1" dirty="0">
                  <a:latin typeface="宋体" panose="02010600030101010101" pitchFamily="2" charset="-122"/>
                </a:rPr>
                <a:t> WE=1&amp;</a:t>
              </a:r>
              <a:r>
                <a:rPr lang="en-US" sz="1600" b="1" dirty="0">
                  <a:highlight>
                    <a:srgbClr val="CCCCFF"/>
                  </a:highlight>
                  <a:latin typeface="宋体" panose="02010600030101010101" pitchFamily="2" charset="-122"/>
                </a:rPr>
                <a:t>Clk=</a:t>
              </a:r>
              <a:r>
                <a:rPr lang="en-US" sz="1600" b="1" dirty="0">
                  <a:highlight>
                    <a:srgbClr val="CCCCFF"/>
                  </a:highlight>
                  <a:cs typeface="Times New Roman" panose="02020603050405020304" pitchFamily="18" charset="0"/>
                </a:rPr>
                <a:t>↑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时</a:t>
              </a:r>
            </a:p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R[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rW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]=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dW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72" name="Rectangle 145"/>
            <p:cNvSpPr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5046" y="7259"/>
              <a:ext cx="1587" cy="204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  <a:tailEnd type="none" w="sm" len="med"/>
            </a:ln>
            <a:effectLst/>
          </p:spPr>
          <p:txBody>
            <a:bodyPr wrap="none" lIns="36000" tIns="10800" rIns="18000" bIns="10800" anchor="ctr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rA</a:t>
              </a:r>
              <a:r>
                <a:rPr lang="en-US" altLang="zh-CN" sz="1600" b="1" dirty="0">
                  <a:latin typeface="+mn-ea"/>
                  <a:ea typeface="+mn-ea"/>
                </a:rPr>
                <a:t>   </a:t>
              </a:r>
              <a:r>
                <a:rPr lang="en-US" altLang="zh-CN" sz="1400" b="1" dirty="0">
                  <a:latin typeface="+mn-ea"/>
                  <a:ea typeface="+mn-ea"/>
                </a:rPr>
                <a:t>  </a:t>
              </a:r>
              <a:r>
                <a:rPr lang="en-US" altLang="zh-CN" sz="1600" b="1" dirty="0" err="1">
                  <a:latin typeface="+mn-ea"/>
                  <a:ea typeface="+mn-ea"/>
                </a:rPr>
                <a:t>dA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l">
                <a:lnSpc>
                  <a:spcPct val="85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rB</a:t>
              </a:r>
              <a:r>
                <a:rPr lang="en-US" altLang="zh-CN" sz="1600" b="1" dirty="0">
                  <a:latin typeface="+mn-ea"/>
                  <a:ea typeface="+mn-ea"/>
                </a:rPr>
                <a:t>   </a:t>
              </a:r>
              <a:r>
                <a:rPr lang="en-US" altLang="zh-CN" sz="1400" b="1" dirty="0">
                  <a:latin typeface="+mn-ea"/>
                  <a:ea typeface="+mn-ea"/>
                </a:rPr>
                <a:t>  </a:t>
              </a:r>
              <a:r>
                <a:rPr lang="en-US" altLang="zh-CN" sz="1600" b="1" dirty="0">
                  <a:latin typeface="+mn-ea"/>
                  <a:ea typeface="+mn-ea"/>
                </a:rPr>
                <a:t>dB</a:t>
              </a:r>
            </a:p>
            <a:p>
              <a:pPr algn="l">
                <a:lnSpc>
                  <a:spcPct val="85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rW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l">
                <a:lnSpc>
                  <a:spcPct val="85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dW</a:t>
              </a:r>
              <a:r>
                <a:rPr lang="en-US" altLang="zh-CN" sz="1600" b="1" dirty="0">
                  <a:latin typeface="+mn-ea"/>
                  <a:ea typeface="+mn-ea"/>
                </a:rPr>
                <a:t>  </a:t>
              </a:r>
              <a:r>
                <a:rPr lang="en-US" altLang="zh-CN" sz="1800" b="1" dirty="0">
                  <a:latin typeface="+mn-ea"/>
                  <a:ea typeface="+mn-ea"/>
                </a:rPr>
                <a:t>GPRs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l">
                <a:lnSpc>
                  <a:spcPct val="85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</a:rPr>
                <a:t>WE</a:t>
              </a:r>
              <a:endParaRPr lang="en-US" altLang="zh-CN" sz="1600" b="1" dirty="0">
                <a:solidFill>
                  <a:srgbClr val="FF3399"/>
                </a:solidFill>
                <a:latin typeface="+mn-ea"/>
                <a:ea typeface="+mn-ea"/>
              </a:endParaRPr>
            </a:p>
            <a:p>
              <a:pPr algn="l">
                <a:lnSpc>
                  <a:spcPct val="85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Clk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</p:grpSp>
      <p:sp>
        <p:nvSpPr>
          <p:cNvPr id="328" name="AutoShape 499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5148000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5" name="组合 264"/>
          <p:cNvGrpSpPr/>
          <p:nvPr/>
        </p:nvGrpSpPr>
        <p:grpSpPr>
          <a:xfrm>
            <a:off x="5652120" y="5517232"/>
            <a:ext cx="3060800" cy="828001"/>
            <a:chOff x="3348000" y="3636000"/>
            <a:chExt cx="3060800" cy="828001"/>
          </a:xfrm>
        </p:grpSpPr>
        <p:sp>
          <p:nvSpPr>
            <p:cNvPr id="270" name="Rectangle 145"/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4392000" y="3636000"/>
              <a:ext cx="1440180" cy="82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noFill/>
              <a:prstDash val="sysDot"/>
              <a:miter lim="800000"/>
              <a:tailEnd type="none" w="sm" len="med"/>
            </a:ln>
            <a:effectLst/>
          </p:spPr>
          <p:txBody>
            <a:bodyPr wrap="none" lIns="36000" tIns="10800" rIns="18000" bIns="10800" anchor="t" anchorCtr="0"/>
            <a:lstStyle/>
            <a:p>
              <a:pPr algn="l"/>
              <a:endParaRPr lang="en-US" altLang="zh-CN" sz="2200" b="1" dirty="0">
                <a:latin typeface="+mn-ea"/>
                <a:ea typeface="+mn-ea"/>
              </a:endParaRPr>
            </a:p>
          </p:txBody>
        </p:sp>
        <p:sp>
          <p:nvSpPr>
            <p:cNvPr id="271" name="Text Box 88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3348000" y="3636000"/>
              <a:ext cx="467995" cy="828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t" anchorCtr="0">
              <a:no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Addr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RD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Clk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Q</a:t>
              </a:r>
            </a:p>
          </p:txBody>
        </p:sp>
        <p:sp>
          <p:nvSpPr>
            <p:cNvPr id="287" name="Line 95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>
              <a:off x="4032000" y="3636001"/>
              <a:ext cx="0" cy="79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108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 flipH="1">
              <a:off x="6264165" y="3636001"/>
              <a:ext cx="0" cy="82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104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>
              <a:off x="3887995" y="4033568"/>
              <a:ext cx="28829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104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>
              <a:off x="4823985" y="4033568"/>
              <a:ext cx="158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Line 90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>
              <a:off x="4751595" y="3726171"/>
              <a:ext cx="1656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Line 74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 flipV="1">
              <a:off x="3887995" y="4373821"/>
              <a:ext cx="187198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Line 87"/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>
              <a:off x="6263530" y="4373821"/>
              <a:ext cx="144000" cy="635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六边形 294"/>
            <p:cNvSpPr/>
            <p:nvPr/>
          </p:nvSpPr>
          <p:spPr bwMode="auto">
            <a:xfrm>
              <a:off x="5760000" y="4284001"/>
              <a:ext cx="504000" cy="180000"/>
            </a:xfrm>
            <a:prstGeom prst="hexagon">
              <a:avLst>
                <a:gd name="adj" fmla="val 38252"/>
                <a:gd name="vf" fmla="val 115470"/>
              </a:avLst>
            </a:prstGeom>
            <a:solidFill>
              <a:srgbClr val="CCECFF">
                <a:alpha val="80000"/>
              </a:srgbClr>
            </a:solidFill>
            <a:ln w="12700">
              <a:solidFill>
                <a:schemeClr val="accent2"/>
              </a:solidFill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296" name="六边形 295"/>
            <p:cNvSpPr/>
            <p:nvPr/>
          </p:nvSpPr>
          <p:spPr bwMode="auto">
            <a:xfrm>
              <a:off x="3816000" y="3636001"/>
              <a:ext cx="216000" cy="180000"/>
            </a:xfrm>
            <a:prstGeom prst="hexagon">
              <a:avLst>
                <a:gd name="adj" fmla="val 38252"/>
                <a:gd name="vf" fmla="val 115470"/>
              </a:avLst>
            </a:prstGeom>
            <a:noFill/>
            <a:ln w="12700">
              <a:solidFill>
                <a:srgbClr val="C00000"/>
              </a:solidFill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297" name="Text Box 89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3780000" y="3636001"/>
              <a:ext cx="108000" cy="17970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>
              <a:noAutofit/>
            </a:bodyPr>
            <a:lstStyle/>
            <a:p>
              <a:pPr marL="0" indent="0" algn="ctr" eaLnBrk="1" latinLnBrk="0" hangingPunct="1">
                <a:lnSpc>
                  <a:spcPct val="90000"/>
                </a:lnSpc>
              </a:pPr>
              <a:endParaRPr lang="en-US" altLang="zh-CN" sz="1600" b="1" dirty="0" err="1">
                <a:latin typeface="宋体" panose="02010600030101010101" pitchFamily="2" charset="-122"/>
              </a:endParaRPr>
            </a:p>
          </p:txBody>
        </p:sp>
        <p:sp>
          <p:nvSpPr>
            <p:cNvPr id="298" name="梯形 297"/>
            <p:cNvSpPr/>
            <p:nvPr/>
          </p:nvSpPr>
          <p:spPr bwMode="auto">
            <a:xfrm>
              <a:off x="4176000" y="3852001"/>
              <a:ext cx="648000" cy="180000"/>
            </a:xfrm>
            <a:prstGeom prst="trapezoid">
              <a:avLst>
                <a:gd name="adj" fmla="val 76037"/>
              </a:avLst>
            </a:prstGeom>
            <a:solidFill>
              <a:srgbClr val="FFCCFF">
                <a:alpha val="80000"/>
              </a:srgbClr>
            </a:solidFill>
            <a:ln w="12700">
              <a:noFill/>
              <a:miter lim="800000"/>
            </a:ln>
            <a:effectLst/>
          </p:spPr>
          <p:txBody>
            <a:bodyPr wrap="none"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362" name="Line 110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>
              <a:off x="5831730" y="3636001"/>
              <a:ext cx="0" cy="64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Line 115"/>
            <p:cNvSpPr>
              <a:spLocks noChangeShapeType="1"/>
            </p:cNvSpPr>
            <p:nvPr>
              <p:custDataLst>
                <p:tags r:id="rId55"/>
              </p:custDataLst>
            </p:nvPr>
          </p:nvSpPr>
          <p:spPr bwMode="auto">
            <a:xfrm flipV="1">
              <a:off x="3887995" y="4068191"/>
              <a:ext cx="71755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Line 90"/>
            <p:cNvSpPr>
              <a:spLocks noChangeShapeType="1"/>
            </p:cNvSpPr>
            <p:nvPr>
              <p:custDataLst>
                <p:tags r:id="rId56"/>
              </p:custDataLst>
            </p:nvPr>
          </p:nvSpPr>
          <p:spPr bwMode="auto">
            <a:xfrm>
              <a:off x="4463940" y="4068191"/>
              <a:ext cx="2159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Line 106"/>
            <p:cNvSpPr>
              <a:spLocks noChangeShapeType="1"/>
            </p:cNvSpPr>
            <p:nvPr>
              <p:custDataLst>
                <p:tags r:id="rId57"/>
              </p:custDataLst>
            </p:nvPr>
          </p:nvSpPr>
          <p:spPr bwMode="auto">
            <a:xfrm flipV="1">
              <a:off x="4319795" y="4068191"/>
              <a:ext cx="142875" cy="179705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Line 106"/>
            <p:cNvSpPr>
              <a:spLocks noChangeShapeType="1"/>
            </p:cNvSpPr>
            <p:nvPr>
              <p:custDataLst>
                <p:tags r:id="rId58"/>
              </p:custDataLst>
            </p:nvPr>
          </p:nvSpPr>
          <p:spPr bwMode="auto">
            <a:xfrm flipH="1" flipV="1">
              <a:off x="5400565" y="4068191"/>
              <a:ext cx="144145" cy="179705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Line 104"/>
            <p:cNvSpPr>
              <a:spLocks noChangeShapeType="1"/>
            </p:cNvSpPr>
            <p:nvPr>
              <p:custDataLst>
                <p:tags r:id="rId59"/>
              </p:custDataLst>
            </p:nvPr>
          </p:nvSpPr>
          <p:spPr bwMode="auto">
            <a:xfrm flipV="1">
              <a:off x="6264800" y="4247896"/>
              <a:ext cx="144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115"/>
            <p:cNvSpPr>
              <a:spLocks noChangeShapeType="1"/>
            </p:cNvSpPr>
            <p:nvPr>
              <p:custDataLst>
                <p:tags r:id="rId60"/>
              </p:custDataLst>
            </p:nvPr>
          </p:nvSpPr>
          <p:spPr bwMode="auto">
            <a:xfrm>
              <a:off x="5544075" y="4247896"/>
              <a:ext cx="2159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106"/>
            <p:cNvSpPr>
              <a:spLocks noChangeShapeType="1"/>
            </p:cNvSpPr>
            <p:nvPr>
              <p:custDataLst>
                <p:tags r:id="rId61"/>
              </p:custDataLst>
            </p:nvPr>
          </p:nvSpPr>
          <p:spPr bwMode="auto">
            <a:xfrm flipV="1">
              <a:off x="5760610" y="4068191"/>
              <a:ext cx="142875" cy="179705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Line 106"/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 flipH="1" flipV="1">
              <a:off x="6120655" y="4068191"/>
              <a:ext cx="144145" cy="179705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Line 106"/>
            <p:cNvSpPr>
              <a:spLocks noChangeShapeType="1"/>
            </p:cNvSpPr>
            <p:nvPr>
              <p:custDataLst>
                <p:tags r:id="rId63"/>
              </p:custDataLst>
            </p:nvPr>
          </p:nvSpPr>
          <p:spPr bwMode="auto">
            <a:xfrm flipH="1" flipV="1">
              <a:off x="4679840" y="4068191"/>
              <a:ext cx="144145" cy="179705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2" name="Line 115"/>
            <p:cNvSpPr>
              <a:spLocks noChangeShapeType="1"/>
            </p:cNvSpPr>
            <p:nvPr>
              <p:custDataLst>
                <p:tags r:id="rId64"/>
              </p:custDataLst>
            </p:nvPr>
          </p:nvSpPr>
          <p:spPr bwMode="auto">
            <a:xfrm>
              <a:off x="4823985" y="4247896"/>
              <a:ext cx="2159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Line 106"/>
            <p:cNvSpPr>
              <a:spLocks noChangeShapeType="1"/>
            </p:cNvSpPr>
            <p:nvPr>
              <p:custDataLst>
                <p:tags r:id="rId65"/>
              </p:custDataLst>
            </p:nvPr>
          </p:nvSpPr>
          <p:spPr bwMode="auto">
            <a:xfrm flipV="1">
              <a:off x="5039885" y="4068191"/>
              <a:ext cx="142875" cy="179705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Line 106"/>
            <p:cNvSpPr>
              <a:spLocks noChangeShapeType="1"/>
            </p:cNvSpPr>
            <p:nvPr>
              <p:custDataLst>
                <p:tags r:id="rId66"/>
              </p:custDataLst>
            </p:nvPr>
          </p:nvSpPr>
          <p:spPr bwMode="auto">
            <a:xfrm flipH="1" flipV="1">
              <a:off x="3960000" y="4068191"/>
              <a:ext cx="144145" cy="179705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115"/>
            <p:cNvSpPr>
              <a:spLocks noChangeShapeType="1"/>
            </p:cNvSpPr>
            <p:nvPr>
              <p:custDataLst>
                <p:tags r:id="rId67"/>
              </p:custDataLst>
            </p:nvPr>
          </p:nvSpPr>
          <p:spPr bwMode="auto">
            <a:xfrm>
              <a:off x="4103895" y="4247896"/>
              <a:ext cx="2159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115"/>
            <p:cNvSpPr>
              <a:spLocks noChangeShapeType="1"/>
            </p:cNvSpPr>
            <p:nvPr>
              <p:custDataLst>
                <p:tags r:id="rId68"/>
              </p:custDataLst>
            </p:nvPr>
          </p:nvSpPr>
          <p:spPr bwMode="auto">
            <a:xfrm>
              <a:off x="5182760" y="4068001"/>
              <a:ext cx="2159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Line 115"/>
            <p:cNvSpPr>
              <a:spLocks noChangeShapeType="1"/>
            </p:cNvSpPr>
            <p:nvPr>
              <p:custDataLst>
                <p:tags r:id="rId69"/>
              </p:custDataLst>
            </p:nvPr>
          </p:nvSpPr>
          <p:spPr bwMode="auto">
            <a:xfrm>
              <a:off x="5903485" y="4068001"/>
              <a:ext cx="2159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六边形 377"/>
            <p:cNvSpPr/>
            <p:nvPr/>
          </p:nvSpPr>
          <p:spPr bwMode="auto">
            <a:xfrm>
              <a:off x="4032000" y="3636001"/>
              <a:ext cx="720000" cy="180000"/>
            </a:xfrm>
            <a:prstGeom prst="hexagon">
              <a:avLst>
                <a:gd name="adj" fmla="val 38252"/>
                <a:gd name="vf" fmla="val 115470"/>
              </a:avLst>
            </a:prstGeom>
            <a:solidFill>
              <a:srgbClr val="CCCCFF">
                <a:alpha val="80000"/>
              </a:srgbClr>
            </a:solidFill>
            <a:ln w="12700">
              <a:solidFill>
                <a:srgbClr val="C00000"/>
              </a:solidFill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379" name="Line 106"/>
            <p:cNvSpPr>
              <a:spLocks noChangeShapeType="1"/>
            </p:cNvSpPr>
            <p:nvPr>
              <p:custDataLst>
                <p:tags r:id="rId70"/>
              </p:custDataLst>
            </p:nvPr>
          </p:nvSpPr>
          <p:spPr bwMode="auto">
            <a:xfrm flipH="1" flipV="1">
              <a:off x="4679880" y="3852001"/>
              <a:ext cx="144145" cy="179705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Line 104"/>
            <p:cNvSpPr>
              <a:spLocks noChangeShapeType="1"/>
            </p:cNvSpPr>
            <p:nvPr>
              <p:custDataLst>
                <p:tags r:id="rId71"/>
              </p:custDataLst>
            </p:nvPr>
          </p:nvSpPr>
          <p:spPr bwMode="auto">
            <a:xfrm>
              <a:off x="4318525" y="3853568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Line 106"/>
            <p:cNvSpPr>
              <a:spLocks noChangeShapeType="1"/>
            </p:cNvSpPr>
            <p:nvPr>
              <p:custDataLst>
                <p:tags r:id="rId72"/>
              </p:custDataLst>
            </p:nvPr>
          </p:nvSpPr>
          <p:spPr bwMode="auto">
            <a:xfrm flipV="1">
              <a:off x="4175880" y="3852001"/>
              <a:ext cx="142875" cy="179705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Line 109"/>
            <p:cNvSpPr>
              <a:spLocks noChangeShapeType="1"/>
            </p:cNvSpPr>
            <p:nvPr>
              <p:custDataLst>
                <p:tags r:id="rId73"/>
              </p:custDataLst>
            </p:nvPr>
          </p:nvSpPr>
          <p:spPr bwMode="auto">
            <a:xfrm>
              <a:off x="4392185" y="3636001"/>
              <a:ext cx="0" cy="64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Line 110"/>
            <p:cNvSpPr>
              <a:spLocks noChangeShapeType="1"/>
            </p:cNvSpPr>
            <p:nvPr>
              <p:custDataLst>
                <p:tags r:id="rId74"/>
              </p:custDataLst>
            </p:nvPr>
          </p:nvSpPr>
          <p:spPr bwMode="auto">
            <a:xfrm>
              <a:off x="5220000" y="3960001"/>
              <a:ext cx="61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Text Box 111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5004000" y="3852001"/>
              <a:ext cx="216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err="1">
                  <a:latin typeface="宋体" panose="02010600030101010101" pitchFamily="2" charset="-122"/>
                </a:rPr>
                <a:t>A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385" name="Line 110"/>
            <p:cNvSpPr>
              <a:spLocks noChangeShapeType="1"/>
            </p:cNvSpPr>
            <p:nvPr>
              <p:custDataLst>
                <p:tags r:id="rId76"/>
              </p:custDataLst>
            </p:nvPr>
          </p:nvSpPr>
          <p:spPr bwMode="auto">
            <a:xfrm flipH="1">
              <a:off x="4392185" y="3960001"/>
              <a:ext cx="61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5" name="组合 414"/>
          <p:cNvGrpSpPr/>
          <p:nvPr/>
        </p:nvGrpSpPr>
        <p:grpSpPr>
          <a:xfrm>
            <a:off x="5652120" y="4509120"/>
            <a:ext cx="2916000" cy="829270"/>
            <a:chOff x="3384000" y="2698730"/>
            <a:chExt cx="2916000" cy="829270"/>
          </a:xfrm>
        </p:grpSpPr>
        <p:sp>
          <p:nvSpPr>
            <p:cNvPr id="416" name="Rectangle 145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176000" y="2699715"/>
              <a:ext cx="1440000" cy="82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noFill/>
              <a:prstDash val="sysDot"/>
              <a:miter lim="800000"/>
              <a:tailEnd type="none" w="sm" len="med"/>
            </a:ln>
            <a:effectLst/>
          </p:spPr>
          <p:txBody>
            <a:bodyPr wrap="none" lIns="36000" tIns="10800" rIns="18000" bIns="10800" anchor="t" anchorCtr="0"/>
            <a:lstStyle/>
            <a:p>
              <a:pPr algn="l"/>
              <a:endParaRPr lang="en-US" altLang="zh-CN" sz="2200" b="1" dirty="0">
                <a:latin typeface="+mn-ea"/>
                <a:ea typeface="+mn-ea"/>
              </a:endParaRPr>
            </a:p>
          </p:txBody>
        </p:sp>
        <p:sp>
          <p:nvSpPr>
            <p:cNvPr id="417" name="梯形 416"/>
            <p:cNvSpPr/>
            <p:nvPr/>
          </p:nvSpPr>
          <p:spPr bwMode="auto">
            <a:xfrm>
              <a:off x="4104000" y="2916000"/>
              <a:ext cx="2016000" cy="180000"/>
            </a:xfrm>
            <a:prstGeom prst="trapezoid">
              <a:avLst>
                <a:gd name="adj" fmla="val 76037"/>
              </a:avLst>
            </a:prstGeom>
            <a:solidFill>
              <a:srgbClr val="FFCCFF">
                <a:alpha val="80000"/>
              </a:srgbClr>
            </a:solidFill>
            <a:ln w="12700">
              <a:noFill/>
              <a:miter lim="800000"/>
            </a:ln>
            <a:effectLst/>
          </p:spPr>
          <p:txBody>
            <a:bodyPr wrap="none"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418" name="六边形 417"/>
            <p:cNvSpPr/>
            <p:nvPr/>
          </p:nvSpPr>
          <p:spPr bwMode="auto">
            <a:xfrm>
              <a:off x="6048000" y="2698730"/>
              <a:ext cx="216000" cy="180000"/>
            </a:xfrm>
            <a:prstGeom prst="hexagon">
              <a:avLst>
                <a:gd name="adj" fmla="val 38252"/>
                <a:gd name="vf" fmla="val 115470"/>
              </a:avLst>
            </a:prstGeom>
            <a:noFill/>
            <a:ln w="12700">
              <a:solidFill>
                <a:srgbClr val="C00000"/>
              </a:solidFill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419" name="六边形 418"/>
            <p:cNvSpPr/>
            <p:nvPr/>
          </p:nvSpPr>
          <p:spPr bwMode="auto">
            <a:xfrm>
              <a:off x="3816000" y="2700000"/>
              <a:ext cx="216000" cy="180000"/>
            </a:xfrm>
            <a:prstGeom prst="hexagon">
              <a:avLst>
                <a:gd name="adj" fmla="val 38252"/>
                <a:gd name="vf" fmla="val 115470"/>
              </a:avLst>
            </a:prstGeom>
            <a:noFill/>
            <a:ln w="12700">
              <a:solidFill>
                <a:srgbClr val="C00000"/>
              </a:solidFill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420" name="六边形 419"/>
            <p:cNvSpPr/>
            <p:nvPr/>
          </p:nvSpPr>
          <p:spPr bwMode="auto">
            <a:xfrm>
              <a:off x="4032000" y="2700000"/>
              <a:ext cx="2016000" cy="180000"/>
            </a:xfrm>
            <a:prstGeom prst="hexagon">
              <a:avLst>
                <a:gd name="adj" fmla="val 38252"/>
                <a:gd name="vf" fmla="val 115470"/>
              </a:avLst>
            </a:prstGeom>
            <a:solidFill>
              <a:srgbClr val="CCCCFF"/>
            </a:solidFill>
            <a:ln w="12700">
              <a:solidFill>
                <a:srgbClr val="C00000"/>
              </a:solidFill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421" name="Line 90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V="1">
              <a:off x="4247659" y="2916410"/>
              <a:ext cx="1727835" cy="127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" name="Line 95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4032000" y="2700000"/>
              <a:ext cx="0" cy="82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" name="Line 108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flipH="1">
              <a:off x="6047884" y="2700000"/>
              <a:ext cx="0" cy="82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" name="Line 109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 flipH="1">
              <a:off x="4175904" y="2700000"/>
              <a:ext cx="0" cy="64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" name="Line 110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5616084" y="3132000"/>
              <a:ext cx="0" cy="2520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" name="Text Box 11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788000" y="3096000"/>
              <a:ext cx="216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err="1">
                  <a:latin typeface="宋体" panose="02010600030101010101" pitchFamily="2" charset="-122"/>
                </a:rPr>
                <a:t>A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427" name="Line 112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5004000" y="3204000"/>
              <a:ext cx="612000" cy="1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" name="Line 113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 flipH="1">
              <a:off x="4175904" y="3204000"/>
              <a:ext cx="61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9" name="Line 115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5687839" y="3132000"/>
              <a:ext cx="504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" name="Line 116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 flipV="1">
              <a:off x="4247659" y="3312000"/>
              <a:ext cx="1296035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" name="Line 118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flipV="1">
              <a:off x="5543694" y="3132000"/>
              <a:ext cx="142875" cy="179705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" name="Line 106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 flipV="1">
              <a:off x="4103880" y="2916000"/>
              <a:ext cx="142875" cy="179705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3" name="Line 104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flipV="1">
              <a:off x="3888000" y="3096410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4" name="Line 106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flipH="1" flipV="1">
              <a:off x="5975880" y="2916000"/>
              <a:ext cx="144145" cy="179705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5" name="Line 104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flipV="1">
              <a:off x="6119639" y="3096410"/>
              <a:ext cx="7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6" name="Line 115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>
              <a:off x="3888000" y="3132000"/>
              <a:ext cx="216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7" name="Line 117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 flipH="1" flipV="1">
              <a:off x="4104149" y="3132000"/>
              <a:ext cx="144145" cy="179705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8" name="Line 74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 flipV="1">
              <a:off x="3888000" y="3438000"/>
              <a:ext cx="165600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9" name="Line 87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>
              <a:off x="6047884" y="3438000"/>
              <a:ext cx="14400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" name="六边形 439"/>
            <p:cNvSpPr/>
            <p:nvPr/>
          </p:nvSpPr>
          <p:spPr bwMode="auto">
            <a:xfrm>
              <a:off x="5544000" y="3348000"/>
              <a:ext cx="504000" cy="180000"/>
            </a:xfrm>
            <a:prstGeom prst="hexagon">
              <a:avLst>
                <a:gd name="adj" fmla="val 38252"/>
                <a:gd name="vf" fmla="val 115470"/>
              </a:avLst>
            </a:prstGeom>
            <a:solidFill>
              <a:srgbClr val="CCECFF"/>
            </a:solidFill>
            <a:ln w="12700">
              <a:solidFill>
                <a:schemeClr val="accent2"/>
              </a:solidFill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441" name="Text Box 89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3780000" y="2700000"/>
              <a:ext cx="108000" cy="17970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>
              <a:noAutofit/>
            </a:bodyPr>
            <a:lstStyle/>
            <a:p>
              <a:pPr marL="0" indent="0" algn="ctr" eaLnBrk="1" latinLnBrk="0" hangingPunct="1">
                <a:lnSpc>
                  <a:spcPct val="90000"/>
                </a:lnSpc>
              </a:pPr>
              <a:endParaRPr lang="en-US" altLang="zh-CN" sz="1600" b="1" dirty="0" err="1">
                <a:latin typeface="宋体" panose="02010600030101010101" pitchFamily="2" charset="-122"/>
              </a:endParaRPr>
            </a:p>
          </p:txBody>
        </p:sp>
        <p:sp>
          <p:nvSpPr>
            <p:cNvPr id="442" name="Text Box 89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6192000" y="2700000"/>
              <a:ext cx="108000" cy="17970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>
              <a:noAutofit/>
            </a:bodyPr>
            <a:lstStyle/>
            <a:p>
              <a:pPr marL="0" indent="0" algn="ctr" eaLnBrk="1" latinLnBrk="0" hangingPunct="1">
                <a:lnSpc>
                  <a:spcPct val="90000"/>
                </a:lnSpc>
              </a:pPr>
              <a:endParaRPr lang="en-US" altLang="zh-CN" sz="1600" b="1" dirty="0" err="1">
                <a:latin typeface="宋体" panose="02010600030101010101" pitchFamily="2" charset="-122"/>
              </a:endParaRPr>
            </a:p>
          </p:txBody>
        </p:sp>
        <p:sp>
          <p:nvSpPr>
            <p:cNvPr id="443" name="Text Box 88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3384000" y="2700000"/>
              <a:ext cx="467995" cy="828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t" anchorCtr="0">
              <a:no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Addr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RD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mfc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Q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043608" y="4293096"/>
            <a:ext cx="3852270" cy="864235"/>
            <a:chOff x="1188000" y="4464195"/>
            <a:chExt cx="3852270" cy="864235"/>
          </a:xfrm>
        </p:grpSpPr>
        <p:sp>
          <p:nvSpPr>
            <p:cNvPr id="102" name="Rectangle 14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403906" y="4464195"/>
              <a:ext cx="1151890" cy="86423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  <a:tailEnd type="none" w="sm" len="med"/>
            </a:ln>
            <a:effectLst/>
          </p:spPr>
          <p:txBody>
            <a:bodyPr wrap="none" lIns="36000" tIns="17780" rIns="18000" bIns="0" anchor="ctr" anchorCtr="0"/>
            <a:lstStyle/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>
                  <a:latin typeface="+mn-ea"/>
                  <a:ea typeface="+mn-ea"/>
                </a:rPr>
                <a:t>addr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dist">
                <a:lnSpc>
                  <a:spcPct val="8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+mn-ea"/>
                  <a:ea typeface="+mn-ea"/>
                </a:rPr>
                <a:t>D        </a:t>
              </a:r>
              <a:r>
                <a:rPr lang="en-US" altLang="zh-CN" sz="1600" b="1" spc="-500" dirty="0"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latin typeface="+mn-ea"/>
                  <a:ea typeface="+mn-ea"/>
                </a:rPr>
                <a:t>Q</a:t>
              </a:r>
            </a:p>
            <a:p>
              <a:pPr algn="di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+mn-ea"/>
                  <a:ea typeface="+mn-ea"/>
                </a:rPr>
                <a:t>WR</a:t>
              </a:r>
              <a:r>
                <a:rPr lang="en-US" altLang="zh-CN" sz="1600" b="1" dirty="0">
                  <a:latin typeface="+mn-ea"/>
                  <a:ea typeface="+mn-ea"/>
                </a:rPr>
                <a:t>     </a:t>
              </a:r>
              <a:r>
                <a:rPr lang="en-US" altLang="zh-CN" sz="1600" b="1" spc="-500" dirty="0">
                  <a:latin typeface="+mn-ea"/>
                  <a:ea typeface="+mn-ea"/>
                </a:rPr>
                <a:t> </a:t>
              </a:r>
              <a:r>
                <a:rPr lang="en-US" altLang="zh-CN" sz="1600" b="1" dirty="0" err="1">
                  <a:solidFill>
                    <a:srgbClr val="990099"/>
                  </a:solidFill>
                  <a:latin typeface="+mn-ea"/>
                  <a:ea typeface="+mn-ea"/>
                  <a:sym typeface="+mn-ea"/>
                </a:rPr>
                <a:t>mfc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+mn-ea"/>
                  <a:ea typeface="+mn-ea"/>
                  <a:sym typeface="+mn-ea"/>
                </a:rPr>
                <a:t>RD</a:t>
              </a:r>
              <a:r>
                <a:rPr lang="en-US" altLang="zh-CN" sz="1600" b="1" dirty="0">
                  <a:solidFill>
                    <a:srgbClr val="C00000"/>
                  </a:solidFill>
                  <a:latin typeface="+mn-ea"/>
                  <a:ea typeface="+mn-ea"/>
                  <a:sym typeface="+mn-ea"/>
                </a:rPr>
                <a:t> </a:t>
              </a:r>
              <a:r>
                <a:rPr lang="zh-CN" altLang="en-US" sz="1600" b="1" dirty="0">
                  <a:solidFill>
                    <a:srgbClr val="C00000"/>
                  </a:solidFill>
                  <a:latin typeface="+mn-ea"/>
                  <a:ea typeface="+mn-ea"/>
                  <a:sym typeface="+mn-ea"/>
                </a:rPr>
                <a:t>异步</a:t>
              </a:r>
              <a:r>
                <a:rPr lang="en-US" altLang="zh-CN" sz="1600" b="1" dirty="0">
                  <a:latin typeface="+mn-ea"/>
                  <a:ea typeface="+mn-ea"/>
                </a:rPr>
                <a:t>MEM</a:t>
              </a:r>
            </a:p>
          </p:txBody>
        </p:sp>
        <p:cxnSp>
          <p:nvCxnSpPr>
            <p:cNvPr id="103" name="直接箭头连接符 102"/>
            <p:cNvCxnSpPr/>
            <p:nvPr>
              <p:custDataLst>
                <p:tags r:id="rId14"/>
              </p:custDataLst>
            </p:nvPr>
          </p:nvCxnSpPr>
          <p:spPr bwMode="auto">
            <a:xfrm>
              <a:off x="1188006" y="4609610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4" name="直接箭头连接符 103"/>
            <p:cNvCxnSpPr/>
            <p:nvPr>
              <p:custDataLst>
                <p:tags r:id="rId15"/>
              </p:custDataLst>
            </p:nvPr>
          </p:nvCxnSpPr>
          <p:spPr bwMode="auto">
            <a:xfrm>
              <a:off x="1188006" y="4788045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8" name="直接箭头连接符 107"/>
            <p:cNvCxnSpPr/>
            <p:nvPr>
              <p:custDataLst>
                <p:tags r:id="rId16"/>
              </p:custDataLst>
            </p:nvPr>
          </p:nvCxnSpPr>
          <p:spPr bwMode="auto">
            <a:xfrm>
              <a:off x="1188006" y="4967750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9" name="直接箭头连接符 108"/>
            <p:cNvCxnSpPr/>
            <p:nvPr>
              <p:custDataLst>
                <p:tags r:id="rId17"/>
              </p:custDataLst>
            </p:nvPr>
          </p:nvCxnSpPr>
          <p:spPr bwMode="auto">
            <a:xfrm>
              <a:off x="2555796" y="4967750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0" name="直接箭头连接符 109"/>
            <p:cNvCxnSpPr/>
            <p:nvPr>
              <p:custDataLst>
                <p:tags r:id="rId18"/>
              </p:custDataLst>
            </p:nvPr>
          </p:nvCxnSpPr>
          <p:spPr bwMode="auto">
            <a:xfrm>
              <a:off x="2555796" y="4788045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4" name="Text Box 10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880000" y="4534680"/>
              <a:ext cx="2160270" cy="7918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写入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:</a:t>
              </a:r>
              <a:r>
                <a:rPr lang="en-US" sz="1600" b="1" dirty="0">
                  <a:latin typeface="宋体" panose="02010600030101010101" pitchFamily="2" charset="-122"/>
                </a:rPr>
                <a:t>WR=1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M[addr]=D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读出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:</a:t>
              </a:r>
              <a:r>
                <a:rPr lang="en-US" sz="1600" b="1" dirty="0">
                  <a:latin typeface="宋体" panose="02010600030101010101" pitchFamily="2" charset="-122"/>
                  <a:sym typeface="+mn-ea"/>
                </a:rPr>
                <a:t>RD=1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时</a:t>
              </a:r>
              <a:r>
                <a:rPr lang="en-US" sz="1600" b="1" dirty="0">
                  <a:latin typeface="宋体" panose="02010600030101010101" pitchFamily="2" charset="-122"/>
                </a:rPr>
                <a:t>Q=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M[addr]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  (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时延用</a:t>
              </a: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mfc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表示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)</a:t>
              </a:r>
            </a:p>
          </p:txBody>
        </p:sp>
        <p:cxnSp>
          <p:nvCxnSpPr>
            <p:cNvPr id="452" name="直接箭头连接符 451"/>
            <p:cNvCxnSpPr/>
            <p:nvPr>
              <p:custDataLst>
                <p:tags r:id="rId20"/>
              </p:custDataLst>
            </p:nvPr>
          </p:nvCxnSpPr>
          <p:spPr bwMode="auto">
            <a:xfrm>
              <a:off x="1188000" y="5220000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>
            <a:off x="1043608" y="5301208"/>
            <a:ext cx="4463775" cy="1080000"/>
            <a:chOff x="1188000" y="5481418"/>
            <a:chExt cx="4463775" cy="1080000"/>
          </a:xfrm>
        </p:grpSpPr>
        <p:sp>
          <p:nvSpPr>
            <p:cNvPr id="116" name="Rectangle 14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403905" y="5481418"/>
              <a:ext cx="1152000" cy="108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  <a:tailEnd type="none" w="sm" len="med"/>
            </a:ln>
            <a:effectLst/>
          </p:spPr>
          <p:txBody>
            <a:bodyPr wrap="none" lIns="36000" tIns="17780" rIns="18000" bIns="0" anchor="ctr" anchorCtr="0"/>
            <a:lstStyle/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>
                  <a:latin typeface="+mn-ea"/>
                  <a:ea typeface="+mn-ea"/>
                </a:rPr>
                <a:t>addr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l">
                <a:lnSpc>
                  <a:spcPct val="8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+mn-ea"/>
                  <a:ea typeface="+mn-ea"/>
                </a:rPr>
                <a:t>D        </a:t>
              </a:r>
              <a:r>
                <a:rPr lang="en-US" altLang="zh-CN" sz="1600" b="1" spc="-500" dirty="0"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latin typeface="+mn-ea"/>
                  <a:ea typeface="+mn-ea"/>
                </a:rPr>
                <a:t>Q</a:t>
              </a:r>
            </a:p>
            <a:p>
              <a:pPr algn="l">
                <a:lnSpc>
                  <a:spcPct val="8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+mn-ea"/>
                  <a:ea typeface="+mn-ea"/>
                </a:rPr>
                <a:t>WR</a:t>
              </a:r>
              <a:r>
                <a:rPr lang="en-US" altLang="zh-CN" sz="1600" b="1" dirty="0">
                  <a:latin typeface="+mn-ea"/>
                  <a:ea typeface="+mn-ea"/>
                </a:rPr>
                <a:t>  </a:t>
              </a:r>
              <a:endParaRPr lang="en-US" altLang="zh-CN" sz="1600" b="1" dirty="0">
                <a:solidFill>
                  <a:srgbClr val="C00000"/>
                </a:solidFill>
                <a:latin typeface="+mn-ea"/>
                <a:ea typeface="+mn-ea"/>
              </a:endParaRPr>
            </a:p>
            <a:p>
              <a:pPr algn="l">
                <a:lnSpc>
                  <a:spcPct val="8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+mn-ea"/>
                  <a:ea typeface="+mn-ea"/>
                </a:rPr>
                <a:t>RD </a:t>
              </a:r>
              <a:r>
                <a:rPr lang="zh-CN" altLang="en-US" sz="1600" b="1" dirty="0">
                  <a:solidFill>
                    <a:srgbClr val="C00000"/>
                  </a:solidFill>
                  <a:latin typeface="+mn-ea"/>
                  <a:ea typeface="+mn-ea"/>
                </a:rPr>
                <a:t>同步</a:t>
              </a:r>
              <a:r>
                <a:rPr lang="en-US" altLang="zh-CN" sz="1600" b="1" dirty="0">
                  <a:latin typeface="+mn-ea"/>
                  <a:ea typeface="+mn-ea"/>
                </a:rPr>
                <a:t>MEM</a:t>
              </a:r>
            </a:p>
            <a:p>
              <a:pPr algn="l">
                <a:lnSpc>
                  <a:spcPct val="8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 err="1">
                  <a:solidFill>
                    <a:srgbClr val="C00000"/>
                  </a:solidFill>
                  <a:latin typeface="+mn-ea"/>
                  <a:ea typeface="+mn-ea"/>
                </a:rPr>
                <a:t>Clk</a:t>
              </a:r>
              <a:endParaRPr lang="en-US" altLang="zh-CN" sz="1800" b="1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117" name="直接箭头连接符 116"/>
            <p:cNvCxnSpPr/>
            <p:nvPr>
              <p:custDataLst>
                <p:tags r:id="rId6"/>
              </p:custDataLst>
            </p:nvPr>
          </p:nvCxnSpPr>
          <p:spPr bwMode="auto">
            <a:xfrm>
              <a:off x="1188000" y="5626834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8" name="直接箭头连接符 117"/>
            <p:cNvCxnSpPr/>
            <p:nvPr>
              <p:custDataLst>
                <p:tags r:id="rId7"/>
              </p:custDataLst>
            </p:nvPr>
          </p:nvCxnSpPr>
          <p:spPr bwMode="auto">
            <a:xfrm>
              <a:off x="1188000" y="5805269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2" name="直接箭头连接符 121"/>
            <p:cNvCxnSpPr/>
            <p:nvPr>
              <p:custDataLst>
                <p:tags r:id="rId8"/>
              </p:custDataLst>
            </p:nvPr>
          </p:nvCxnSpPr>
          <p:spPr bwMode="auto">
            <a:xfrm>
              <a:off x="1188000" y="6021169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9"/>
              </p:custDataLst>
            </p:nvPr>
          </p:nvCxnSpPr>
          <p:spPr bwMode="auto">
            <a:xfrm>
              <a:off x="1188000" y="6237069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4" name="直接箭头连接符 123"/>
            <p:cNvCxnSpPr/>
            <p:nvPr>
              <p:custDataLst>
                <p:tags r:id="rId10"/>
              </p:custDataLst>
            </p:nvPr>
          </p:nvCxnSpPr>
          <p:spPr bwMode="auto">
            <a:xfrm>
              <a:off x="2556000" y="5805269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8" name="Text Box 10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880000" y="5591909"/>
              <a:ext cx="2771775" cy="7562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写入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:</a:t>
              </a:r>
              <a:r>
                <a:rPr lang="en-US" sz="1600" b="1" dirty="0">
                  <a:latin typeface="宋体" panose="02010600030101010101" pitchFamily="2" charset="-122"/>
                </a:rPr>
                <a:t>WR=1&amp;</a:t>
              </a:r>
              <a:r>
                <a:rPr lang="en-US" sz="1600" b="1" dirty="0">
                  <a:highlight>
                    <a:srgbClr val="CCCCFF"/>
                  </a:highlight>
                  <a:latin typeface="宋体" panose="02010600030101010101" pitchFamily="2" charset="-122"/>
                </a:rPr>
                <a:t>Clk=</a:t>
              </a:r>
              <a:r>
                <a:rPr lang="en-US" sz="1600" b="1" dirty="0">
                  <a:highlight>
                    <a:srgbClr val="CCCCFF"/>
                  </a:highlight>
                  <a:cs typeface="Times New Roman" panose="02020603050405020304" pitchFamily="18" charset="0"/>
                </a:rPr>
                <a:t>↑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M[addr]=D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读出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:</a:t>
              </a:r>
              <a:r>
                <a:rPr lang="en-US" sz="1600" b="1" dirty="0">
                  <a:latin typeface="宋体" panose="02010600030101010101" pitchFamily="2" charset="-122"/>
                  <a:sym typeface="+mn-ea"/>
                </a:rPr>
                <a:t>RD=1&amp;</a:t>
              </a:r>
              <a:r>
                <a:rPr lang="en-US" sz="1600" b="1" dirty="0">
                  <a:highlight>
                    <a:srgbClr val="CCCCFF"/>
                  </a:highlight>
                  <a:latin typeface="宋体" panose="02010600030101010101" pitchFamily="2" charset="-122"/>
                  <a:sym typeface="+mn-ea"/>
                </a:rPr>
                <a:t>Clk=</a:t>
              </a:r>
              <a:r>
                <a:rPr lang="en-US" sz="1600" b="1" dirty="0">
                  <a:highlight>
                    <a:srgbClr val="CCCCFF"/>
                  </a:highlight>
                  <a:cs typeface="Times New Roman" panose="02020603050405020304" pitchFamily="18" charset="0"/>
                  <a:sym typeface="+mn-ea"/>
                </a:rPr>
                <a:t>↑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时</a:t>
              </a:r>
              <a:r>
                <a:rPr lang="en-US" sz="1600" b="1" dirty="0">
                  <a:latin typeface="宋体" panose="02010600030101010101" pitchFamily="2" charset="-122"/>
                </a:rPr>
                <a:t>Q=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M[addr]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  (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时延用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约定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表示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)</a:t>
              </a:r>
            </a:p>
          </p:txBody>
        </p:sp>
        <p:cxnSp>
          <p:nvCxnSpPr>
            <p:cNvPr id="453" name="直接箭头连接符 452"/>
            <p:cNvCxnSpPr/>
            <p:nvPr>
              <p:custDataLst>
                <p:tags r:id="rId12"/>
              </p:custDataLst>
            </p:nvPr>
          </p:nvCxnSpPr>
          <p:spPr bwMode="auto">
            <a:xfrm>
              <a:off x="1188000" y="6454800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24" name="线形标注 2 121">
            <a:extLst>
              <a:ext uri="{FF2B5EF4-FFF2-40B4-BE49-F238E27FC236}">
                <a16:creationId xmlns:a16="http://schemas.microsoft.com/office/drawing/2014/main" id="{84CA2E50-0C29-4CD9-B6B3-132C9AB3994E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25402" y="4257213"/>
            <a:ext cx="792000" cy="468000"/>
          </a:xfrm>
          <a:prstGeom prst="borderCallout2">
            <a:avLst>
              <a:gd name="adj1" fmla="val 99921"/>
              <a:gd name="adj2" fmla="val 56508"/>
              <a:gd name="adj3" fmla="val 141246"/>
              <a:gd name="adj4" fmla="val 56856"/>
              <a:gd name="adj5" fmla="val 143098"/>
              <a:gd name="adj6" fmla="val 11748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常为</a:t>
            </a:r>
            <a:r>
              <a:rPr lang="en-US" altLang="zh-CN" sz="1600" b="1" dirty="0">
                <a:latin typeface="宋体" panose="02010600030101010101" pitchFamily="2" charset="-122"/>
              </a:rPr>
              <a:t>CS#</a:t>
            </a:r>
            <a:r>
              <a:rPr lang="zh-CN" altLang="en-US" sz="1600" b="1" dirty="0">
                <a:latin typeface="宋体" panose="02010600030101010101" pitchFamily="2" charset="-122"/>
              </a:rPr>
              <a:t>及</a:t>
            </a:r>
            <a:r>
              <a:rPr lang="en-US" altLang="zh-CN" sz="1600" b="1" dirty="0">
                <a:latin typeface="宋体" panose="02010600030101010101" pitchFamily="2" charset="-122"/>
              </a:rPr>
              <a:t>WE#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18</a:t>
            </a:fld>
            <a:endParaRPr lang="en-US" altLang="zh-CN" dirty="0"/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179705" y="332656"/>
            <a:ext cx="5789295" cy="53433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*数据通路部件组成示例：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以</a:t>
            </a:r>
            <a:r>
              <a:rPr lang="en-US" altLang="zh-CN" sz="1800" b="1" dirty="0" err="1">
                <a:latin typeface="宋体" panose="02010600030101010101" pitchFamily="2" charset="-122"/>
              </a:rPr>
              <a:t>Demo_IS</a:t>
            </a:r>
            <a:r>
              <a:rPr lang="zh-CN" altLang="en-US" sz="1800" b="1" dirty="0">
                <a:latin typeface="宋体" panose="02010600030101010101" pitchFamily="2" charset="-122"/>
              </a:rPr>
              <a:t>为例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所支持指令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右图为一部分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部件组织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取指阶段：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执行阶段：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部件的接口组织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88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" name="Text Box 8"/>
          <p:cNvSpPr txBox="1">
            <a:spLocks noChangeArrowheads="1"/>
          </p:cNvSpPr>
          <p:nvPr/>
        </p:nvSpPr>
        <p:spPr bwMode="auto">
          <a:xfrm>
            <a:off x="2709232" y="2924944"/>
            <a:ext cx="6111240" cy="3300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PC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IR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MAR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MDR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冯</a:t>
            </a:r>
            <a:r>
              <a:rPr lang="en-US" altLang="zh-CN" sz="1800" b="1" dirty="0">
                <a:latin typeface="+mn-lt"/>
                <a:sym typeface="+mn-ea"/>
              </a:rPr>
              <a:t>·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诺依曼结构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ALU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ExtU</a:t>
            </a:r>
            <a:r>
              <a:rPr lang="en-US" altLang="zh-CN" sz="1800" b="1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符号扩展</a:t>
            </a:r>
            <a:r>
              <a:rPr lang="en-US" altLang="zh-CN" sz="1800" b="1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GPRs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PSR </a:t>
            </a:r>
          </a:p>
          <a:p>
            <a:pPr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  满足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指令系统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数据通路结构</a:t>
            </a:r>
            <a:r>
              <a:rPr lang="zh-CN" altLang="en-US" sz="2200" b="1" dirty="0">
                <a:latin typeface="宋体" panose="02010600030101010101" pitchFamily="2" charset="-122"/>
              </a:rPr>
              <a:t>的需要</a:t>
            </a:r>
          </a:p>
          <a:p>
            <a:pPr algn="l"/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   如：</a:t>
            </a:r>
            <a:r>
              <a:rPr lang="en-US" altLang="zh-CN" sz="1800" b="1" dirty="0" err="1">
                <a:latin typeface="宋体" panose="02010600030101010101" pitchFamily="2" charset="-122"/>
              </a:rPr>
              <a:t>ExtU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仅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种功能，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无</a:t>
            </a:r>
            <a:r>
              <a:rPr lang="zh-CN" altLang="en-US" sz="1800" b="1" dirty="0">
                <a:latin typeface="宋体" panose="02010600030101010101" pitchFamily="2" charset="-122"/>
              </a:rPr>
              <a:t>控制引脚；</a:t>
            </a:r>
          </a:p>
          <a:p>
            <a:pPr algn="l">
              <a:spcBef>
                <a:spcPts val="30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       </a:t>
            </a:r>
            <a:r>
              <a:rPr lang="zh-CN" altLang="en-US" sz="1800" b="1" dirty="0">
                <a:latin typeface="宋体" panose="02010600030101010101" pitchFamily="2" charset="-122"/>
              </a:rPr>
              <a:t>总线结构时，</a:t>
            </a:r>
            <a:r>
              <a:rPr lang="en-US" altLang="zh-CN" sz="1800" b="1" dirty="0">
                <a:latin typeface="宋体" panose="02010600030101010101" pitchFamily="2" charset="-122"/>
              </a:rPr>
              <a:t>GPRs</a:t>
            </a:r>
            <a:r>
              <a:rPr lang="zh-CN" altLang="en-US" sz="1800" b="1" dirty="0">
                <a:latin typeface="宋体" panose="02010600030101010101" pitchFamily="2" charset="-122"/>
              </a:rPr>
              <a:t>仅</a:t>
            </a:r>
            <a:r>
              <a:rPr lang="en-US" altLang="zh-CN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1800" b="1" dirty="0">
                <a:latin typeface="宋体" panose="02010600030101010101" pitchFamily="2" charset="-122"/>
              </a:rPr>
              <a:t>读端口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稍后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727835" y="3859579"/>
            <a:ext cx="6768465" cy="1188085"/>
            <a:chOff x="2721" y="6236"/>
            <a:chExt cx="10659" cy="1871"/>
          </a:xfrm>
        </p:grpSpPr>
        <p:sp>
          <p:nvSpPr>
            <p:cNvPr id="38" name="Text Box 1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721" y="6236"/>
              <a:ext cx="9581" cy="187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9" name="Text Box 1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892" y="7712"/>
              <a:ext cx="822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数据通路结构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总线结构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专用结构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cxnSp>
          <p:nvCxnSpPr>
            <p:cNvPr id="40" name="直接连接符 39"/>
            <p:cNvCxnSpPr/>
            <p:nvPr>
              <p:custDataLst>
                <p:tags r:id="rId28"/>
              </p:custDataLst>
            </p:nvPr>
          </p:nvCxnSpPr>
          <p:spPr bwMode="auto">
            <a:xfrm>
              <a:off x="4422" y="6349"/>
              <a:ext cx="368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Text Box 18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892" y="703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48" name="Text Box 1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855" y="703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54" name="Text Box 18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819" y="7032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cxnSp>
          <p:nvCxnSpPr>
            <p:cNvPr id="55" name="直接连接符 54"/>
            <p:cNvCxnSpPr/>
            <p:nvPr>
              <p:custDataLst>
                <p:tags r:id="rId32"/>
              </p:custDataLst>
            </p:nvPr>
          </p:nvCxnSpPr>
          <p:spPr bwMode="auto">
            <a:xfrm>
              <a:off x="3118" y="73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3345" y="73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4199" y="7372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8" name="直接连接符 57"/>
            <p:cNvCxnSpPr/>
            <p:nvPr>
              <p:custDataLst>
                <p:tags r:id="rId35"/>
              </p:custDataLst>
            </p:nvPr>
          </p:nvCxnSpPr>
          <p:spPr bwMode="auto">
            <a:xfrm>
              <a:off x="5216" y="7383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9" name="直接连接符 445"/>
            <p:cNvCxnSpPr/>
            <p:nvPr>
              <p:custDataLst>
                <p:tags r:id="rId36"/>
              </p:custDataLst>
            </p:nvPr>
          </p:nvCxnSpPr>
          <p:spPr bwMode="auto">
            <a:xfrm>
              <a:off x="5216" y="6746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4025" y="6747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1" name="Text Box 1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799" y="6463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62" name="Text Box 1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536" y="6463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</p:txBody>
        </p:sp>
        <p:cxnSp>
          <p:nvCxnSpPr>
            <p:cNvPr id="63" name="直接连接符 62"/>
            <p:cNvCxnSpPr/>
            <p:nvPr>
              <p:custDataLst>
                <p:tags r:id="rId40"/>
              </p:custDataLst>
            </p:nvPr>
          </p:nvCxnSpPr>
          <p:spPr bwMode="auto">
            <a:xfrm>
              <a:off x="4422" y="6349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4422" y="6746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6" name="Text Box 10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9128" y="6575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67" name="直接连接符 66"/>
            <p:cNvCxnSpPr/>
            <p:nvPr>
              <p:custDataLst>
                <p:tags r:id="rId43"/>
              </p:custDataLst>
            </p:nvPr>
          </p:nvCxnSpPr>
          <p:spPr bwMode="auto">
            <a:xfrm>
              <a:off x="9241" y="736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44"/>
              </p:custDataLst>
            </p:nvPr>
          </p:nvCxnSpPr>
          <p:spPr bwMode="auto">
            <a:xfrm>
              <a:off x="9468" y="736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9751" y="736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46"/>
              </p:custDataLst>
            </p:nvPr>
          </p:nvCxnSpPr>
          <p:spPr bwMode="auto">
            <a:xfrm>
              <a:off x="8107" y="6745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47"/>
              </p:custDataLst>
            </p:nvPr>
          </p:nvCxnSpPr>
          <p:spPr bwMode="auto">
            <a:xfrm>
              <a:off x="8107" y="7200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4" name="Text Box 18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8164" y="6406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IR.RD</a:t>
              </a:r>
            </a:p>
          </p:txBody>
        </p:sp>
        <p:sp>
          <p:nvSpPr>
            <p:cNvPr id="75" name="Text Box 18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8124" y="7201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IR.RS</a:t>
              </a:r>
            </a:p>
          </p:txBody>
        </p:sp>
        <p:cxnSp>
          <p:nvCxnSpPr>
            <p:cNvPr id="76" name="直接连接符 480"/>
            <p:cNvCxnSpPr/>
            <p:nvPr>
              <p:custDataLst>
                <p:tags r:id="rId50"/>
              </p:custDataLst>
            </p:nvPr>
          </p:nvCxnSpPr>
          <p:spPr bwMode="auto">
            <a:xfrm>
              <a:off x="8674" y="6745"/>
              <a:ext cx="45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51"/>
              </p:custDataLst>
            </p:nvPr>
          </p:nvCxnSpPr>
          <p:spPr bwMode="auto">
            <a:xfrm>
              <a:off x="8107" y="6349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AutoShape 15"/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 rot="16200000">
              <a:off x="6066" y="6688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sp>
          <p:nvSpPr>
            <p:cNvPr id="79" name="Text Box 18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7200" y="7029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80" name="直接连接符 79"/>
            <p:cNvCxnSpPr/>
            <p:nvPr>
              <p:custDataLst>
                <p:tags r:id="rId54"/>
              </p:custDataLst>
            </p:nvPr>
          </p:nvCxnSpPr>
          <p:spPr bwMode="auto">
            <a:xfrm>
              <a:off x="7427" y="7370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7654" y="7370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2" name="直接连接符 445"/>
            <p:cNvCxnSpPr/>
            <p:nvPr>
              <p:custDataLst>
                <p:tags r:id="rId56"/>
              </p:custDataLst>
            </p:nvPr>
          </p:nvCxnSpPr>
          <p:spPr bwMode="auto">
            <a:xfrm>
              <a:off x="7540" y="6802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6690" y="6802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445"/>
            <p:cNvCxnSpPr/>
            <p:nvPr>
              <p:custDataLst>
                <p:tags r:id="rId58"/>
              </p:custDataLst>
            </p:nvPr>
          </p:nvCxnSpPr>
          <p:spPr bwMode="auto">
            <a:xfrm>
              <a:off x="6917" y="6972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5" name="直接连接符 84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6690" y="6972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60"/>
              </p:custDataLst>
            </p:nvPr>
          </p:nvCxnSpPr>
          <p:spPr bwMode="auto">
            <a:xfrm>
              <a:off x="6010" y="7085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" name="直接连接符 7"/>
            <p:cNvCxnSpPr/>
            <p:nvPr>
              <p:custDataLst>
                <p:tags r:id="rId61"/>
              </p:custDataLst>
            </p:nvPr>
          </p:nvCxnSpPr>
          <p:spPr bwMode="auto">
            <a:xfrm>
              <a:off x="6010" y="7085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>
              <p:custDataLst>
                <p:tags r:id="rId62"/>
              </p:custDataLst>
            </p:nvPr>
          </p:nvCxnSpPr>
          <p:spPr bwMode="auto">
            <a:xfrm>
              <a:off x="5840" y="6688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" name="直接连接符 9"/>
            <p:cNvCxnSpPr/>
            <p:nvPr>
              <p:custDataLst>
                <p:tags r:id="rId63"/>
              </p:custDataLst>
            </p:nvPr>
          </p:nvCxnSpPr>
          <p:spPr bwMode="auto">
            <a:xfrm>
              <a:off x="5840" y="6688"/>
              <a:ext cx="0" cy="102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Text Box 18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0438" y="657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91" name="Text Box 18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10432" y="703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92" name="Text Box 23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1566" y="6576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总线逻辑</a:t>
              </a:r>
            </a:p>
          </p:txBody>
        </p:sp>
        <p:cxnSp>
          <p:nvCxnSpPr>
            <p:cNvPr id="93" name="直接连接符 92"/>
            <p:cNvCxnSpPr/>
            <p:nvPr>
              <p:custDataLst>
                <p:tags r:id="rId67"/>
              </p:custDataLst>
            </p:nvPr>
          </p:nvCxnSpPr>
          <p:spPr bwMode="auto">
            <a:xfrm>
              <a:off x="10658" y="73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4" name="直接连接符 93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10885" y="73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5" name="直接连接符 94"/>
            <p:cNvCxnSpPr/>
            <p:nvPr>
              <p:custDataLst>
                <p:tags r:id="rId69"/>
              </p:custDataLst>
            </p:nvPr>
          </p:nvCxnSpPr>
          <p:spPr bwMode="auto">
            <a:xfrm>
              <a:off x="11112" y="674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6" name="直接连接符 95"/>
            <p:cNvCxnSpPr/>
            <p:nvPr>
              <p:custDataLst>
                <p:tags r:id="rId70"/>
              </p:custDataLst>
            </p:nvPr>
          </p:nvCxnSpPr>
          <p:spPr bwMode="auto">
            <a:xfrm>
              <a:off x="11112" y="7144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7" name="直接连接符 96"/>
            <p:cNvCxnSpPr/>
            <p:nvPr>
              <p:custDataLst>
                <p:tags r:id="rId71"/>
              </p:custDataLst>
            </p:nvPr>
          </p:nvCxnSpPr>
          <p:spPr bwMode="auto">
            <a:xfrm flipH="1">
              <a:off x="11112" y="725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72"/>
              </p:custDataLst>
            </p:nvPr>
          </p:nvCxnSpPr>
          <p:spPr bwMode="auto">
            <a:xfrm>
              <a:off x="10205" y="6746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73"/>
              </p:custDataLst>
            </p:nvPr>
          </p:nvCxnSpPr>
          <p:spPr bwMode="auto">
            <a:xfrm>
              <a:off x="10205" y="6746"/>
              <a:ext cx="0" cy="96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74"/>
              </p:custDataLst>
            </p:nvPr>
          </p:nvCxnSpPr>
          <p:spPr bwMode="auto">
            <a:xfrm>
              <a:off x="12303" y="674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75"/>
              </p:custDataLst>
            </p:nvPr>
          </p:nvCxnSpPr>
          <p:spPr bwMode="auto">
            <a:xfrm>
              <a:off x="12303" y="7200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12" name="直接连接符 11"/>
            <p:cNvCxnSpPr/>
            <p:nvPr>
              <p:custDataLst>
                <p:tags r:id="rId76"/>
              </p:custDataLst>
            </p:nvPr>
          </p:nvCxnSpPr>
          <p:spPr bwMode="auto">
            <a:xfrm>
              <a:off x="12303" y="6973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3" name="Text Box 23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12643" y="6576"/>
              <a:ext cx="737" cy="79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</a:t>
              </a:r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3960000" y="2636505"/>
            <a:ext cx="3204210" cy="831850"/>
            <a:chOff x="6634" y="4362"/>
            <a:chExt cx="5046" cy="1310"/>
          </a:xfrm>
        </p:grpSpPr>
        <p:cxnSp>
          <p:nvCxnSpPr>
            <p:cNvPr id="141" name="直接连接符 140"/>
            <p:cNvCxnSpPr>
              <a:cxnSpLocks/>
            </p:cNvCxnSpPr>
            <p:nvPr>
              <p:custDataLst>
                <p:tags r:id="rId24"/>
              </p:custDataLst>
            </p:nvPr>
          </p:nvCxnSpPr>
          <p:spPr bwMode="auto">
            <a:xfrm flipH="1">
              <a:off x="7881" y="4434"/>
              <a:ext cx="1531" cy="117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" name="直接连接符 14"/>
            <p:cNvCxnSpPr>
              <a:cxnSpLocks/>
            </p:cNvCxnSpPr>
            <p:nvPr>
              <p:custDataLst>
                <p:tags r:id="rId25"/>
              </p:custDataLst>
            </p:nvPr>
          </p:nvCxnSpPr>
          <p:spPr bwMode="auto">
            <a:xfrm>
              <a:off x="6634" y="4362"/>
              <a:ext cx="5046" cy="131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6" name="AutoShape 398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5400000">
            <a:off x="514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9" name="组合 88"/>
          <p:cNvGrpSpPr/>
          <p:nvPr/>
        </p:nvGrpSpPr>
        <p:grpSpPr>
          <a:xfrm>
            <a:off x="2627784" y="836712"/>
            <a:ext cx="6370320" cy="2087880"/>
            <a:chOff x="2721" y="1361"/>
            <a:chExt cx="10032" cy="3288"/>
          </a:xfrm>
        </p:grpSpPr>
        <p:sp>
          <p:nvSpPr>
            <p:cNvPr id="98" name="Text Box 138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839" y="2268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101" name="Text Box 139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8839" y="2665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103" name="Text Box 140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9293" y="2665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104" name="Text Box 14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839" y="3855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Disp</a:t>
              </a:r>
            </a:p>
          </p:txBody>
        </p:sp>
        <p:sp>
          <p:nvSpPr>
            <p:cNvPr id="105" name="Text Box 15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839" y="1873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106" name="Text Box 152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293" y="1873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107" name="Text Box 15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293" y="2268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108" name="Text Box 159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987" y="1363"/>
              <a:ext cx="1757" cy="4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指令格式</a:t>
              </a:r>
            </a:p>
          </p:txBody>
        </p:sp>
        <p:sp>
          <p:nvSpPr>
            <p:cNvPr id="110" name="Text Box 16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990" y="1873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0010</a:t>
              </a:r>
            </a:p>
          </p:txBody>
        </p:sp>
        <p:sp>
          <p:nvSpPr>
            <p:cNvPr id="113" name="Text Box 16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990" y="2268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0011</a:t>
              </a:r>
            </a:p>
          </p:txBody>
        </p:sp>
        <p:sp>
          <p:nvSpPr>
            <p:cNvPr id="114" name="Text Box 16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990" y="2665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010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6" name="Text Box 164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990" y="3855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1100</a:t>
              </a:r>
            </a:p>
          </p:txBody>
        </p:sp>
        <p:sp>
          <p:nvSpPr>
            <p:cNvPr id="122" name="Text Box 16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839" y="306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123" name="Text Box 16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293" y="306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124" name="Text Box 169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990" y="3062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010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5" name="Text Box 174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612" y="3062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26" name="Text Box 175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612" y="2665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127" name="Text Box 14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839" y="3459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128" name="Text Box 149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293" y="3459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129" name="Text Box 164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989" y="3459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0110</a:t>
              </a:r>
            </a:p>
          </p:txBody>
        </p:sp>
        <p:sp>
          <p:nvSpPr>
            <p:cNvPr id="130" name="Text Box 160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721" y="1363"/>
              <a:ext cx="5272" cy="322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   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指令功能</a:t>
              </a:r>
            </a:p>
            <a:p>
              <a:pPr algn="l">
                <a:spcBef>
                  <a:spcPts val="2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(LD) : RD←M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存数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(ST) : M[(RS)]←(RD)</a:t>
              </a:r>
            </a:p>
            <a:p>
              <a:pPr algn="l"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加法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(ADD): RD←(RD)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或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      RD←(RD)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spc="-300" dirty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</a:p>
            <a:p>
              <a:pPr algn="l"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减法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(SUB): RD←(RD)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(RS)</a:t>
              </a:r>
            </a:p>
            <a:p>
              <a:pPr algn="l"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分支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(JNZ): ZF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＝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    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否则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31" name="Text Box 135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9635" y="1361"/>
              <a:ext cx="3118" cy="32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 指令寻址方式</a:t>
              </a:r>
            </a:p>
            <a:p>
              <a:pPr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相对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或隐含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19</a:t>
            </a:fld>
            <a:endParaRPr lang="en-US" altLang="zh-CN"/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179512" y="332656"/>
            <a:ext cx="8785225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、数据通路的部件互连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总线结构的部件互连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79705" y="1196752"/>
            <a:ext cx="7955560" cy="49416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*互连要求回顾：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*部件互连示例：                 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以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Demo_IS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为例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数据传送特性：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2411759" y="1196752"/>
            <a:ext cx="6624241" cy="13422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部件</a:t>
            </a:r>
            <a:r>
              <a:rPr lang="zh-CN" altLang="en-US" sz="2200" b="1" u="sng" dirty="0">
                <a:latin typeface="宋体" panose="02010600030101010101" pitchFamily="2" charset="-122"/>
              </a:rPr>
              <a:t>出端</a:t>
            </a:r>
            <a:r>
              <a:rPr lang="zh-CN" altLang="en-US" sz="2200" b="1" dirty="0">
                <a:latin typeface="宋体" panose="02010600030101010101" pitchFamily="2" charset="-122"/>
              </a:rPr>
              <a:t>增设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三态门</a:t>
            </a:r>
            <a:r>
              <a:rPr lang="zh-CN" altLang="en-US" sz="2200" b="1" dirty="0"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</a:rPr>
              <a:t>←连接总线的</a:t>
            </a:r>
            <a:r>
              <a:rPr lang="zh-CN" altLang="en-US" sz="1800" b="1" u="sng" dirty="0">
                <a:latin typeface="宋体" panose="02010600030101010101" pitchFamily="2" charset="-122"/>
              </a:rPr>
              <a:t>所有出端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发送者≤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部件</a:t>
            </a:r>
            <a:r>
              <a:rPr lang="zh-CN" altLang="en-US" sz="2200" b="1" u="sng" dirty="0">
                <a:latin typeface="宋体" panose="02010600030101010101" pitchFamily="2" charset="-122"/>
              </a:rPr>
              <a:t>入端</a:t>
            </a:r>
            <a:r>
              <a:rPr lang="zh-CN" altLang="en-US" sz="2200" b="1" dirty="0">
                <a:latin typeface="宋体" panose="02010600030101010101" pitchFamily="2" charset="-122"/>
              </a:rPr>
              <a:t>增设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暂存器</a:t>
            </a:r>
            <a:r>
              <a:rPr lang="en-US" altLang="zh-CN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</a:rPr>
              <a:t>←同一</a:t>
            </a:r>
            <a:r>
              <a:rPr lang="en-US" altLang="zh-CN" sz="1800" b="1" dirty="0">
                <a:latin typeface="宋体" panose="02010600030101010101" pitchFamily="2" charset="-122"/>
              </a:rPr>
              <a:t>OP</a:t>
            </a:r>
            <a:r>
              <a:rPr lang="zh-CN" altLang="en-US" sz="1800" b="1" u="sng" dirty="0">
                <a:latin typeface="宋体" panose="02010600030101010101" pitchFamily="2" charset="-122"/>
              </a:rPr>
              <a:t>仅</a:t>
            </a:r>
            <a:r>
              <a:rPr lang="en-US" altLang="zh-CN" sz="1800" b="1" u="sng" dirty="0">
                <a:latin typeface="宋体" panose="02010600030101010101" pitchFamily="2" charset="-122"/>
              </a:rPr>
              <a:t>1</a:t>
            </a:r>
            <a:r>
              <a:rPr lang="zh-CN" altLang="en-US" sz="1800" b="1" u="sng" dirty="0">
                <a:latin typeface="宋体" panose="02010600030101010101" pitchFamily="2" charset="-122"/>
              </a:rPr>
              <a:t>个组合逻辑信号</a:t>
            </a:r>
            <a:r>
              <a:rPr lang="zh-CN" altLang="en-US" sz="1800" b="1" dirty="0">
                <a:latin typeface="宋体" panose="02010600030101010101" pitchFamily="2" charset="-122"/>
              </a:rPr>
              <a:t>不锁存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数据连线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无关于</a:t>
            </a:r>
            <a:r>
              <a:rPr lang="zh-CN" altLang="en-US" sz="2200" b="1" dirty="0">
                <a:latin typeface="宋体" panose="02010600030101010101" pitchFamily="2" charset="-122"/>
              </a:rPr>
              <a:t>指令功能</a:t>
            </a:r>
            <a:endParaRPr lang="en-US" altLang="zh-CN" sz="2200" dirty="0">
              <a:latin typeface="宋体" panose="02010600030101010101" pitchFamily="2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1008735" y="2564904"/>
            <a:ext cx="6804025" cy="1151890"/>
            <a:chOff x="2153" y="7597"/>
            <a:chExt cx="10715" cy="1814"/>
          </a:xfrm>
        </p:grpSpPr>
        <p:sp>
          <p:nvSpPr>
            <p:cNvPr id="39" name="Text Box 1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153" y="7597"/>
              <a:ext cx="10715" cy="181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0" name="直接连接符 39"/>
            <p:cNvCxnSpPr/>
            <p:nvPr>
              <p:custDataLst>
                <p:tags r:id="rId28"/>
              </p:custDataLst>
            </p:nvPr>
          </p:nvCxnSpPr>
          <p:spPr bwMode="auto">
            <a:xfrm>
              <a:off x="5668" y="8450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连接符 40"/>
            <p:cNvCxnSpPr/>
            <p:nvPr>
              <p:custDataLst>
                <p:tags r:id="rId29"/>
              </p:custDataLst>
            </p:nvPr>
          </p:nvCxnSpPr>
          <p:spPr bwMode="auto">
            <a:xfrm>
              <a:off x="3852" y="7710"/>
              <a:ext cx="4706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Text Box 1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322" y="8391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43" name="Text Box 18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285" y="8391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44" name="Text Box 18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249" y="8393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cxnSp>
          <p:nvCxnSpPr>
            <p:cNvPr id="45" name="直接连接符 44"/>
            <p:cNvCxnSpPr/>
            <p:nvPr>
              <p:custDataLst>
                <p:tags r:id="rId33"/>
              </p:custDataLst>
            </p:nvPr>
          </p:nvCxnSpPr>
          <p:spPr bwMode="auto">
            <a:xfrm>
              <a:off x="2493" y="8732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2833" y="8732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3629" y="8733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" name="直接连接符 53"/>
            <p:cNvCxnSpPr/>
            <p:nvPr>
              <p:custDataLst>
                <p:tags r:id="rId36"/>
              </p:custDataLst>
            </p:nvPr>
          </p:nvCxnSpPr>
          <p:spPr bwMode="auto">
            <a:xfrm>
              <a:off x="4646" y="8744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5" name="直接连接符 445"/>
            <p:cNvCxnSpPr/>
            <p:nvPr>
              <p:custDataLst>
                <p:tags r:id="rId37"/>
              </p:custDataLst>
            </p:nvPr>
          </p:nvCxnSpPr>
          <p:spPr bwMode="auto">
            <a:xfrm>
              <a:off x="4646" y="8107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3455" y="8108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7" name="Text Box 1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229" y="7824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58" name="Text Box 18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966" y="7824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</p:txBody>
        </p:sp>
        <p:cxnSp>
          <p:nvCxnSpPr>
            <p:cNvPr id="59" name="直接连接符 58"/>
            <p:cNvCxnSpPr/>
            <p:nvPr>
              <p:custDataLst>
                <p:tags r:id="rId41"/>
              </p:custDataLst>
            </p:nvPr>
          </p:nvCxnSpPr>
          <p:spPr bwMode="auto">
            <a:xfrm>
              <a:off x="3852" y="7710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3852" y="8107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连接符 60"/>
            <p:cNvCxnSpPr/>
            <p:nvPr>
              <p:custDataLst>
                <p:tags r:id="rId43"/>
              </p:custDataLst>
            </p:nvPr>
          </p:nvCxnSpPr>
          <p:spPr bwMode="auto">
            <a:xfrm>
              <a:off x="5668" y="8446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44"/>
              </p:custDataLst>
            </p:nvPr>
          </p:nvCxnSpPr>
          <p:spPr bwMode="auto">
            <a:xfrm>
              <a:off x="5271" y="8049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" name="直接连接符 2"/>
            <p:cNvCxnSpPr/>
            <p:nvPr>
              <p:custDataLst>
                <p:tags r:id="rId45"/>
              </p:custDataLst>
            </p:nvPr>
          </p:nvCxnSpPr>
          <p:spPr bwMode="auto">
            <a:xfrm>
              <a:off x="5271" y="8049"/>
              <a:ext cx="0" cy="124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" name="AutoShape 15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 rot="16200000">
              <a:off x="6007" y="8049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sp>
          <p:nvSpPr>
            <p:cNvPr id="65" name="Text Box 18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7593" y="839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66" name="直接连接符 65"/>
            <p:cNvCxnSpPr/>
            <p:nvPr>
              <p:custDataLst>
                <p:tags r:id="rId48"/>
              </p:custDataLst>
            </p:nvPr>
          </p:nvCxnSpPr>
          <p:spPr bwMode="auto">
            <a:xfrm>
              <a:off x="7765" y="8731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8106" y="8731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8" name="直接连接符 445"/>
            <p:cNvCxnSpPr/>
            <p:nvPr>
              <p:custDataLst>
                <p:tags r:id="rId50"/>
              </p:custDataLst>
            </p:nvPr>
          </p:nvCxnSpPr>
          <p:spPr bwMode="auto">
            <a:xfrm>
              <a:off x="7933" y="8163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9" name="直接连接符 68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6631" y="8163"/>
              <a:ext cx="130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6631" y="8391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5668" y="8618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直接连接符 445"/>
            <p:cNvCxnSpPr/>
            <p:nvPr>
              <p:custDataLst>
                <p:tags r:id="rId54"/>
              </p:custDataLst>
            </p:nvPr>
          </p:nvCxnSpPr>
          <p:spPr bwMode="auto">
            <a:xfrm>
              <a:off x="7197" y="8393"/>
              <a:ext cx="0" cy="90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直接箭头连接符 72"/>
            <p:cNvCxnSpPr/>
            <p:nvPr>
              <p:custDataLst>
                <p:tags r:id="rId55"/>
              </p:custDataLst>
            </p:nvPr>
          </p:nvCxnSpPr>
          <p:spPr bwMode="auto">
            <a:xfrm>
              <a:off x="2323" y="9298"/>
              <a:ext cx="9184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56"/>
              </p:custDataLst>
            </p:nvPr>
          </p:nvCxnSpPr>
          <p:spPr bwMode="auto">
            <a:xfrm>
              <a:off x="6858" y="8393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 Box 10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9636" y="7936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76" name="直接连接符 75"/>
            <p:cNvCxnSpPr/>
            <p:nvPr>
              <p:custDataLst>
                <p:tags r:id="rId58"/>
              </p:custDataLst>
            </p:nvPr>
          </p:nvCxnSpPr>
          <p:spPr bwMode="auto">
            <a:xfrm>
              <a:off x="9806" y="8730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10203" y="8730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60"/>
              </p:custDataLst>
            </p:nvPr>
          </p:nvCxnSpPr>
          <p:spPr bwMode="auto">
            <a:xfrm>
              <a:off x="8557" y="8106"/>
              <a:ext cx="107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61"/>
              </p:custDataLst>
            </p:nvPr>
          </p:nvCxnSpPr>
          <p:spPr bwMode="auto">
            <a:xfrm>
              <a:off x="8557" y="8561"/>
              <a:ext cx="62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80" name="Text Box 18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8614" y="7767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IR.RD</a:t>
              </a:r>
            </a:p>
          </p:txBody>
        </p:sp>
        <p:sp>
          <p:nvSpPr>
            <p:cNvPr id="81" name="Text Box 18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8277" y="8617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IR.RS</a:t>
              </a:r>
            </a:p>
          </p:txBody>
        </p:sp>
        <p:cxnSp>
          <p:nvCxnSpPr>
            <p:cNvPr id="82" name="直接连接符 480"/>
            <p:cNvCxnSpPr/>
            <p:nvPr>
              <p:custDataLst>
                <p:tags r:id="rId64"/>
              </p:custDataLst>
            </p:nvPr>
          </p:nvCxnSpPr>
          <p:spPr bwMode="auto">
            <a:xfrm>
              <a:off x="8844" y="8106"/>
              <a:ext cx="340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65"/>
              </p:custDataLst>
            </p:nvPr>
          </p:nvCxnSpPr>
          <p:spPr bwMode="auto">
            <a:xfrm>
              <a:off x="8557" y="7710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4" name="Text Box 23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2016" y="7937"/>
              <a:ext cx="737" cy="79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</a:t>
              </a:r>
            </a:p>
          </p:txBody>
        </p:sp>
        <p:cxnSp>
          <p:nvCxnSpPr>
            <p:cNvPr id="85" name="直接连接符 84"/>
            <p:cNvCxnSpPr/>
            <p:nvPr>
              <p:custDataLst>
                <p:tags r:id="rId67"/>
              </p:custDataLst>
            </p:nvPr>
          </p:nvCxnSpPr>
          <p:spPr bwMode="auto">
            <a:xfrm>
              <a:off x="11054" y="8506"/>
              <a:ext cx="0" cy="79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1" name="直接连接符 100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11394" y="8732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69"/>
              </p:custDataLst>
            </p:nvPr>
          </p:nvCxnSpPr>
          <p:spPr bwMode="auto">
            <a:xfrm>
              <a:off x="11562" y="810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3" name="直接连接符 102"/>
            <p:cNvCxnSpPr/>
            <p:nvPr>
              <p:custDataLst>
                <p:tags r:id="rId70"/>
              </p:custDataLst>
            </p:nvPr>
          </p:nvCxnSpPr>
          <p:spPr bwMode="auto">
            <a:xfrm>
              <a:off x="11562" y="8505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71"/>
              </p:custDataLst>
            </p:nvPr>
          </p:nvCxnSpPr>
          <p:spPr bwMode="auto">
            <a:xfrm flipH="1">
              <a:off x="11562" y="861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>
              <p:custDataLst>
                <p:tags r:id="rId72"/>
              </p:custDataLst>
            </p:nvPr>
          </p:nvCxnSpPr>
          <p:spPr bwMode="auto">
            <a:xfrm>
              <a:off x="10655" y="8107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6" name="直接连接符 105"/>
            <p:cNvCxnSpPr/>
            <p:nvPr>
              <p:custDataLst>
                <p:tags r:id="rId73"/>
              </p:custDataLst>
            </p:nvPr>
          </p:nvCxnSpPr>
          <p:spPr bwMode="auto">
            <a:xfrm>
              <a:off x="10655" y="8107"/>
              <a:ext cx="0" cy="119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连接符 106"/>
            <p:cNvCxnSpPr/>
            <p:nvPr>
              <p:custDataLst>
                <p:tags r:id="rId74"/>
              </p:custDataLst>
            </p:nvPr>
          </p:nvCxnSpPr>
          <p:spPr bwMode="auto">
            <a:xfrm>
              <a:off x="10884" y="8110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连接符 107"/>
            <p:cNvCxnSpPr/>
            <p:nvPr>
              <p:custDataLst>
                <p:tags r:id="rId75"/>
              </p:custDataLst>
            </p:nvPr>
          </p:nvCxnSpPr>
          <p:spPr bwMode="auto">
            <a:xfrm>
              <a:off x="11054" y="8506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11394" y="8620"/>
              <a:ext cx="17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0" name="流程图: 手动操作 109"/>
            <p:cNvSpPr/>
            <p:nvPr>
              <p:custDataLst>
                <p:tags r:id="rId77"/>
              </p:custDataLst>
            </p:nvPr>
          </p:nvSpPr>
          <p:spPr bwMode="auto">
            <a:xfrm rot="16200000">
              <a:off x="8988" y="8391"/>
              <a:ext cx="624" cy="227"/>
            </a:xfrm>
            <a:prstGeom prst="flowChartManualOperation">
              <a:avLst/>
            </a:prstGeom>
            <a:solidFill>
              <a:srgbClr val="CCC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7780" rIns="0" bIns="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111" name="直接连接符 110"/>
            <p:cNvCxnSpPr/>
            <p:nvPr>
              <p:custDataLst>
                <p:tags r:id="rId78"/>
              </p:custDataLst>
            </p:nvPr>
          </p:nvCxnSpPr>
          <p:spPr bwMode="auto">
            <a:xfrm>
              <a:off x="9410" y="8504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12" name="组合 111"/>
          <p:cNvGrpSpPr/>
          <p:nvPr/>
        </p:nvGrpSpPr>
        <p:grpSpPr>
          <a:xfrm>
            <a:off x="1152735" y="3392904"/>
            <a:ext cx="5581015" cy="107950"/>
            <a:chOff x="1928" y="7765"/>
            <a:chExt cx="8789" cy="170"/>
          </a:xfrm>
        </p:grpSpPr>
        <p:sp>
          <p:nvSpPr>
            <p:cNvPr id="118" name="等腰三角形 117"/>
            <p:cNvSpPr/>
            <p:nvPr>
              <p:custDataLst>
                <p:tags r:id="rId21"/>
              </p:custDataLst>
            </p:nvPr>
          </p:nvSpPr>
          <p:spPr bwMode="auto">
            <a:xfrm>
              <a:off x="1928" y="7765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21" name="等腰三角形 120"/>
            <p:cNvSpPr/>
            <p:nvPr>
              <p:custDataLst>
                <p:tags r:id="rId22"/>
              </p:custDataLst>
            </p:nvPr>
          </p:nvSpPr>
          <p:spPr bwMode="auto">
            <a:xfrm>
              <a:off x="4082" y="7765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22" name="等腰三角形 121"/>
            <p:cNvSpPr/>
            <p:nvPr>
              <p:custDataLst>
                <p:tags r:id="rId23"/>
              </p:custDataLst>
            </p:nvPr>
          </p:nvSpPr>
          <p:spPr bwMode="auto">
            <a:xfrm>
              <a:off x="6631" y="7765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23" name="等腰三角形 122"/>
            <p:cNvSpPr/>
            <p:nvPr>
              <p:custDataLst>
                <p:tags r:id="rId24"/>
              </p:custDataLst>
            </p:nvPr>
          </p:nvSpPr>
          <p:spPr bwMode="auto">
            <a:xfrm>
              <a:off x="7200" y="7765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24" name="等腰三角形 123"/>
            <p:cNvSpPr/>
            <p:nvPr>
              <p:custDataLst>
                <p:tags r:id="rId25"/>
              </p:custDataLst>
            </p:nvPr>
          </p:nvSpPr>
          <p:spPr bwMode="auto">
            <a:xfrm>
              <a:off x="9242" y="7765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25" name="等腰三角形 124"/>
            <p:cNvSpPr/>
            <p:nvPr>
              <p:custDataLst>
                <p:tags r:id="rId26"/>
              </p:custDataLst>
            </p:nvPr>
          </p:nvSpPr>
          <p:spPr bwMode="auto">
            <a:xfrm>
              <a:off x="10490" y="7765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096260" y="2780904"/>
            <a:ext cx="3888105" cy="504190"/>
            <a:chOff x="5215" y="6066"/>
            <a:chExt cx="6123" cy="794"/>
          </a:xfrm>
        </p:grpSpPr>
        <p:sp>
          <p:nvSpPr>
            <p:cNvPr id="6" name="Text Box 1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0658" y="6066"/>
              <a:ext cx="68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7" name="Text Box 1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0658" y="6520"/>
              <a:ext cx="68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8" name="Text Box 18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215" y="6407"/>
              <a:ext cx="454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9" name="Text Box 1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689" y="6407"/>
              <a:ext cx="454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Z</a:t>
              </a:r>
            </a:p>
          </p:txBody>
        </p:sp>
      </p:grpSp>
      <p:sp>
        <p:nvSpPr>
          <p:cNvPr id="12" name="线形标注 2 11"/>
          <p:cNvSpPr/>
          <p:nvPr>
            <p:custDataLst>
              <p:tags r:id="rId1"/>
            </p:custDataLst>
          </p:nvPr>
        </p:nvSpPr>
        <p:spPr bwMode="auto">
          <a:xfrm>
            <a:off x="7812472" y="2204864"/>
            <a:ext cx="1152016" cy="252000"/>
          </a:xfrm>
          <a:prstGeom prst="borderCallout2">
            <a:avLst>
              <a:gd name="adj1" fmla="val 48951"/>
              <a:gd name="adj2" fmla="val -717"/>
              <a:gd name="adj3" fmla="val 49565"/>
              <a:gd name="adj4" fmla="val -15528"/>
              <a:gd name="adj5" fmla="val 347456"/>
              <a:gd name="adj6" fmla="val -71565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用作缓冲器</a:t>
            </a:r>
          </a:p>
        </p:txBody>
      </p:sp>
      <p:sp>
        <p:nvSpPr>
          <p:cNvPr id="126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00416" y="3861048"/>
            <a:ext cx="676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en-US" altLang="zh-CN" sz="1800" b="1" dirty="0">
                <a:latin typeface="宋体" panose="02010600030101010101" pitchFamily="2" charset="-122"/>
              </a:rPr>
              <a:t>GPRs</a:t>
            </a:r>
            <a:r>
              <a:rPr lang="zh-CN" altLang="en-US" sz="1800" b="1" dirty="0">
                <a:latin typeface="宋体" panose="02010600030101010101" pitchFamily="2" charset="-122"/>
              </a:rPr>
              <a:t>为何仅</a:t>
            </a:r>
            <a:r>
              <a:rPr lang="en-US" altLang="zh-CN" sz="1800" b="1" dirty="0"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</a:rPr>
              <a:t>个读端口？为何不加暂存器？为何设置</a:t>
            </a:r>
            <a:r>
              <a:rPr lang="en-US" altLang="zh-CN" sz="1800" b="1" dirty="0">
                <a:latin typeface="宋体" panose="02010600030101010101" pitchFamily="2" charset="-122"/>
              </a:rPr>
              <a:t>MUX</a:t>
            </a:r>
            <a:r>
              <a:rPr lang="zh-CN" altLang="en-US" sz="1800" b="1" dirty="0">
                <a:latin typeface="宋体" panose="02010600030101010101" pitchFamily="2" charset="-122"/>
              </a:rPr>
              <a:t>？ 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127" name="Text Box 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00416" y="4582728"/>
            <a:ext cx="7632024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>
                <a:latin typeface="宋体" panose="02010600030101010101" pitchFamily="2" charset="-122"/>
              </a:rPr>
              <a:t>不设置</a:t>
            </a:r>
            <a:r>
              <a:rPr lang="en-US" altLang="zh-CN" sz="1800" b="1" dirty="0">
                <a:latin typeface="宋体" panose="02010600030101010101" pitchFamily="2" charset="-122"/>
              </a:rPr>
              <a:t>Y</a:t>
            </a:r>
            <a:r>
              <a:rPr lang="zh-CN" altLang="en-US" sz="1800" b="1" dirty="0">
                <a:latin typeface="宋体" panose="02010600030101010101" pitchFamily="2" charset="-122"/>
              </a:rPr>
              <a:t>有何问题？不设置</a:t>
            </a:r>
            <a:r>
              <a:rPr lang="en-US" altLang="zh-CN" sz="1800" b="1" dirty="0">
                <a:latin typeface="宋体" panose="02010600030101010101" pitchFamily="2" charset="-122"/>
              </a:rPr>
              <a:t>Z</a:t>
            </a:r>
            <a:r>
              <a:rPr lang="zh-CN" altLang="en-US" sz="1800" b="1" dirty="0">
                <a:latin typeface="宋体" panose="02010600030101010101" pitchFamily="2" charset="-122"/>
              </a:rPr>
              <a:t>有何问题？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Z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可以放在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ALU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另一入端吗？</a:t>
            </a:r>
            <a:r>
              <a:rPr lang="zh-CN" altLang="en-US" sz="1800" b="1" dirty="0">
                <a:latin typeface="宋体" panose="02010600030101010101" pitchFamily="2" charset="-122"/>
              </a:rPr>
              <a:t> 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128" name="Text Box 101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19672" y="4186792"/>
            <a:ext cx="2520328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latin typeface="+mn-ea"/>
                <a:ea typeface="+mn-ea"/>
              </a:rPr>
              <a:t>没必要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</a:rPr>
              <a:t>同时仅</a:t>
            </a:r>
            <a:r>
              <a:rPr lang="zh-CN" altLang="en-US" sz="1600" b="1" u="sng" dirty="0">
                <a:solidFill>
                  <a:srgbClr val="0070C0"/>
                </a:solidFill>
                <a:latin typeface="+mn-ea"/>
              </a:rPr>
              <a:t>传</a:t>
            </a:r>
            <a:r>
              <a:rPr lang="en-US" altLang="zh-CN" sz="1600" b="1" u="sng" dirty="0">
                <a:solidFill>
                  <a:srgbClr val="0070C0"/>
                </a:solidFill>
                <a:latin typeface="+mn-ea"/>
              </a:rPr>
              <a:t>1</a:t>
            </a:r>
            <a:r>
              <a:rPr lang="zh-CN" altLang="en-US" sz="1600" b="1" u="sng" dirty="0">
                <a:solidFill>
                  <a:srgbClr val="0070C0"/>
                </a:solidFill>
                <a:latin typeface="+mn-ea"/>
              </a:rPr>
              <a:t>个</a:t>
            </a:r>
            <a:r>
              <a:rPr lang="zh-CN" altLang="en-US" sz="1600" b="1" dirty="0">
                <a:latin typeface="+mn-ea"/>
              </a:rPr>
              <a:t>数据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zh-CN" altLang="en-US" sz="1800" b="1" dirty="0">
              <a:latin typeface="+mn-ea"/>
              <a:ea typeface="+mn-ea"/>
            </a:endParaRPr>
          </a:p>
        </p:txBody>
      </p:sp>
      <p:sp>
        <p:nvSpPr>
          <p:cNvPr id="129" name="Text Box 101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211992" y="4186792"/>
            <a:ext cx="1944184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latin typeface="+mn-ea"/>
                <a:ea typeface="+mn-ea"/>
              </a:rPr>
              <a:t>读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写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  <a:ea typeface="+mn-ea"/>
              </a:rPr>
              <a:t>仅用</a:t>
            </a:r>
            <a:r>
              <a:rPr lang="en-US" altLang="zh-CN" sz="1800" b="1" u="sng" dirty="0">
                <a:solidFill>
                  <a:srgbClr val="0070C0"/>
                </a:solidFill>
                <a:latin typeface="+mn-ea"/>
                <a:ea typeface="+mn-ea"/>
              </a:rPr>
              <a:t>1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  <a:ea typeface="+mn-ea"/>
              </a:rPr>
              <a:t>个</a:t>
            </a:r>
            <a:r>
              <a:rPr lang="zh-CN" altLang="en-US" sz="1800" b="1" dirty="0">
                <a:latin typeface="+mn-ea"/>
                <a:ea typeface="+mn-ea"/>
              </a:rPr>
              <a:t>端口</a:t>
            </a:r>
          </a:p>
        </p:txBody>
      </p:sp>
      <p:sp>
        <p:nvSpPr>
          <p:cNvPr id="130" name="Text 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00000" y="5301208"/>
            <a:ext cx="4910455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思考③：</a:t>
            </a:r>
            <a:r>
              <a:rPr lang="en-US" altLang="zh-CN" sz="1800" b="1" dirty="0">
                <a:latin typeface="宋体" panose="02010600030101010101" pitchFamily="2" charset="-122"/>
              </a:rPr>
              <a:t>Y</a:t>
            </a:r>
            <a:r>
              <a:rPr lang="zh-CN" altLang="en-US" sz="1800" b="1" dirty="0">
                <a:latin typeface="宋体" panose="02010600030101010101" pitchFamily="2" charset="-122"/>
              </a:rPr>
              <a:t>→</a:t>
            </a:r>
            <a:r>
              <a:rPr lang="en-US" altLang="zh-CN" sz="1800" b="1" dirty="0">
                <a:latin typeface="宋体" panose="02010600030101010101" pitchFamily="2" charset="-122"/>
              </a:rPr>
              <a:t>ALU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</a:rPr>
              <a:t>IR</a:t>
            </a:r>
            <a:r>
              <a:rPr lang="zh-CN" altLang="en-US" sz="1800" b="1" dirty="0">
                <a:latin typeface="宋体" panose="02010600030101010101" pitchFamily="2" charset="-122"/>
              </a:rPr>
              <a:t>→</a:t>
            </a:r>
            <a:r>
              <a:rPr lang="en-US" altLang="zh-CN" sz="1800" b="1" dirty="0" err="1">
                <a:latin typeface="宋体" panose="02010600030101010101" pitchFamily="2" charset="-122"/>
              </a:rPr>
              <a:t>ExtU</a:t>
            </a:r>
            <a:r>
              <a:rPr lang="zh-CN" altLang="en-US" sz="1800" b="1" dirty="0">
                <a:latin typeface="宋体" panose="02010600030101010101" pitchFamily="2" charset="-122"/>
              </a:rPr>
              <a:t>为何不设置三态门？ 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131" name="Text Box 1015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692000" y="4906792"/>
            <a:ext cx="4176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latin typeface="+mn-ea"/>
                <a:ea typeface="+mn-ea"/>
                <a:sym typeface="+mn-ea"/>
              </a:rPr>
              <a:t>只能实现</a:t>
            </a:r>
            <a:r>
              <a:rPr lang="en-US" altLang="zh-CN" sz="1800" b="1" u="sng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A+A</a:t>
            </a:r>
            <a:r>
              <a:rPr lang="zh-CN" altLang="en-US" sz="1800" b="1" dirty="0">
                <a:latin typeface="+mn-ea"/>
                <a:ea typeface="+mn-ea"/>
              </a:rPr>
              <a:t>，无法存结果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会</a:t>
            </a:r>
            <a:r>
              <a:rPr lang="zh-CN" altLang="en-US" sz="1600" b="1" u="sng" dirty="0">
                <a:solidFill>
                  <a:srgbClr val="0070C0"/>
                </a:solidFill>
                <a:latin typeface="+mn-ea"/>
                <a:ea typeface="+mn-ea"/>
              </a:rPr>
              <a:t>反馈到入端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zh-CN" altLang="en-US" sz="1800" b="1" dirty="0">
              <a:latin typeface="+mn-ea"/>
              <a:ea typeface="+mn-ea"/>
            </a:endParaRPr>
          </a:p>
        </p:txBody>
      </p:sp>
      <p:sp>
        <p:nvSpPr>
          <p:cNvPr id="132" name="Text Box 1015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940226" y="5301208"/>
            <a:ext cx="241219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u="sng" dirty="0">
                <a:solidFill>
                  <a:srgbClr val="0070C0"/>
                </a:solidFill>
                <a:latin typeface="+mn-ea"/>
                <a:ea typeface="+mn-ea"/>
              </a:rPr>
              <a:t>共用信号线时</a:t>
            </a:r>
            <a:r>
              <a:rPr lang="zh-CN" altLang="en-US" sz="1800" b="1" dirty="0">
                <a:latin typeface="+mn-ea"/>
                <a:ea typeface="+mn-ea"/>
              </a:rPr>
              <a:t>才需设置</a:t>
            </a:r>
          </a:p>
        </p:txBody>
      </p:sp>
      <p:sp>
        <p:nvSpPr>
          <p:cNvPr id="133" name="Text Box 1015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048408" y="4906792"/>
            <a:ext cx="2196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latin typeface="+mn-ea"/>
                <a:ea typeface="+mn-ea"/>
              </a:rPr>
              <a:t>可以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只需</a:t>
            </a:r>
            <a:r>
              <a:rPr lang="en-US" altLang="zh-CN" sz="16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个不锁存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zh-CN" altLang="en-US" sz="1800" b="1" dirty="0">
              <a:latin typeface="+mn-ea"/>
              <a:ea typeface="+mn-ea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920000" y="2888904"/>
            <a:ext cx="1152000" cy="576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spcBef>
                <a:spcPts val="300"/>
              </a:spcBef>
            </a:pP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图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5.7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勘误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:</a:t>
            </a:r>
          </a:p>
          <a:p>
            <a:pPr algn="l">
              <a:spcBef>
                <a:spcPts val="300"/>
              </a:spcBef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增加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PSR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34" name="Text Box 8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413278" y="5589240"/>
            <a:ext cx="2808000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同时仅传送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</a:p>
        </p:txBody>
      </p:sp>
      <p:sp>
        <p:nvSpPr>
          <p:cNvPr id="19" name="AutoShape 398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 rot="5400000">
            <a:off x="406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AutoShape 499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 rot="10800000">
            <a:off x="2988000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" name="Text Box 1015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264512" y="4186792"/>
            <a:ext cx="2876784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latin typeface="+mn-ea"/>
                <a:ea typeface="+mn-ea"/>
              </a:rPr>
              <a:t>指令</a:t>
            </a:r>
            <a:r>
              <a:rPr lang="en-US" altLang="zh-CN" sz="1800" b="1" dirty="0">
                <a:latin typeface="+mn-ea"/>
                <a:ea typeface="+mn-ea"/>
              </a:rPr>
              <a:t>2</a:t>
            </a:r>
            <a:r>
              <a:rPr lang="zh-CN" altLang="en-US" sz="1800" b="1" dirty="0">
                <a:latin typeface="+mn-ea"/>
                <a:ea typeface="+mn-ea"/>
              </a:rPr>
              <a:t>个源</a:t>
            </a:r>
            <a:r>
              <a:rPr lang="en-US" altLang="zh-CN" sz="1800" b="1" dirty="0">
                <a:latin typeface="+mn-ea"/>
                <a:ea typeface="+mn-ea"/>
              </a:rPr>
              <a:t>OPD</a:t>
            </a:r>
            <a:r>
              <a:rPr lang="zh-CN" altLang="en-US" sz="1800" b="1" dirty="0">
                <a:latin typeface="+mn-ea"/>
                <a:ea typeface="+mn-ea"/>
              </a:rPr>
              <a:t>的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  <a:ea typeface="+mn-ea"/>
              </a:rPr>
              <a:t>地址线不同</a:t>
            </a:r>
          </a:p>
        </p:txBody>
      </p:sp>
      <p:sp>
        <p:nvSpPr>
          <p:cNvPr id="87" name="Text Box 8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860032" y="6093296"/>
            <a:ext cx="3888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en-US" altLang="zh-CN" sz="1800" b="1" dirty="0">
                <a:latin typeface="+mn-ea"/>
                <a:ea typeface="+mn-ea"/>
                <a:sym typeface="+mn-ea"/>
              </a:rPr>
              <a:t>①Y←(R0)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 ②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Z</a:t>
            </a:r>
            <a:r>
              <a:rPr lang="en-US" altLang="zh-CN" sz="1800" b="1" dirty="0">
                <a:latin typeface="+mn-ea"/>
                <a:sym typeface="+mn-ea"/>
              </a:rPr>
              <a:t>←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(Y)+(R1)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 ③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R0</a:t>
            </a:r>
            <a:r>
              <a:rPr lang="en-US" altLang="zh-CN" sz="1800" b="1" dirty="0">
                <a:latin typeface="+mn-ea"/>
                <a:sym typeface="+mn-ea"/>
              </a:rPr>
              <a:t>←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(Z)</a:t>
            </a:r>
            <a:endParaRPr lang="en-US" altLang="zh-CN" sz="1800" b="1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9" name="Text Box 8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899592" y="6093296"/>
            <a:ext cx="388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思考④：</a:t>
            </a:r>
            <a:r>
              <a:rPr lang="en-US" altLang="zh-CN" sz="1800" b="1" dirty="0">
                <a:latin typeface="宋体" panose="02010600030101010101" pitchFamily="2" charset="-122"/>
              </a:rPr>
              <a:t>R0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(R0)+(R1)</a:t>
            </a:r>
            <a:r>
              <a:rPr lang="zh-CN" altLang="en-US" sz="1800" b="1" dirty="0">
                <a:latin typeface="宋体" panose="02010600030101010101" pitchFamily="2" charset="-122"/>
              </a:rPr>
              <a:t>需几个操作？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26" grpId="0" bldLvl="0" animBg="1"/>
      <p:bldP spid="127" grpId="0" bldLvl="0" animBg="1"/>
      <p:bldP spid="130" grpId="0" bldLvl="0" animBg="1"/>
      <p:bldP spid="18" grpId="0" bldLvl="0" animBg="1"/>
      <p:bldP spid="87" grpId="0" bldLvl="0" animBg="1"/>
      <p:bldP spid="89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20</a:t>
            </a:fld>
            <a:endParaRPr lang="en-US" altLang="zh-CN"/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179705" y="304303"/>
            <a:ext cx="7560310" cy="38429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专用结构的部件互连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*互连要求回顾：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*部件互连示例：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     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以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Demo_IS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为例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数据传送特性：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2412286" y="764704"/>
            <a:ext cx="6552010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部件</a:t>
            </a:r>
            <a:r>
              <a:rPr lang="zh-CN" altLang="en-US" sz="2200" b="1" u="sng" dirty="0">
                <a:latin typeface="宋体" panose="02010600030101010101" pitchFamily="2" charset="-122"/>
              </a:rPr>
              <a:t>入端</a:t>
            </a:r>
            <a:r>
              <a:rPr lang="zh-CN" altLang="en-US" sz="2200" b="1" dirty="0">
                <a:latin typeface="宋体" panose="02010600030101010101" pitchFamily="2" charset="-122"/>
              </a:rPr>
              <a:t>增设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选择器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出端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无</a:t>
            </a:r>
            <a:r>
              <a:rPr lang="zh-CN" altLang="en-US" sz="2200" b="1" dirty="0">
                <a:latin typeface="宋体" panose="02010600030101010101" pitchFamily="2" charset="-122"/>
              </a:rPr>
              <a:t>要求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数据连线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基于</a:t>
            </a:r>
            <a:r>
              <a:rPr lang="zh-CN" altLang="en-US" sz="2200" b="1" dirty="0">
                <a:latin typeface="宋体" panose="02010600030101010101" pitchFamily="2" charset="-122"/>
              </a:rPr>
              <a:t>各指令功能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2448000" y="3573016"/>
            <a:ext cx="2771140" cy="458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同时可传送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多个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6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Text Box 8"/>
          <p:cNvSpPr txBox="1">
            <a:spLocks noChangeArrowheads="1"/>
          </p:cNvSpPr>
          <p:nvPr/>
        </p:nvSpPr>
        <p:spPr bwMode="auto">
          <a:xfrm>
            <a:off x="1765225" y="3250768"/>
            <a:ext cx="363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en-US" altLang="zh-CN" sz="1800" b="1" dirty="0">
                <a:latin typeface="宋体" panose="02010600030101010101" pitchFamily="2" charset="-122"/>
              </a:rPr>
              <a:t>GPRs</a:t>
            </a:r>
            <a:r>
              <a:rPr lang="zh-CN" altLang="en-US" sz="1800" b="1" dirty="0">
                <a:latin typeface="宋体" panose="02010600030101010101" pitchFamily="2" charset="-122"/>
              </a:rPr>
              <a:t>为何配置</a:t>
            </a:r>
            <a:r>
              <a:rPr lang="en-US" altLang="zh-CN" sz="1800" b="1" dirty="0">
                <a:latin typeface="宋体" panose="02010600030101010101" pitchFamily="2" charset="-122"/>
              </a:rPr>
              <a:t>2</a:t>
            </a:r>
            <a:r>
              <a:rPr lang="zh-CN" altLang="en-US" sz="1800" b="1" dirty="0">
                <a:latin typeface="宋体" panose="02010600030101010101" pitchFamily="2" charset="-122"/>
              </a:rPr>
              <a:t>个读端口？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75" name="Text Box 8"/>
          <p:cNvSpPr txBox="1">
            <a:spLocks noChangeArrowheads="1"/>
          </p:cNvSpPr>
          <p:nvPr/>
        </p:nvSpPr>
        <p:spPr bwMode="auto">
          <a:xfrm>
            <a:off x="1728112" y="4077072"/>
            <a:ext cx="385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en-US" altLang="zh-CN" sz="1800" b="1" dirty="0">
                <a:latin typeface="宋体" panose="02010600030101010101" pitchFamily="2" charset="-122"/>
              </a:rPr>
              <a:t>R0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(R0)+(R1)</a:t>
            </a:r>
            <a:r>
              <a:rPr lang="zh-CN" altLang="en-US" sz="1800" b="1" dirty="0">
                <a:latin typeface="宋体" panose="02010600030101010101" pitchFamily="2" charset="-122"/>
              </a:rPr>
              <a:t>需几个操作？ 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79" name="Text Box 1015"/>
          <p:cNvSpPr txBox="1">
            <a:spLocks noChangeArrowheads="1"/>
          </p:cNvSpPr>
          <p:nvPr/>
        </p:nvSpPr>
        <p:spPr bwMode="auto">
          <a:xfrm>
            <a:off x="5508432" y="3250768"/>
            <a:ext cx="3024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 algn="l">
              <a:spcBef>
                <a:spcPts val="300"/>
              </a:spcBef>
            </a:pPr>
            <a:r>
              <a:rPr lang="zh-CN" altLang="en-US" sz="1800" b="1" dirty="0">
                <a:latin typeface="+mn-ea"/>
                <a:ea typeface="+mn-ea"/>
              </a:rPr>
              <a:t>利于</a:t>
            </a:r>
            <a:r>
              <a:rPr lang="zh-CN" altLang="en-US" sz="1800" b="1" dirty="0">
                <a:latin typeface="+mn-ea"/>
              </a:rPr>
              <a:t>缩短指令周期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同时传送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  <a:ea typeface="+mn-ea"/>
            </a:endParaRPr>
          </a:p>
        </p:txBody>
      </p:sp>
      <p:grpSp>
        <p:nvGrpSpPr>
          <p:cNvPr id="200" name="组合 199"/>
          <p:cNvGrpSpPr/>
          <p:nvPr/>
        </p:nvGrpSpPr>
        <p:grpSpPr>
          <a:xfrm>
            <a:off x="1007745" y="1700808"/>
            <a:ext cx="6659880" cy="1440180"/>
            <a:chOff x="1587" y="4478"/>
            <a:chExt cx="10488" cy="2268"/>
          </a:xfrm>
        </p:grpSpPr>
        <p:sp>
          <p:nvSpPr>
            <p:cNvPr id="31" name="Text Box 18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587" y="4478"/>
              <a:ext cx="10488" cy="226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8" name="直接连接符 37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7484" y="6296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45" name="直接连接符 44"/>
            <p:cNvCxnSpPr/>
            <p:nvPr>
              <p:custDataLst>
                <p:tags r:id="rId27"/>
              </p:custDataLst>
            </p:nvPr>
          </p:nvCxnSpPr>
          <p:spPr bwMode="auto">
            <a:xfrm>
              <a:off x="4933" y="4705"/>
              <a:ext cx="345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7" name="Text Box 1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211" y="595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54" name="Text Box 18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701" y="5385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cxnSp>
          <p:nvCxnSpPr>
            <p:cNvPr id="55" name="直接连接符 54"/>
            <p:cNvCxnSpPr/>
            <p:nvPr>
              <p:custDataLst>
                <p:tags r:id="rId30"/>
              </p:custDataLst>
            </p:nvPr>
          </p:nvCxnSpPr>
          <p:spPr bwMode="auto">
            <a:xfrm>
              <a:off x="2211" y="5159"/>
              <a:ext cx="51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8" name="直接连接符 57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2041" y="5726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1928" y="4989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3" name="Text Box 18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701" y="4705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cxnSp>
          <p:nvCxnSpPr>
            <p:cNvPr id="66" name="直接连接符 65"/>
            <p:cNvCxnSpPr/>
            <p:nvPr>
              <p:custDataLst>
                <p:tags r:id="rId34"/>
              </p:custDataLst>
            </p:nvPr>
          </p:nvCxnSpPr>
          <p:spPr bwMode="auto">
            <a:xfrm>
              <a:off x="4933" y="4705"/>
              <a:ext cx="0" cy="90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35"/>
              </p:custDataLst>
            </p:nvPr>
          </p:nvCxnSpPr>
          <p:spPr bwMode="auto">
            <a:xfrm>
              <a:off x="6350" y="5724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36"/>
              </p:custDataLst>
            </p:nvPr>
          </p:nvCxnSpPr>
          <p:spPr bwMode="auto">
            <a:xfrm>
              <a:off x="6350" y="5327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5046" y="5442"/>
              <a:ext cx="0" cy="11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71" name="AutoShape 15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 rot="16200000">
              <a:off x="6520" y="5327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sp>
          <p:nvSpPr>
            <p:cNvPr id="72" name="Text Box 1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7597" y="527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81" name="直接连接符 80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7144" y="544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3" name="直接连接符 142"/>
            <p:cNvCxnSpPr/>
            <p:nvPr>
              <p:custDataLst>
                <p:tags r:id="rId41"/>
              </p:custDataLst>
            </p:nvPr>
          </p:nvCxnSpPr>
          <p:spPr bwMode="auto">
            <a:xfrm>
              <a:off x="7144" y="561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接连接符 151"/>
            <p:cNvCxnSpPr/>
            <p:nvPr>
              <p:custDataLst>
                <p:tags r:id="rId42"/>
              </p:custDataLst>
            </p:nvPr>
          </p:nvCxnSpPr>
          <p:spPr bwMode="auto">
            <a:xfrm>
              <a:off x="2721" y="4875"/>
              <a:ext cx="85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53" name="Text Box 23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1170" y="5896"/>
              <a:ext cx="737" cy="79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</a:t>
              </a:r>
            </a:p>
          </p:txBody>
        </p:sp>
        <p:cxnSp>
          <p:nvCxnSpPr>
            <p:cNvPr id="154" name="直接连接符 153"/>
            <p:cNvCxnSpPr/>
            <p:nvPr>
              <p:custDataLst>
                <p:tags r:id="rId44"/>
              </p:custDataLst>
            </p:nvPr>
          </p:nvCxnSpPr>
          <p:spPr bwMode="auto">
            <a:xfrm>
              <a:off x="8391" y="6463"/>
              <a:ext cx="164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5" name="直接连接符 154"/>
            <p:cNvCxnSpPr/>
            <p:nvPr>
              <p:custDataLst>
                <p:tags r:id="rId45"/>
              </p:custDataLst>
            </p:nvPr>
          </p:nvCxnSpPr>
          <p:spPr bwMode="auto">
            <a:xfrm>
              <a:off x="10716" y="606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6" name="直接连接符 155"/>
            <p:cNvCxnSpPr/>
            <p:nvPr>
              <p:custDataLst>
                <p:tags r:id="rId46"/>
              </p:custDataLst>
            </p:nvPr>
          </p:nvCxnSpPr>
          <p:spPr bwMode="auto">
            <a:xfrm>
              <a:off x="10716" y="6463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47"/>
              </p:custDataLst>
            </p:nvPr>
          </p:nvCxnSpPr>
          <p:spPr bwMode="auto">
            <a:xfrm flipH="1">
              <a:off x="10716" y="657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48"/>
              </p:custDataLst>
            </p:nvPr>
          </p:nvCxnSpPr>
          <p:spPr bwMode="auto">
            <a:xfrm>
              <a:off x="9695" y="606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59" name="Text Box 18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0037" y="5896"/>
              <a:ext cx="68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160" name="Text Box 18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0037" y="6349"/>
              <a:ext cx="68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cxnSp>
          <p:nvCxnSpPr>
            <p:cNvPr id="161" name="直接连接符 160"/>
            <p:cNvCxnSpPr/>
            <p:nvPr>
              <p:custDataLst>
                <p:tags r:id="rId51"/>
              </p:custDataLst>
            </p:nvPr>
          </p:nvCxnSpPr>
          <p:spPr bwMode="auto">
            <a:xfrm>
              <a:off x="8561" y="5952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7" name="直接连接符 166"/>
            <p:cNvCxnSpPr/>
            <p:nvPr>
              <p:custDataLst>
                <p:tags r:id="rId52"/>
              </p:custDataLst>
            </p:nvPr>
          </p:nvCxnSpPr>
          <p:spPr bwMode="auto">
            <a:xfrm>
              <a:off x="8051" y="6179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0" name="直接连接符 179"/>
            <p:cNvCxnSpPr/>
            <p:nvPr>
              <p:custDataLst>
                <p:tags r:id="rId53"/>
              </p:custDataLst>
            </p:nvPr>
          </p:nvCxnSpPr>
          <p:spPr bwMode="auto">
            <a:xfrm>
              <a:off x="7484" y="5612"/>
              <a:ext cx="0" cy="45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1" name="直接连接符 180"/>
            <p:cNvCxnSpPr/>
            <p:nvPr>
              <p:custDataLst>
                <p:tags r:id="rId54"/>
              </p:custDataLst>
            </p:nvPr>
          </p:nvCxnSpPr>
          <p:spPr bwMode="auto">
            <a:xfrm>
              <a:off x="7200" y="6066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83" name="直接连接符 182"/>
            <p:cNvCxnSpPr/>
            <p:nvPr>
              <p:custDataLst>
                <p:tags r:id="rId55"/>
              </p:custDataLst>
            </p:nvPr>
          </p:nvCxnSpPr>
          <p:spPr bwMode="auto">
            <a:xfrm>
              <a:off x="7200" y="6293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84" name="直接连接符 183"/>
            <p:cNvCxnSpPr/>
            <p:nvPr>
              <p:custDataLst>
                <p:tags r:id="rId56"/>
              </p:custDataLst>
            </p:nvPr>
          </p:nvCxnSpPr>
          <p:spPr bwMode="auto">
            <a:xfrm>
              <a:off x="4479" y="5612"/>
              <a:ext cx="102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5" name="直接连接符 184"/>
            <p:cNvCxnSpPr/>
            <p:nvPr>
              <p:custDataLst>
                <p:tags r:id="rId57"/>
              </p:custDataLst>
            </p:nvPr>
          </p:nvCxnSpPr>
          <p:spPr bwMode="auto">
            <a:xfrm>
              <a:off x="5216" y="5839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6" name="直接连接符 185"/>
            <p:cNvCxnSpPr/>
            <p:nvPr>
              <p:custDataLst>
                <p:tags r:id="rId58"/>
              </p:custDataLst>
            </p:nvPr>
          </p:nvCxnSpPr>
          <p:spPr bwMode="auto">
            <a:xfrm>
              <a:off x="5216" y="4932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7" name="直接连接符 186"/>
            <p:cNvCxnSpPr/>
            <p:nvPr>
              <p:custDataLst>
                <p:tags r:id="rId59"/>
              </p:custDataLst>
            </p:nvPr>
          </p:nvCxnSpPr>
          <p:spPr bwMode="auto">
            <a:xfrm>
              <a:off x="4592" y="5102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88" name="Text Box 18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4989" y="4818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89" name="直接连接符 188"/>
            <p:cNvCxnSpPr/>
            <p:nvPr>
              <p:custDataLst>
                <p:tags r:id="rId61"/>
              </p:custDataLst>
            </p:nvPr>
          </p:nvCxnSpPr>
          <p:spPr bwMode="auto">
            <a:xfrm>
              <a:off x="5046" y="544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0" name="直接连接符 189"/>
            <p:cNvCxnSpPr/>
            <p:nvPr>
              <p:custDataLst>
                <p:tags r:id="rId62"/>
              </p:custDataLst>
            </p:nvPr>
          </p:nvCxnSpPr>
          <p:spPr bwMode="auto">
            <a:xfrm>
              <a:off x="4479" y="5272"/>
              <a:ext cx="102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91" name="直接连接符 190"/>
            <p:cNvCxnSpPr/>
            <p:nvPr>
              <p:custDataLst>
                <p:tags r:id="rId63"/>
              </p:custDataLst>
            </p:nvPr>
          </p:nvCxnSpPr>
          <p:spPr bwMode="auto">
            <a:xfrm>
              <a:off x="8561" y="4592"/>
              <a:ext cx="0" cy="136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2" name="Text Box 18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3572" y="4705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sp>
          <p:nvSpPr>
            <p:cNvPr id="193" name="Text Box 10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3687" y="5159"/>
              <a:ext cx="794" cy="56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194" name="直接连接符 193"/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4254" y="5726"/>
              <a:ext cx="0" cy="45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95" name="直接连接符 194"/>
            <p:cNvCxnSpPr/>
            <p:nvPr>
              <p:custDataLst>
                <p:tags r:id="rId67"/>
              </p:custDataLst>
            </p:nvPr>
          </p:nvCxnSpPr>
          <p:spPr bwMode="auto">
            <a:xfrm>
              <a:off x="2721" y="5612"/>
              <a:ext cx="96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6" name="直接连接符 195"/>
            <p:cNvCxnSpPr/>
            <p:nvPr>
              <p:custDataLst>
                <p:tags r:id="rId68"/>
              </p:custDataLst>
            </p:nvPr>
          </p:nvCxnSpPr>
          <p:spPr bwMode="auto">
            <a:xfrm>
              <a:off x="4592" y="4875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7" name="直接连接符 196"/>
            <p:cNvCxnSpPr/>
            <p:nvPr>
              <p:custDataLst>
                <p:tags r:id="rId69"/>
              </p:custDataLst>
            </p:nvPr>
          </p:nvCxnSpPr>
          <p:spPr bwMode="auto">
            <a:xfrm>
              <a:off x="2721" y="5272"/>
              <a:ext cx="96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8" name="直接连接符 197"/>
            <p:cNvCxnSpPr/>
            <p:nvPr>
              <p:custDataLst>
                <p:tags r:id="rId70"/>
              </p:custDataLst>
            </p:nvPr>
          </p:nvCxnSpPr>
          <p:spPr bwMode="auto">
            <a:xfrm flipH="1">
              <a:off x="4366" y="4875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9" name="直接连接符 198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3912" y="5726"/>
              <a:ext cx="1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1" name="直接连接符 200"/>
            <p:cNvCxnSpPr/>
            <p:nvPr>
              <p:custDataLst>
                <p:tags r:id="rId72"/>
              </p:custDataLst>
            </p:nvPr>
          </p:nvCxnSpPr>
          <p:spPr bwMode="auto">
            <a:xfrm>
              <a:off x="3402" y="5613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02" name="直接连接符 201"/>
            <p:cNvCxnSpPr/>
            <p:nvPr>
              <p:custDataLst>
                <p:tags r:id="rId73"/>
              </p:custDataLst>
            </p:nvPr>
          </p:nvCxnSpPr>
          <p:spPr bwMode="auto">
            <a:xfrm>
              <a:off x="3402" y="5953"/>
              <a:ext cx="51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3" name="直接连接符 202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5216" y="5839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04" name="直接连接符 203"/>
            <p:cNvCxnSpPr/>
            <p:nvPr>
              <p:custDataLst>
                <p:tags r:id="rId75"/>
              </p:custDataLst>
            </p:nvPr>
          </p:nvCxnSpPr>
          <p:spPr bwMode="auto">
            <a:xfrm>
              <a:off x="8391" y="4705"/>
              <a:ext cx="0" cy="175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5" name="直接连接符 204"/>
            <p:cNvCxnSpPr/>
            <p:nvPr>
              <p:custDataLst>
                <p:tags r:id="rId76"/>
              </p:custDataLst>
            </p:nvPr>
          </p:nvCxnSpPr>
          <p:spPr bwMode="auto">
            <a:xfrm>
              <a:off x="4762" y="4592"/>
              <a:ext cx="379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6" name="直接连接符 205"/>
            <p:cNvCxnSpPr/>
            <p:nvPr>
              <p:custDataLst>
                <p:tags r:id="rId77"/>
              </p:custDataLst>
            </p:nvPr>
          </p:nvCxnSpPr>
          <p:spPr bwMode="auto">
            <a:xfrm>
              <a:off x="4762" y="4592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207" name="直接连接符 206"/>
            <p:cNvCxnSpPr/>
            <p:nvPr>
              <p:custDataLst>
                <p:tags r:id="rId78"/>
              </p:custDataLst>
            </p:nvPr>
          </p:nvCxnSpPr>
          <p:spPr bwMode="auto">
            <a:xfrm>
              <a:off x="8051" y="617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8" name="直接连接符 207"/>
            <p:cNvCxnSpPr/>
            <p:nvPr>
              <p:custDataLst>
                <p:tags r:id="rId79"/>
              </p:custDataLst>
            </p:nvPr>
          </p:nvCxnSpPr>
          <p:spPr bwMode="auto">
            <a:xfrm flipH="1">
              <a:off x="2551" y="6463"/>
              <a:ext cx="5499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9" name="直接连接符 208"/>
            <p:cNvCxnSpPr/>
            <p:nvPr>
              <p:custDataLst>
                <p:tags r:id="rId80"/>
              </p:custDataLst>
            </p:nvPr>
          </p:nvCxnSpPr>
          <p:spPr bwMode="auto">
            <a:xfrm>
              <a:off x="2721" y="4705"/>
              <a:ext cx="0" cy="102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0" name="Text Box 18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2721" y="4932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211" name="Text Box 18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2721" y="4592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2" name="Text Box 18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2721" y="5272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cxnSp>
          <p:nvCxnSpPr>
            <p:cNvPr id="213" name="直接连接符 212"/>
            <p:cNvCxnSpPr/>
            <p:nvPr>
              <p:custDataLst>
                <p:tags r:id="rId84"/>
              </p:custDataLst>
            </p:nvPr>
          </p:nvCxnSpPr>
          <p:spPr bwMode="auto">
            <a:xfrm>
              <a:off x="2892" y="6179"/>
              <a:ext cx="62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14" name="直接连接符 213"/>
            <p:cNvCxnSpPr/>
            <p:nvPr>
              <p:custDataLst>
                <p:tags r:id="rId85"/>
              </p:custDataLst>
            </p:nvPr>
          </p:nvCxnSpPr>
          <p:spPr bwMode="auto">
            <a:xfrm>
              <a:off x="2551" y="6293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5" name="直接连接符 214"/>
            <p:cNvCxnSpPr/>
            <p:nvPr>
              <p:custDataLst>
                <p:tags r:id="rId86"/>
              </p:custDataLst>
            </p:nvPr>
          </p:nvCxnSpPr>
          <p:spPr bwMode="auto">
            <a:xfrm>
              <a:off x="2211" y="5159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6" name="直接连接符 215"/>
            <p:cNvCxnSpPr/>
            <p:nvPr>
              <p:custDataLst>
                <p:tags r:id="rId87"/>
              </p:custDataLst>
            </p:nvPr>
          </p:nvCxnSpPr>
          <p:spPr bwMode="auto">
            <a:xfrm flipH="1" flipV="1">
              <a:off x="2041" y="6576"/>
              <a:ext cx="79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17" name="组合 216"/>
          <p:cNvGrpSpPr/>
          <p:nvPr/>
        </p:nvGrpSpPr>
        <p:grpSpPr>
          <a:xfrm>
            <a:off x="2232025" y="1988840"/>
            <a:ext cx="3924300" cy="864235"/>
            <a:chOff x="3515" y="4932"/>
            <a:chExt cx="6180" cy="1361"/>
          </a:xfrm>
        </p:grpSpPr>
        <p:cxnSp>
          <p:nvCxnSpPr>
            <p:cNvPr id="218" name="直接连接符 217"/>
            <p:cNvCxnSpPr/>
            <p:nvPr>
              <p:custDataLst>
                <p:tags r:id="rId14"/>
              </p:custDataLst>
            </p:nvPr>
          </p:nvCxnSpPr>
          <p:spPr bwMode="auto">
            <a:xfrm>
              <a:off x="8844" y="5953"/>
              <a:ext cx="85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9" name="直接连接符 218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8844" y="6066"/>
              <a:ext cx="851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0" name="直接连接符 219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5498" y="5726"/>
              <a:ext cx="851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1" name="直接连接符 220"/>
            <p:cNvCxnSpPr/>
            <p:nvPr>
              <p:custDataLst>
                <p:tags r:id="rId17"/>
              </p:custDataLst>
            </p:nvPr>
          </p:nvCxnSpPr>
          <p:spPr bwMode="auto">
            <a:xfrm>
              <a:off x="5500" y="5613"/>
              <a:ext cx="85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2" name="直接连接符 221"/>
            <p:cNvCxnSpPr/>
            <p:nvPr>
              <p:custDataLst>
                <p:tags r:id="rId18"/>
              </p:custDataLst>
            </p:nvPr>
          </p:nvCxnSpPr>
          <p:spPr bwMode="auto">
            <a:xfrm>
              <a:off x="5500" y="4932"/>
              <a:ext cx="850" cy="39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3" name="直接连接符 222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5498" y="5329"/>
              <a:ext cx="85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4" name="直接连接符 223"/>
            <p:cNvCxnSpPr/>
            <p:nvPr>
              <p:custDataLst>
                <p:tags r:id="rId20"/>
              </p:custDataLst>
            </p:nvPr>
          </p:nvCxnSpPr>
          <p:spPr bwMode="auto">
            <a:xfrm>
              <a:off x="5499" y="5103"/>
              <a:ext cx="85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5" name="直接连接符 224"/>
            <p:cNvCxnSpPr/>
            <p:nvPr>
              <p:custDataLst>
                <p:tags r:id="rId21"/>
              </p:custDataLst>
            </p:nvPr>
          </p:nvCxnSpPr>
          <p:spPr bwMode="auto">
            <a:xfrm>
              <a:off x="5499" y="5272"/>
              <a:ext cx="850" cy="5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6" name="直接连接符 225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6350" y="6066"/>
              <a:ext cx="851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7" name="直接连接符 226"/>
            <p:cNvCxnSpPr/>
            <p:nvPr>
              <p:custDataLst>
                <p:tags r:id="rId23"/>
              </p:custDataLst>
            </p:nvPr>
          </p:nvCxnSpPr>
          <p:spPr bwMode="auto">
            <a:xfrm>
              <a:off x="6350" y="6180"/>
              <a:ext cx="85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8" name="直接连接符 227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3515" y="6180"/>
              <a:ext cx="289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29" name="组合 228"/>
          <p:cNvGrpSpPr/>
          <p:nvPr/>
        </p:nvGrpSpPr>
        <p:grpSpPr>
          <a:xfrm>
            <a:off x="3491865" y="1954800"/>
            <a:ext cx="2665095" cy="935990"/>
            <a:chOff x="5499" y="4875"/>
            <a:chExt cx="4197" cy="1474"/>
          </a:xfrm>
        </p:grpSpPr>
        <p:sp>
          <p:nvSpPr>
            <p:cNvPr id="230" name="Text Box 18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499" y="4875"/>
              <a:ext cx="850" cy="62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MUX2</a:t>
              </a:r>
            </a:p>
          </p:txBody>
        </p:sp>
        <p:sp>
          <p:nvSpPr>
            <p:cNvPr id="231" name="矩形 230"/>
            <p:cNvSpPr/>
            <p:nvPr>
              <p:custDataLst>
                <p:tags r:id="rId3"/>
              </p:custDataLst>
            </p:nvPr>
          </p:nvSpPr>
          <p:spPr bwMode="auto">
            <a:xfrm>
              <a:off x="5499" y="5386"/>
              <a:ext cx="113" cy="11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2" name="矩形 231"/>
            <p:cNvSpPr/>
            <p:nvPr>
              <p:custDataLst>
                <p:tags r:id="rId4"/>
              </p:custDataLst>
            </p:nvPr>
          </p:nvSpPr>
          <p:spPr bwMode="auto">
            <a:xfrm>
              <a:off x="5499" y="4875"/>
              <a:ext cx="113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3" name="Text Box 1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846" y="5896"/>
              <a:ext cx="850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MUX4</a:t>
              </a:r>
            </a:p>
          </p:txBody>
        </p:sp>
        <p:sp>
          <p:nvSpPr>
            <p:cNvPr id="234" name="矩形 233"/>
            <p:cNvSpPr/>
            <p:nvPr>
              <p:custDataLst>
                <p:tags r:id="rId6"/>
              </p:custDataLst>
            </p:nvPr>
          </p:nvSpPr>
          <p:spPr bwMode="auto">
            <a:xfrm>
              <a:off x="8846" y="6123"/>
              <a:ext cx="113" cy="11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" name="矩形 234"/>
            <p:cNvSpPr/>
            <p:nvPr>
              <p:custDataLst>
                <p:tags r:id="rId7"/>
              </p:custDataLst>
            </p:nvPr>
          </p:nvSpPr>
          <p:spPr bwMode="auto">
            <a:xfrm>
              <a:off x="8846" y="5896"/>
              <a:ext cx="113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" name="Text Box 1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349" y="6009"/>
              <a:ext cx="850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MUX3</a:t>
              </a:r>
            </a:p>
          </p:txBody>
        </p:sp>
        <p:sp>
          <p:nvSpPr>
            <p:cNvPr id="237" name="矩形 236"/>
            <p:cNvSpPr/>
            <p:nvPr>
              <p:custDataLst>
                <p:tags r:id="rId9"/>
              </p:custDataLst>
            </p:nvPr>
          </p:nvSpPr>
          <p:spPr bwMode="auto">
            <a:xfrm>
              <a:off x="7086" y="6236"/>
              <a:ext cx="113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8" name="矩形 237"/>
            <p:cNvSpPr/>
            <p:nvPr>
              <p:custDataLst>
                <p:tags r:id="rId10"/>
              </p:custDataLst>
            </p:nvPr>
          </p:nvSpPr>
          <p:spPr bwMode="auto">
            <a:xfrm>
              <a:off x="7086" y="6009"/>
              <a:ext cx="113" cy="11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9" name="Text Box 1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499" y="5556"/>
              <a:ext cx="850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MUX1</a:t>
              </a:r>
            </a:p>
          </p:txBody>
        </p:sp>
        <p:sp>
          <p:nvSpPr>
            <p:cNvPr id="240" name="矩形 239"/>
            <p:cNvSpPr/>
            <p:nvPr>
              <p:custDataLst>
                <p:tags r:id="rId12"/>
              </p:custDataLst>
            </p:nvPr>
          </p:nvSpPr>
          <p:spPr bwMode="auto">
            <a:xfrm>
              <a:off x="5499" y="5783"/>
              <a:ext cx="113" cy="11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1" name="矩形 240"/>
            <p:cNvSpPr/>
            <p:nvPr>
              <p:custDataLst>
                <p:tags r:id="rId13"/>
              </p:custDataLst>
            </p:nvPr>
          </p:nvSpPr>
          <p:spPr bwMode="auto">
            <a:xfrm>
              <a:off x="5499" y="5556"/>
              <a:ext cx="113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2" name="Text Box 5"/>
          <p:cNvSpPr txBox="1">
            <a:spLocks noChangeArrowheads="1"/>
          </p:cNvSpPr>
          <p:nvPr/>
        </p:nvSpPr>
        <p:spPr bwMode="auto">
          <a:xfrm>
            <a:off x="179705" y="4437112"/>
            <a:ext cx="7412990" cy="15946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※数据通路组成小结：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需求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是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工作流程所需的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所有操作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部件组成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部件互连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43" name="Text Box 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79712" y="4869160"/>
            <a:ext cx="7056784" cy="148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取指阶段部件＋执行阶段部件，部件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可复用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不冲突时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所有指令通用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～指令功能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如多周期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CPU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总线结构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出端加三态门、入端加锁存器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或专用结构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入端加选择器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连线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无关于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指令功能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连线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基于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指令功能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1800" b="1" u="sng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6" name="Text Box 160"/>
          <p:cNvSpPr txBox="1">
            <a:spLocks noChangeArrowheads="1"/>
          </p:cNvSpPr>
          <p:nvPr/>
        </p:nvSpPr>
        <p:spPr bwMode="auto">
          <a:xfrm>
            <a:off x="5903755" y="1844896"/>
            <a:ext cx="3024000" cy="648000"/>
          </a:xfrm>
          <a:prstGeom prst="rect">
            <a:avLst/>
          </a:prstGeom>
          <a:solidFill>
            <a:srgbClr val="CCFFFF"/>
          </a:solidFill>
          <a:ln w="12700">
            <a:solidFill>
              <a:srgbClr val="CC3300"/>
            </a:solidFill>
            <a:prstDash val="sysDash"/>
            <a:miter lim="800000"/>
          </a:ln>
          <a:effectLst/>
        </p:spPr>
        <p:txBody>
          <a:bodyPr lIns="18000" tIns="10800" rIns="18000" bIns="10800" anchor="ctr" anchorCtr="0"/>
          <a:lstStyle/>
          <a:p>
            <a:pPr algn="l">
              <a:lnSpc>
                <a:spcPct val="90000"/>
              </a:lnSpc>
            </a:pPr>
            <a:r>
              <a:rPr lang="en-US" altLang="zh-CN" sz="1400" b="1" dirty="0">
                <a:latin typeface="宋体" panose="02010600030101010101" pitchFamily="2" charset="-122"/>
              </a:rPr>
              <a:t>RD←M[(RS)]</a:t>
            </a:r>
            <a:r>
              <a:rPr lang="zh-CN" sz="1400" b="1" dirty="0">
                <a:latin typeface="宋体" panose="02010600030101010101" pitchFamily="2" charset="-122"/>
              </a:rPr>
              <a:t>或</a:t>
            </a:r>
            <a:r>
              <a:rPr lang="en-US" altLang="zh-CN" sz="1400" b="1" dirty="0" err="1">
                <a:latin typeface="宋体" panose="02010600030101010101" pitchFamily="2" charset="-122"/>
                <a:sym typeface="+mn-ea"/>
              </a:rPr>
              <a:t>Imm</a:t>
            </a:r>
            <a:r>
              <a:rPr lang="zh-CN" altLang="en-US" sz="14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400" b="1" dirty="0">
                <a:latin typeface="宋体" panose="02010600030101010101" pitchFamily="2" charset="-122"/>
              </a:rPr>
              <a:t>M[(RS)]←(RD)</a:t>
            </a:r>
          </a:p>
          <a:p>
            <a:pPr algn="l">
              <a:lnSpc>
                <a:spcPct val="90000"/>
              </a:lnSpc>
            </a:pPr>
            <a:r>
              <a:rPr lang="en-US" altLang="zh-CN" sz="1400" b="1" dirty="0">
                <a:latin typeface="宋体" panose="02010600030101010101" pitchFamily="2" charset="-122"/>
              </a:rPr>
              <a:t>RD←(RD)±(RS)</a:t>
            </a:r>
            <a:r>
              <a:rPr lang="zh-CN" altLang="en-US" sz="1400" b="1" dirty="0">
                <a:latin typeface="宋体" panose="02010600030101010101" pitchFamily="2" charset="-122"/>
              </a:rPr>
              <a:t>，</a:t>
            </a:r>
            <a:r>
              <a:rPr lang="en-US" altLang="zh-CN" sz="1400" b="1" dirty="0">
                <a:latin typeface="宋体" panose="02010600030101010101" pitchFamily="2" charset="-122"/>
              </a:rPr>
              <a:t>RD←(RD)</a:t>
            </a:r>
            <a:r>
              <a:rPr lang="zh-CN" altLang="en-US" sz="1400" b="1" dirty="0">
                <a:latin typeface="宋体" panose="02010600030101010101" pitchFamily="2" charset="-122"/>
              </a:rPr>
              <a:t>＋</a:t>
            </a:r>
            <a:r>
              <a:rPr lang="en-US" altLang="zh-CN" sz="1400" b="1" dirty="0">
                <a:latin typeface="宋体" panose="02010600030101010101" pitchFamily="2" charset="-122"/>
              </a:rPr>
              <a:t>M[(RS)]</a:t>
            </a:r>
          </a:p>
          <a:p>
            <a:pPr marL="0" indent="0" algn="l">
              <a:lnSpc>
                <a:spcPct val="90000"/>
              </a:lnSpc>
              <a:buNone/>
            </a:pPr>
            <a:r>
              <a:rPr lang="en-US" altLang="zh-CN" sz="1400" b="1" dirty="0">
                <a:latin typeface="宋体" panose="02010600030101010101" pitchFamily="2" charset="-122"/>
              </a:rPr>
              <a:t>ZF</a:t>
            </a:r>
            <a:r>
              <a:rPr lang="zh-CN" altLang="en-US" sz="1400" b="1" dirty="0">
                <a:latin typeface="宋体" panose="02010600030101010101" pitchFamily="2" charset="-122"/>
              </a:rPr>
              <a:t>＝</a:t>
            </a:r>
            <a:r>
              <a:rPr lang="en-US" altLang="zh-CN" sz="1400" b="1" dirty="0">
                <a:latin typeface="宋体" panose="02010600030101010101" pitchFamily="2" charset="-122"/>
              </a:rPr>
              <a:t>0</a:t>
            </a:r>
            <a:r>
              <a:rPr lang="zh-CN" altLang="en-US" sz="1400" b="1" dirty="0">
                <a:latin typeface="宋体" panose="02010600030101010101" pitchFamily="2" charset="-122"/>
              </a:rPr>
              <a:t>时</a:t>
            </a:r>
            <a:r>
              <a:rPr lang="en-US" altLang="zh-CN" sz="1400" b="1" dirty="0">
                <a:latin typeface="宋体" panose="02010600030101010101" pitchFamily="2" charset="-122"/>
              </a:rPr>
              <a:t>PC</a:t>
            </a:r>
            <a:r>
              <a:rPr lang="zh-CN" altLang="en-US" sz="1400" b="1" dirty="0">
                <a:latin typeface="宋体" panose="02010600030101010101" pitchFamily="2" charset="-122"/>
              </a:rPr>
              <a:t>←</a:t>
            </a:r>
            <a:r>
              <a:rPr lang="en-US" altLang="zh-CN" sz="1400" b="1" dirty="0">
                <a:latin typeface="宋体" panose="02010600030101010101" pitchFamily="2" charset="-122"/>
              </a:rPr>
              <a:t>(PC)</a:t>
            </a:r>
            <a:r>
              <a:rPr lang="zh-CN" altLang="en-US" sz="1400" b="1" dirty="0">
                <a:latin typeface="宋体" panose="02010600030101010101" pitchFamily="2" charset="-122"/>
              </a:rPr>
              <a:t>＋</a:t>
            </a:r>
            <a:r>
              <a:rPr lang="en-US" altLang="zh-CN" sz="1400" b="1" dirty="0" err="1">
                <a:latin typeface="宋体" panose="02010600030101010101" pitchFamily="2" charset="-122"/>
              </a:rPr>
              <a:t>Disp</a:t>
            </a:r>
            <a:r>
              <a:rPr lang="zh-CN" altLang="en-US" sz="1400" b="1" dirty="0">
                <a:latin typeface="宋体" panose="02010600030101010101" pitchFamily="2" charset="-122"/>
              </a:rPr>
              <a:t>否则</a:t>
            </a:r>
            <a:r>
              <a:rPr lang="en-US" altLang="zh-CN" sz="1400" b="1" dirty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14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400" b="1" dirty="0">
                <a:latin typeface="宋体" panose="02010600030101010101" pitchFamily="2" charset="-122"/>
                <a:sym typeface="+mn-ea"/>
              </a:rPr>
              <a:t>Addr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ldLvl="0" animBg="1"/>
      <p:bldP spid="75" grpId="0" bldLvl="0" animBg="1"/>
      <p:bldP spid="79" grpId="0" bldLvl="0" animBg="1"/>
      <p:bldP spid="24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21</a:t>
            </a:fld>
            <a:endParaRPr lang="en-US" altLang="zh-CN" dirty="0"/>
          </a:p>
        </p:txBody>
      </p:sp>
      <p:sp>
        <p:nvSpPr>
          <p:cNvPr id="3" name="Text Box 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844824"/>
            <a:ext cx="2753360" cy="24963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dirty="0" err="1">
                <a:solidFill>
                  <a:srgbClr val="C00000"/>
                </a:solidFill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的组成要求：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en-US" altLang="zh-CN" sz="2200" dirty="0" err="1">
                <a:solidFill>
                  <a:srgbClr val="C00000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的种类：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rgbClr val="C00000"/>
              </a:solidFill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dirty="0" err="1">
                <a:solidFill>
                  <a:srgbClr val="C00000"/>
                </a:solidFill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的实现方法：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45335" y="1844844"/>
            <a:ext cx="7095961" cy="23529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①源数据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结果都放在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时序逻辑部件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中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←同基本操作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②操作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具有原子性</a:t>
            </a:r>
            <a:endParaRPr lang="en-US" altLang="zh-CN" sz="2200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基本操作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特殊操作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信号的置位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复位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增量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])</a:t>
            </a:r>
          </a:p>
          <a:p>
            <a:pPr marL="3411855" indent="-34118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+mn-ea"/>
                <a:sym typeface="+mn-ea"/>
              </a:rPr>
              <a:t>   </a:t>
            </a:r>
            <a:r>
              <a:rPr lang="en-US" altLang="zh-CN" sz="1800" dirty="0">
                <a:latin typeface="+mn-ea"/>
                <a:sym typeface="+mn-ea"/>
              </a:rPr>
              <a:t>└</a:t>
            </a:r>
            <a:r>
              <a:rPr lang="en-US" altLang="zh-CN" sz="1800" b="1" dirty="0">
                <a:latin typeface="+mn-ea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间传送、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读、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写、算逻运算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marL="0" indent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功能部件</a:t>
            </a:r>
            <a:r>
              <a:rPr lang="en-US" altLang="zh-CN" sz="2200" b="1" dirty="0">
                <a:latin typeface="宋体" panose="02010600030101010101" pitchFamily="2" charset="-122"/>
              </a:rPr>
              <a:t>+</a:t>
            </a:r>
            <a:r>
              <a:rPr lang="zh-CN" altLang="en-US" sz="2200" b="1" dirty="0">
                <a:latin typeface="宋体" panose="02010600030101010101" pitchFamily="2" charset="-122"/>
              </a:rPr>
              <a:t>控制信号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操作控制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写结果控制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电位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脉冲制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组合逻辑→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时序逻辑</a:t>
            </a:r>
            <a:endParaRPr lang="zh-CN" altLang="en-US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971550" y="908720"/>
            <a:ext cx="7128000" cy="936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</p:spPr>
        <p:txBody>
          <a:bodyPr wrap="square" lIns="36195" tIns="17780" rIns="36195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微操作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err="1">
                <a:solidFill>
                  <a:srgbClr val="C00000"/>
                </a:solidFill>
                <a:latin typeface="+mn-lt"/>
                <a:sym typeface="+mn-ea"/>
              </a:rPr>
              <a:t>μ</a:t>
            </a:r>
            <a:r>
              <a:rPr lang="en-US" altLang="zh-CN" sz="1800" b="1" dirty="0" err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)—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内部的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原子操作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微操作控制信号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实现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部件控制信号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，又称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微操作命令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err="1">
                <a:solidFill>
                  <a:srgbClr val="C00000"/>
                </a:solidFill>
                <a:sym typeface="+mn-ea"/>
              </a:rPr>
              <a:t>μ</a:t>
            </a:r>
            <a:r>
              <a:rPr lang="en-US" altLang="zh-CN" sz="1800" b="1" dirty="0" err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节拍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完成</a:t>
            </a:r>
            <a:r>
              <a:rPr lang="en-US" altLang="zh-CN" sz="1800" b="1" u="sng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800" u="sng" dirty="0" err="1">
                <a:sym typeface="+mn-ea"/>
              </a:rPr>
              <a:t>μ</a:t>
            </a:r>
            <a:r>
              <a:rPr lang="en-US" altLang="zh-CN" sz="1800" b="1" u="sng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所需的时间</a:t>
            </a: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62" name="Text Box 25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999" y="404664"/>
            <a:ext cx="8784000" cy="396000"/>
          </a:xfrm>
          <a:prstGeom prst="rect">
            <a:avLst/>
          </a:prstGeom>
          <a:solidFill>
            <a:srgbClr val="FFCC99">
              <a:alpha val="80000"/>
            </a:srgbClr>
          </a:solidFill>
          <a:ln w="15875">
            <a:noFill/>
            <a:miter lim="800000"/>
          </a:ln>
          <a:effectLst/>
        </p:spPr>
        <p:txBody>
          <a:bodyPr lIns="90000" tIns="10800" rIns="90000" bIns="10800" anchor="ctr"/>
          <a:lstStyle/>
          <a:p>
            <a:pPr algn="l"/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二、数据通路的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微操作及其控制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b="1" u="sng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A75B7FD-C717-4F0C-934D-F861BD80C381}"/>
              </a:ext>
            </a:extLst>
          </p:cNvPr>
          <p:cNvGrpSpPr/>
          <p:nvPr/>
        </p:nvGrpSpPr>
        <p:grpSpPr>
          <a:xfrm>
            <a:off x="1080728" y="4761088"/>
            <a:ext cx="4752340" cy="611160"/>
            <a:chOff x="828040" y="4752000"/>
            <a:chExt cx="4752340" cy="611160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31BE5BA4-41B6-4397-87CF-A941B2BB4DFC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 bwMode="auto">
            <a:xfrm>
              <a:off x="5400040" y="5183455"/>
              <a:ext cx="71755" cy="144000"/>
            </a:xfrm>
            <a:prstGeom prst="rect">
              <a:avLst/>
            </a:prstGeom>
            <a:solidFill>
              <a:srgbClr val="CCCCFF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" name="Text Box 13">
              <a:extLst>
                <a:ext uri="{FF2B5EF4-FFF2-40B4-BE49-F238E27FC236}">
                  <a16:creationId xmlns:a16="http://schemas.microsoft.com/office/drawing/2014/main" id="{FC599D62-B93D-4511-B75C-DB70ED3B80D0}"/>
                </a:ext>
              </a:extLst>
            </p:cNvPr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1583690" y="4931360"/>
              <a:ext cx="1583690" cy="4318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操作控制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信号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结果写入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信号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B2206283-907D-4C73-8109-022F73A92C09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3348000" y="4968000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209883B4-2937-4AF6-9D0E-1B57664F6704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>
              <a:off x="3204000" y="511200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1FCF44EF-F3C6-41E6-8B82-F2B7BEA87945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>
              <a:off x="3348000" y="4968000"/>
              <a:ext cx="20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489B5712-C4F7-4A56-9805-0972C08AC993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5436235" y="4968000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1446E144-0D0F-4ADB-8690-A52FD9D06A1D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5436235" y="5108525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A0B7B2C7-358A-4043-BE7E-37A510624B4F}"/>
                </a:ext>
              </a:extLst>
            </p:cNvPr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5400040" y="5183455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98A1F300-1EE2-49D6-801A-CD2A437C40CC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3204000" y="5328000"/>
              <a:ext cx="219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CE57D802-01B5-49C4-9E96-6E3CBE8DFA2C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5471795" y="5183455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CC510F85-C70C-4EB9-8DE6-E42AAE52B795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5471795" y="5328000"/>
              <a:ext cx="10795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F8E9356E-E3BA-4FFC-B55D-EB993F23869E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>
              <a:off x="5400040" y="5184000"/>
              <a:ext cx="7175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2" name="Text Box 7">
              <a:extLst>
                <a:ext uri="{FF2B5EF4-FFF2-40B4-BE49-F238E27FC236}">
                  <a16:creationId xmlns:a16="http://schemas.microsoft.com/office/drawing/2014/main" id="{02A2BC9A-B090-4742-B322-2B0A252E218B}"/>
                </a:ext>
              </a:extLst>
            </p:cNvPr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828040" y="5039310"/>
              <a:ext cx="68389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理论上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5509C56A-4996-4529-85BE-F744929E01FB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5400040" y="5220000"/>
              <a:ext cx="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84" name="左大括号 83">
              <a:extLst>
                <a:ext uri="{FF2B5EF4-FFF2-40B4-BE49-F238E27FC236}">
                  <a16:creationId xmlns:a16="http://schemas.microsoft.com/office/drawing/2014/main" id="{4197CF5F-9178-46B4-AEBD-F18177DE3443}"/>
                </a:ext>
              </a:extLst>
            </p:cNvPr>
            <p:cNvSpPr/>
            <p:nvPr/>
          </p:nvSpPr>
          <p:spPr>
            <a:xfrm>
              <a:off x="1511935" y="4967555"/>
              <a:ext cx="71755" cy="360045"/>
            </a:xfrm>
            <a:prstGeom prst="leftBrace">
              <a:avLst>
                <a:gd name="adj1" fmla="val 22986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6EC64CBA-BCF4-4463-B069-6C4A63C44826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3348000" y="4788000"/>
              <a:ext cx="0" cy="144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C3439843-38D7-45AA-8CC7-36D4B35B8EE0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5436235" y="4788000"/>
              <a:ext cx="0" cy="144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32F22A16-FD2B-4DF4-B1A6-B554DB09CE99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 flipH="1">
              <a:off x="3348000" y="4860000"/>
              <a:ext cx="756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9" name="Text Box 7">
              <a:extLst>
                <a:ext uri="{FF2B5EF4-FFF2-40B4-BE49-F238E27FC236}">
                  <a16:creationId xmlns:a16="http://schemas.microsoft.com/office/drawing/2014/main" id="{2CD4BEFD-6429-4024-B611-34417567B417}"/>
                </a:ext>
              </a:extLst>
            </p:cNvPr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4140000" y="4752000"/>
              <a:ext cx="50419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节拍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53222185-3DA7-4B90-BE63-F6CF02E82709}"/>
                </a:ext>
              </a:extLst>
            </p:cNvPr>
            <p:cNvCxnSpPr/>
            <p:nvPr>
              <p:custDataLst>
                <p:tags r:id="rId64"/>
              </p:custDataLst>
            </p:nvPr>
          </p:nvCxnSpPr>
          <p:spPr bwMode="auto">
            <a:xfrm>
              <a:off x="4680000" y="4860000"/>
              <a:ext cx="756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FC1E5468-20AF-40AB-96CC-05FE9820782E}"/>
              </a:ext>
            </a:extLst>
          </p:cNvPr>
          <p:cNvGrpSpPr/>
          <p:nvPr/>
        </p:nvGrpSpPr>
        <p:grpSpPr>
          <a:xfrm>
            <a:off x="1080000" y="5445224"/>
            <a:ext cx="4751070" cy="613410"/>
            <a:chOff x="828040" y="5436000"/>
            <a:chExt cx="4751070" cy="613410"/>
          </a:xfrm>
        </p:grpSpPr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B8600ABD-9B40-4702-9E04-2A0A0CED2D6A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auto">
            <a:xfrm>
              <a:off x="3348000" y="5688095"/>
              <a:ext cx="2088000" cy="144145"/>
            </a:xfrm>
            <a:prstGeom prst="rect">
              <a:avLst/>
            </a:prstGeom>
            <a:solidFill>
              <a:srgbClr val="CCECFF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BF826668-05BE-4588-AB72-A9DF82FDDE56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3311999" y="5472830"/>
              <a:ext cx="104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99E6489D-25A0-45C4-94CE-6C6110BA00BC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>
              <a:off x="3348000" y="5688095"/>
              <a:ext cx="20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E08A24C4-D90F-41A6-B63A-B5223AC33A69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3348145" y="568809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0AE8A708-1EA9-4325-9D6E-3538CFFA09B5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>
              <a:off x="3204000" y="5832875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2A71A308-2965-4C50-B658-14E9AE598B6C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3348145" y="590526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BF6981DF-36D9-4621-840A-895241601C8A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3204000" y="6048775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1681AFA2-B108-44BF-BE40-072B7272765E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3311950" y="5472830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3E69A467-80CE-470F-80F5-B85FE2507118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>
              <a:off x="3204000" y="5616340"/>
              <a:ext cx="10795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4" name="Text Box 13">
              <a:extLst>
                <a:ext uri="{FF2B5EF4-FFF2-40B4-BE49-F238E27FC236}">
                  <a16:creationId xmlns:a16="http://schemas.microsoft.com/office/drawing/2014/main" id="{4E937C65-28BE-43F2-A944-EFE01F560FED}"/>
                </a:ext>
              </a:extLst>
            </p:cNvPr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583690" y="5436000"/>
              <a:ext cx="1583690" cy="6121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0" anchor="t" anchorCtr="0"/>
            <a:lstStyle/>
            <a:p>
              <a:pPr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C00000"/>
                  </a:solidFill>
                  <a:highlight>
                    <a:srgbClr val="FFFF00"/>
                  </a:highlight>
                </a:rPr>
                <a:t>节拍脉冲</a:t>
              </a:r>
              <a:r>
                <a:rPr lang="zh-CN" altLang="en-US" sz="1600" b="1" dirty="0"/>
                <a:t>信号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CP</a:t>
              </a:r>
              <a:endPara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r">
                <a:lnSpc>
                  <a:spcPct val="85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操作控制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信号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85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结果写入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信号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8717F55F-C42E-49AC-8BAF-2FD94D8B8B1B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auto">
            <a:xfrm>
              <a:off x="5398770" y="5905265"/>
              <a:ext cx="71755" cy="144145"/>
            </a:xfrm>
            <a:prstGeom prst="rect">
              <a:avLst/>
            </a:prstGeom>
            <a:solidFill>
              <a:srgbClr val="CC99FF"/>
            </a:solidFill>
            <a:ln w="9525" cap="flat" cmpd="sng" algn="ctr">
              <a:noFill/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31A3BDE1-C545-433A-9813-F59DD8ED29BB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4356000" y="5472830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FD30A54D-BEC4-4435-8705-722143C7AA51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5398770" y="5472830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6F8CF0FF-E216-499D-9AD5-DBB3007C98F0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5398770" y="5472830"/>
              <a:ext cx="17970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8086C637-8EB6-4F20-B31E-E6A67C9A9B99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>
              <a:off x="4355999" y="5616340"/>
              <a:ext cx="104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E2E2A2D5-1E87-45B5-96DA-A5ECEB460252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5434965" y="5684920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13140F14-763B-40F0-A8F2-9D36127E1A74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5434965" y="5832875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F7568DC8-09BD-4679-9AB7-9A85118893D8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5434965" y="590526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81F93A08-B944-418E-A2AA-C7273D689126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5434965" y="6048775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9D755887-E387-4C42-89E7-D5688AB9912F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5398770" y="5508000"/>
              <a:ext cx="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BFF6F8C0-F6F9-4579-9906-6CC763F307DE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5398770" y="5616975"/>
              <a:ext cx="0" cy="4318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F16F2276-0735-480F-9A6F-900E61862E08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>
              <a:off x="3348000" y="5905265"/>
              <a:ext cx="20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7" name="Text Box 7">
              <a:extLst>
                <a:ext uri="{FF2B5EF4-FFF2-40B4-BE49-F238E27FC236}">
                  <a16:creationId xmlns:a16="http://schemas.microsoft.com/office/drawing/2014/main" id="{0B15299A-0B63-4F60-8E88-D2085792305F}"/>
                </a:ext>
              </a:extLst>
            </p:cNvPr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828040" y="5653170"/>
              <a:ext cx="68389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实际上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8" name="左大括号 147">
              <a:extLst>
                <a:ext uri="{FF2B5EF4-FFF2-40B4-BE49-F238E27FC236}">
                  <a16:creationId xmlns:a16="http://schemas.microsoft.com/office/drawing/2014/main" id="{1F43465F-68BE-4D8E-80C5-7FF3AD8243C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511935" y="5509025"/>
              <a:ext cx="71755" cy="539750"/>
            </a:xfrm>
            <a:prstGeom prst="leftBrace">
              <a:avLst>
                <a:gd name="adj1" fmla="val 22986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559FEAB-B34C-47C6-8DB2-70463108D82D}"/>
              </a:ext>
            </a:extLst>
          </p:cNvPr>
          <p:cNvGrpSpPr/>
          <p:nvPr/>
        </p:nvGrpSpPr>
        <p:grpSpPr>
          <a:xfrm>
            <a:off x="5940000" y="3861048"/>
            <a:ext cx="2448424" cy="1404000"/>
            <a:chOff x="5940000" y="4032000"/>
            <a:chExt cx="2448424" cy="1404000"/>
          </a:xfrm>
        </p:grpSpPr>
        <p:sp>
          <p:nvSpPr>
            <p:cNvPr id="149" name="Text Box 13">
              <a:extLst>
                <a:ext uri="{FF2B5EF4-FFF2-40B4-BE49-F238E27FC236}">
                  <a16:creationId xmlns:a16="http://schemas.microsoft.com/office/drawing/2014/main" id="{C3C5278B-8951-492B-91F1-E6F6D5C7368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532804" y="4932000"/>
              <a:ext cx="1152000" cy="504000"/>
            </a:xfrm>
            <a:prstGeom prst="rect">
              <a:avLst/>
            </a:prstGeom>
            <a:noFill/>
            <a:ln w="12700" cmpd="sng">
              <a:noFill/>
              <a:prstDash val="sysDash"/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信号需保持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30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边沿触发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E37BF76D-8DBE-4339-9189-66FE1C28250A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7884368" y="4032000"/>
              <a:ext cx="0" cy="115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CBF2A73F-120C-46CB-A302-460278532A29}"/>
                </a:ext>
              </a:extLst>
            </p:cNvPr>
            <p:cNvCxnSpPr>
              <a:cxnSpLocks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5940000" y="5184000"/>
              <a:ext cx="194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45065BEC-B681-4016-8060-CDBE6DB33909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8388424" y="4032000"/>
              <a:ext cx="0" cy="140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3B54946E-0D42-4C36-BC56-43F97F4CA505}"/>
                </a:ext>
              </a:extLst>
            </p:cNvPr>
            <p:cNvCxnSpPr>
              <a:cxnSpLocks/>
            </p:cNvCxnSpPr>
            <p:nvPr>
              <p:custDataLst>
                <p:tags r:id="rId21"/>
              </p:custDataLst>
            </p:nvPr>
          </p:nvCxnSpPr>
          <p:spPr bwMode="auto">
            <a:xfrm flipH="1">
              <a:off x="5940152" y="5436000"/>
              <a:ext cx="244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2A46D3D-7AE5-44E0-9226-F47638AAAAAE}"/>
              </a:ext>
            </a:extLst>
          </p:cNvPr>
          <p:cNvGrpSpPr/>
          <p:nvPr/>
        </p:nvGrpSpPr>
        <p:grpSpPr>
          <a:xfrm>
            <a:off x="3851921" y="5733256"/>
            <a:ext cx="4717700" cy="648072"/>
            <a:chOff x="3851921" y="5877272"/>
            <a:chExt cx="4717700" cy="648072"/>
          </a:xfrm>
        </p:grpSpPr>
        <p:sp>
          <p:nvSpPr>
            <p:cNvPr id="19" name="线形标注 2 18"/>
            <p:cNvSpPr/>
            <p:nvPr>
              <p:custDataLst>
                <p:tags r:id="rId13"/>
              </p:custDataLst>
            </p:nvPr>
          </p:nvSpPr>
          <p:spPr bwMode="auto">
            <a:xfrm>
              <a:off x="3851921" y="6275345"/>
              <a:ext cx="4717700" cy="249999"/>
            </a:xfrm>
            <a:prstGeom prst="borderCallout2">
              <a:avLst>
                <a:gd name="adj1" fmla="val 47247"/>
                <a:gd name="adj2" fmla="val -123"/>
                <a:gd name="adj3" fmla="val 48787"/>
                <a:gd name="adj4" fmla="val -2545"/>
                <a:gd name="adj5" fmla="val -156707"/>
                <a:gd name="adj6" fmla="val -4446"/>
              </a:avLst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36000" tIns="18000" rIns="36000" bIns="18000" numCol="1" rtlCol="0" anchor="ctr" anchorCtr="0" compatLnSpc="1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会</a:t>
              </a:r>
              <a:r>
                <a:rPr lang="zh-CN" altLang="en-US" sz="1600" b="1" u="sng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滞后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于</a:t>
              </a:r>
              <a:r>
                <a:rPr lang="zh-CN" altLang="en-US" sz="1600" dirty="0">
                  <a:latin typeface="+mn-ea"/>
                  <a:ea typeface="+mn-ea"/>
                </a:rPr>
                <a:t>↑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产生电路有延迟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,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如</a:t>
              </a:r>
              <a:r>
                <a:rPr lang="en-US" altLang="zh-CN" sz="1600" b="1" dirty="0" err="1">
                  <a:latin typeface="宋体" panose="02010600030101010101" pitchFamily="2" charset="-122"/>
                  <a:sym typeface="+mn-ea"/>
                </a:rPr>
                <a:t>GPR</a:t>
              </a:r>
              <a:r>
                <a:rPr lang="en-US" altLang="zh-CN" sz="1600" b="1" baseline="-18000" dirty="0" err="1">
                  <a:latin typeface="宋体" panose="02010600030101010101" pitchFamily="2" charset="-122"/>
                  <a:sym typeface="+mn-ea"/>
                </a:rPr>
                <a:t>in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＝节拍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3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•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add)</a:t>
              </a:r>
              <a:endParaRPr lang="zh-CN" altLang="en-US" sz="1600" b="1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DDC01A13-05EA-49BF-89E5-95B7ADC02080}"/>
                </a:ext>
              </a:extLst>
            </p:cNvPr>
            <p:cNvCxnSpPr>
              <a:cxnSpLocks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5868144" y="6116768"/>
              <a:ext cx="97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8ACCF5DA-8D19-4E46-A2CB-8D1267BCAD9E}"/>
                </a:ext>
              </a:extLst>
            </p:cNvPr>
            <p:cNvCxnSpPr>
              <a:cxnSpLocks/>
            </p:cNvCxnSpPr>
            <p:nvPr>
              <p:custDataLst>
                <p:tags r:id="rId15"/>
              </p:custDataLst>
            </p:nvPr>
          </p:nvCxnSpPr>
          <p:spPr bwMode="auto">
            <a:xfrm>
              <a:off x="6840000" y="6130295"/>
              <a:ext cx="0" cy="983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3" name="Text Box 13">
              <a:extLst>
                <a:ext uri="{FF2B5EF4-FFF2-40B4-BE49-F238E27FC236}">
                  <a16:creationId xmlns:a16="http://schemas.microsoft.com/office/drawing/2014/main" id="{6913DC63-15F5-45A9-953A-C94248E2E80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012075" y="5877272"/>
              <a:ext cx="1512253" cy="242302"/>
            </a:xfrm>
            <a:prstGeom prst="rect">
              <a:avLst/>
            </a:prstGeom>
            <a:noFill/>
            <a:ln w="12700" cmpd="sng">
              <a:noFill/>
              <a:prstDash val="sysDash"/>
              <a:miter lim="800000"/>
            </a:ln>
            <a:effectLst/>
          </p:spPr>
          <p:txBody>
            <a:bodyPr lIns="18000" tIns="17780" rIns="1800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>
                  <a:sym typeface="+mn-ea"/>
                </a:rPr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  <a:sym typeface="+mn-ea"/>
                </a:rPr>
                <a:t>OP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结束时写入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93BD4A1-CC65-4B90-9651-87534275AEE6}"/>
              </a:ext>
            </a:extLst>
          </p:cNvPr>
          <p:cNvGrpSpPr/>
          <p:nvPr/>
        </p:nvGrpSpPr>
        <p:grpSpPr>
          <a:xfrm>
            <a:off x="1584000" y="4221088"/>
            <a:ext cx="5940000" cy="467900"/>
            <a:chOff x="1584000" y="4365104"/>
            <a:chExt cx="5940000" cy="467900"/>
          </a:xfrm>
        </p:grpSpPr>
        <p:sp>
          <p:nvSpPr>
            <p:cNvPr id="164" name="Text Box 13">
              <a:extLst>
                <a:ext uri="{FF2B5EF4-FFF2-40B4-BE49-F238E27FC236}">
                  <a16:creationId xmlns:a16="http://schemas.microsoft.com/office/drawing/2014/main" id="{7ED8A255-210B-4410-9158-1BCE6672E50F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852503" y="4617104"/>
              <a:ext cx="1475740" cy="215900"/>
            </a:xfrm>
            <a:prstGeom prst="rect">
              <a:avLst/>
            </a:prstGeom>
            <a:solidFill>
              <a:srgbClr val="FFCCFF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操作单元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组合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09073DD3-72CE-4F75-BDD2-35BB95963FFC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3564848" y="4688859"/>
              <a:ext cx="28829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91EE60BD-9F23-4C18-ABF0-C4CCE9CF134C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5328878" y="4725054"/>
              <a:ext cx="28829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67" name="Text Box 13">
              <a:extLst>
                <a:ext uri="{FF2B5EF4-FFF2-40B4-BE49-F238E27FC236}">
                  <a16:creationId xmlns:a16="http://schemas.microsoft.com/office/drawing/2014/main" id="{43556CF0-47A4-4D15-84EF-941422271EB0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615263" y="4617104"/>
              <a:ext cx="1511935" cy="215900"/>
            </a:xfrm>
            <a:prstGeom prst="rect">
              <a:avLst/>
            </a:prstGeom>
            <a:solidFill>
              <a:srgbClr val="FFCC99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状态单元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时序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8" name="Text Box 13">
              <a:extLst>
                <a:ext uri="{FF2B5EF4-FFF2-40B4-BE49-F238E27FC236}">
                  <a16:creationId xmlns:a16="http://schemas.microsoft.com/office/drawing/2014/main" id="{ED4A1F6B-2BBC-41D5-BE7E-011D7EA7F069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052913" y="4617104"/>
              <a:ext cx="1511935" cy="215900"/>
            </a:xfrm>
            <a:prstGeom prst="rect">
              <a:avLst/>
            </a:prstGeom>
            <a:solidFill>
              <a:srgbClr val="FFCC99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状态单元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时序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632F0F60-CB3E-4906-958E-827ACBBC6214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3564848" y="4761249"/>
              <a:ext cx="28829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70" name="Text Box 7">
              <a:extLst>
                <a:ext uri="{FF2B5EF4-FFF2-40B4-BE49-F238E27FC236}">
                  <a16:creationId xmlns:a16="http://schemas.microsoft.com/office/drawing/2014/main" id="{8F82EC16-7B75-4673-9A34-DEEF71B6B6D4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584000" y="4365104"/>
              <a:ext cx="5940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例：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Rc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←(Ra)⊕(Rb)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，写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Rc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为时序逻辑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，其余为组合逻辑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</a:p>
          </p:txBody>
        </p:sp>
      </p:grpSp>
      <p:sp>
        <p:nvSpPr>
          <p:cNvPr id="171" name="线形标注 2 18">
            <a:extLst>
              <a:ext uri="{FF2B5EF4-FFF2-40B4-BE49-F238E27FC236}">
                <a16:creationId xmlns:a16="http://schemas.microsoft.com/office/drawing/2014/main" id="{617DA542-74C3-4608-85A3-C7E5815A194D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83590" y="6141730"/>
            <a:ext cx="2880320" cy="239598"/>
          </a:xfrm>
          <a:prstGeom prst="borderCallout2">
            <a:avLst>
              <a:gd name="adj1" fmla="val -6005"/>
              <a:gd name="adj2" fmla="val 9229"/>
              <a:gd name="adj3" fmla="val -300031"/>
              <a:gd name="adj4" fmla="val 9389"/>
              <a:gd name="adj5" fmla="val -225658"/>
              <a:gd name="adj6" fmla="val 44914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l">
              <a:lnSpc>
                <a:spcPct val="90000"/>
              </a:lnSpc>
            </a:pPr>
            <a:r>
              <a:rPr lang="zh-CN" altLang="en-US" sz="1600" b="1" dirty="0">
                <a:sym typeface="+mn-ea"/>
              </a:rPr>
              <a:t>利于</a:t>
            </a:r>
            <a:r>
              <a:rPr lang="en-US" altLang="zh-CN" sz="1600" dirty="0" err="1">
                <a:sym typeface="+mn-ea"/>
              </a:rPr>
              <a:t>μ</a:t>
            </a:r>
            <a:r>
              <a:rPr lang="en-US" altLang="zh-CN" sz="16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600" b="1" dirty="0"/>
              <a:t>中部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dirty="0"/>
              <a:t>↓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zh-CN" altLang="en-US" sz="1600" b="1" dirty="0"/>
              <a:t>和结束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dirty="0"/>
              <a:t>↑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/>
              <a:t>时写</a:t>
            </a:r>
            <a:endParaRPr lang="zh-CN" altLang="en-US" sz="1600" b="1" dirty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22</a:t>
            </a:fld>
            <a:endParaRPr lang="en-US" altLang="zh-CN" dirty="0"/>
          </a:p>
        </p:txBody>
      </p:sp>
      <p:sp>
        <p:nvSpPr>
          <p:cNvPr id="4" name="Text Box 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5773420" cy="59772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dirty="0" err="1">
                <a:solidFill>
                  <a:srgbClr val="C00000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的控制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实现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以基本操作为例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寄存器间传送</a:t>
            </a:r>
            <a:r>
              <a:rPr lang="en-US" altLang="zh-CN" sz="2200" dirty="0" err="1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功能为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(Ra)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总线结构的实现：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专用结构的实现：</a:t>
            </a:r>
          </a:p>
          <a:p>
            <a:pPr algn="l">
              <a:lnSpc>
                <a:spcPct val="125000"/>
              </a:lnSpc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算逻运算</a:t>
            </a:r>
            <a:r>
              <a:rPr lang="en-US" altLang="zh-CN" sz="2200" dirty="0" err="1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功能为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(Ra)</a:t>
            </a:r>
            <a:r>
              <a:rPr lang="en-US" altLang="zh-CN" sz="2200" b="1" dirty="0">
                <a:sym typeface="+mn-ea"/>
              </a:rPr>
              <a:t> 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baseline="-18000" dirty="0" err="1">
                <a:latin typeface="宋体" panose="02010600030101010101" pitchFamily="2" charset="-122"/>
                <a:sym typeface="Symbol" panose="05050102010706020507"/>
              </a:rPr>
              <a:t>n</a:t>
            </a:r>
            <a:r>
              <a:rPr lang="en-US" altLang="zh-CN" sz="2200" b="1" dirty="0">
                <a:solidFill>
                  <a:srgbClr val="990099"/>
                </a:solidFill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(Rb)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总线结构的实现：</a:t>
            </a: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21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专用结构的实现：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MEM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读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&amp;MEM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写</a:t>
            </a:r>
            <a:r>
              <a:rPr lang="en-US" altLang="zh-CN" sz="2200" dirty="0" err="1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下页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275855" y="2520000"/>
            <a:ext cx="5773421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err="1">
                <a:latin typeface="宋体" panose="02010600030101010101" pitchFamily="2" charset="-122"/>
              </a:rPr>
              <a:t>Ra</a:t>
            </a:r>
            <a:r>
              <a:rPr lang="en-US" altLang="zh-CN" sz="2200" b="1" baseline="-18000" dirty="0" err="1">
                <a:latin typeface="宋体" panose="02010600030101010101" pitchFamily="2" charset="-122"/>
              </a:rPr>
              <a:t>out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 err="1">
                <a:latin typeface="宋体" panose="02010600030101010101" pitchFamily="2" charset="-122"/>
              </a:rPr>
              <a:t>Rc</a:t>
            </a:r>
            <a:r>
              <a:rPr lang="en-US" altLang="zh-CN" sz="2200" b="1" baseline="-18000" dirty="0" err="1">
                <a:latin typeface="宋体" panose="02010600030101010101" pitchFamily="2" charset="-122"/>
              </a:rPr>
              <a:t>in</a:t>
            </a: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</a:rPr>
              <a:t>如：</a:t>
            </a:r>
            <a:r>
              <a:rPr lang="en-US" altLang="zh-CN" sz="1800" b="1" dirty="0">
                <a:latin typeface="宋体" panose="02010600030101010101" pitchFamily="2" charset="-122"/>
              </a:rPr>
              <a:t>Z</a:t>
            </a:r>
            <a:r>
              <a:rPr lang="en-US" altLang="zh-CN" sz="1800" b="1" baseline="-25000" dirty="0">
                <a:latin typeface="宋体" panose="02010600030101010101" pitchFamily="2" charset="-122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>
                <a:latin typeface="宋体" panose="02010600030101010101" pitchFamily="2" charset="-122"/>
              </a:rPr>
              <a:t>MAR</a:t>
            </a:r>
            <a:r>
              <a:rPr lang="en-US" altLang="zh-CN" sz="1800" b="1" baseline="-25000" dirty="0" err="1">
                <a:latin typeface="宋体" panose="02010600030101010101" pitchFamily="2" charset="-122"/>
              </a:rPr>
              <a:t>in</a:t>
            </a:r>
            <a:r>
              <a:rPr lang="zh-CN" altLang="en-US" sz="1800" b="1" dirty="0">
                <a:latin typeface="宋体" panose="02010600030101010101" pitchFamily="2" charset="-122"/>
              </a:rPr>
              <a:t>，其余均为</a:t>
            </a:r>
            <a:r>
              <a:rPr lang="en-US" altLang="zh-CN" sz="1800" b="1" dirty="0">
                <a:latin typeface="宋体" panose="02010600030101010101" pitchFamily="2" charset="-122"/>
              </a:rPr>
              <a:t>0(</a:t>
            </a:r>
            <a:r>
              <a:rPr lang="zh-CN" altLang="en-US" sz="1800" b="1" dirty="0">
                <a:latin typeface="宋体" panose="02010600030101010101" pitchFamily="2" charset="-122"/>
              </a:rPr>
              <a:t>如</a:t>
            </a:r>
            <a:r>
              <a:rPr lang="en-US" altLang="zh-CN" sz="1800" b="1" dirty="0">
                <a:latin typeface="宋体" panose="02010600030101010101" pitchFamily="2" charset="-122"/>
              </a:rPr>
              <a:t>Y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in</a:t>
            </a:r>
            <a:r>
              <a:rPr lang="zh-CN" altLang="en-US" sz="1800" b="1" dirty="0">
                <a:latin typeface="宋体" panose="02010600030101010101" pitchFamily="2" charset="-122"/>
              </a:rPr>
              <a:t>等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Rc</a:t>
            </a:r>
            <a:r>
              <a:rPr lang="en-US" altLang="zh-CN" sz="2200" b="1" baseline="-18000" dirty="0" err="1">
                <a:latin typeface="宋体" panose="02010600030101010101" pitchFamily="2" charset="-122"/>
                <a:sym typeface="+mn-ea"/>
              </a:rPr>
              <a:t>sel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=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i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Rc</a:t>
            </a:r>
            <a:r>
              <a:rPr lang="en-US" altLang="zh-CN" sz="2200" b="1" baseline="-18000" dirty="0" err="1">
                <a:latin typeface="宋体" panose="02010600030101010101" pitchFamily="2" charset="-122"/>
                <a:sym typeface="+mn-ea"/>
              </a:rPr>
              <a:t>in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07" name="Text Box 34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48000" y="3429000"/>
            <a:ext cx="8208000" cy="324000"/>
          </a:xfrm>
          <a:prstGeom prst="rect">
            <a:avLst/>
          </a:prstGeom>
          <a:solidFill>
            <a:srgbClr val="CCFFFF"/>
          </a:solidFill>
          <a:ln w="12700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 lIns="36195" tIns="17780" rIns="36195" bIns="0">
            <a:noAutofit/>
          </a:bodyPr>
          <a:lstStyle/>
          <a:p>
            <a:pPr algn="l"/>
            <a:r>
              <a:rPr lang="en-US" altLang="zh-CN" sz="1800" dirty="0" err="1">
                <a:solidFill>
                  <a:srgbClr val="FF3399"/>
                </a:solidFill>
              </a:rPr>
              <a:t>μ</a:t>
            </a:r>
            <a:r>
              <a:rPr lang="en-US" altLang="zh-CN" sz="1800" b="1" dirty="0" err="1">
                <a:solidFill>
                  <a:srgbClr val="FF3399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1800" b="1" dirty="0">
                <a:solidFill>
                  <a:srgbClr val="FF3399"/>
                </a:solidFill>
              </a:rPr>
              <a:t>书写约定：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写出的</a:t>
            </a:r>
            <a:r>
              <a:rPr lang="zh-CN" altLang="en-US" sz="1800" b="1" dirty="0">
                <a:latin typeface="宋体" panose="02010600030101010101" pitchFamily="2" charset="-122"/>
              </a:rPr>
              <a:t>信号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都有效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多种取值用＝描述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未写出的</a:t>
            </a:r>
            <a:r>
              <a:rPr lang="zh-CN" altLang="en-US" sz="1800" b="1" dirty="0">
                <a:latin typeface="宋体" panose="02010600030101010101" pitchFamily="2" charset="-122"/>
              </a:rPr>
              <a:t>信号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都无效</a:t>
            </a:r>
          </a:p>
        </p:txBody>
      </p:sp>
      <p:sp>
        <p:nvSpPr>
          <p:cNvPr id="245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75856" y="4176000"/>
            <a:ext cx="5534025" cy="1630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err="1">
                <a:latin typeface="宋体" panose="02010600030101010101" pitchFamily="2" charset="-122"/>
              </a:rPr>
              <a:t>Rb</a:t>
            </a:r>
            <a:r>
              <a:rPr lang="en-US" altLang="zh-CN" sz="2200" b="1" baseline="-18000" dirty="0" err="1">
                <a:latin typeface="宋体" panose="02010600030101010101" pitchFamily="2" charset="-122"/>
              </a:rPr>
              <a:t>out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op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=</a:t>
            </a:r>
            <a:r>
              <a:rPr lang="en-US" altLang="zh-CN" sz="2200" b="1" dirty="0" err="1">
                <a:latin typeface="宋体" panose="02010600030101010101" pitchFamily="2" charset="-122"/>
              </a:rPr>
              <a:t>op</a:t>
            </a:r>
            <a:r>
              <a:rPr lang="en-US" altLang="zh-CN" sz="2200" b="1" baseline="-18000" dirty="0" err="1">
                <a:latin typeface="宋体" panose="02010600030101010101" pitchFamily="2" charset="-122"/>
                <a:sym typeface="Symbol" panose="05050102010706020507"/>
              </a:rPr>
              <a:t>n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Z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in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[</a:t>
            </a:r>
            <a:r>
              <a:rPr lang="zh-CN" altLang="en-US" sz="2000" b="1" dirty="0">
                <a:latin typeface="宋体" panose="02010600030101010101" pitchFamily="2" charset="-122"/>
              </a:rPr>
              <a:t>功能为</a:t>
            </a:r>
            <a:r>
              <a:rPr lang="en-US" altLang="zh-CN" sz="2000" b="1" dirty="0">
                <a:latin typeface="宋体" panose="02010600030101010101" pitchFamily="2" charset="-122"/>
              </a:rPr>
              <a:t>Z</a:t>
            </a:r>
            <a:r>
              <a:rPr lang="zh-CN" altLang="en-US" sz="2000" b="1" dirty="0">
                <a:latin typeface="宋体" panose="02010600030101010101" pitchFamily="2" charset="-122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</a:rPr>
              <a:t>(Y)</a:t>
            </a: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op</a:t>
            </a: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(Rb)]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err="1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100"/>
              </a:spcBef>
              <a:spcAft>
                <a:spcPts val="0"/>
              </a:spcAft>
            </a:pPr>
            <a:r>
              <a:rPr lang="en-US" altLang="zh-CN" sz="2200" b="1" spc="-50" dirty="0" err="1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ALUA</a:t>
            </a:r>
            <a:r>
              <a:rPr lang="en-US" altLang="zh-CN" sz="2200" b="1" spc="-50" baseline="-18000" dirty="0" err="1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sel</a:t>
            </a:r>
            <a:r>
              <a:rPr lang="en-US" altLang="zh-CN" sz="2200" b="1" spc="-50" dirty="0">
                <a:solidFill>
                  <a:srgbClr val="FF3399"/>
                </a:solidFill>
                <a:uFillTx/>
                <a:latin typeface="宋体" panose="02010600030101010101" pitchFamily="2" charset="-122"/>
              </a:rPr>
              <a:t>=</a:t>
            </a:r>
            <a:r>
              <a:rPr lang="en-US" altLang="zh-CN" sz="2200" b="1" spc="-50" dirty="0" err="1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i</a:t>
            </a: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、</a:t>
            </a:r>
            <a:r>
              <a:rPr lang="en-US" altLang="zh-CN" sz="2200" b="1" spc="-50" dirty="0" err="1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ALUB</a:t>
            </a:r>
            <a:r>
              <a:rPr lang="en-US" altLang="zh-CN" sz="2200" b="1" spc="-50" baseline="-18000" dirty="0" err="1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sel</a:t>
            </a:r>
            <a:r>
              <a:rPr lang="en-US" altLang="zh-CN" sz="2200" b="1" spc="-50" dirty="0">
                <a:solidFill>
                  <a:srgbClr val="FF3399"/>
                </a:solidFill>
                <a:uFillTx/>
                <a:latin typeface="宋体" panose="02010600030101010101" pitchFamily="2" charset="-122"/>
              </a:rPr>
              <a:t>=</a:t>
            </a:r>
            <a:r>
              <a:rPr lang="en-US" altLang="zh-CN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j</a:t>
            </a: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、</a:t>
            </a:r>
            <a:r>
              <a:rPr lang="en-US" altLang="zh-CN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op</a:t>
            </a:r>
            <a:r>
              <a:rPr lang="en-US" altLang="zh-CN" sz="2200" b="1" spc="-50" dirty="0">
                <a:solidFill>
                  <a:srgbClr val="FF3399"/>
                </a:solidFill>
                <a:uFillTx/>
                <a:latin typeface="宋体" panose="02010600030101010101" pitchFamily="2" charset="-122"/>
              </a:rPr>
              <a:t>=</a:t>
            </a:r>
            <a:r>
              <a:rPr lang="en-US" altLang="zh-CN" sz="2200" b="1" spc="-50" dirty="0" err="1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op</a:t>
            </a:r>
            <a:r>
              <a:rPr lang="en-US" altLang="zh-CN" sz="2200" b="1" spc="-50" baseline="-18000" dirty="0" err="1">
                <a:solidFill>
                  <a:schemeClr val="tx1"/>
                </a:solidFill>
                <a:uFillTx/>
                <a:latin typeface="宋体" panose="02010600030101010101" pitchFamily="2" charset="-122"/>
                <a:sym typeface="Symbol" panose="05050102010706020507"/>
              </a:rPr>
              <a:t>n</a:t>
            </a: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、</a:t>
            </a:r>
            <a:r>
              <a:rPr lang="en-US" altLang="zh-CN" sz="2200" b="1" spc="-50" dirty="0" err="1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Rc</a:t>
            </a:r>
            <a:r>
              <a:rPr lang="en-US" altLang="zh-CN" sz="2200" b="1" spc="-50" baseline="-18000" dirty="0" err="1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sel</a:t>
            </a:r>
            <a:r>
              <a:rPr lang="en-US" altLang="zh-CN" sz="2200" b="1" spc="-50" dirty="0">
                <a:solidFill>
                  <a:srgbClr val="FF3399"/>
                </a:solidFill>
                <a:uFillTx/>
                <a:latin typeface="宋体" panose="02010600030101010101" pitchFamily="2" charset="-122"/>
              </a:rPr>
              <a:t>=</a:t>
            </a:r>
            <a:r>
              <a:rPr lang="en-US" altLang="zh-CN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k</a:t>
            </a:r>
            <a:r>
              <a:rPr lang="zh-CN" altLang="en-US" sz="2200" b="1" spc="-50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、</a:t>
            </a:r>
            <a:r>
              <a:rPr lang="en-US" altLang="zh-CN" sz="2200" b="1" spc="-50" dirty="0" err="1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Rc</a:t>
            </a:r>
            <a:r>
              <a:rPr lang="en-US" altLang="zh-CN" sz="2200" b="1" baseline="-18000" dirty="0" err="1">
                <a:latin typeface="宋体" panose="02010600030101010101" pitchFamily="2" charset="-122"/>
              </a:rPr>
              <a:t>in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41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88280" y="5004000"/>
            <a:ext cx="5004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①</a:t>
            </a:r>
            <a:r>
              <a:rPr lang="en-US" altLang="zh-CN" sz="1800" b="1" dirty="0" err="1">
                <a:latin typeface="宋体" panose="02010600030101010101" pitchFamily="2" charset="-122"/>
              </a:rPr>
              <a:t>Ra</a:t>
            </a:r>
            <a:r>
              <a:rPr lang="en-US" altLang="zh-CN" sz="1800" b="1" baseline="-18000" dirty="0" err="1">
                <a:latin typeface="宋体" panose="02010600030101010101" pitchFamily="2" charset="-122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</a:rPr>
              <a:t>Y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in</a:t>
            </a:r>
            <a:r>
              <a:rPr lang="zh-CN" altLang="en-US" sz="1800" b="1" dirty="0">
                <a:latin typeface="宋体" panose="02010600030101010101" pitchFamily="2" charset="-122"/>
              </a:rPr>
              <a:t>  ②</a:t>
            </a:r>
            <a:r>
              <a:rPr lang="en-US" altLang="zh-CN" sz="1800" b="1" dirty="0" err="1">
                <a:latin typeface="宋体" panose="02010600030101010101" pitchFamily="2" charset="-122"/>
              </a:rPr>
              <a:t>Rb</a:t>
            </a:r>
            <a:r>
              <a:rPr lang="en-US" altLang="zh-CN" sz="1800" b="1" baseline="-18000" dirty="0" err="1">
                <a:latin typeface="宋体" panose="02010600030101010101" pitchFamily="2" charset="-122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  <a:sym typeface="Symbol" panose="05050102010706020507"/>
              </a:rPr>
              <a:t>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</a:rPr>
              <a:t>Z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in</a:t>
            </a:r>
            <a:r>
              <a:rPr lang="zh-CN" altLang="en-US" sz="1800" b="1" dirty="0">
                <a:latin typeface="宋体" panose="02010600030101010101" pitchFamily="2" charset="-122"/>
              </a:rPr>
              <a:t>  ③</a:t>
            </a:r>
            <a:r>
              <a:rPr lang="en-US" altLang="zh-CN" sz="1800" b="1" dirty="0" err="1">
                <a:latin typeface="宋体" panose="02010600030101010101" pitchFamily="2" charset="-122"/>
              </a:rPr>
              <a:t>Z</a:t>
            </a:r>
            <a:r>
              <a:rPr lang="en-US" altLang="zh-CN" sz="1800" b="1" baseline="-18000" dirty="0" err="1">
                <a:latin typeface="宋体" panose="02010600030101010101" pitchFamily="2" charset="-122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>
                <a:latin typeface="宋体" panose="02010600030101010101" pitchFamily="2" charset="-122"/>
              </a:rPr>
              <a:t>Rc</a:t>
            </a:r>
            <a:r>
              <a:rPr lang="en-US" altLang="zh-CN" sz="1800" b="1" baseline="-18000" dirty="0" err="1">
                <a:latin typeface="宋体" panose="02010600030101010101" pitchFamily="2" charset="-122"/>
              </a:rPr>
              <a:t>in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89" name="Text Box 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052016" y="4680000"/>
            <a:ext cx="432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dirty="0" err="1">
                <a:latin typeface="宋体" panose="02010600030101010101" pitchFamily="2" charset="-122"/>
              </a:rPr>
              <a:t>Rc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(Ra)</a:t>
            </a:r>
            <a:r>
              <a:rPr lang="en-US" altLang="zh-CN" sz="1800" b="1" dirty="0"/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Symbol" panose="05050102010706020507"/>
              </a:rPr>
              <a:t></a:t>
            </a:r>
            <a:r>
              <a:rPr lang="en-US" altLang="zh-CN" sz="1800" b="1" dirty="0"/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b="1" dirty="0" err="1">
                <a:latin typeface="宋体" panose="02010600030101010101" pitchFamily="2" charset="-122"/>
              </a:rPr>
              <a:t>Rb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的</a:t>
            </a:r>
            <a:r>
              <a:rPr lang="en-US" altLang="zh-CN" sz="1800" dirty="0"/>
              <a:t> 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r>
              <a:rPr lang="zh-CN" altLang="en-US" sz="1800" b="1" dirty="0">
                <a:latin typeface="宋体" panose="02010600030101010101" pitchFamily="2" charset="-122"/>
              </a:rPr>
              <a:t>序列是？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70525" y="864000"/>
            <a:ext cx="2700020" cy="1367790"/>
            <a:chOff x="7937" y="1191"/>
            <a:chExt cx="4252" cy="2154"/>
          </a:xfrm>
        </p:grpSpPr>
        <p:sp>
          <p:nvSpPr>
            <p:cNvPr id="7" name="Text Box 18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7937" y="1191"/>
              <a:ext cx="4252" cy="215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" name="直接箭头连接符 7"/>
            <p:cNvCxnSpPr/>
            <p:nvPr>
              <p:custDataLst>
                <p:tags r:id="rId48"/>
              </p:custDataLst>
            </p:nvPr>
          </p:nvCxnSpPr>
          <p:spPr bwMode="auto">
            <a:xfrm>
              <a:off x="10545" y="2268"/>
              <a:ext cx="0" cy="96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" name="直接连接符 9"/>
            <p:cNvCxnSpPr/>
            <p:nvPr>
              <p:custDataLst>
                <p:tags r:id="rId49"/>
              </p:custDataLst>
            </p:nvPr>
          </p:nvCxnSpPr>
          <p:spPr bwMode="auto">
            <a:xfrm>
              <a:off x="9578" y="2467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1" name="AutoShape 15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 rot="16200000">
              <a:off x="9605" y="1871"/>
              <a:ext cx="96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cxnSp>
          <p:nvCxnSpPr>
            <p:cNvPr id="12" name="直接连接符 11"/>
            <p:cNvCxnSpPr/>
            <p:nvPr>
              <p:custDataLst>
                <p:tags r:id="rId51"/>
              </p:custDataLst>
            </p:nvPr>
          </p:nvCxnSpPr>
          <p:spPr bwMode="auto">
            <a:xfrm>
              <a:off x="9578" y="1758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3" name="流程图: 手动操作 12"/>
            <p:cNvSpPr/>
            <p:nvPr>
              <p:custDataLst>
                <p:tags r:id="rId52"/>
              </p:custDataLst>
            </p:nvPr>
          </p:nvSpPr>
          <p:spPr bwMode="auto">
            <a:xfrm rot="16200000">
              <a:off x="9119" y="2325"/>
              <a:ext cx="624" cy="283"/>
            </a:xfrm>
            <a:prstGeom prst="flowChartManualOperation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7780" rIns="0" bIns="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14" name="流程图: 手动操作 13"/>
            <p:cNvSpPr/>
            <p:nvPr>
              <p:custDataLst>
                <p:tags r:id="rId53"/>
              </p:custDataLst>
            </p:nvPr>
          </p:nvSpPr>
          <p:spPr bwMode="auto">
            <a:xfrm rot="16200000">
              <a:off x="9118" y="1645"/>
              <a:ext cx="624" cy="283"/>
            </a:xfrm>
            <a:prstGeom prst="flowChartManualOperation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36195" rIns="0" bIns="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15" name="直接连接符 14"/>
            <p:cNvCxnSpPr/>
            <p:nvPr>
              <p:custDataLst>
                <p:tags r:id="rId54"/>
              </p:custDataLst>
            </p:nvPr>
          </p:nvCxnSpPr>
          <p:spPr bwMode="auto">
            <a:xfrm>
              <a:off x="10315" y="2073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6" name="流程图: 手动操作 15"/>
            <p:cNvSpPr/>
            <p:nvPr>
              <p:custDataLst>
                <p:tags r:id="rId55"/>
              </p:custDataLst>
            </p:nvPr>
          </p:nvSpPr>
          <p:spPr bwMode="auto">
            <a:xfrm rot="16200000">
              <a:off x="10573" y="1960"/>
              <a:ext cx="680" cy="283"/>
            </a:xfrm>
            <a:prstGeom prst="flowChartManualOperation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7780" rIns="0" bIns="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17" name="Text Box 18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11339" y="1956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Rc</a:t>
              </a:r>
            </a:p>
          </p:txBody>
        </p:sp>
        <p:cxnSp>
          <p:nvCxnSpPr>
            <p:cNvPr id="18" name="直接连接符 17"/>
            <p:cNvCxnSpPr/>
            <p:nvPr>
              <p:custDataLst>
                <p:tags r:id="rId57"/>
              </p:custDataLst>
            </p:nvPr>
          </p:nvCxnSpPr>
          <p:spPr bwMode="auto">
            <a:xfrm>
              <a:off x="11055" y="2098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58"/>
              </p:custDataLst>
            </p:nvPr>
          </p:nvCxnSpPr>
          <p:spPr bwMode="auto">
            <a:xfrm>
              <a:off x="8731" y="2665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0" name="Text Box 18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8050" y="249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Ra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8957" y="2410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</a:t>
              </a:r>
              <a:endParaRPr lang="en-US" altLang="zh-CN" sz="14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2" name="Text Box 18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8050" y="1503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Rb</a:t>
              </a:r>
            </a:p>
          </p:txBody>
        </p:sp>
        <p:cxnSp>
          <p:nvCxnSpPr>
            <p:cNvPr id="23" name="直接连接符 22"/>
            <p:cNvCxnSpPr/>
            <p:nvPr>
              <p:custDataLst>
                <p:tags r:id="rId62"/>
              </p:custDataLst>
            </p:nvPr>
          </p:nvCxnSpPr>
          <p:spPr bwMode="auto">
            <a:xfrm>
              <a:off x="8731" y="2268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4" name="Text Box 18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8050" y="2126"/>
              <a:ext cx="680" cy="283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baseline="-18000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25" name="直接连接符 24"/>
            <p:cNvCxnSpPr/>
            <p:nvPr>
              <p:custDataLst>
                <p:tags r:id="rId64"/>
              </p:custDataLst>
            </p:nvPr>
          </p:nvCxnSpPr>
          <p:spPr bwMode="auto">
            <a:xfrm>
              <a:off x="8731" y="1645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6" name="Text Box 18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8957" y="1418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j</a:t>
              </a:r>
              <a:endParaRPr lang="en-US" altLang="zh-CN" sz="14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66"/>
              </p:custDataLst>
            </p:nvPr>
          </p:nvCxnSpPr>
          <p:spPr bwMode="auto">
            <a:xfrm>
              <a:off x="8731" y="1985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8" name="Text Box 18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8050" y="1843"/>
              <a:ext cx="680" cy="227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baseline="-18000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29" name="直接连接符 28"/>
            <p:cNvCxnSpPr/>
            <p:nvPr>
              <p:custDataLst>
                <p:tags r:id="rId68"/>
              </p:custDataLst>
            </p:nvPr>
          </p:nvCxnSpPr>
          <p:spPr bwMode="auto">
            <a:xfrm>
              <a:off x="10545" y="2273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10894" y="2381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1" name="Text Box 18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10610" y="2665"/>
              <a:ext cx="7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Rc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</a:p>
          </p:txBody>
        </p:sp>
        <p:cxnSp>
          <p:nvCxnSpPr>
            <p:cNvPr id="32" name="直接连接符 31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11735" y="2240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3" name="Text Box 18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11452" y="2665"/>
              <a:ext cx="68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Rc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cxnSp>
          <p:nvCxnSpPr>
            <p:cNvPr id="34" name="直接连接符 33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9439" y="2693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5" name="Text Box 18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8901" y="2892"/>
              <a:ext cx="107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ALUA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</a:p>
          </p:txBody>
        </p:sp>
        <p:cxnSp>
          <p:nvCxnSpPr>
            <p:cNvPr id="36" name="直接连接符 35"/>
            <p:cNvCxnSpPr/>
            <p:nvPr>
              <p:custDataLst>
                <p:tags r:id="rId75"/>
              </p:custDataLst>
            </p:nvPr>
          </p:nvCxnSpPr>
          <p:spPr bwMode="auto">
            <a:xfrm flipH="1">
              <a:off x="9439" y="1361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7" name="直接连接符 36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10091" y="2470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8" name="Text Box 18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9921" y="2722"/>
              <a:ext cx="39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200" b="1" baseline="-18000" dirty="0" err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78"/>
              </p:custDataLst>
            </p:nvPr>
          </p:nvCxnSpPr>
          <p:spPr bwMode="auto">
            <a:xfrm>
              <a:off x="8901" y="2665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79"/>
              </p:custDataLst>
            </p:nvPr>
          </p:nvCxnSpPr>
          <p:spPr bwMode="auto">
            <a:xfrm>
              <a:off x="8901" y="3231"/>
              <a:ext cx="164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8901" y="1304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81"/>
              </p:custDataLst>
            </p:nvPr>
          </p:nvCxnSpPr>
          <p:spPr bwMode="auto">
            <a:xfrm>
              <a:off x="8901" y="1304"/>
              <a:ext cx="164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82"/>
              </p:custDataLst>
            </p:nvPr>
          </p:nvCxnSpPr>
          <p:spPr bwMode="auto">
            <a:xfrm>
              <a:off x="10545" y="1871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4" name="直接箭头连接符 43"/>
            <p:cNvCxnSpPr/>
            <p:nvPr>
              <p:custDataLst>
                <p:tags r:id="rId83"/>
              </p:custDataLst>
            </p:nvPr>
          </p:nvCxnSpPr>
          <p:spPr bwMode="auto">
            <a:xfrm>
              <a:off x="10545" y="1304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45" name="AutoShape 499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622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1619885" y="899795"/>
            <a:ext cx="3456305" cy="1188085"/>
            <a:chOff x="2551" y="1417"/>
            <a:chExt cx="5443" cy="1871"/>
          </a:xfrm>
        </p:grpSpPr>
        <p:cxnSp>
          <p:nvCxnSpPr>
            <p:cNvPr id="60" name="直接连接符 59"/>
            <p:cNvCxnSpPr/>
            <p:nvPr>
              <p:custDataLst>
                <p:tags r:id="rId7"/>
              </p:custDataLst>
            </p:nvPr>
          </p:nvCxnSpPr>
          <p:spPr bwMode="auto">
            <a:xfrm>
              <a:off x="3175" y="2439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1" name="Text Box 1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551" y="1417"/>
              <a:ext cx="5443" cy="187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9"/>
              </p:custDataLst>
            </p:nvPr>
          </p:nvCxnSpPr>
          <p:spPr bwMode="auto">
            <a:xfrm>
              <a:off x="3175" y="2436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10"/>
              </p:custDataLst>
            </p:nvPr>
          </p:nvCxnSpPr>
          <p:spPr bwMode="auto">
            <a:xfrm>
              <a:off x="2778" y="2039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11"/>
              </p:custDataLst>
            </p:nvPr>
          </p:nvCxnSpPr>
          <p:spPr bwMode="auto">
            <a:xfrm>
              <a:off x="2778" y="2039"/>
              <a:ext cx="0" cy="11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AutoShape 15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 rot="16200000">
              <a:off x="3514" y="2039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cxnSp>
          <p:nvCxnSpPr>
            <p:cNvPr id="66" name="直接连接符 65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4138" y="2381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3175" y="260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8" name="直接连接符 445"/>
            <p:cNvCxnSpPr/>
            <p:nvPr>
              <p:custDataLst>
                <p:tags r:id="rId15"/>
              </p:custDataLst>
            </p:nvPr>
          </p:nvCxnSpPr>
          <p:spPr bwMode="auto">
            <a:xfrm>
              <a:off x="4704" y="2383"/>
              <a:ext cx="0" cy="79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9" name="直接箭头连接符 68"/>
            <p:cNvCxnSpPr/>
            <p:nvPr>
              <p:custDataLst>
                <p:tags r:id="rId16"/>
              </p:custDataLst>
            </p:nvPr>
          </p:nvCxnSpPr>
          <p:spPr bwMode="auto">
            <a:xfrm>
              <a:off x="2655" y="3174"/>
              <a:ext cx="3402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17"/>
              </p:custDataLst>
            </p:nvPr>
          </p:nvCxnSpPr>
          <p:spPr bwMode="auto">
            <a:xfrm>
              <a:off x="4422" y="2383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1" name="Text Box 1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948" y="2268"/>
              <a:ext cx="454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72" name="Text Box 18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422" y="2268"/>
              <a:ext cx="454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Z</a:t>
              </a:r>
            </a:p>
          </p:txBody>
        </p:sp>
        <p:sp>
          <p:nvSpPr>
            <p:cNvPr id="73" name="等腰三角形 72"/>
            <p:cNvSpPr/>
            <p:nvPr>
              <p:custDataLst>
                <p:tags r:id="rId20"/>
              </p:custDataLst>
            </p:nvPr>
          </p:nvSpPr>
          <p:spPr bwMode="auto">
            <a:xfrm>
              <a:off x="4590" y="2834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74" name="Text Box 23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520" y="1927"/>
              <a:ext cx="850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</a:t>
              </a:r>
            </a:p>
          </p:txBody>
        </p:sp>
        <p:cxnSp>
          <p:nvCxnSpPr>
            <p:cNvPr id="75" name="直接连接符 74"/>
            <p:cNvCxnSpPr/>
            <p:nvPr>
              <p:custDataLst>
                <p:tags r:id="rId22"/>
              </p:custDataLst>
            </p:nvPr>
          </p:nvCxnSpPr>
          <p:spPr bwMode="auto">
            <a:xfrm>
              <a:off x="5558" y="2496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5898" y="2722"/>
              <a:ext cx="0" cy="45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24"/>
              </p:custDataLst>
            </p:nvPr>
          </p:nvCxnSpPr>
          <p:spPr bwMode="auto">
            <a:xfrm>
              <a:off x="6066" y="209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25"/>
              </p:custDataLst>
            </p:nvPr>
          </p:nvCxnSpPr>
          <p:spPr bwMode="auto">
            <a:xfrm>
              <a:off x="6066" y="2495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26"/>
              </p:custDataLst>
            </p:nvPr>
          </p:nvCxnSpPr>
          <p:spPr bwMode="auto">
            <a:xfrm flipH="1">
              <a:off x="6066" y="260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80" name="直接连接符 79"/>
            <p:cNvCxnSpPr/>
            <p:nvPr>
              <p:custDataLst>
                <p:tags r:id="rId27"/>
              </p:custDataLst>
            </p:nvPr>
          </p:nvCxnSpPr>
          <p:spPr bwMode="auto">
            <a:xfrm>
              <a:off x="5159" y="2097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28"/>
              </p:custDataLst>
            </p:nvPr>
          </p:nvCxnSpPr>
          <p:spPr bwMode="auto">
            <a:xfrm>
              <a:off x="5159" y="2097"/>
              <a:ext cx="0" cy="107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/>
            <p:cNvCxnSpPr/>
            <p:nvPr>
              <p:custDataLst>
                <p:tags r:id="rId29"/>
              </p:custDataLst>
            </p:nvPr>
          </p:nvCxnSpPr>
          <p:spPr bwMode="auto">
            <a:xfrm>
              <a:off x="5388" y="2099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30"/>
              </p:custDataLst>
            </p:nvPr>
          </p:nvCxnSpPr>
          <p:spPr bwMode="auto">
            <a:xfrm>
              <a:off x="5558" y="2496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83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5898" y="2609"/>
              <a:ext cx="17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8" name="Text Box 18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392" y="1927"/>
              <a:ext cx="68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124" name="Text Box 18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386" y="2381"/>
              <a:ext cx="68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125" name="等腰三角形 124"/>
            <p:cNvSpPr/>
            <p:nvPr>
              <p:custDataLst>
                <p:tags r:id="rId34"/>
              </p:custDataLst>
            </p:nvPr>
          </p:nvSpPr>
          <p:spPr bwMode="auto">
            <a:xfrm>
              <a:off x="5444" y="2834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126" name="直接连接符 125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6690" y="2721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27" name="Text Box 18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180" y="2948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MEMR MEMW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28" name="直接连接符 127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7200" y="2721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29" name="直接连接符 128"/>
            <p:cNvCxnSpPr/>
            <p:nvPr>
              <p:custDataLst>
                <p:tags r:id="rId38"/>
              </p:custDataLst>
            </p:nvPr>
          </p:nvCxnSpPr>
          <p:spPr bwMode="auto">
            <a:xfrm flipH="1">
              <a:off x="3911" y="1715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30" name="Text Box 1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742" y="1474"/>
              <a:ext cx="397" cy="2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200" b="1" baseline="-18000" dirty="0" err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1" name="Text Box 18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855" y="2721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Z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  <p:cxnSp>
          <p:nvCxnSpPr>
            <p:cNvPr id="132" name="直接连接符 131"/>
            <p:cNvCxnSpPr/>
            <p:nvPr>
              <p:custDataLst>
                <p:tags r:id="rId41"/>
              </p:custDataLst>
            </p:nvPr>
          </p:nvCxnSpPr>
          <p:spPr bwMode="auto">
            <a:xfrm>
              <a:off x="4422" y="2919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33" name="直接连接符 132"/>
            <p:cNvCxnSpPr/>
            <p:nvPr>
              <p:custDataLst>
                <p:tags r:id="rId42"/>
              </p:custDataLst>
            </p:nvPr>
          </p:nvCxnSpPr>
          <p:spPr bwMode="auto">
            <a:xfrm>
              <a:off x="4706" y="2097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34" name="Text Box 18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592" y="1871"/>
              <a:ext cx="454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Z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135" name="Text Box 18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4252" y="1474"/>
              <a:ext cx="3685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读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&amp;</a:t>
              </a:r>
              <a:r>
                <a:rPr lang="zh-CN" altLang="en-US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写信号均为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X</a:t>
              </a:r>
              <a:r>
                <a:rPr lang="en-US" altLang="zh-CN" sz="1600" b="1" baseline="-18000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out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&amp;X</a:t>
              </a:r>
              <a:r>
                <a:rPr lang="en-US" altLang="zh-CN" sz="1600" b="1" baseline="-18000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cxnSp>
          <p:nvCxnSpPr>
            <p:cNvPr id="3" name="直接连接符 2"/>
            <p:cNvCxnSpPr/>
            <p:nvPr>
              <p:custDataLst>
                <p:tags r:id="rId45"/>
              </p:custDataLst>
            </p:nvPr>
          </p:nvCxnSpPr>
          <p:spPr bwMode="auto">
            <a:xfrm>
              <a:off x="3175" y="1845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6" name="Text Box 18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3005" y="1619"/>
              <a:ext cx="454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Y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ldLvl="0" animBg="1"/>
      <p:bldP spid="89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23</a:t>
            </a:fld>
            <a:endParaRPr lang="en-US" altLang="zh-CN" dirty="0"/>
          </a:p>
        </p:txBody>
      </p:sp>
      <p:sp>
        <p:nvSpPr>
          <p:cNvPr id="74" name="AutoShape 499">
            <a:hlinkClick r:id="rId50" action="ppaction://hlinksldjump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AutoShape 398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622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Text Box 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705" y="332656"/>
            <a:ext cx="8784589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读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&amp;MEM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写</a:t>
            </a:r>
            <a:r>
              <a:rPr lang="en-US" altLang="zh-CN" sz="2200" dirty="0" err="1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功能为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MDR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M[(MAR)]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M[(MAR)]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(MDR)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控制信号的配置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连接：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与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控制方式有关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02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512" y="2852936"/>
            <a:ext cx="8784589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2200" dirty="0" err="1">
                <a:solidFill>
                  <a:srgbClr val="990099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的实现：     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与数据通路无关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  读为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MEMR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，写为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MEMW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同步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或</a:t>
            </a:r>
            <a:r>
              <a:rPr lang="zh-CN" altLang="en-US" sz="1800" b="1" dirty="0">
                <a:solidFill>
                  <a:srgbClr val="0070C0"/>
                </a:solidFill>
                <a:latin typeface="+mn-ea"/>
              </a:rPr>
              <a:t>理想</a:t>
            </a:r>
            <a:r>
              <a:rPr lang="en-US" altLang="zh-CN" sz="1800" b="1" dirty="0">
                <a:solidFill>
                  <a:srgbClr val="0070C0"/>
                </a:solidFill>
                <a:latin typeface="+mn-ea"/>
              </a:rPr>
              <a:t>MEM</a:t>
            </a:r>
            <a:r>
              <a:rPr lang="zh-CN" altLang="en-US" sz="1800" b="1" dirty="0">
                <a:latin typeface="+mn-ea"/>
              </a:rPr>
              <a:t>时</a:t>
            </a:r>
            <a:endParaRPr lang="en-US" altLang="zh-CN" sz="1800" b="1" dirty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0070C0"/>
                </a:solidFill>
                <a:latin typeface="+mn-ea"/>
                <a:sym typeface="+mn-ea"/>
              </a:rPr>
              <a:t>       或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读为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MEMR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WMFC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，写为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MEMW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WMFC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异步</a:t>
            </a:r>
            <a:r>
              <a:rPr lang="en-US" altLang="zh-CN" sz="1800" b="1" dirty="0">
                <a:solidFill>
                  <a:srgbClr val="0070C0"/>
                </a:solidFill>
                <a:latin typeface="+mn-ea"/>
              </a:rPr>
              <a:t>MEM</a:t>
            </a:r>
            <a:r>
              <a:rPr lang="zh-CN" altLang="en-US" sz="1800" b="1" dirty="0">
                <a:latin typeface="+mn-ea"/>
              </a:rPr>
              <a:t>时</a:t>
            </a:r>
            <a:r>
              <a:rPr lang="en-US" altLang="zh-CN" sz="1800" b="1" dirty="0">
                <a:latin typeface="+mn-ea"/>
              </a:rPr>
              <a:t>(WMFC=1)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03" name="Text Box 34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12440" y="4653136"/>
            <a:ext cx="7020000" cy="324000"/>
          </a:xfrm>
          <a:prstGeom prst="rect">
            <a:avLst/>
          </a:prstGeom>
          <a:solidFill>
            <a:srgbClr val="CCFFFF"/>
          </a:solidFill>
          <a:ln w="12700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1800" b="1" dirty="0">
                <a:solidFill>
                  <a:srgbClr val="FF3399"/>
                </a:solidFill>
                <a:latin typeface="+mn-ea"/>
                <a:ea typeface="+mn-ea"/>
              </a:rPr>
              <a:t>PPT</a:t>
            </a:r>
            <a:r>
              <a:rPr lang="zh-CN" altLang="en-US" sz="1800" b="1" dirty="0">
                <a:solidFill>
                  <a:srgbClr val="FF3399"/>
                </a:solidFill>
                <a:latin typeface="+mn-ea"/>
                <a:ea typeface="+mn-ea"/>
              </a:rPr>
              <a:t>约定：</a:t>
            </a:r>
            <a:r>
              <a:rPr lang="zh-CN" altLang="en-US" sz="1800" b="1" u="sng" dirty="0">
                <a:latin typeface="+mn-ea"/>
                <a:ea typeface="+mn-ea"/>
              </a:rPr>
              <a:t>数据通路</a:t>
            </a:r>
            <a:r>
              <a:rPr lang="zh-CN" altLang="en-US" sz="1800" b="1" dirty="0">
                <a:latin typeface="+mn-ea"/>
                <a:ea typeface="+mn-ea"/>
              </a:rPr>
              <a:t>中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  <a:ea typeface="+mn-ea"/>
              </a:rPr>
              <a:t>只讨论</a:t>
            </a:r>
            <a:r>
              <a:rPr lang="zh-CN" altLang="en-US" sz="18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  <a:ea typeface="+mn-ea"/>
              </a:rPr>
              <a:t>理想</a:t>
            </a:r>
            <a:r>
              <a:rPr lang="en-US" altLang="zh-CN" sz="18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  <a:ea typeface="+mn-ea"/>
              </a:rPr>
              <a:t>MEM</a:t>
            </a:r>
            <a:r>
              <a:rPr lang="zh-CN" altLang="en-US" sz="1800" b="1" dirty="0">
                <a:latin typeface="+mn-ea"/>
                <a:ea typeface="+mn-ea"/>
              </a:rPr>
              <a:t>，</a:t>
            </a:r>
            <a:r>
              <a:rPr lang="en-US" altLang="zh-CN" sz="1800" b="1" u="sng" dirty="0">
                <a:latin typeface="+mn-ea"/>
                <a:ea typeface="+mn-ea"/>
              </a:rPr>
              <a:t>CU</a:t>
            </a:r>
            <a:r>
              <a:rPr lang="zh-CN" altLang="en-US" sz="1800" b="1" dirty="0">
                <a:latin typeface="+mn-ea"/>
                <a:ea typeface="+mn-ea"/>
              </a:rPr>
              <a:t>中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  <a:ea typeface="+mn-ea"/>
              </a:rPr>
              <a:t>再讨论</a:t>
            </a:r>
            <a:r>
              <a:rPr lang="zh-CN" altLang="en-US" sz="1800" b="1" u="sng" dirty="0">
                <a:latin typeface="+mn-ea"/>
                <a:ea typeface="+mn-ea"/>
              </a:rPr>
              <a:t>控制方式的实现</a:t>
            </a:r>
            <a:r>
              <a:rPr lang="zh-CN" altLang="en-US" sz="1800" b="1" dirty="0">
                <a:latin typeface="+mn-ea"/>
                <a:ea typeface="+mn-ea"/>
              </a:rPr>
              <a:t>！</a:t>
            </a:r>
            <a:endParaRPr lang="en-US" altLang="zh-CN" sz="1800" b="1" dirty="0">
              <a:latin typeface="+mn-ea"/>
              <a:ea typeface="+mn-ea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1440472" y="5157264"/>
            <a:ext cx="7307992" cy="64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36195" tIns="17780" rIns="36195" bIns="0" anchor="ctr" anchorCtr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总线结构通路中，取指令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序列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MAR←(PC)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MDR←M[(MAR)]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IR←(MDR)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对应的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序列为？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40" name="Text Box 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12176" y="5877304"/>
            <a:ext cx="5688216" cy="5470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/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en-US" altLang="zh-CN" sz="1800" b="1" baseline="-25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,MAR</a:t>
            </a:r>
            <a:r>
              <a:rPr lang="en-US" altLang="zh-CN" sz="1800" b="1" baseline="-25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MEMR (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MEMR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WMFC)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MDR</a:t>
            </a:r>
            <a:r>
              <a:rPr lang="en-US" altLang="zh-CN" sz="1800" b="1" baseline="-25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,IR</a:t>
            </a:r>
            <a:r>
              <a:rPr lang="en-US" altLang="zh-CN" sz="1800" b="1" baseline="-25000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  <a:p>
            <a:pPr algn="l"/>
            <a:r>
              <a:rPr lang="en-US" altLang="zh-CN" sz="1800" b="1" dirty="0">
                <a:latin typeface="宋体" panose="02010600030101010101" pitchFamily="2" charset="-122"/>
              </a:rPr>
              <a:t>  (</a:t>
            </a:r>
            <a:r>
              <a:rPr lang="zh-CN" altLang="en-US" sz="1800" b="1" dirty="0">
                <a:latin typeface="宋体" panose="02010600030101010101" pitchFamily="2" charset="-122"/>
              </a:rPr>
              <a:t>同步</a:t>
            </a:r>
            <a:r>
              <a:rPr lang="en-US" altLang="zh-CN" sz="1800" b="1" dirty="0">
                <a:latin typeface="宋体" panose="02010600030101010101" pitchFamily="2" charset="-122"/>
              </a:rPr>
              <a:t>)     (</a:t>
            </a:r>
            <a:r>
              <a:rPr lang="zh-CN" altLang="en-US" sz="1800" b="1" dirty="0">
                <a:latin typeface="宋体" panose="02010600030101010101" pitchFamily="2" charset="-122"/>
              </a:rPr>
              <a:t>同步</a:t>
            </a:r>
            <a:r>
              <a:rPr lang="en-US" altLang="zh-CN" sz="1800" b="1" dirty="0">
                <a:latin typeface="宋体" panose="02010600030101010101" pitchFamily="2" charset="-122"/>
              </a:rPr>
              <a:t>)     (</a:t>
            </a:r>
            <a:r>
              <a:rPr lang="zh-CN" altLang="en-US" sz="1800" b="1" dirty="0">
                <a:latin typeface="宋体" panose="02010600030101010101" pitchFamily="2" charset="-122"/>
              </a:rPr>
              <a:t>异步</a:t>
            </a:r>
            <a:r>
              <a:rPr lang="en-US" altLang="zh-CN" sz="1800" b="1" dirty="0">
                <a:latin typeface="宋体" panose="02010600030101010101" pitchFamily="2" charset="-122"/>
              </a:rPr>
              <a:t>)        (</a:t>
            </a:r>
            <a:r>
              <a:rPr lang="zh-CN" altLang="en-US" sz="1800" b="1" dirty="0">
                <a:latin typeface="宋体" panose="02010600030101010101" pitchFamily="2" charset="-122"/>
              </a:rPr>
              <a:t>同步</a:t>
            </a:r>
            <a:r>
              <a:rPr lang="en-US" altLang="zh-CN" sz="1800" b="1" dirty="0">
                <a:latin typeface="宋体" panose="02010600030101010101" pitchFamily="2" charset="-122"/>
              </a:rPr>
              <a:t>) </a:t>
            </a:r>
          </a:p>
        </p:txBody>
      </p:sp>
      <p:sp>
        <p:nvSpPr>
          <p:cNvPr id="47" name="Text Box 349">
            <a:extLst>
              <a:ext uri="{FF2B5EF4-FFF2-40B4-BE49-F238E27FC236}">
                <a16:creationId xmlns:a16="http://schemas.microsoft.com/office/drawing/2014/main" id="{F7FC602A-5FC2-4FE4-B7C5-D556AF04F1D8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232080" y="4221088"/>
            <a:ext cx="5220240" cy="32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highlight>
                  <a:srgbClr val="FFFF00"/>
                </a:highlight>
                <a:latin typeface="+mn-ea"/>
                <a:ea typeface="+mn-ea"/>
              </a:rPr>
              <a:t>理想</a:t>
            </a:r>
            <a:r>
              <a:rPr lang="en-US" altLang="zh-CN" sz="1800" b="1" dirty="0">
                <a:solidFill>
                  <a:srgbClr val="990099"/>
                </a:solidFill>
                <a:highlight>
                  <a:srgbClr val="FFFF00"/>
                </a:highlight>
                <a:latin typeface="+mn-ea"/>
                <a:ea typeface="+mn-ea"/>
              </a:rPr>
              <a:t>MEM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</a:rPr>
              <a:t>—</a:t>
            </a:r>
            <a:r>
              <a:rPr lang="zh-CN" altLang="en-US" sz="1800" b="1" u="sng" dirty="0">
                <a:latin typeface="+mn-ea"/>
                <a:ea typeface="+mn-ea"/>
              </a:rPr>
              <a:t>同步控制方式</a:t>
            </a:r>
            <a:r>
              <a:rPr lang="zh-CN" altLang="en-US" sz="1800" b="1" dirty="0">
                <a:latin typeface="+mn-ea"/>
                <a:ea typeface="+mn-ea"/>
              </a:rPr>
              <a:t>的</a:t>
            </a:r>
            <a:r>
              <a:rPr lang="en-US" altLang="zh-CN" sz="1800" b="1" dirty="0">
                <a:latin typeface="+mn-ea"/>
                <a:ea typeface="+mn-ea"/>
              </a:rPr>
              <a:t>MEM</a:t>
            </a:r>
            <a:r>
              <a:rPr lang="zh-CN" altLang="en-US" sz="1800" b="1" dirty="0">
                <a:latin typeface="+mn-ea"/>
                <a:ea typeface="+mn-ea"/>
              </a:rPr>
              <a:t>，操作时延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</a:rPr>
              <a:t>个</a:t>
            </a:r>
            <a:r>
              <a:rPr lang="en-US" altLang="zh-CN" sz="1800" b="1" dirty="0">
                <a:latin typeface="宋体" panose="02010600030101010101" pitchFamily="2" charset="-122"/>
              </a:rPr>
              <a:t>CLK</a:t>
            </a:r>
            <a:endParaRPr lang="en-US" altLang="zh-CN" sz="1800" b="1" dirty="0">
              <a:latin typeface="+mn-ea"/>
              <a:ea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FD6477D-8B53-421A-AC98-DFAEC44A674E}"/>
              </a:ext>
            </a:extLst>
          </p:cNvPr>
          <p:cNvGrpSpPr/>
          <p:nvPr/>
        </p:nvGrpSpPr>
        <p:grpSpPr>
          <a:xfrm>
            <a:off x="1475702" y="1196752"/>
            <a:ext cx="7488395" cy="1648229"/>
            <a:chOff x="1475702" y="1196752"/>
            <a:chExt cx="7488395" cy="1648229"/>
          </a:xfrm>
        </p:grpSpPr>
        <p:sp>
          <p:nvSpPr>
            <p:cNvPr id="142" name="Text Box 1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788021" y="1268760"/>
              <a:ext cx="4176076" cy="157622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marL="467995" indent="-467995" algn="l">
                <a:lnSpc>
                  <a:spcPct val="114000"/>
                </a:lnSpc>
              </a:pP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mfc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—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异步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MEM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的状态信号，同步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MEM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无</a:t>
              </a:r>
              <a:endPara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 marL="467995" indent="-467995" algn="l">
                <a:lnSpc>
                  <a:spcPct val="114000"/>
                </a:lnSpc>
              </a:pP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CP—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节拍脉冲信号，周期＝</a:t>
              </a:r>
              <a:r>
                <a:rPr lang="en-US" altLang="zh-CN" sz="1800" dirty="0" err="1">
                  <a:sym typeface="+mn-ea"/>
                </a:rPr>
                <a:t>μ</a:t>
              </a:r>
              <a:r>
                <a:rPr lang="en-US" altLang="zh-CN" sz="1800" b="1" dirty="0" err="1">
                  <a:latin typeface="宋体" panose="02010600030101010101" pitchFamily="2" charset="-122"/>
                  <a:sym typeface="+mn-ea"/>
                </a:rPr>
                <a:t>OP</a:t>
              </a:r>
              <a:r>
                <a:rPr lang="zh-CN" altLang="en-US" sz="1800" b="1" dirty="0">
                  <a:latin typeface="宋体" panose="02010600030101010101" pitchFamily="2" charset="-122"/>
                  <a:sym typeface="+mn-ea"/>
                </a:rPr>
                <a:t>时延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marL="467995" indent="-467995" algn="l">
                <a:lnSpc>
                  <a:spcPct val="114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   同步方式时，</a:t>
              </a:r>
              <a:r>
                <a:rPr lang="en-US" altLang="zh-CN" sz="1800" dirty="0">
                  <a:sym typeface="+mn-ea"/>
                </a:rPr>
                <a:t>CP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k*CLK(k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为约定值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  <a:endParaRPr lang="en-US" altLang="zh-CN" sz="1800" b="1" dirty="0"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114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   异步方式时，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CP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mfc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从</a:t>
              </a:r>
              <a:r>
                <a:rPr lang="zh-CN" altLang="en-US" sz="1800" b="1" dirty="0">
                  <a:latin typeface="+mn-lt"/>
                </a:rPr>
                <a:t>↓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到</a:t>
              </a:r>
              <a:r>
                <a:rPr lang="zh-CN" altLang="en-US" sz="1800" b="1" dirty="0">
                  <a:latin typeface="+mn-lt"/>
                </a:rPr>
                <a:t>↑的时延</a:t>
              </a:r>
              <a:endParaRPr lang="en-US" altLang="zh-CN" sz="1800" b="1" dirty="0">
                <a:latin typeface="+mn-lt"/>
              </a:endParaRPr>
            </a:p>
            <a:p>
              <a:pPr algn="l">
                <a:lnSpc>
                  <a:spcPct val="114000"/>
                </a:lnSpc>
              </a:pP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WMFC—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控制方式，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0/1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为同步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异步</a:t>
              </a:r>
              <a:endParaRPr lang="en-US" altLang="zh-CN" sz="1800" b="1" dirty="0">
                <a:solidFill>
                  <a:srgbClr val="FF3399"/>
                </a:solidFill>
                <a:latin typeface="+mn-lt"/>
                <a:sym typeface="+mn-ea"/>
              </a:endParaRPr>
            </a:p>
          </p:txBody>
        </p:sp>
        <p:grpSp>
          <p:nvGrpSpPr>
            <p:cNvPr id="143" name="组合 142"/>
            <p:cNvGrpSpPr/>
            <p:nvPr/>
          </p:nvGrpSpPr>
          <p:grpSpPr>
            <a:xfrm>
              <a:off x="1475702" y="1196752"/>
              <a:ext cx="3312320" cy="1619265"/>
              <a:chOff x="2051720" y="1836000"/>
              <a:chExt cx="3312320" cy="1619265"/>
            </a:xfrm>
          </p:grpSpPr>
          <p:sp>
            <p:nvSpPr>
              <p:cNvPr id="144" name="Rectangle 274"/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2843999" y="2592000"/>
                <a:ext cx="2520029" cy="612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vert="horz" wrap="none" lIns="18000" tIns="10800" rIns="54000" bIns="10800" anchor="ctr"/>
              <a:lstStyle/>
              <a:p>
                <a:pPr algn="l"/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 algn="l"/>
                <a:r>
                  <a:rPr lang="zh-CN" altLang="en-US" sz="1600" b="1" dirty="0">
                    <a:latin typeface="宋体" panose="02010600030101010101" pitchFamily="2" charset="-122"/>
                  </a:rPr>
                  <a:t>             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  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控制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&amp;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连接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 algn="l"/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45" name="Text Box 18"/>
              <p:cNvSpPr txBox="1"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2842930" y="2088000"/>
                <a:ext cx="575945" cy="2159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MAR</a:t>
                </a:r>
              </a:p>
            </p:txBody>
          </p:sp>
          <p:sp>
            <p:nvSpPr>
              <p:cNvPr id="146" name="Text Box 18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2842295" y="2376290"/>
                <a:ext cx="575945" cy="2159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MDR</a:t>
                </a:r>
              </a:p>
            </p:txBody>
          </p:sp>
          <p:cxnSp>
            <p:nvCxnSpPr>
              <p:cNvPr id="147" name="直接连接符 146"/>
              <p:cNvCxnSpPr/>
              <p:nvPr>
                <p:custDataLst>
                  <p:tags r:id="rId17"/>
                </p:custDataLst>
              </p:nvPr>
            </p:nvCxnSpPr>
            <p:spPr bwMode="auto">
              <a:xfrm>
                <a:off x="2554640" y="2196000"/>
                <a:ext cx="288290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8" name="直接连接符 147"/>
              <p:cNvCxnSpPr/>
              <p:nvPr>
                <p:custDataLst>
                  <p:tags r:id="rId18"/>
                </p:custDataLst>
              </p:nvPr>
            </p:nvCxnSpPr>
            <p:spPr bwMode="auto">
              <a:xfrm>
                <a:off x="2554640" y="2421375"/>
                <a:ext cx="288290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9" name="直接连接符 148"/>
              <p:cNvCxnSpPr/>
              <p:nvPr>
                <p:custDataLst>
                  <p:tags r:id="rId19"/>
                </p:custDataLst>
              </p:nvPr>
            </p:nvCxnSpPr>
            <p:spPr bwMode="auto">
              <a:xfrm flipH="1">
                <a:off x="2554640" y="2520000"/>
                <a:ext cx="288290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150" name="Text Box 18"/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2051720" y="2124000"/>
                <a:ext cx="504190" cy="46800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通路结构</a:t>
                </a:r>
              </a:p>
            </p:txBody>
          </p:sp>
          <p:cxnSp>
            <p:nvCxnSpPr>
              <p:cNvPr id="151" name="直接连接符 150"/>
              <p:cNvCxnSpPr/>
              <p:nvPr>
                <p:custDataLst>
                  <p:tags r:id="rId21"/>
                </p:custDataLst>
              </p:nvPr>
            </p:nvCxnSpPr>
            <p:spPr bwMode="auto">
              <a:xfrm flipV="1">
                <a:off x="3060000" y="2592000"/>
                <a:ext cx="0" cy="180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sp>
            <p:nvSpPr>
              <p:cNvPr id="152" name="Text Box 18"/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2087632" y="2988000"/>
                <a:ext cx="575945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1600" b="1" dirty="0" err="1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MDR</a:t>
                </a:r>
                <a:r>
                  <a:rPr lang="en-US" altLang="zh-CN" sz="1600" b="1" baseline="-18000" dirty="0" err="1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in</a:t>
                </a:r>
                <a:endPara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153" name="直接连接符 152"/>
              <p:cNvCxnSpPr/>
              <p:nvPr>
                <p:custDataLst>
                  <p:tags r:id="rId23"/>
                </p:custDataLst>
              </p:nvPr>
            </p:nvCxnSpPr>
            <p:spPr bwMode="auto">
              <a:xfrm flipV="1">
                <a:off x="2952000" y="2952000"/>
                <a:ext cx="0" cy="180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sp>
            <p:nvSpPr>
              <p:cNvPr id="155" name="Text Box 18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2880000" y="2772000"/>
                <a:ext cx="360000" cy="180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194" name="直接连接符 193"/>
              <p:cNvCxnSpPr/>
              <p:nvPr>
                <p:custDataLst>
                  <p:tags r:id="rId25"/>
                </p:custDataLst>
              </p:nvPr>
            </p:nvCxnSpPr>
            <p:spPr bwMode="auto">
              <a:xfrm flipV="1">
                <a:off x="3096000" y="2952000"/>
                <a:ext cx="0" cy="180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196" name="直接连接符 195"/>
              <p:cNvCxnSpPr/>
              <p:nvPr>
                <p:custDataLst>
                  <p:tags r:id="rId26"/>
                </p:custDataLst>
              </p:nvPr>
            </p:nvCxnSpPr>
            <p:spPr bwMode="auto">
              <a:xfrm flipH="1">
                <a:off x="2592000" y="3132000"/>
                <a:ext cx="36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204" name="Text Box 18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3564008" y="2647954"/>
                <a:ext cx="288290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CP</a:t>
                </a:r>
              </a:p>
            </p:txBody>
          </p:sp>
          <p:cxnSp>
            <p:nvCxnSpPr>
              <p:cNvPr id="205" name="直接连接符 204"/>
              <p:cNvCxnSpPr/>
              <p:nvPr>
                <p:custDataLst>
                  <p:tags r:id="rId28"/>
                </p:custDataLst>
              </p:nvPr>
            </p:nvCxnSpPr>
            <p:spPr bwMode="auto">
              <a:xfrm>
                <a:off x="3311632" y="1944000"/>
                <a:ext cx="0" cy="144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07" name="直接连接符 206"/>
              <p:cNvCxnSpPr/>
              <p:nvPr>
                <p:custDataLst>
                  <p:tags r:id="rId29"/>
                </p:custDataLst>
              </p:nvPr>
            </p:nvCxnSpPr>
            <p:spPr bwMode="auto">
              <a:xfrm flipH="1">
                <a:off x="3311632" y="1944000"/>
                <a:ext cx="252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08" name="直接连接符 207"/>
              <p:cNvCxnSpPr/>
              <p:nvPr>
                <p:custDataLst>
                  <p:tags r:id="rId30"/>
                </p:custDataLst>
              </p:nvPr>
            </p:nvCxnSpPr>
            <p:spPr bwMode="auto">
              <a:xfrm flipV="1">
                <a:off x="3563632" y="1944000"/>
                <a:ext cx="0" cy="900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09" name="直接连接符 208"/>
              <p:cNvCxnSpPr/>
              <p:nvPr>
                <p:custDataLst>
                  <p:tags r:id="rId31"/>
                </p:custDataLst>
              </p:nvPr>
            </p:nvCxnSpPr>
            <p:spPr bwMode="auto">
              <a:xfrm flipH="1">
                <a:off x="3311632" y="2700000"/>
                <a:ext cx="252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oval" w="sm" len="sm"/>
                <a:tailEnd type="none" w="sm" len="sm"/>
              </a:ln>
              <a:effectLst/>
            </p:spPr>
          </p:cxnSp>
          <p:cxnSp>
            <p:nvCxnSpPr>
              <p:cNvPr id="210" name="直接连接符 209"/>
              <p:cNvCxnSpPr/>
              <p:nvPr>
                <p:custDataLst>
                  <p:tags r:id="rId32"/>
                </p:custDataLst>
              </p:nvPr>
            </p:nvCxnSpPr>
            <p:spPr bwMode="auto">
              <a:xfrm flipH="1">
                <a:off x="3060000" y="1944000"/>
                <a:ext cx="0" cy="144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211" name="直接连接符 210"/>
              <p:cNvCxnSpPr/>
              <p:nvPr>
                <p:custDataLst>
                  <p:tags r:id="rId33"/>
                </p:custDataLst>
              </p:nvPr>
            </p:nvCxnSpPr>
            <p:spPr bwMode="auto">
              <a:xfrm flipH="1">
                <a:off x="2591631" y="1944000"/>
                <a:ext cx="468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12" name="直接连接符 211"/>
              <p:cNvCxnSpPr/>
              <p:nvPr>
                <p:custDataLst>
                  <p:tags r:id="rId34"/>
                </p:custDataLst>
              </p:nvPr>
            </p:nvCxnSpPr>
            <p:spPr bwMode="auto">
              <a:xfrm>
                <a:off x="3419632" y="2196000"/>
                <a:ext cx="540000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13" name="直接连接符 233"/>
              <p:cNvCxnSpPr/>
              <p:nvPr>
                <p:custDataLst>
                  <p:tags r:id="rId35"/>
                </p:custDataLst>
              </p:nvPr>
            </p:nvCxnSpPr>
            <p:spPr bwMode="auto">
              <a:xfrm>
                <a:off x="3419632" y="2425185"/>
                <a:ext cx="540000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14" name="直接连接符 234"/>
              <p:cNvCxnSpPr/>
              <p:nvPr>
                <p:custDataLst>
                  <p:tags r:id="rId36"/>
                </p:custDataLst>
              </p:nvPr>
            </p:nvCxnSpPr>
            <p:spPr bwMode="auto">
              <a:xfrm flipH="1">
                <a:off x="3419872" y="2520000"/>
                <a:ext cx="540000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215" name="Text Box 18"/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3959631" y="2016000"/>
                <a:ext cx="1404163" cy="576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宋体" panose="02010600030101010101" pitchFamily="2" charset="-122"/>
                    <a:sym typeface="+mn-ea"/>
                  </a:rPr>
                  <a:t>同步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宋体" panose="02010600030101010101" pitchFamily="2" charset="-122"/>
                    <a:sym typeface="+mn-ea"/>
                  </a:rPr>
                  <a:t>/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宋体" panose="02010600030101010101" pitchFamily="2" charset="-122"/>
                    <a:sym typeface="+mn-ea"/>
                  </a:rPr>
                  <a:t>异步</a:t>
                </a:r>
                <a:r>
                  <a:rPr lang="en-US" altLang="zh-CN" sz="1800" b="1" dirty="0">
                    <a:latin typeface="宋体" panose="02010600030101010101" pitchFamily="2" charset="-122"/>
                  </a:rPr>
                  <a:t>MEM</a:t>
                </a:r>
              </a:p>
            </p:txBody>
          </p:sp>
          <p:cxnSp>
            <p:nvCxnSpPr>
              <p:cNvPr id="216" name="直接连接符 215"/>
              <p:cNvCxnSpPr/>
              <p:nvPr>
                <p:custDataLst>
                  <p:tags r:id="rId38"/>
                </p:custDataLst>
              </p:nvPr>
            </p:nvCxnSpPr>
            <p:spPr bwMode="auto">
              <a:xfrm flipV="1">
                <a:off x="4608040" y="2592190"/>
                <a:ext cx="0" cy="648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sp>
            <p:nvSpPr>
              <p:cNvPr id="217" name="Text Box 18"/>
              <p:cNvSpPr txBox="1"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4320040" y="3240000"/>
                <a:ext cx="1044000" cy="21526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MEMR MEMW</a:t>
                </a:r>
              </a:p>
            </p:txBody>
          </p:sp>
          <p:cxnSp>
            <p:nvCxnSpPr>
              <p:cNvPr id="220" name="直接连接符 219"/>
              <p:cNvCxnSpPr/>
              <p:nvPr>
                <p:custDataLst>
                  <p:tags r:id="rId40"/>
                </p:custDataLst>
              </p:nvPr>
            </p:nvCxnSpPr>
            <p:spPr bwMode="auto">
              <a:xfrm flipV="1">
                <a:off x="5004040" y="2592190"/>
                <a:ext cx="0" cy="648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221" name="直接连接符 220"/>
              <p:cNvCxnSpPr/>
              <p:nvPr>
                <p:custDataLst>
                  <p:tags r:id="rId41"/>
                </p:custDataLst>
              </p:nvPr>
            </p:nvCxnSpPr>
            <p:spPr bwMode="auto">
              <a:xfrm flipV="1">
                <a:off x="3576840" y="3060000"/>
                <a:ext cx="0" cy="180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22" name="Text Box 18"/>
              <p:cNvSpPr txBox="1"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3348040" y="3240000"/>
                <a:ext cx="396240" cy="21526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CLK</a:t>
                </a:r>
              </a:p>
            </p:txBody>
          </p:sp>
          <p:sp>
            <p:nvSpPr>
              <p:cNvPr id="223" name="Text Box 18"/>
              <p:cNvSpPr txBox="1"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3384008" y="2844000"/>
                <a:ext cx="935990" cy="21600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时序电路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28" name="直接连接符 227"/>
              <p:cNvCxnSpPr/>
              <p:nvPr>
                <p:custDataLst>
                  <p:tags r:id="rId44"/>
                </p:custDataLst>
              </p:nvPr>
            </p:nvCxnSpPr>
            <p:spPr bwMode="auto">
              <a:xfrm flipV="1">
                <a:off x="3311632" y="2592189"/>
                <a:ext cx="0" cy="108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30" name="直接连接符 229"/>
              <p:cNvCxnSpPr/>
              <p:nvPr>
                <p:custDataLst>
                  <p:tags r:id="rId45"/>
                </p:custDataLst>
              </p:nvPr>
            </p:nvCxnSpPr>
            <p:spPr bwMode="auto">
              <a:xfrm flipV="1">
                <a:off x="4140000" y="2592000"/>
                <a:ext cx="0" cy="252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ysDash"/>
                <a:round/>
                <a:headEnd type="arrow" w="sm" len="sm"/>
                <a:tailEnd type="none" w="med" len="sm"/>
              </a:ln>
              <a:effectLst/>
            </p:spPr>
          </p:cxnSp>
          <p:cxnSp>
            <p:nvCxnSpPr>
              <p:cNvPr id="233" name="直接连接符 232"/>
              <p:cNvCxnSpPr/>
              <p:nvPr>
                <p:custDataLst>
                  <p:tags r:id="rId46"/>
                </p:custDataLst>
              </p:nvPr>
            </p:nvCxnSpPr>
            <p:spPr bwMode="auto">
              <a:xfrm flipH="1">
                <a:off x="3096000" y="3132000"/>
                <a:ext cx="1512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 w="sm" len="sm"/>
              </a:ln>
              <a:effectLst/>
            </p:spPr>
          </p:cxnSp>
          <p:sp>
            <p:nvSpPr>
              <p:cNvPr id="260" name="Text Box 18"/>
              <p:cNvSpPr txBox="1"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2088000" y="1836000"/>
                <a:ext cx="575945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1600" b="1" dirty="0" err="1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MAR</a:t>
                </a:r>
                <a:r>
                  <a:rPr lang="en-US" altLang="zh-CN" sz="1600" b="1" baseline="-18000" dirty="0" err="1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in</a:t>
                </a:r>
                <a:endPara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</p:txBody>
          </p:sp>
        </p:grp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EF50D31B-2D27-41EF-8C3E-4094B4D8B3CA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3563934" y="2420752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49" name="Text Box 18">
              <a:extLst>
                <a:ext uri="{FF2B5EF4-FFF2-40B4-BE49-F238E27FC236}">
                  <a16:creationId xmlns:a16="http://schemas.microsoft.com/office/drawing/2014/main" id="{1120401D-573F-48FC-B4D3-FD4C353C77C0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40022" y="2609069"/>
              <a:ext cx="504000" cy="21526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WMFC</a:t>
              </a:r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FA08A719-1378-4658-98B5-30FE755BC105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3491926" y="1954800"/>
              <a:ext cx="0" cy="1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0918FB1F-460E-4311-8DAB-170CF32E3FC6}"/>
                </a:ext>
              </a:extLst>
            </p:cNvPr>
            <p:cNvCxnSpPr>
              <a:cxnSpLocks/>
            </p:cNvCxnSpPr>
            <p:nvPr>
              <p:custDataLst>
                <p:tags r:id="rId12"/>
              </p:custDataLst>
            </p:nvPr>
          </p:nvCxnSpPr>
          <p:spPr bwMode="auto">
            <a:xfrm>
              <a:off x="2988021" y="2062800"/>
              <a:ext cx="50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52" name="Text Box 18">
              <a:extLst>
                <a:ext uri="{FF2B5EF4-FFF2-40B4-BE49-F238E27FC236}">
                  <a16:creationId xmlns:a16="http://schemas.microsoft.com/office/drawing/2014/main" id="{B41C5BB4-C488-4250-A10D-DC0986817F07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563887" y="1988840"/>
              <a:ext cx="396077" cy="15151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mfc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bldLvl="0" animBg="1"/>
      <p:bldP spid="139" grpId="0" animBg="1"/>
      <p:bldP spid="47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24</a:t>
            </a:fld>
            <a:endParaRPr lang="en-US" altLang="zh-CN"/>
          </a:p>
        </p:txBody>
      </p:sp>
      <p:sp>
        <p:nvSpPr>
          <p:cNvPr id="4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8" y="404664"/>
            <a:ext cx="8785225" cy="396000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lIns="90000" tIns="10800" rIns="90000" bIns="10800" anchor="ctr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三、指令执行过程的</a:t>
            </a:r>
            <a:r>
              <a:rPr lang="zh-CN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组织</a:t>
            </a:r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基于数据通路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指令功能</a:t>
            </a:r>
            <a:endParaRPr lang="en-US" altLang="zh-CN" sz="1800" b="1" u="sng" dirty="0">
              <a:solidFill>
                <a:srgbClr val="FF33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836712"/>
            <a:ext cx="2164080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*目标：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要求</a:t>
            </a:r>
            <a:r>
              <a:rPr lang="zh-CN" altLang="en-US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6" name="Text Box 32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2230" y="828040"/>
            <a:ext cx="7633335" cy="13188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</a:rPr>
              <a:t>形成</a:t>
            </a:r>
            <a:r>
              <a:rPr lang="zh-CN" altLang="en-US" sz="2200" b="1" dirty="0">
                <a:latin typeface="宋体" panose="02010600030101010101" pitchFamily="2" charset="-122"/>
              </a:rPr>
              <a:t>各条指令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指令周期的控制需求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chemeClr val="tx1"/>
                </a:solidFill>
                <a:sym typeface="+mn-ea"/>
              </a:rPr>
              <a:t>μ</a:t>
            </a:r>
            <a:r>
              <a:rPr lang="en-US" altLang="zh-CN" sz="1800" b="1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800" b="1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序列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err="1">
                <a:latin typeface="宋体" panose="02010600030101010101" pitchFamily="2" charset="-122"/>
                <a:sym typeface="+mn-ea"/>
              </a:rPr>
              <a:t>基于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①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按指令执行步骤</a:t>
            </a:r>
            <a:r>
              <a:rPr lang="zh-CN" altLang="en-US" sz="2200" b="1" dirty="0">
                <a:latin typeface="宋体" panose="02010600030101010101" pitchFamily="2" charset="-122"/>
              </a:rPr>
              <a:t>安排</a:t>
            </a: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的顺序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←保证正确性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②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无关的相邻</a:t>
            </a:r>
            <a:r>
              <a:rPr lang="en-US" altLang="zh-CN" sz="2200" u="sng" dirty="0" err="1">
                <a:solidFill>
                  <a:srgbClr val="990099"/>
                </a:solidFill>
              </a:rPr>
              <a:t>μ</a:t>
            </a:r>
            <a:r>
              <a:rPr lang="en-US" altLang="zh-CN" sz="2200" b="1" u="sng" dirty="0" err="1">
                <a:solidFill>
                  <a:srgbClr val="990099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放在同一步骤中</a:t>
            </a: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       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</a:rPr>
              <a:t>←缩短指令周期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7" name="Text Box 31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388" y="2204864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*总线结构通路的指令周期组织：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以</a:t>
            </a:r>
            <a:r>
              <a:rPr lang="en-US" altLang="zh-CN" sz="1800" b="1" dirty="0" err="1">
                <a:latin typeface="宋体" panose="02010600030101010101" pitchFamily="2" charset="-122"/>
              </a:rPr>
              <a:t>Demo_IS</a:t>
            </a:r>
            <a:r>
              <a:rPr lang="zh-CN" altLang="en-US" sz="1800" b="1" dirty="0">
                <a:latin typeface="宋体" panose="02010600030101010101" pitchFamily="2" charset="-122"/>
              </a:rPr>
              <a:t>为例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9512" y="4221088"/>
            <a:ext cx="5832648" cy="4378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取指令阶段的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1800" b="1" dirty="0">
              <a:solidFill>
                <a:schemeClr val="accent2"/>
              </a:solidFill>
              <a:latin typeface="+mn-ea"/>
              <a:ea typeface="Arial Unicode MS" panose="020B0604020202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20" name="Text Box 31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968000" y="4581128"/>
            <a:ext cx="406800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PC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 err="1">
                <a:latin typeface="+mn-ea"/>
              </a:rPr>
              <a:t>MAR</a:t>
            </a:r>
            <a:r>
              <a:rPr lang="en-US" altLang="zh-CN" sz="2000" b="1" baseline="-18000" dirty="0" err="1">
                <a:latin typeface="+mn-ea"/>
              </a:rPr>
              <a:t>in</a:t>
            </a:r>
            <a:r>
              <a:rPr lang="en-US" altLang="zh-CN" sz="2000" b="1" baseline="-18000" dirty="0">
                <a:latin typeface="宋体" panose="02010600030101010101" pitchFamily="2" charset="-122"/>
              </a:rPr>
              <a:t>   </a:t>
            </a:r>
            <a:r>
              <a:rPr lang="en-US" altLang="zh-CN" sz="1600" b="1" dirty="0">
                <a:solidFill>
                  <a:srgbClr val="CC3300"/>
                </a:solidFill>
                <a:latin typeface="+mn-ea"/>
              </a:rPr>
              <a:t>;</a:t>
            </a:r>
            <a:r>
              <a:rPr lang="zh-CN" altLang="en-US" sz="1600" b="1" dirty="0">
                <a:solidFill>
                  <a:srgbClr val="CC3300"/>
                </a:solidFill>
                <a:highlight>
                  <a:srgbClr val="00FFFF"/>
                </a:highlight>
                <a:latin typeface="+mn-ea"/>
              </a:rPr>
              <a:t>其余均无效</a:t>
            </a:r>
            <a:r>
              <a:rPr lang="en-US" altLang="zh-CN" sz="1600" b="1" dirty="0">
                <a:solidFill>
                  <a:srgbClr val="CC3300"/>
                </a:solidFill>
                <a:latin typeface="+mn-ea"/>
              </a:rPr>
              <a:t>,</a:t>
            </a:r>
            <a:r>
              <a:rPr lang="zh-CN" altLang="en-US" sz="1600" b="1" dirty="0">
                <a:solidFill>
                  <a:srgbClr val="FF3399"/>
                </a:solidFill>
                <a:latin typeface="+mn-ea"/>
              </a:rPr>
              <a:t>后同</a:t>
            </a:r>
            <a:endParaRPr lang="en-US" altLang="zh-CN" sz="2000" b="1" dirty="0">
              <a:solidFill>
                <a:srgbClr val="FF3399"/>
              </a:solidFill>
              <a:highlight>
                <a:srgbClr val="00FFFF"/>
              </a:highlight>
              <a:latin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t2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MEMR</a:t>
            </a:r>
            <a:r>
              <a:rPr lang="zh-CN" altLang="en-US" sz="2000" b="1" strike="sngStrik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000" b="1" strike="sngStrike" dirty="0">
                <a:solidFill>
                  <a:srgbClr val="FF3399"/>
                </a:solidFill>
                <a:latin typeface="宋体" panose="02010600030101010101" pitchFamily="2" charset="-122"/>
              </a:rPr>
              <a:t>WMFC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+mn-ea"/>
              </a:rPr>
              <a:t>PC</a:t>
            </a:r>
            <a:r>
              <a:rPr lang="en-US" altLang="zh-CN" sz="2000" b="1" baseline="-18000" dirty="0">
                <a:latin typeface="+mn-ea"/>
              </a:rPr>
              <a:t>+1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endParaRPr lang="en-US" altLang="zh-CN" sz="1600" b="1" baseline="-18000" dirty="0">
              <a:solidFill>
                <a:srgbClr val="CC3300"/>
              </a:solidFill>
              <a:latin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t3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MDR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 err="1">
                <a:latin typeface="+mn-ea"/>
              </a:rPr>
              <a:t>IR</a:t>
            </a:r>
            <a:r>
              <a:rPr lang="en-US" altLang="zh-CN" sz="2000" b="1" baseline="-18000" dirty="0" err="1">
                <a:latin typeface="+mn-ea"/>
              </a:rPr>
              <a:t>in</a:t>
            </a:r>
            <a:r>
              <a:rPr lang="en-US" altLang="zh-CN" sz="2000" b="1" dirty="0">
                <a:latin typeface="+mn-ea"/>
              </a:rPr>
              <a:t>  </a:t>
            </a:r>
            <a:r>
              <a:rPr lang="en-US" altLang="zh-CN" sz="1600" b="1" dirty="0">
                <a:solidFill>
                  <a:srgbClr val="CC3300"/>
                </a:solidFill>
                <a:latin typeface="+mn-ea"/>
              </a:rPr>
              <a:t>;</a:t>
            </a:r>
            <a:r>
              <a:rPr lang="zh-CN" altLang="en-US" sz="1600" b="1" dirty="0">
                <a:solidFill>
                  <a:srgbClr val="CC3300"/>
                </a:solidFill>
                <a:latin typeface="+mn-ea"/>
              </a:rPr>
              <a:t>其余</a:t>
            </a:r>
            <a:endParaRPr lang="zh-CN" altLang="en-US" sz="1800" b="1" baseline="-18000" dirty="0">
              <a:solidFill>
                <a:srgbClr val="CC3300"/>
              </a:solidFill>
              <a:latin typeface="+mn-ea"/>
            </a:endParaRPr>
          </a:p>
        </p:txBody>
      </p:sp>
      <p:sp>
        <p:nvSpPr>
          <p:cNvPr id="21" name="Text Box 31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116965" y="4581128"/>
            <a:ext cx="370141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MAR←(PC)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t2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spc="-100" dirty="0">
                <a:latin typeface="+mn-ea"/>
              </a:rPr>
              <a:t>MDR←M[(MAR)],PC←(PC)</a:t>
            </a:r>
            <a:r>
              <a:rPr lang="zh-CN" altLang="zh-CN" sz="2000" b="1" spc="-100" dirty="0">
                <a:latin typeface="+mn-ea"/>
              </a:rPr>
              <a:t>＋</a:t>
            </a:r>
            <a:r>
              <a:rPr lang="en-US" altLang="zh-CN" sz="2000" b="1" spc="-100" dirty="0">
                <a:latin typeface="+mn-ea"/>
              </a:rPr>
              <a:t>1</a:t>
            </a:r>
            <a:endParaRPr lang="en-US" altLang="zh-CN" sz="20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t3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IR←(MDR)</a:t>
            </a:r>
          </a:p>
        </p:txBody>
      </p:sp>
      <p:sp>
        <p:nvSpPr>
          <p:cNvPr id="12" name="线形标注 2 11"/>
          <p:cNvSpPr/>
          <p:nvPr>
            <p:custDataLst>
              <p:tags r:id="rId8"/>
            </p:custDataLst>
          </p:nvPr>
        </p:nvSpPr>
        <p:spPr bwMode="auto">
          <a:xfrm>
            <a:off x="4608144" y="5661248"/>
            <a:ext cx="1258695" cy="437876"/>
          </a:xfrm>
          <a:prstGeom prst="borderCallout2">
            <a:avLst>
              <a:gd name="adj1" fmla="val 48951"/>
              <a:gd name="adj2" fmla="val -717"/>
              <a:gd name="adj3" fmla="val 49565"/>
              <a:gd name="adj4" fmla="val -15528"/>
              <a:gd name="adj5" fmla="val -84163"/>
              <a:gd name="adj6" fmla="val -4080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与</a:t>
            </a:r>
            <a:r>
              <a:rPr lang="en-US" altLang="zh-CN" sz="1600" b="1" dirty="0">
                <a:latin typeface="宋体" panose="02010600030101010101" pitchFamily="2" charset="-122"/>
              </a:rPr>
              <a:t>MEM</a:t>
            </a:r>
            <a:r>
              <a:rPr lang="zh-CN" altLang="en-US" sz="1600" b="1" dirty="0">
                <a:latin typeface="宋体" panose="02010600030101010101" pitchFamily="2" charset="-122"/>
              </a:rPr>
              <a:t>读无关，可并行</a:t>
            </a:r>
          </a:p>
        </p:txBody>
      </p:sp>
      <p:sp>
        <p:nvSpPr>
          <p:cNvPr id="9" name="AutoShape 499">
            <a:hlinkClick r:id="rId99" action="ppaction://hlinksldjump" highlightClick="1"/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rot="10800000">
            <a:off x="4068000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线形标注 2 2"/>
          <p:cNvSpPr/>
          <p:nvPr>
            <p:custDataLst>
              <p:tags r:id="rId10"/>
            </p:custDataLst>
          </p:nvPr>
        </p:nvSpPr>
        <p:spPr bwMode="auto">
          <a:xfrm>
            <a:off x="972000" y="5661249"/>
            <a:ext cx="2987934" cy="252000"/>
          </a:xfrm>
          <a:prstGeom prst="borderCallout2">
            <a:avLst>
              <a:gd name="adj1" fmla="val -7428"/>
              <a:gd name="adj2" fmla="val 81793"/>
              <a:gd name="adj3" fmla="val -88026"/>
              <a:gd name="adj4" fmla="val 82046"/>
              <a:gd name="adj5" fmla="val -177115"/>
              <a:gd name="adj6" fmla="val 6859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90000"/>
              </a:lnSpc>
            </a:pPr>
            <a:r>
              <a:rPr lang="en-US" sz="1600" b="1" dirty="0">
                <a:latin typeface="宋体" panose="02010600030101010101" pitchFamily="2" charset="-122"/>
              </a:rPr>
              <a:t>MAR</a:t>
            </a:r>
            <a:r>
              <a:rPr lang="zh-CN" altLang="en-US" sz="1600" b="1" dirty="0">
                <a:latin typeface="宋体" panose="02010600030101010101" pitchFamily="2" charset="-122"/>
              </a:rPr>
              <a:t>在</a:t>
            </a:r>
            <a:r>
              <a:rPr lang="en-US" altLang="zh-CN" sz="1600" b="1" dirty="0">
                <a:latin typeface="宋体" panose="02010600030101010101" pitchFamily="2" charset="-122"/>
              </a:rPr>
              <a:t>t1</a:t>
            </a:r>
            <a:r>
              <a:rPr lang="zh-CN" altLang="en-US" sz="1600" b="1" dirty="0">
                <a:latin typeface="宋体" panose="02010600030101010101" pitchFamily="2" charset="-122"/>
              </a:rPr>
              <a:t>结束时写、</a:t>
            </a:r>
            <a:r>
              <a:rPr lang="en-US" altLang="zh-CN" sz="1600" b="1" dirty="0">
                <a:latin typeface="宋体" panose="02010600030101010101" pitchFamily="2" charset="-122"/>
              </a:rPr>
              <a:t>t2</a:t>
            </a:r>
            <a:r>
              <a:rPr lang="zh-CN" altLang="en-US" sz="1600" b="1" dirty="0">
                <a:latin typeface="宋体" panose="02010600030101010101" pitchFamily="2" charset="-122"/>
              </a:rPr>
              <a:t>时才能读</a:t>
            </a:r>
          </a:p>
        </p:txBody>
      </p:sp>
      <p:grpSp>
        <p:nvGrpSpPr>
          <p:cNvPr id="103" name="组合 102"/>
          <p:cNvGrpSpPr/>
          <p:nvPr/>
        </p:nvGrpSpPr>
        <p:grpSpPr>
          <a:xfrm>
            <a:off x="1116404" y="2708920"/>
            <a:ext cx="7272020" cy="1441756"/>
            <a:chOff x="972636" y="3276000"/>
            <a:chExt cx="7272020" cy="1441756"/>
          </a:xfrm>
        </p:grpSpPr>
        <p:grpSp>
          <p:nvGrpSpPr>
            <p:cNvPr id="104" name="组合 103"/>
            <p:cNvGrpSpPr/>
            <p:nvPr/>
          </p:nvGrpSpPr>
          <p:grpSpPr>
            <a:xfrm>
              <a:off x="972636" y="3276000"/>
              <a:ext cx="7272020" cy="1151890"/>
              <a:chOff x="1587" y="5953"/>
              <a:chExt cx="11452" cy="1814"/>
            </a:xfrm>
          </p:grpSpPr>
          <p:sp>
            <p:nvSpPr>
              <p:cNvPr id="106" name="Text Box 18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587" y="5953"/>
                <a:ext cx="11452" cy="1814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endParaRPr lang="en-US" altLang="zh-CN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07" name="Text Box 18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8447" y="6520"/>
                <a:ext cx="397" cy="567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mongolianVert" lIns="0" tIns="0" rIns="0" bIns="0" anchor="b" anchorCtr="1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MUX</a:t>
                </a:r>
              </a:p>
            </p:txBody>
          </p:sp>
          <p:cxnSp>
            <p:nvCxnSpPr>
              <p:cNvPr id="108" name="直接连接符 107"/>
              <p:cNvCxnSpPr/>
              <p:nvPr>
                <p:custDataLst>
                  <p:tags r:id="rId15"/>
                </p:custDataLst>
              </p:nvPr>
            </p:nvCxnSpPr>
            <p:spPr bwMode="auto">
              <a:xfrm>
                <a:off x="3286" y="6066"/>
                <a:ext cx="4706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9" name="Text Box 18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1756" y="6747"/>
                <a:ext cx="680" cy="34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7780" rIns="1800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PC</a:t>
                </a:r>
              </a:p>
            </p:txBody>
          </p:sp>
          <p:sp>
            <p:nvSpPr>
              <p:cNvPr id="110" name="Text Box 18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2719" y="6747"/>
                <a:ext cx="680" cy="34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7780" rIns="1800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IR</a:t>
                </a:r>
              </a:p>
            </p:txBody>
          </p:sp>
          <p:sp>
            <p:nvSpPr>
              <p:cNvPr id="111" name="Text Box 18"/>
              <p:cNvSpPr txBox="1"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3683" y="6749"/>
                <a:ext cx="794" cy="340"/>
              </a:xfrm>
              <a:prstGeom prst="rect">
                <a:avLst/>
              </a:prstGeom>
              <a:solidFill>
                <a:srgbClr val="FF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7780" rIns="1800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err="1">
                    <a:latin typeface="宋体" panose="02010600030101010101" pitchFamily="2" charset="-122"/>
                  </a:rPr>
                  <a:t>ExtU</a:t>
                </a:r>
              </a:p>
            </p:txBody>
          </p:sp>
          <p:cxnSp>
            <p:nvCxnSpPr>
              <p:cNvPr id="112" name="直接连接符 111"/>
              <p:cNvCxnSpPr/>
              <p:nvPr>
                <p:custDataLst>
                  <p:tags r:id="rId19"/>
                </p:custDataLst>
              </p:nvPr>
            </p:nvCxnSpPr>
            <p:spPr bwMode="auto">
              <a:xfrm>
                <a:off x="1927" y="7088"/>
                <a:ext cx="0" cy="56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3" name="直接连接符 112"/>
              <p:cNvCxnSpPr/>
              <p:nvPr>
                <p:custDataLst>
                  <p:tags r:id="rId20"/>
                </p:custDataLst>
              </p:nvPr>
            </p:nvCxnSpPr>
            <p:spPr bwMode="auto">
              <a:xfrm flipV="1">
                <a:off x="2211" y="7088"/>
                <a:ext cx="0" cy="56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4" name="直接连接符 113"/>
              <p:cNvCxnSpPr/>
              <p:nvPr>
                <p:custDataLst>
                  <p:tags r:id="rId21"/>
                </p:custDataLst>
              </p:nvPr>
            </p:nvCxnSpPr>
            <p:spPr bwMode="auto">
              <a:xfrm flipV="1">
                <a:off x="3063" y="7089"/>
                <a:ext cx="0" cy="56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5" name="直接连接符 114"/>
              <p:cNvCxnSpPr/>
              <p:nvPr>
                <p:custDataLst>
                  <p:tags r:id="rId22"/>
                </p:custDataLst>
              </p:nvPr>
            </p:nvCxnSpPr>
            <p:spPr bwMode="auto">
              <a:xfrm>
                <a:off x="4080" y="7100"/>
                <a:ext cx="0" cy="56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6" name="直接连接符 445"/>
              <p:cNvCxnSpPr/>
              <p:nvPr>
                <p:custDataLst>
                  <p:tags r:id="rId23"/>
                </p:custDataLst>
              </p:nvPr>
            </p:nvCxnSpPr>
            <p:spPr bwMode="auto">
              <a:xfrm>
                <a:off x="4080" y="6463"/>
                <a:ext cx="0" cy="283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7" name="直接连接符 116"/>
              <p:cNvCxnSpPr/>
              <p:nvPr>
                <p:custDataLst>
                  <p:tags r:id="rId24"/>
                </p:custDataLst>
              </p:nvPr>
            </p:nvCxnSpPr>
            <p:spPr bwMode="auto">
              <a:xfrm flipV="1">
                <a:off x="2889" y="6464"/>
                <a:ext cx="0" cy="283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118" name="Text Box 18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2663" y="6180"/>
                <a:ext cx="454" cy="28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18000" tIns="17780" rIns="1800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ID</a:t>
                </a:r>
              </a:p>
            </p:txBody>
          </p:sp>
          <p:sp>
            <p:nvSpPr>
              <p:cNvPr id="119" name="Text Box 18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3400" y="6180"/>
                <a:ext cx="737" cy="28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err="1">
                    <a:latin typeface="宋体" panose="02010600030101010101" pitchFamily="2" charset="-122"/>
                  </a:rPr>
                  <a:t>disp</a:t>
                </a:r>
              </a:p>
            </p:txBody>
          </p:sp>
          <p:cxnSp>
            <p:nvCxnSpPr>
              <p:cNvPr id="120" name="直接连接符 119"/>
              <p:cNvCxnSpPr/>
              <p:nvPr>
                <p:custDataLst>
                  <p:tags r:id="rId27"/>
                </p:custDataLst>
              </p:nvPr>
            </p:nvCxnSpPr>
            <p:spPr bwMode="auto">
              <a:xfrm>
                <a:off x="3286" y="6066"/>
                <a:ext cx="0" cy="68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1" name="直接连接符 120"/>
              <p:cNvCxnSpPr/>
              <p:nvPr>
                <p:custDataLst>
                  <p:tags r:id="rId28"/>
                </p:custDataLst>
              </p:nvPr>
            </p:nvCxnSpPr>
            <p:spPr bwMode="auto">
              <a:xfrm flipV="1">
                <a:off x="3286" y="6463"/>
                <a:ext cx="79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2" name="直接连接符 121"/>
              <p:cNvCxnSpPr/>
              <p:nvPr>
                <p:custDataLst>
                  <p:tags r:id="rId29"/>
                </p:custDataLst>
              </p:nvPr>
            </p:nvCxnSpPr>
            <p:spPr bwMode="auto">
              <a:xfrm>
                <a:off x="5329" y="6802"/>
                <a:ext cx="283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23" name="直接连接符 122"/>
              <p:cNvCxnSpPr/>
              <p:nvPr>
                <p:custDataLst>
                  <p:tags r:id="rId30"/>
                </p:custDataLst>
              </p:nvPr>
            </p:nvCxnSpPr>
            <p:spPr bwMode="auto">
              <a:xfrm>
                <a:off x="4705" y="6405"/>
                <a:ext cx="90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24" name="直接连接符 123"/>
              <p:cNvCxnSpPr/>
              <p:nvPr>
                <p:custDataLst>
                  <p:tags r:id="rId31"/>
                </p:custDataLst>
              </p:nvPr>
            </p:nvCxnSpPr>
            <p:spPr bwMode="auto">
              <a:xfrm>
                <a:off x="4705" y="6405"/>
                <a:ext cx="0" cy="124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5" name="AutoShape 15"/>
              <p:cNvSpPr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 rot="16200000">
                <a:off x="5441" y="6405"/>
                <a:ext cx="794" cy="454"/>
              </a:xfrm>
              <a:prstGeom prst="flowChartManualOperation">
                <a:avLst/>
              </a:prstGeom>
              <a:solidFill>
                <a:srgbClr val="FF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</a:rPr>
                  <a:t>ALU</a:t>
                </a:r>
              </a:p>
            </p:txBody>
          </p:sp>
          <p:sp>
            <p:nvSpPr>
              <p:cNvPr id="126" name="Text Box 18"/>
              <p:cNvSpPr txBox="1"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7027" y="6746"/>
                <a:ext cx="680" cy="34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7780" rIns="1800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PSR</a:t>
                </a:r>
              </a:p>
            </p:txBody>
          </p:sp>
          <p:cxnSp>
            <p:nvCxnSpPr>
              <p:cNvPr id="127" name="直接连接符 126"/>
              <p:cNvCxnSpPr/>
              <p:nvPr>
                <p:custDataLst>
                  <p:tags r:id="rId34"/>
                </p:custDataLst>
              </p:nvPr>
            </p:nvCxnSpPr>
            <p:spPr bwMode="auto">
              <a:xfrm>
                <a:off x="7199" y="7087"/>
                <a:ext cx="0" cy="56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28" name="直接连接符 127"/>
              <p:cNvCxnSpPr/>
              <p:nvPr>
                <p:custDataLst>
                  <p:tags r:id="rId35"/>
                </p:custDataLst>
              </p:nvPr>
            </p:nvCxnSpPr>
            <p:spPr bwMode="auto">
              <a:xfrm flipV="1">
                <a:off x="7483" y="7087"/>
                <a:ext cx="0" cy="56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29" name="直接连接符 445"/>
              <p:cNvCxnSpPr/>
              <p:nvPr>
                <p:custDataLst>
                  <p:tags r:id="rId36"/>
                </p:custDataLst>
              </p:nvPr>
            </p:nvCxnSpPr>
            <p:spPr bwMode="auto">
              <a:xfrm>
                <a:off x="7367" y="6519"/>
                <a:ext cx="0" cy="227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30" name="直接连接符 129"/>
              <p:cNvCxnSpPr/>
              <p:nvPr>
                <p:custDataLst>
                  <p:tags r:id="rId37"/>
                </p:custDataLst>
              </p:nvPr>
            </p:nvCxnSpPr>
            <p:spPr bwMode="auto">
              <a:xfrm flipV="1">
                <a:off x="6065" y="6519"/>
                <a:ext cx="130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1" name="直接连接符 130"/>
              <p:cNvCxnSpPr/>
              <p:nvPr>
                <p:custDataLst>
                  <p:tags r:id="rId38"/>
                </p:custDataLst>
              </p:nvPr>
            </p:nvCxnSpPr>
            <p:spPr bwMode="auto">
              <a:xfrm flipV="1">
                <a:off x="6065" y="6747"/>
                <a:ext cx="283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32" name="直接连接符 131"/>
              <p:cNvCxnSpPr/>
              <p:nvPr>
                <p:custDataLst>
                  <p:tags r:id="rId39"/>
                </p:custDataLst>
              </p:nvPr>
            </p:nvCxnSpPr>
            <p:spPr bwMode="auto">
              <a:xfrm flipV="1">
                <a:off x="5102" y="6974"/>
                <a:ext cx="0" cy="68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33" name="直接连接符 445"/>
              <p:cNvCxnSpPr/>
              <p:nvPr>
                <p:custDataLst>
                  <p:tags r:id="rId40"/>
                </p:custDataLst>
              </p:nvPr>
            </p:nvCxnSpPr>
            <p:spPr bwMode="auto">
              <a:xfrm>
                <a:off x="6631" y="6974"/>
                <a:ext cx="0" cy="68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34" name="直接箭头连接符 133"/>
              <p:cNvCxnSpPr/>
              <p:nvPr>
                <p:custDataLst>
                  <p:tags r:id="rId41"/>
                </p:custDataLst>
              </p:nvPr>
            </p:nvCxnSpPr>
            <p:spPr bwMode="auto">
              <a:xfrm>
                <a:off x="1757" y="7654"/>
                <a:ext cx="9298" cy="0"/>
              </a:xfrm>
              <a:prstGeom prst="straightConnector1">
                <a:avLst/>
              </a:prstGeom>
              <a:noFill/>
              <a:ln w="222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135" name="等腰三角形 134"/>
              <p:cNvSpPr/>
              <p:nvPr>
                <p:custDataLst>
                  <p:tags r:id="rId42"/>
                </p:custDataLst>
              </p:nvPr>
            </p:nvSpPr>
            <p:spPr bwMode="auto">
              <a:xfrm>
                <a:off x="1814" y="7257"/>
                <a:ext cx="227" cy="170"/>
              </a:xfrm>
              <a:prstGeom prst="triangle">
                <a:avLst/>
              </a:prstGeom>
              <a:solidFill>
                <a:srgbClr val="FFFF00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>
                  <a:ln>
                    <a:noFill/>
                  </a:ln>
                  <a:solidFill>
                    <a:srgbClr val="CC3300"/>
                  </a:solidFill>
                  <a:effectLst/>
                  <a:latin typeface="宋体" panose="02010600030101010101" pitchFamily="2" charset="-122"/>
                </a:endParaRPr>
              </a:p>
            </p:txBody>
          </p:sp>
          <p:sp>
            <p:nvSpPr>
              <p:cNvPr id="136" name="Text Box 18"/>
              <p:cNvSpPr txBox="1"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4875" y="6634"/>
                <a:ext cx="454" cy="34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7780" rIns="1800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137" name="Text Box 18"/>
              <p:cNvSpPr txBox="1"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6349" y="6634"/>
                <a:ext cx="454" cy="34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7780" rIns="1800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Z</a:t>
                </a:r>
              </a:p>
            </p:txBody>
          </p:sp>
          <p:sp>
            <p:nvSpPr>
              <p:cNvPr id="138" name="等腰三角形 137"/>
              <p:cNvSpPr/>
              <p:nvPr>
                <p:custDataLst>
                  <p:tags r:id="rId45"/>
                </p:custDataLst>
              </p:nvPr>
            </p:nvSpPr>
            <p:spPr bwMode="auto">
              <a:xfrm>
                <a:off x="3968" y="7257"/>
                <a:ext cx="227" cy="170"/>
              </a:xfrm>
              <a:prstGeom prst="triangle">
                <a:avLst/>
              </a:prstGeom>
              <a:solidFill>
                <a:srgbClr val="FFFF00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>
                  <a:ln>
                    <a:noFill/>
                  </a:ln>
                  <a:solidFill>
                    <a:srgbClr val="CC3300"/>
                  </a:solidFill>
                  <a:effectLst/>
                  <a:latin typeface="宋体" panose="02010600030101010101" pitchFamily="2" charset="-122"/>
                </a:endParaRPr>
              </a:p>
            </p:txBody>
          </p:sp>
          <p:sp>
            <p:nvSpPr>
              <p:cNvPr id="139" name="等腰三角形 138"/>
              <p:cNvSpPr/>
              <p:nvPr>
                <p:custDataLst>
                  <p:tags r:id="rId46"/>
                </p:custDataLst>
              </p:nvPr>
            </p:nvSpPr>
            <p:spPr bwMode="auto">
              <a:xfrm>
                <a:off x="6517" y="7257"/>
                <a:ext cx="227" cy="170"/>
              </a:xfrm>
              <a:prstGeom prst="triangle">
                <a:avLst/>
              </a:prstGeom>
              <a:solidFill>
                <a:srgbClr val="FFFF00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>
                  <a:ln>
                    <a:noFill/>
                  </a:ln>
                  <a:solidFill>
                    <a:srgbClr val="CC3300"/>
                  </a:solidFill>
                  <a:effectLst/>
                  <a:latin typeface="宋体" panose="02010600030101010101" pitchFamily="2" charset="-122"/>
                </a:endParaRPr>
              </a:p>
            </p:txBody>
          </p:sp>
          <p:sp>
            <p:nvSpPr>
              <p:cNvPr id="140" name="等腰三角形 139"/>
              <p:cNvSpPr/>
              <p:nvPr>
                <p:custDataLst>
                  <p:tags r:id="rId47"/>
                </p:custDataLst>
              </p:nvPr>
            </p:nvSpPr>
            <p:spPr bwMode="auto">
              <a:xfrm>
                <a:off x="7086" y="7257"/>
                <a:ext cx="227" cy="170"/>
              </a:xfrm>
              <a:prstGeom prst="triangle">
                <a:avLst/>
              </a:prstGeom>
              <a:solidFill>
                <a:srgbClr val="FFFF00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>
                  <a:ln>
                    <a:noFill/>
                  </a:ln>
                  <a:solidFill>
                    <a:srgbClr val="CC3300"/>
                  </a:solidFill>
                  <a:effectLst/>
                  <a:latin typeface="宋体" panose="02010600030101010101" pitchFamily="2" charset="-122"/>
                </a:endParaRPr>
              </a:p>
            </p:txBody>
          </p:sp>
          <p:cxnSp>
            <p:nvCxnSpPr>
              <p:cNvPr id="141" name="直接连接符 140"/>
              <p:cNvCxnSpPr/>
              <p:nvPr>
                <p:custDataLst>
                  <p:tags r:id="rId48"/>
                </p:custDataLst>
              </p:nvPr>
            </p:nvCxnSpPr>
            <p:spPr bwMode="auto">
              <a:xfrm flipH="1" flipV="1">
                <a:off x="5839" y="6944"/>
                <a:ext cx="2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sp>
            <p:nvSpPr>
              <p:cNvPr id="142" name="Text Box 18"/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5669" y="7142"/>
                <a:ext cx="397" cy="28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err="1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op</a:t>
                </a:r>
                <a:endParaRPr lang="en-US" altLang="zh-CN" sz="12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143" name="直接连接符 142"/>
              <p:cNvCxnSpPr/>
              <p:nvPr>
                <p:custDataLst>
                  <p:tags r:id="rId50"/>
                </p:custDataLst>
              </p:nvPr>
            </p:nvCxnSpPr>
            <p:spPr bwMode="auto">
              <a:xfrm>
                <a:off x="6349" y="7341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144" name="直接连接符 143"/>
              <p:cNvCxnSpPr/>
              <p:nvPr>
                <p:custDataLst>
                  <p:tags r:id="rId51"/>
                </p:custDataLst>
              </p:nvPr>
            </p:nvCxnSpPr>
            <p:spPr bwMode="auto">
              <a:xfrm flipH="1" flipV="1">
                <a:off x="6462" y="6972"/>
                <a:ext cx="1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145" name="直接连接符 144"/>
              <p:cNvCxnSpPr/>
              <p:nvPr>
                <p:custDataLst>
                  <p:tags r:id="rId52"/>
                </p:custDataLst>
              </p:nvPr>
            </p:nvCxnSpPr>
            <p:spPr bwMode="auto">
              <a:xfrm flipH="1" flipV="1">
                <a:off x="5272" y="6972"/>
                <a:ext cx="2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146" name="直接连接符 145"/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6916" y="7341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147" name="直接连接符 146"/>
              <p:cNvCxnSpPr/>
              <p:nvPr>
                <p:custDataLst>
                  <p:tags r:id="rId54"/>
                </p:custDataLst>
              </p:nvPr>
            </p:nvCxnSpPr>
            <p:spPr bwMode="auto">
              <a:xfrm>
                <a:off x="1644" y="7341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148" name="直接连接符 147"/>
              <p:cNvCxnSpPr/>
              <p:nvPr>
                <p:custDataLst>
                  <p:tags r:id="rId55"/>
                </p:custDataLst>
              </p:nvPr>
            </p:nvCxnSpPr>
            <p:spPr bwMode="auto">
              <a:xfrm>
                <a:off x="3798" y="7341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149" name="直接连接符 148"/>
              <p:cNvCxnSpPr/>
              <p:nvPr>
                <p:custDataLst>
                  <p:tags r:id="rId56"/>
                </p:custDataLst>
              </p:nvPr>
            </p:nvCxnSpPr>
            <p:spPr bwMode="auto">
              <a:xfrm flipH="1" flipV="1">
                <a:off x="3288" y="7086"/>
                <a:ext cx="2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150" name="直接连接符 149"/>
              <p:cNvCxnSpPr/>
              <p:nvPr>
                <p:custDataLst>
                  <p:tags r:id="rId57"/>
                </p:custDataLst>
              </p:nvPr>
            </p:nvCxnSpPr>
            <p:spPr bwMode="auto">
              <a:xfrm flipH="1" flipV="1">
                <a:off x="2381" y="7086"/>
                <a:ext cx="2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151" name="直接连接符 150"/>
              <p:cNvCxnSpPr/>
              <p:nvPr>
                <p:custDataLst>
                  <p:tags r:id="rId58"/>
                </p:custDataLst>
              </p:nvPr>
            </p:nvCxnSpPr>
            <p:spPr bwMode="auto">
              <a:xfrm flipH="1">
                <a:off x="2097" y="6519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sp>
            <p:nvSpPr>
              <p:cNvPr id="152" name="Text Box 18"/>
              <p:cNvSpPr txBox="1"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1927" y="6236"/>
                <a:ext cx="624" cy="28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err="1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PC</a:t>
                </a:r>
                <a:r>
                  <a:rPr lang="en-US" altLang="zh-CN" sz="1600" b="1" baseline="-25000" dirty="0" err="1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+1</a:t>
                </a:r>
                <a:endParaRPr lang="en-US" altLang="zh-CN" sz="1200" b="1" baseline="-25000" dirty="0" err="1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53" name="Text Box 10"/>
              <p:cNvSpPr txBox="1">
                <a:spLocks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9070" y="6292"/>
                <a:ext cx="794" cy="794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GPRs</a:t>
                </a:r>
              </a:p>
            </p:txBody>
          </p:sp>
          <p:cxnSp>
            <p:nvCxnSpPr>
              <p:cNvPr id="154" name="直接连接符 153"/>
              <p:cNvCxnSpPr/>
              <p:nvPr>
                <p:custDataLst>
                  <p:tags r:id="rId61"/>
                </p:custDataLst>
              </p:nvPr>
            </p:nvCxnSpPr>
            <p:spPr bwMode="auto">
              <a:xfrm>
                <a:off x="9240" y="7086"/>
                <a:ext cx="0" cy="56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55" name="直接连接符 154"/>
              <p:cNvCxnSpPr/>
              <p:nvPr>
                <p:custDataLst>
                  <p:tags r:id="rId62"/>
                </p:custDataLst>
              </p:nvPr>
            </p:nvCxnSpPr>
            <p:spPr bwMode="auto">
              <a:xfrm flipV="1">
                <a:off x="9581" y="7086"/>
                <a:ext cx="0" cy="56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56" name="直接连接符 155"/>
              <p:cNvCxnSpPr/>
              <p:nvPr>
                <p:custDataLst>
                  <p:tags r:id="rId63"/>
                </p:custDataLst>
              </p:nvPr>
            </p:nvCxnSpPr>
            <p:spPr bwMode="auto">
              <a:xfrm>
                <a:off x="7991" y="6462"/>
                <a:ext cx="107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57" name="直接连接符 156"/>
              <p:cNvCxnSpPr/>
              <p:nvPr>
                <p:custDataLst>
                  <p:tags r:id="rId64"/>
                </p:custDataLst>
              </p:nvPr>
            </p:nvCxnSpPr>
            <p:spPr bwMode="auto">
              <a:xfrm>
                <a:off x="7991" y="6917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158" name="Text Box 18"/>
              <p:cNvSpPr txBox="1">
                <a:spLocks noChangeArrowheads="1"/>
              </p:cNvSpPr>
              <p:nvPr>
                <p:custDataLst>
                  <p:tags r:id="rId65"/>
                </p:custDataLst>
              </p:nvPr>
            </p:nvSpPr>
            <p:spPr bwMode="auto">
              <a:xfrm>
                <a:off x="8048" y="6123"/>
                <a:ext cx="454" cy="3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RD</a:t>
                </a:r>
              </a:p>
            </p:txBody>
          </p:sp>
          <p:sp>
            <p:nvSpPr>
              <p:cNvPr id="159" name="Text Box 18"/>
              <p:cNvSpPr txBox="1">
                <a:spLocks noChangeArrowheads="1"/>
              </p:cNvSpPr>
              <p:nvPr>
                <p:custDataLst>
                  <p:tags r:id="rId66"/>
                </p:custDataLst>
              </p:nvPr>
            </p:nvSpPr>
            <p:spPr bwMode="auto">
              <a:xfrm>
                <a:off x="7937" y="6917"/>
                <a:ext cx="454" cy="3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RS</a:t>
                </a:r>
              </a:p>
            </p:txBody>
          </p:sp>
          <p:cxnSp>
            <p:nvCxnSpPr>
              <p:cNvPr id="160" name="直接连接符 480"/>
              <p:cNvCxnSpPr/>
              <p:nvPr>
                <p:custDataLst>
                  <p:tags r:id="rId67"/>
                </p:custDataLst>
              </p:nvPr>
            </p:nvCxnSpPr>
            <p:spPr bwMode="auto">
              <a:xfrm>
                <a:off x="8164" y="6462"/>
                <a:ext cx="283" cy="283"/>
              </a:xfrm>
              <a:prstGeom prst="bentConnector3">
                <a:avLst>
                  <a:gd name="adj1" fmla="val -883"/>
                </a:avLst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triangle" w="med" len="med"/>
              </a:ln>
              <a:effectLst/>
            </p:spPr>
          </p:cxnSp>
          <p:cxnSp>
            <p:nvCxnSpPr>
              <p:cNvPr id="161" name="直接连接符 160"/>
              <p:cNvCxnSpPr/>
              <p:nvPr>
                <p:custDataLst>
                  <p:tags r:id="rId68"/>
                </p:custDataLst>
              </p:nvPr>
            </p:nvCxnSpPr>
            <p:spPr bwMode="auto">
              <a:xfrm>
                <a:off x="7991" y="6066"/>
                <a:ext cx="0" cy="85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90" name="等腰三角形 189"/>
              <p:cNvSpPr/>
              <p:nvPr>
                <p:custDataLst>
                  <p:tags r:id="rId69"/>
                </p:custDataLst>
              </p:nvPr>
            </p:nvSpPr>
            <p:spPr bwMode="auto">
              <a:xfrm>
                <a:off x="9127" y="7257"/>
                <a:ext cx="227" cy="170"/>
              </a:xfrm>
              <a:prstGeom prst="triangle">
                <a:avLst/>
              </a:prstGeom>
              <a:solidFill>
                <a:srgbClr val="FFFF00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>
                  <a:ln>
                    <a:noFill/>
                  </a:ln>
                  <a:solidFill>
                    <a:srgbClr val="CC3300"/>
                  </a:solidFill>
                  <a:effectLst/>
                  <a:latin typeface="宋体" panose="02010600030101010101" pitchFamily="2" charset="-122"/>
                </a:endParaRPr>
              </a:p>
            </p:txBody>
          </p:sp>
          <p:cxnSp>
            <p:nvCxnSpPr>
              <p:cNvPr id="227" name="直接连接符 226"/>
              <p:cNvCxnSpPr/>
              <p:nvPr>
                <p:custDataLst>
                  <p:tags r:id="rId70"/>
                </p:custDataLst>
              </p:nvPr>
            </p:nvCxnSpPr>
            <p:spPr bwMode="auto">
              <a:xfrm>
                <a:off x="8957" y="7341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228" name="直接连接符 227"/>
              <p:cNvCxnSpPr/>
              <p:nvPr>
                <p:custDataLst>
                  <p:tags r:id="rId71"/>
                </p:custDataLst>
              </p:nvPr>
            </p:nvCxnSpPr>
            <p:spPr bwMode="auto">
              <a:xfrm flipH="1" flipV="1">
                <a:off x="9751" y="7086"/>
                <a:ext cx="0" cy="17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229" name="直接连接符 228"/>
              <p:cNvCxnSpPr/>
              <p:nvPr>
                <p:custDataLst>
                  <p:tags r:id="rId72"/>
                </p:custDataLst>
              </p:nvPr>
            </p:nvCxnSpPr>
            <p:spPr bwMode="auto">
              <a:xfrm>
                <a:off x="8844" y="6802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41" name="直接连接符 240"/>
              <p:cNvCxnSpPr/>
              <p:nvPr>
                <p:custDataLst>
                  <p:tags r:id="rId73"/>
                </p:custDataLst>
              </p:nvPr>
            </p:nvCxnSpPr>
            <p:spPr bwMode="auto">
              <a:xfrm flipV="1">
                <a:off x="8617" y="7087"/>
                <a:ext cx="0" cy="17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sp>
            <p:nvSpPr>
              <p:cNvPr id="252" name="Text Box 18"/>
              <p:cNvSpPr txBox="1">
                <a:spLocks noChangeArrowheads="1"/>
              </p:cNvSpPr>
              <p:nvPr>
                <p:custDataLst>
                  <p:tags r:id="rId74"/>
                </p:custDataLst>
              </p:nvPr>
            </p:nvSpPr>
            <p:spPr bwMode="auto">
              <a:xfrm>
                <a:off x="8277" y="7313"/>
                <a:ext cx="794" cy="28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err="1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GR</a:t>
                </a:r>
                <a:r>
                  <a:rPr lang="en-US" altLang="zh-CN" sz="1600" b="1" baseline="-25000" dirty="0" err="1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sel</a:t>
                </a:r>
              </a:p>
            </p:txBody>
          </p:sp>
          <p:cxnSp>
            <p:nvCxnSpPr>
              <p:cNvPr id="253" name="直接连接符 252"/>
              <p:cNvCxnSpPr/>
              <p:nvPr>
                <p:custDataLst>
                  <p:tags r:id="rId75"/>
                </p:custDataLst>
              </p:nvPr>
            </p:nvCxnSpPr>
            <p:spPr bwMode="auto">
              <a:xfrm flipH="1" flipV="1">
                <a:off x="7653" y="7086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sp>
            <p:nvSpPr>
              <p:cNvPr id="254" name="Text Box 18"/>
              <p:cNvSpPr txBox="1">
                <a:spLocks noChangeArrowheads="1"/>
              </p:cNvSpPr>
              <p:nvPr>
                <p:custDataLst>
                  <p:tags r:id="rId76"/>
                </p:custDataLst>
              </p:nvPr>
            </p:nvSpPr>
            <p:spPr bwMode="auto">
              <a:xfrm>
                <a:off x="11281" y="7370"/>
                <a:ext cx="1587" cy="3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MEMR MEMW</a:t>
                </a:r>
                <a:endPara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55" name="Text Box 23"/>
              <p:cNvSpPr txBox="1">
                <a:spLocks noChangeArrowheads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11620" y="6407"/>
                <a:ext cx="850" cy="737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理想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MEM</a:t>
                </a:r>
              </a:p>
            </p:txBody>
          </p:sp>
          <p:cxnSp>
            <p:nvCxnSpPr>
              <p:cNvPr id="256" name="直接连接符 255"/>
              <p:cNvCxnSpPr/>
              <p:nvPr>
                <p:custDataLst>
                  <p:tags r:id="rId78"/>
                </p:custDataLst>
              </p:nvPr>
            </p:nvCxnSpPr>
            <p:spPr bwMode="auto">
              <a:xfrm>
                <a:off x="10658" y="7144"/>
                <a:ext cx="0" cy="51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57" name="直接连接符 256"/>
              <p:cNvCxnSpPr/>
              <p:nvPr>
                <p:custDataLst>
                  <p:tags r:id="rId79"/>
                </p:custDataLst>
              </p:nvPr>
            </p:nvCxnSpPr>
            <p:spPr bwMode="auto">
              <a:xfrm flipV="1">
                <a:off x="10942" y="7144"/>
                <a:ext cx="0" cy="51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58" name="直接连接符 257"/>
              <p:cNvCxnSpPr/>
              <p:nvPr>
                <p:custDataLst>
                  <p:tags r:id="rId80"/>
                </p:custDataLst>
              </p:nvPr>
            </p:nvCxnSpPr>
            <p:spPr bwMode="auto">
              <a:xfrm>
                <a:off x="11166" y="6520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59" name="直接连接符 258"/>
              <p:cNvCxnSpPr/>
              <p:nvPr>
                <p:custDataLst>
                  <p:tags r:id="rId81"/>
                </p:custDataLst>
              </p:nvPr>
            </p:nvCxnSpPr>
            <p:spPr bwMode="auto">
              <a:xfrm>
                <a:off x="11166" y="6917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</p:spPr>
          </p:cxnSp>
          <p:cxnSp>
            <p:nvCxnSpPr>
              <p:cNvPr id="260" name="直接连接符 259"/>
              <p:cNvCxnSpPr/>
              <p:nvPr>
                <p:custDataLst>
                  <p:tags r:id="rId82"/>
                </p:custDataLst>
              </p:nvPr>
            </p:nvCxnSpPr>
            <p:spPr bwMode="auto">
              <a:xfrm flipH="1">
                <a:off x="11166" y="7031"/>
                <a:ext cx="454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</p:spPr>
          </p:cxnSp>
          <p:cxnSp>
            <p:nvCxnSpPr>
              <p:cNvPr id="261" name="直接连接符 260"/>
              <p:cNvCxnSpPr/>
              <p:nvPr>
                <p:custDataLst>
                  <p:tags r:id="rId83"/>
                </p:custDataLst>
              </p:nvPr>
            </p:nvCxnSpPr>
            <p:spPr bwMode="auto">
              <a:xfrm>
                <a:off x="10259" y="6520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62" name="直接连接符 261"/>
              <p:cNvCxnSpPr/>
              <p:nvPr>
                <p:custDataLst>
                  <p:tags r:id="rId84"/>
                </p:custDataLst>
              </p:nvPr>
            </p:nvCxnSpPr>
            <p:spPr bwMode="auto">
              <a:xfrm>
                <a:off x="10259" y="6520"/>
                <a:ext cx="0" cy="1134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3" name="Text Box 18"/>
              <p:cNvSpPr txBox="1">
                <a:spLocks noChangeArrowheads="1"/>
              </p:cNvSpPr>
              <p:nvPr>
                <p:custDataLst>
                  <p:tags r:id="rId85"/>
                </p:custDataLst>
              </p:nvPr>
            </p:nvSpPr>
            <p:spPr bwMode="auto">
              <a:xfrm>
                <a:off x="10488" y="6350"/>
                <a:ext cx="680" cy="34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7780" rIns="1800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MAR</a:t>
                </a:r>
              </a:p>
            </p:txBody>
          </p:sp>
          <p:sp>
            <p:nvSpPr>
              <p:cNvPr id="264" name="等腰三角形 263"/>
              <p:cNvSpPr/>
              <p:nvPr>
                <p:custDataLst>
                  <p:tags r:id="rId86"/>
                </p:custDataLst>
              </p:nvPr>
            </p:nvSpPr>
            <p:spPr bwMode="auto">
              <a:xfrm>
                <a:off x="10544" y="7257"/>
                <a:ext cx="227" cy="170"/>
              </a:xfrm>
              <a:prstGeom prst="triangle">
                <a:avLst/>
              </a:prstGeom>
              <a:solidFill>
                <a:srgbClr val="FFFF00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txBody>
              <a:bodyPr vert="horz" wrap="square" lIns="91440" tIns="45720" rIns="91440" bIns="45720" numCol="1" rtlCol="0" anchor="t" anchorCtr="0" compatLnSpc="1">
                <a:no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>
                  <a:ln>
                    <a:noFill/>
                  </a:ln>
                  <a:solidFill>
                    <a:srgbClr val="CC3300"/>
                  </a:solidFill>
                  <a:effectLst/>
                  <a:latin typeface="宋体" panose="02010600030101010101" pitchFamily="2" charset="-122"/>
                </a:endParaRPr>
              </a:p>
            </p:txBody>
          </p:sp>
          <p:cxnSp>
            <p:nvCxnSpPr>
              <p:cNvPr id="265" name="直接连接符 264"/>
              <p:cNvCxnSpPr/>
              <p:nvPr>
                <p:custDataLst>
                  <p:tags r:id="rId87"/>
                </p:custDataLst>
              </p:nvPr>
            </p:nvCxnSpPr>
            <p:spPr bwMode="auto">
              <a:xfrm flipV="1">
                <a:off x="11792" y="7144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266" name="直接连接符 265"/>
              <p:cNvCxnSpPr/>
              <p:nvPr>
                <p:custDataLst>
                  <p:tags r:id="rId88"/>
                </p:custDataLst>
              </p:nvPr>
            </p:nvCxnSpPr>
            <p:spPr bwMode="auto">
              <a:xfrm flipV="1">
                <a:off x="12358" y="7144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267" name="直接连接符 266"/>
              <p:cNvCxnSpPr/>
              <p:nvPr>
                <p:custDataLst>
                  <p:tags r:id="rId89"/>
                </p:custDataLst>
              </p:nvPr>
            </p:nvCxnSpPr>
            <p:spPr bwMode="auto">
              <a:xfrm>
                <a:off x="10374" y="7341"/>
                <a:ext cx="227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268" name="直接连接符 267"/>
              <p:cNvCxnSpPr/>
              <p:nvPr>
                <p:custDataLst>
                  <p:tags r:id="rId90"/>
                </p:custDataLst>
              </p:nvPr>
            </p:nvCxnSpPr>
            <p:spPr bwMode="auto">
              <a:xfrm flipH="1" flipV="1">
                <a:off x="11111" y="7144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269" name="直接连接符 268"/>
              <p:cNvCxnSpPr/>
              <p:nvPr>
                <p:custDataLst>
                  <p:tags r:id="rId91"/>
                </p:custDataLst>
              </p:nvPr>
            </p:nvCxnSpPr>
            <p:spPr bwMode="auto">
              <a:xfrm>
                <a:off x="10204" y="6407"/>
                <a:ext cx="28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sp>
            <p:nvSpPr>
              <p:cNvPr id="272" name="Text Box 18"/>
              <p:cNvSpPr txBox="1">
                <a:spLocks noChangeArrowheads="1"/>
              </p:cNvSpPr>
              <p:nvPr>
                <p:custDataLst>
                  <p:tags r:id="rId92"/>
                </p:custDataLst>
              </p:nvPr>
            </p:nvSpPr>
            <p:spPr bwMode="auto">
              <a:xfrm>
                <a:off x="10486" y="6804"/>
                <a:ext cx="680" cy="34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7780" rIns="1800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MDR</a:t>
                </a:r>
              </a:p>
            </p:txBody>
          </p:sp>
          <p:sp>
            <p:nvSpPr>
              <p:cNvPr id="273" name="Text Box 18"/>
              <p:cNvSpPr txBox="1">
                <a:spLocks noChangeArrowheads="1"/>
              </p:cNvSpPr>
              <p:nvPr>
                <p:custDataLst>
                  <p:tags r:id="rId93"/>
                </p:custDataLst>
              </p:nvPr>
            </p:nvSpPr>
            <p:spPr bwMode="auto">
              <a:xfrm>
                <a:off x="9070" y="5956"/>
                <a:ext cx="3742" cy="3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写</a:t>
                </a: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REG</a:t>
                </a:r>
                <a:r>
                  <a:rPr lang="zh-CN" altLang="en-US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为</a:t>
                </a:r>
                <a:r>
                  <a:rPr lang="en-US" altLang="zh-CN" sz="1600" b="1" dirty="0" err="1">
                    <a:solidFill>
                      <a:schemeClr val="tx1"/>
                    </a:solidFill>
                    <a:latin typeface="宋体" panose="02010600030101010101" pitchFamily="2" charset="-122"/>
                  </a:rPr>
                  <a:t>X</a:t>
                </a:r>
                <a:r>
                  <a:rPr lang="en-US" altLang="zh-CN" sz="1600" b="1" baseline="-18000" dirty="0" err="1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in</a:t>
                </a:r>
                <a:r>
                  <a:rPr lang="zh-CN" altLang="en-US" sz="1600" b="1" dirty="0" err="1">
                    <a:solidFill>
                      <a:schemeClr val="tx1"/>
                    </a:solidFill>
                    <a:latin typeface="宋体" panose="02010600030101010101" pitchFamily="2" charset="-122"/>
                  </a:rPr>
                  <a:t>，三态门为</a:t>
                </a:r>
                <a:r>
                  <a:rPr lang="en-US" altLang="zh-CN" sz="1600" b="1" dirty="0" err="1">
                    <a:latin typeface="宋体" panose="02010600030101010101" pitchFamily="2" charset="-122"/>
                    <a:sym typeface="+mn-ea"/>
                  </a:rPr>
                  <a:t>X</a:t>
                </a:r>
                <a:r>
                  <a:rPr lang="en-US" altLang="zh-CN" sz="1600" b="1" baseline="-18000" dirty="0" err="1">
                    <a:latin typeface="宋体" panose="02010600030101010101" pitchFamily="2" charset="-122"/>
                    <a:sym typeface="+mn-ea"/>
                  </a:rPr>
                  <a:t>out</a:t>
                </a:r>
                <a:endParaRPr lang="zh-CN" altLang="en-US" sz="1600" b="1" dirty="0" err="1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74" name="Text Box 18"/>
              <p:cNvSpPr txBox="1">
                <a:spLocks noChangeArrowheads="1"/>
              </p:cNvSpPr>
              <p:nvPr>
                <p:custDataLst>
                  <p:tags r:id="rId94"/>
                </p:custDataLst>
              </p:nvPr>
            </p:nvSpPr>
            <p:spPr bwMode="auto">
              <a:xfrm>
                <a:off x="9581" y="7314"/>
                <a:ext cx="624" cy="28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err="1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GR</a:t>
                </a:r>
                <a:r>
                  <a:rPr lang="en-US" altLang="zh-CN" sz="1600" b="1" baseline="-25000" dirty="0" err="1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in</a:t>
                </a:r>
              </a:p>
            </p:txBody>
          </p:sp>
          <p:sp>
            <p:nvSpPr>
              <p:cNvPr id="275" name="矩形 274"/>
              <p:cNvSpPr/>
              <p:nvPr>
                <p:custDataLst>
                  <p:tags r:id="rId95"/>
                </p:custDataLst>
              </p:nvPr>
            </p:nvSpPr>
            <p:spPr bwMode="auto">
              <a:xfrm>
                <a:off x="8447" y="6690"/>
                <a:ext cx="113" cy="113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" name="矩形 275"/>
              <p:cNvSpPr/>
              <p:nvPr>
                <p:custDataLst>
                  <p:tags r:id="rId96"/>
                </p:custDataLst>
              </p:nvPr>
            </p:nvSpPr>
            <p:spPr bwMode="auto">
              <a:xfrm>
                <a:off x="8447" y="6860"/>
                <a:ext cx="100" cy="113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5" name="Text Box 1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40000" y="4501856"/>
              <a:ext cx="6119382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假设：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有计数功能，</a:t>
              </a:r>
              <a:r>
                <a:rPr lang="en-US" altLang="zh-CN" sz="1600" b="1" spc="-50" dirty="0">
                  <a:latin typeface="宋体" panose="02010600030101010101" pitchFamily="2" charset="-122"/>
                </a:rPr>
                <a:t>MUX</a:t>
              </a:r>
              <a:r>
                <a:rPr lang="zh-CN" altLang="en-US" sz="1600" b="1" spc="-50" dirty="0">
                  <a:latin typeface="宋体" panose="02010600030101010101" pitchFamily="2" charset="-122"/>
                </a:rPr>
                <a:t>中□、</a:t>
              </a:r>
              <a:r>
                <a:rPr lang="zh-CN" altLang="en-US" sz="1600" b="1" spc="-50" dirty="0">
                  <a:latin typeface="Times New Roman" panose="02020603050405020304"/>
                  <a:cs typeface="Times New Roman" panose="02020603050405020304"/>
                </a:rPr>
                <a:t>■</a:t>
              </a:r>
              <a:r>
                <a:rPr lang="zh-CN" altLang="en-US" sz="1600" b="1" spc="-50" dirty="0">
                  <a:latin typeface="宋体" panose="02010600030101010101" pitchFamily="2" charset="-122"/>
                </a:rPr>
                <a:t>表示控制信号</a:t>
              </a:r>
              <a:r>
                <a:rPr lang="en-US" altLang="zh-CN" sz="1600" b="1" spc="-50" dirty="0">
                  <a:latin typeface="宋体" panose="02010600030101010101" pitchFamily="2" charset="-122"/>
                </a:rPr>
                <a:t>=0</a:t>
              </a:r>
              <a:r>
                <a:rPr lang="zh-CN" altLang="en-US" sz="1600" b="1" spc="-50" dirty="0">
                  <a:latin typeface="宋体" panose="02010600030101010101" pitchFamily="2" charset="-122"/>
                </a:rPr>
                <a:t>、</a:t>
              </a:r>
              <a:r>
                <a:rPr lang="en-US" altLang="zh-CN" sz="1600" b="1" spc="-50" dirty="0">
                  <a:latin typeface="宋体" panose="02010600030101010101" pitchFamily="2" charset="-122"/>
                </a:rPr>
                <a:t>1</a:t>
              </a:r>
              <a:r>
                <a:rPr lang="zh-CN" altLang="en-US" sz="1600" b="1" spc="-50" dirty="0">
                  <a:latin typeface="宋体" panose="02010600030101010101" pitchFamily="2" charset="-122"/>
                </a:rPr>
                <a:t>时所选的入端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02" name="线形标注 2 11">
            <a:extLst>
              <a:ext uri="{FF2B5EF4-FFF2-40B4-BE49-F238E27FC236}">
                <a16:creationId xmlns:a16="http://schemas.microsoft.com/office/drawing/2014/main" id="{689DE84F-9AD9-4B9E-A824-6763F7D5C409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516216" y="5661248"/>
            <a:ext cx="2412000" cy="252000"/>
          </a:xfrm>
          <a:prstGeom prst="borderCallout2">
            <a:avLst>
              <a:gd name="adj1" fmla="val 48951"/>
              <a:gd name="adj2" fmla="val -717"/>
              <a:gd name="adj3" fmla="val 49565"/>
              <a:gd name="adj4" fmla="val -9650"/>
              <a:gd name="adj5" fmla="val -176779"/>
              <a:gd name="adj6" fmla="val -69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数据通路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只讨论</a:t>
            </a:r>
            <a:r>
              <a:rPr lang="zh-CN" altLang="en-US" sz="1600" b="1" dirty="0">
                <a:solidFill>
                  <a:srgbClr val="FF3399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理想</a:t>
            </a:r>
            <a:r>
              <a:rPr lang="en-US" altLang="zh-CN" sz="1600" b="1" dirty="0">
                <a:solidFill>
                  <a:srgbClr val="FF3399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MEM</a:t>
            </a:r>
            <a:r>
              <a:rPr lang="en-US" altLang="zh-CN" sz="1600" b="1" dirty="0">
                <a:latin typeface="宋体" panose="02010600030101010101" pitchFamily="2" charset="-122"/>
              </a:rPr>
              <a:t>!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8" grpId="0" bldLvl="0" animBg="1"/>
      <p:bldP spid="20" grpId="0" bldLvl="0"/>
      <p:bldP spid="21" grpId="0" bldLvl="0" animBg="1"/>
      <p:bldP spid="12" grpId="0" bldLvl="0" animBg="1"/>
      <p:bldP spid="3" grpId="0" bldLvl="0" animBg="1"/>
      <p:bldP spid="102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25</a:t>
            </a:fld>
            <a:endParaRPr lang="en-US" altLang="zh-CN" dirty="0"/>
          </a:p>
        </p:txBody>
      </p:sp>
      <p:sp>
        <p:nvSpPr>
          <p:cNvPr id="175" name="Text Box 5"/>
          <p:cNvSpPr txBox="1">
            <a:spLocks noChangeArrowheads="1"/>
          </p:cNvSpPr>
          <p:nvPr/>
        </p:nvSpPr>
        <p:spPr bwMode="auto">
          <a:xfrm>
            <a:off x="179512" y="1628800"/>
            <a:ext cx="8784976" cy="4378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RD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M[(RS)]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执行阶段的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800" b="1" dirty="0">
                <a:latin typeface="宋体" panose="02010600030101010101" pitchFamily="2" charset="-122"/>
              </a:rPr>
              <a:t>(REG</a:t>
            </a:r>
            <a:r>
              <a:rPr lang="zh-CN" altLang="en-US" sz="1800" b="1" dirty="0">
                <a:latin typeface="宋体" panose="02010600030101010101" pitchFamily="2" charset="-122"/>
              </a:rPr>
              <a:t>间接寻址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76" name="Text Box 318"/>
          <p:cNvSpPr txBox="1">
            <a:spLocks noChangeArrowheads="1"/>
          </p:cNvSpPr>
          <p:nvPr/>
        </p:nvSpPr>
        <p:spPr bwMode="auto">
          <a:xfrm>
            <a:off x="1115695" y="1988840"/>
            <a:ext cx="365061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MAR←(RS)      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;OPD</a:t>
            </a: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寻址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MDR←M[(MAR)]</a:t>
            </a:r>
            <a:r>
              <a:rPr lang="zh-CN" altLang="en-US" sz="2000" b="1" dirty="0">
                <a:latin typeface="+mn-ea"/>
              </a:rPr>
              <a:t>  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;</a:t>
            </a: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取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OPD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t6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>
                <a:latin typeface="+mn-ea"/>
                <a:ea typeface="+mn-ea"/>
              </a:rPr>
              <a:t>RD←(MDR)</a:t>
            </a:r>
            <a:r>
              <a:rPr lang="zh-CN" altLang="en-US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>
                <a:latin typeface="+mn-ea"/>
                <a:ea typeface="+mn-ea"/>
              </a:rPr>
              <a:t>End</a:t>
            </a:r>
            <a:r>
              <a:rPr lang="zh-CN" altLang="en-US" sz="2000" b="1" dirty="0">
                <a:latin typeface="+mn-ea"/>
                <a:ea typeface="+mn-ea"/>
              </a:rPr>
              <a:t>←</a:t>
            </a:r>
            <a:r>
              <a:rPr lang="en-US" altLang="zh-CN" sz="2000" b="1" dirty="0">
                <a:latin typeface="+mn-ea"/>
                <a:ea typeface="+mn-ea"/>
              </a:rPr>
              <a:t>1</a:t>
            </a:r>
          </a:p>
        </p:txBody>
      </p:sp>
      <p:sp>
        <p:nvSpPr>
          <p:cNvPr id="182" name="Text Box 318"/>
          <p:cNvSpPr txBox="1">
            <a:spLocks noChangeArrowheads="1"/>
          </p:cNvSpPr>
          <p:nvPr/>
        </p:nvSpPr>
        <p:spPr bwMode="auto">
          <a:xfrm>
            <a:off x="4968000" y="1988910"/>
            <a:ext cx="3961370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GR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>
                <a:solidFill>
                  <a:srgbClr val="C00000"/>
                </a:solidFill>
                <a:latin typeface="+mn-ea"/>
              </a:rPr>
              <a:t>G</a:t>
            </a:r>
            <a:r>
              <a:rPr lang="en-US" altLang="zh-CN" sz="2000" b="1" dirty="0" err="1">
                <a:solidFill>
                  <a:srgbClr val="C00000"/>
                </a:solidFill>
                <a:latin typeface="+mn-ea"/>
              </a:rPr>
              <a:t>R</a:t>
            </a:r>
            <a:r>
              <a:rPr lang="en-US" altLang="zh-CN" sz="2000" b="1" baseline="-25000" dirty="0" err="1">
                <a:solidFill>
                  <a:srgbClr val="C00000"/>
                </a:solidFill>
                <a:latin typeface="+mn-ea"/>
              </a:rPr>
              <a:t>sel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 err="1">
                <a:latin typeface="+mn-ea"/>
              </a:rPr>
              <a:t>MAR</a:t>
            </a:r>
            <a:r>
              <a:rPr lang="en-US" altLang="zh-CN" sz="2000" b="1" baseline="-18000" dirty="0" err="1">
                <a:latin typeface="+mn-ea"/>
              </a:rPr>
              <a:t>in</a:t>
            </a:r>
            <a:r>
              <a:rPr lang="en-US" altLang="zh-CN" sz="2000" b="1" dirty="0">
                <a:solidFill>
                  <a:srgbClr val="CC33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CC3300"/>
                </a:solidFill>
                <a:latin typeface="+mn-ea"/>
              </a:rPr>
              <a:t>;RS</a:t>
            </a:r>
            <a:r>
              <a:rPr lang="zh-CN" altLang="en-US" sz="1600" b="1" dirty="0">
                <a:solidFill>
                  <a:srgbClr val="CC3300"/>
                </a:solidFill>
                <a:latin typeface="+mn-ea"/>
              </a:rPr>
              <a:t>在</a:t>
            </a:r>
            <a:r>
              <a:rPr lang="en-US" altLang="zh-CN" sz="1600" b="1" dirty="0">
                <a:solidFill>
                  <a:srgbClr val="CC3300"/>
                </a:solidFill>
                <a:latin typeface="+mn-ea"/>
              </a:rPr>
              <a:t>1</a:t>
            </a:r>
            <a:r>
              <a:rPr lang="zh-CN" altLang="en-US" sz="1600" b="1" dirty="0">
                <a:solidFill>
                  <a:srgbClr val="CC3300"/>
                </a:solidFill>
                <a:latin typeface="+mn-ea"/>
              </a:rPr>
              <a:t>端</a:t>
            </a:r>
            <a:endParaRPr lang="en-US" altLang="zh-CN" sz="1600" b="1" baseline="-18000" dirty="0">
              <a:latin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MEMR</a:t>
            </a:r>
            <a:r>
              <a:rPr lang="zh-CN" altLang="en-US" sz="2000" b="1" strike="sngStrik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000" b="1" strike="sngStrike" dirty="0">
                <a:solidFill>
                  <a:srgbClr val="FF3399"/>
                </a:solidFill>
                <a:latin typeface="宋体" panose="02010600030101010101" pitchFamily="2" charset="-122"/>
              </a:rPr>
              <a:t>WMFC</a:t>
            </a:r>
            <a:endParaRPr lang="en-US" altLang="zh-CN" sz="2000" b="1" strike="sngStrike" dirty="0">
              <a:solidFill>
                <a:srgbClr val="FF3399"/>
              </a:solidFill>
              <a:latin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t6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>
                <a:latin typeface="+mn-ea"/>
                <a:ea typeface="+mn-ea"/>
              </a:rPr>
              <a:t>MDR</a:t>
            </a:r>
            <a:r>
              <a:rPr lang="en-US" altLang="zh-CN" sz="2000" b="1" baseline="-18000" dirty="0" err="1">
                <a:latin typeface="+mn-ea"/>
                <a:ea typeface="+mn-ea"/>
              </a:rPr>
              <a:t>out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GR</a:t>
            </a:r>
            <a:r>
              <a:rPr lang="en-US" altLang="zh-CN" sz="2000" b="1" baseline="-18000" dirty="0" err="1">
                <a:latin typeface="+mn-ea"/>
                <a:ea typeface="+mn-ea"/>
              </a:rPr>
              <a:t>in</a:t>
            </a:r>
            <a:r>
              <a:rPr lang="zh-CN" altLang="en-US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>
                <a:latin typeface="+mn-ea"/>
                <a:ea typeface="+mn-ea"/>
              </a:rPr>
              <a:t>End</a:t>
            </a:r>
            <a:r>
              <a:rPr lang="en-US" altLang="zh-CN" sz="2000" b="1" dirty="0">
                <a:solidFill>
                  <a:srgbClr val="CC3300"/>
                </a:solidFill>
                <a:latin typeface="+mn-ea"/>
              </a:rPr>
              <a:t>  </a:t>
            </a:r>
            <a:r>
              <a:rPr lang="en-US" altLang="zh-CN" sz="1600" b="1" dirty="0">
                <a:solidFill>
                  <a:srgbClr val="CC3300"/>
                </a:solidFill>
                <a:latin typeface="+mn-ea"/>
              </a:rPr>
              <a:t>;</a:t>
            </a:r>
            <a:r>
              <a:rPr lang="zh-CN" altLang="en-US" sz="1600" b="1" dirty="0">
                <a:solidFill>
                  <a:srgbClr val="CC3300"/>
                </a:solidFill>
                <a:latin typeface="+mn-ea"/>
              </a:rPr>
              <a:t>仅写</a:t>
            </a:r>
            <a:r>
              <a:rPr lang="en-US" altLang="zh-CN" sz="1600" b="1" dirty="0">
                <a:solidFill>
                  <a:srgbClr val="CC3300"/>
                </a:solidFill>
                <a:latin typeface="+mn-ea"/>
              </a:rPr>
              <a:t>RD</a:t>
            </a:r>
            <a:endParaRPr lang="en-US" altLang="zh-CN" sz="2000" b="1" baseline="-18000" dirty="0">
              <a:latin typeface="+mn-ea"/>
              <a:ea typeface="+mn-ea"/>
            </a:endParaRPr>
          </a:p>
        </p:txBody>
      </p:sp>
      <p:sp>
        <p:nvSpPr>
          <p:cNvPr id="183" name="Text Box 322"/>
          <p:cNvSpPr txBox="1">
            <a:spLocks noChangeArrowheads="1"/>
          </p:cNvSpPr>
          <p:nvPr/>
        </p:nvSpPr>
        <p:spPr bwMode="auto">
          <a:xfrm>
            <a:off x="1296035" y="2924830"/>
            <a:ext cx="774046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1" dirty="0">
                <a:solidFill>
                  <a:srgbClr val="CC3300"/>
                </a:solidFill>
                <a:latin typeface="宋体" panose="02010600030101010101" pitchFamily="2" charset="-122"/>
              </a:rPr>
              <a:t>注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1800" b="1" spc="-150" dirty="0">
                <a:latin typeface="宋体" panose="02010600030101010101" pitchFamily="2" charset="-122"/>
              </a:rPr>
              <a:t>End</a:t>
            </a:r>
            <a:r>
              <a:rPr lang="zh-CN" altLang="en-US" sz="1800" b="1" spc="-150" dirty="0">
                <a:latin typeface="宋体" panose="02010600030101010101" pitchFamily="2" charset="-122"/>
              </a:rPr>
              <a:t>信号表示指令周期</a:t>
            </a:r>
            <a:r>
              <a:rPr lang="zh-CN" altLang="en-US" sz="1800" b="1" u="sng" spc="-150" dirty="0">
                <a:latin typeface="宋体" panose="02010600030101010101" pitchFamily="2" charset="-122"/>
              </a:rPr>
              <a:t>是</a:t>
            </a:r>
            <a:r>
              <a:rPr lang="en-US" altLang="zh-CN" sz="1800" b="1" u="sng" spc="-150" dirty="0">
                <a:latin typeface="宋体" panose="02010600030101010101" pitchFamily="2" charset="-122"/>
              </a:rPr>
              <a:t>/</a:t>
            </a:r>
            <a:r>
              <a:rPr lang="zh-CN" altLang="en-US" sz="1800" b="1" u="sng" spc="-150" dirty="0">
                <a:latin typeface="宋体" panose="02010600030101010101" pitchFamily="2" charset="-122"/>
              </a:rPr>
              <a:t>否结束</a:t>
            </a:r>
            <a:r>
              <a:rPr lang="zh-CN" altLang="en-US" sz="1800" b="1" spc="-150" dirty="0">
                <a:latin typeface="宋体" panose="02010600030101010101" pitchFamily="2" charset="-122"/>
              </a:rPr>
              <a:t>，用于</a:t>
            </a:r>
            <a:r>
              <a:rPr lang="zh-CN" altLang="en-US" sz="1800" b="1" u="sng" spc="-150" dirty="0">
                <a:solidFill>
                  <a:srgbClr val="0070C0"/>
                </a:solidFill>
                <a:latin typeface="宋体" panose="02010600030101010101" pitchFamily="2" charset="-122"/>
              </a:rPr>
              <a:t>触发</a:t>
            </a:r>
            <a:r>
              <a:rPr lang="zh-CN" altLang="en-US" sz="1800" b="1" spc="-150" dirty="0">
                <a:latin typeface="宋体" panose="02010600030101010101" pitchFamily="2" charset="-122"/>
              </a:rPr>
              <a:t>中断请求的</a:t>
            </a:r>
            <a:r>
              <a:rPr lang="zh-CN" altLang="en-US" sz="1800" b="1" u="sng" spc="-150" dirty="0">
                <a:solidFill>
                  <a:srgbClr val="0070C0"/>
                </a:solidFill>
                <a:latin typeface="宋体" panose="02010600030101010101" pitchFamily="2" charset="-122"/>
              </a:rPr>
              <a:t>检测</a:t>
            </a:r>
            <a:r>
              <a:rPr lang="en-US" altLang="zh-CN" sz="1800" b="1" spc="-150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spc="-150" dirty="0">
                <a:solidFill>
                  <a:schemeClr val="tx1"/>
                </a:solidFill>
                <a:latin typeface="宋体" panose="02010600030101010101" pitchFamily="2" charset="-122"/>
              </a:rPr>
              <a:t>指令周期结束时</a:t>
            </a:r>
            <a:r>
              <a:rPr lang="en-US" altLang="zh-CN" sz="1800" b="1" spc="-150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84" name="Text Box 5"/>
          <p:cNvSpPr txBox="1">
            <a:spLocks noChangeArrowheads="1"/>
          </p:cNvSpPr>
          <p:nvPr/>
        </p:nvSpPr>
        <p:spPr bwMode="auto">
          <a:xfrm>
            <a:off x="179512" y="3284984"/>
            <a:ext cx="8784976" cy="4378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M[(RS)]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(RD)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执行阶段的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800" b="1" dirty="0">
                <a:latin typeface="宋体" panose="02010600030101010101" pitchFamily="2" charset="-122"/>
              </a:rPr>
              <a:t>(REG</a:t>
            </a:r>
            <a:r>
              <a:rPr lang="zh-CN" altLang="en-US" sz="1800" b="1" dirty="0">
                <a:latin typeface="宋体" panose="02010600030101010101" pitchFamily="2" charset="-122"/>
              </a:rPr>
              <a:t>寻址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85" name="Text Box 318"/>
          <p:cNvSpPr txBox="1">
            <a:spLocks noChangeArrowheads="1"/>
          </p:cNvSpPr>
          <p:nvPr/>
        </p:nvSpPr>
        <p:spPr bwMode="auto">
          <a:xfrm>
            <a:off x="1115695" y="3645024"/>
            <a:ext cx="3709670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MAR←(RS)</a:t>
            </a:r>
            <a:r>
              <a:rPr lang="en-US" altLang="zh-CN" sz="2000" b="1" dirty="0">
                <a:solidFill>
                  <a:srgbClr val="CC3300"/>
                </a:solidFill>
                <a:latin typeface="+mn-ea"/>
              </a:rPr>
              <a:t>    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MDR←(RD)</a:t>
            </a:r>
            <a:r>
              <a:rPr lang="en-US" altLang="zh-CN" sz="2000" b="1" dirty="0">
                <a:solidFill>
                  <a:srgbClr val="CC3300"/>
                </a:solidFill>
                <a:latin typeface="+mn-ea"/>
              </a:rPr>
              <a:t>    </a:t>
            </a:r>
            <a:endParaRPr lang="en-US" altLang="zh-CN" sz="2000" b="1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M[(MAR)]←(MDR)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r>
              <a:rPr lang="zh-CN" altLang="en-US" sz="2000" b="1" dirty="0">
                <a:latin typeface="+mn-ea"/>
              </a:rPr>
              <a:t>←</a:t>
            </a:r>
            <a:r>
              <a:rPr lang="en-US" altLang="zh-CN" sz="2000" b="1" dirty="0">
                <a:latin typeface="+mn-ea"/>
              </a:rPr>
              <a:t>1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186" name="Text Box 318"/>
          <p:cNvSpPr txBox="1">
            <a:spLocks noChangeArrowheads="1"/>
          </p:cNvSpPr>
          <p:nvPr/>
        </p:nvSpPr>
        <p:spPr bwMode="auto">
          <a:xfrm>
            <a:off x="4968240" y="3645024"/>
            <a:ext cx="4068256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GR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>
                <a:latin typeface="+mn-ea"/>
              </a:rPr>
              <a:t>G</a:t>
            </a:r>
            <a:r>
              <a:rPr lang="en-US" altLang="zh-CN" sz="2000" b="1" dirty="0" err="1">
                <a:latin typeface="+mn-ea"/>
              </a:rPr>
              <a:t>R</a:t>
            </a:r>
            <a:r>
              <a:rPr lang="en-US" altLang="zh-CN" sz="2000" b="1" baseline="-25000" dirty="0" err="1">
                <a:latin typeface="+mn-ea"/>
              </a:rPr>
              <a:t>sel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 err="1">
                <a:latin typeface="+mn-ea"/>
              </a:rPr>
              <a:t>MAR</a:t>
            </a:r>
            <a:r>
              <a:rPr lang="en-US" altLang="zh-CN" sz="2000" b="1" baseline="-18000" dirty="0" err="1">
                <a:latin typeface="+mn-ea"/>
              </a:rPr>
              <a:t>in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GR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 err="1">
                <a:latin typeface="+mn-ea"/>
              </a:rPr>
              <a:t>MDR</a:t>
            </a:r>
            <a:r>
              <a:rPr lang="en-US" altLang="zh-CN" sz="2000" b="1" baseline="-18000" dirty="0" err="1">
                <a:latin typeface="+mn-ea"/>
              </a:rPr>
              <a:t>in</a:t>
            </a:r>
            <a:r>
              <a:rPr lang="en-US" altLang="zh-CN" sz="2000" b="1" dirty="0">
                <a:latin typeface="+mn-ea"/>
              </a:rPr>
              <a:t>   </a:t>
            </a:r>
            <a:r>
              <a:rPr lang="en-US" altLang="zh-CN" sz="1600" b="1" dirty="0">
                <a:solidFill>
                  <a:srgbClr val="CC3300"/>
                </a:solidFill>
                <a:latin typeface="+mn-ea"/>
              </a:rPr>
              <a:t>;RD</a:t>
            </a:r>
            <a:r>
              <a:rPr lang="zh-CN" altLang="en-US" sz="1600" b="1" dirty="0">
                <a:solidFill>
                  <a:srgbClr val="CC3300"/>
                </a:solidFill>
                <a:latin typeface="+mn-ea"/>
              </a:rPr>
              <a:t>在</a:t>
            </a:r>
            <a:r>
              <a:rPr lang="en-US" altLang="zh-CN" sz="1600" b="1" dirty="0">
                <a:solidFill>
                  <a:srgbClr val="CC330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CC3300"/>
                </a:solidFill>
                <a:latin typeface="+mn-ea"/>
              </a:rPr>
              <a:t>端</a:t>
            </a:r>
            <a:r>
              <a:rPr lang="en-US" altLang="zh-CN" sz="1600" b="1" dirty="0">
                <a:solidFill>
                  <a:srgbClr val="CC3300"/>
                </a:solidFill>
                <a:latin typeface="+mn-ea"/>
              </a:rPr>
              <a:t>,</a:t>
            </a:r>
            <a:r>
              <a:rPr lang="en-US" altLang="zh-CN" sz="1600" b="1" dirty="0" err="1">
                <a:solidFill>
                  <a:srgbClr val="CC3300"/>
                </a:solidFill>
                <a:latin typeface="+mn-ea"/>
              </a:rPr>
              <a:t>GR</a:t>
            </a:r>
            <a:r>
              <a:rPr lang="en-US" altLang="zh-CN" sz="1600" b="1" baseline="-25000" dirty="0" err="1">
                <a:solidFill>
                  <a:srgbClr val="CC3300"/>
                </a:solidFill>
                <a:latin typeface="+mn-ea"/>
              </a:rPr>
              <a:t>sel</a:t>
            </a:r>
            <a:r>
              <a:rPr lang="en-US" altLang="zh-CN" sz="1600" b="1" dirty="0">
                <a:solidFill>
                  <a:srgbClr val="CC3300"/>
                </a:solidFill>
                <a:latin typeface="+mn-ea"/>
              </a:rPr>
              <a:t>=0</a:t>
            </a:r>
            <a:endParaRPr lang="en-US" altLang="zh-CN" sz="1800" b="1" dirty="0">
              <a:solidFill>
                <a:srgbClr val="CC3300"/>
              </a:solidFill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MEMW</a:t>
            </a:r>
            <a:r>
              <a:rPr lang="zh-CN" altLang="en-US" sz="2000" b="1" strike="sngStrik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000" b="1" strike="sngStrike" dirty="0">
                <a:solidFill>
                  <a:srgbClr val="FF3399"/>
                </a:solidFill>
                <a:latin typeface="宋体" panose="02010600030101010101" pitchFamily="2" charset="-122"/>
              </a:rPr>
              <a:t>WMFC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endParaRPr lang="en-US" altLang="zh-CN" sz="2000" b="1" baseline="-18000" dirty="0">
              <a:latin typeface="+mn-ea"/>
            </a:endParaRPr>
          </a:p>
        </p:txBody>
      </p:sp>
      <p:sp>
        <p:nvSpPr>
          <p:cNvPr id="19" name="AutoShape 62">
            <a:hlinkClick r:id="rId92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2195736" y="4687200"/>
            <a:ext cx="3096659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+mn-ea"/>
              </a:rPr>
              <a:t>如何区分读</a:t>
            </a:r>
            <a:r>
              <a:rPr lang="en-US" altLang="zh-CN" sz="1800" b="1" dirty="0">
                <a:latin typeface="+mn-ea"/>
              </a:rPr>
              <a:t>RS</a:t>
            </a:r>
            <a:r>
              <a:rPr lang="zh-CN" altLang="en-US" sz="1800" b="1" dirty="0">
                <a:latin typeface="+mn-ea"/>
              </a:rPr>
              <a:t>、读</a:t>
            </a:r>
            <a:r>
              <a:rPr lang="en-US" altLang="zh-CN" sz="1800" b="1" dirty="0">
                <a:latin typeface="+mn-ea"/>
              </a:rPr>
              <a:t>RD</a:t>
            </a:r>
            <a:r>
              <a:rPr lang="zh-CN" altLang="en-US" sz="1800" b="1" dirty="0">
                <a:latin typeface="宋体" panose="02010600030101010101" pitchFamily="2" charset="-122"/>
              </a:rPr>
              <a:t>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1116000" y="404664"/>
            <a:ext cx="7272020" cy="1151890"/>
            <a:chOff x="1587" y="5953"/>
            <a:chExt cx="11452" cy="1814"/>
          </a:xfrm>
        </p:grpSpPr>
        <p:sp>
          <p:nvSpPr>
            <p:cNvPr id="255" name="Text Box 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587" y="5953"/>
              <a:ext cx="11452" cy="181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6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447" y="6520"/>
              <a:ext cx="397" cy="56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mongolianVert" lIns="0" tIns="0" rIns="0" bIns="0" anchor="b" anchorCtr="1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257" name="直接连接符 256"/>
            <p:cNvCxnSpPr/>
            <p:nvPr>
              <p:custDataLst>
                <p:tags r:id="rId8"/>
              </p:custDataLst>
            </p:nvPr>
          </p:nvCxnSpPr>
          <p:spPr bwMode="auto">
            <a:xfrm>
              <a:off x="3286" y="6066"/>
              <a:ext cx="4706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8" name="Text Box 18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756" y="6747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259" name="Text Box 1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719" y="6747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260" name="Text Box 1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683" y="6749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cxnSp>
          <p:nvCxnSpPr>
            <p:cNvPr id="261" name="直接连接符 260"/>
            <p:cNvCxnSpPr/>
            <p:nvPr>
              <p:custDataLst>
                <p:tags r:id="rId12"/>
              </p:custDataLst>
            </p:nvPr>
          </p:nvCxnSpPr>
          <p:spPr bwMode="auto">
            <a:xfrm>
              <a:off x="1927" y="708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2" name="直接连接符 261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2211" y="708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3" name="直接连接符 262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3063" y="7089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4" name="直接连接符 263"/>
            <p:cNvCxnSpPr/>
            <p:nvPr>
              <p:custDataLst>
                <p:tags r:id="rId15"/>
              </p:custDataLst>
            </p:nvPr>
          </p:nvCxnSpPr>
          <p:spPr bwMode="auto">
            <a:xfrm>
              <a:off x="4080" y="7100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5" name="直接连接符 445"/>
            <p:cNvCxnSpPr/>
            <p:nvPr>
              <p:custDataLst>
                <p:tags r:id="rId16"/>
              </p:custDataLst>
            </p:nvPr>
          </p:nvCxnSpPr>
          <p:spPr bwMode="auto">
            <a:xfrm>
              <a:off x="4080" y="6463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6" name="直接连接符 265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2889" y="6464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67" name="Text Box 1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663" y="6180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268" name="Text Box 18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400" y="6180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</p:txBody>
        </p:sp>
        <p:cxnSp>
          <p:nvCxnSpPr>
            <p:cNvPr id="269" name="直接连接符 268"/>
            <p:cNvCxnSpPr/>
            <p:nvPr>
              <p:custDataLst>
                <p:tags r:id="rId20"/>
              </p:custDataLst>
            </p:nvPr>
          </p:nvCxnSpPr>
          <p:spPr bwMode="auto">
            <a:xfrm>
              <a:off x="3286" y="6066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0" name="直接连接符 269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3286" y="6463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1" name="直接连接符 270"/>
            <p:cNvCxnSpPr/>
            <p:nvPr>
              <p:custDataLst>
                <p:tags r:id="rId22"/>
              </p:custDataLst>
            </p:nvPr>
          </p:nvCxnSpPr>
          <p:spPr bwMode="auto">
            <a:xfrm>
              <a:off x="5329" y="6802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2" name="直接连接符 271"/>
            <p:cNvCxnSpPr/>
            <p:nvPr>
              <p:custDataLst>
                <p:tags r:id="rId23"/>
              </p:custDataLst>
            </p:nvPr>
          </p:nvCxnSpPr>
          <p:spPr bwMode="auto">
            <a:xfrm>
              <a:off x="4705" y="6405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3" name="直接连接符 272"/>
            <p:cNvCxnSpPr/>
            <p:nvPr>
              <p:custDataLst>
                <p:tags r:id="rId24"/>
              </p:custDataLst>
            </p:nvPr>
          </p:nvCxnSpPr>
          <p:spPr bwMode="auto">
            <a:xfrm>
              <a:off x="4705" y="6405"/>
              <a:ext cx="0" cy="124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4" name="AutoShape 15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 rot="16200000">
              <a:off x="5441" y="6405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sp>
          <p:nvSpPr>
            <p:cNvPr id="275" name="Text Box 1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027" y="674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276" name="直接连接符 275"/>
            <p:cNvCxnSpPr/>
            <p:nvPr>
              <p:custDataLst>
                <p:tags r:id="rId27"/>
              </p:custDataLst>
            </p:nvPr>
          </p:nvCxnSpPr>
          <p:spPr bwMode="auto">
            <a:xfrm>
              <a:off x="7199" y="7087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7" name="直接连接符 276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7483" y="7087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8" name="直接连接符 445"/>
            <p:cNvCxnSpPr/>
            <p:nvPr>
              <p:custDataLst>
                <p:tags r:id="rId29"/>
              </p:custDataLst>
            </p:nvPr>
          </p:nvCxnSpPr>
          <p:spPr bwMode="auto">
            <a:xfrm>
              <a:off x="7367" y="651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9" name="直接连接符 278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6065" y="6519"/>
              <a:ext cx="130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" name="直接连接符 279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6065" y="6747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1" name="直接连接符 280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5102" y="6974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2" name="直接连接符 445"/>
            <p:cNvCxnSpPr/>
            <p:nvPr>
              <p:custDataLst>
                <p:tags r:id="rId33"/>
              </p:custDataLst>
            </p:nvPr>
          </p:nvCxnSpPr>
          <p:spPr bwMode="auto">
            <a:xfrm>
              <a:off x="6631" y="6974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3" name="直接箭头连接符 282"/>
            <p:cNvCxnSpPr/>
            <p:nvPr>
              <p:custDataLst>
                <p:tags r:id="rId34"/>
              </p:custDataLst>
            </p:nvPr>
          </p:nvCxnSpPr>
          <p:spPr bwMode="auto">
            <a:xfrm>
              <a:off x="1757" y="7654"/>
              <a:ext cx="9298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4" name="等腰三角形 283"/>
            <p:cNvSpPr/>
            <p:nvPr>
              <p:custDataLst>
                <p:tags r:id="rId35"/>
              </p:custDataLst>
            </p:nvPr>
          </p:nvSpPr>
          <p:spPr bwMode="auto">
            <a:xfrm>
              <a:off x="1814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5" name="Text Box 18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4875" y="66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286" name="Text Box 18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349" y="66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Z</a:t>
              </a:r>
            </a:p>
          </p:txBody>
        </p:sp>
        <p:sp>
          <p:nvSpPr>
            <p:cNvPr id="287" name="等腰三角形 286"/>
            <p:cNvSpPr/>
            <p:nvPr>
              <p:custDataLst>
                <p:tags r:id="rId38"/>
              </p:custDataLst>
            </p:nvPr>
          </p:nvSpPr>
          <p:spPr bwMode="auto">
            <a:xfrm>
              <a:off x="3968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8" name="等腰三角形 287"/>
            <p:cNvSpPr/>
            <p:nvPr>
              <p:custDataLst>
                <p:tags r:id="rId39"/>
              </p:custDataLst>
            </p:nvPr>
          </p:nvSpPr>
          <p:spPr bwMode="auto">
            <a:xfrm>
              <a:off x="6517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9" name="等腰三角形 288"/>
            <p:cNvSpPr/>
            <p:nvPr>
              <p:custDataLst>
                <p:tags r:id="rId40"/>
              </p:custDataLst>
            </p:nvPr>
          </p:nvSpPr>
          <p:spPr bwMode="auto">
            <a:xfrm>
              <a:off x="7086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290" name="直接连接符 289"/>
            <p:cNvCxnSpPr/>
            <p:nvPr>
              <p:custDataLst>
                <p:tags r:id="rId41"/>
              </p:custDataLst>
            </p:nvPr>
          </p:nvCxnSpPr>
          <p:spPr bwMode="auto">
            <a:xfrm flipH="1" flipV="1">
              <a:off x="5839" y="6944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91" name="Text Box 18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5669" y="7142"/>
              <a:ext cx="39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200" b="1" baseline="-18000" dirty="0" err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92" name="直接连接符 291"/>
            <p:cNvCxnSpPr/>
            <p:nvPr>
              <p:custDataLst>
                <p:tags r:id="rId43"/>
              </p:custDataLst>
            </p:nvPr>
          </p:nvCxnSpPr>
          <p:spPr bwMode="auto">
            <a:xfrm>
              <a:off x="6349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3" name="直接连接符 292"/>
            <p:cNvCxnSpPr/>
            <p:nvPr>
              <p:custDataLst>
                <p:tags r:id="rId44"/>
              </p:custDataLst>
            </p:nvPr>
          </p:nvCxnSpPr>
          <p:spPr bwMode="auto">
            <a:xfrm flipH="1" flipV="1">
              <a:off x="6462" y="6972"/>
              <a:ext cx="1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4" name="直接连接符 293"/>
            <p:cNvCxnSpPr/>
            <p:nvPr>
              <p:custDataLst>
                <p:tags r:id="rId45"/>
              </p:custDataLst>
            </p:nvPr>
          </p:nvCxnSpPr>
          <p:spPr bwMode="auto">
            <a:xfrm flipH="1" flipV="1">
              <a:off x="5272" y="6972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5" name="直接连接符 294"/>
            <p:cNvCxnSpPr/>
            <p:nvPr>
              <p:custDataLst>
                <p:tags r:id="rId46"/>
              </p:custDataLst>
            </p:nvPr>
          </p:nvCxnSpPr>
          <p:spPr bwMode="auto">
            <a:xfrm>
              <a:off x="6916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6" name="直接连接符 295"/>
            <p:cNvCxnSpPr/>
            <p:nvPr>
              <p:custDataLst>
                <p:tags r:id="rId47"/>
              </p:custDataLst>
            </p:nvPr>
          </p:nvCxnSpPr>
          <p:spPr bwMode="auto">
            <a:xfrm>
              <a:off x="1644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7" name="直接连接符 296"/>
            <p:cNvCxnSpPr/>
            <p:nvPr>
              <p:custDataLst>
                <p:tags r:id="rId48"/>
              </p:custDataLst>
            </p:nvPr>
          </p:nvCxnSpPr>
          <p:spPr bwMode="auto">
            <a:xfrm>
              <a:off x="3798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8" name="直接连接符 297"/>
            <p:cNvCxnSpPr/>
            <p:nvPr>
              <p:custDataLst>
                <p:tags r:id="rId49"/>
              </p:custDataLst>
            </p:nvPr>
          </p:nvCxnSpPr>
          <p:spPr bwMode="auto">
            <a:xfrm flipH="1" flipV="1">
              <a:off x="3288" y="7086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9" name="直接连接符 298"/>
            <p:cNvCxnSpPr/>
            <p:nvPr>
              <p:custDataLst>
                <p:tags r:id="rId50"/>
              </p:custDataLst>
            </p:nvPr>
          </p:nvCxnSpPr>
          <p:spPr bwMode="auto">
            <a:xfrm flipH="1" flipV="1">
              <a:off x="2381" y="7086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00" name="直接连接符 299"/>
            <p:cNvCxnSpPr/>
            <p:nvPr>
              <p:custDataLst>
                <p:tags r:id="rId51"/>
              </p:custDataLst>
            </p:nvPr>
          </p:nvCxnSpPr>
          <p:spPr bwMode="auto">
            <a:xfrm flipH="1">
              <a:off x="2097" y="6519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01" name="Text Box 18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927" y="6236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25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+1</a:t>
              </a:r>
              <a:endParaRPr lang="en-US" altLang="zh-CN" sz="1200" b="1" baseline="-25000" dirty="0" err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2" name="Text Box 10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9070" y="6292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303" name="直接连接符 302"/>
            <p:cNvCxnSpPr/>
            <p:nvPr>
              <p:custDataLst>
                <p:tags r:id="rId54"/>
              </p:custDataLst>
            </p:nvPr>
          </p:nvCxnSpPr>
          <p:spPr bwMode="auto">
            <a:xfrm>
              <a:off x="9240" y="7086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4" name="直接连接符 303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9581" y="7086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5" name="直接连接符 304"/>
            <p:cNvCxnSpPr/>
            <p:nvPr>
              <p:custDataLst>
                <p:tags r:id="rId56"/>
              </p:custDataLst>
            </p:nvPr>
          </p:nvCxnSpPr>
          <p:spPr bwMode="auto">
            <a:xfrm>
              <a:off x="7991" y="6462"/>
              <a:ext cx="107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6" name="直接连接符 305"/>
            <p:cNvCxnSpPr/>
            <p:nvPr>
              <p:custDataLst>
                <p:tags r:id="rId57"/>
              </p:custDataLst>
            </p:nvPr>
          </p:nvCxnSpPr>
          <p:spPr bwMode="auto">
            <a:xfrm>
              <a:off x="7991" y="6917"/>
              <a:ext cx="45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07" name="Text Box 18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8048" y="6123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308" name="Text Box 18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7937" y="6917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cxnSp>
          <p:nvCxnSpPr>
            <p:cNvPr id="309" name="直接连接符 480"/>
            <p:cNvCxnSpPr/>
            <p:nvPr>
              <p:custDataLst>
                <p:tags r:id="rId60"/>
              </p:custDataLst>
            </p:nvPr>
          </p:nvCxnSpPr>
          <p:spPr bwMode="auto">
            <a:xfrm>
              <a:off x="8164" y="6462"/>
              <a:ext cx="28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310" name="直接连接符 309"/>
            <p:cNvCxnSpPr/>
            <p:nvPr>
              <p:custDataLst>
                <p:tags r:id="rId61"/>
              </p:custDataLst>
            </p:nvPr>
          </p:nvCxnSpPr>
          <p:spPr bwMode="auto">
            <a:xfrm>
              <a:off x="7991" y="6066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1" name="等腰三角形 310"/>
            <p:cNvSpPr/>
            <p:nvPr>
              <p:custDataLst>
                <p:tags r:id="rId62"/>
              </p:custDataLst>
            </p:nvPr>
          </p:nvSpPr>
          <p:spPr bwMode="auto">
            <a:xfrm>
              <a:off x="9127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12" name="直接连接符 311"/>
            <p:cNvCxnSpPr/>
            <p:nvPr>
              <p:custDataLst>
                <p:tags r:id="rId63"/>
              </p:custDataLst>
            </p:nvPr>
          </p:nvCxnSpPr>
          <p:spPr bwMode="auto">
            <a:xfrm>
              <a:off x="8957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3" name="直接连接符 312"/>
            <p:cNvCxnSpPr/>
            <p:nvPr>
              <p:custDataLst>
                <p:tags r:id="rId64"/>
              </p:custDataLst>
            </p:nvPr>
          </p:nvCxnSpPr>
          <p:spPr bwMode="auto">
            <a:xfrm flipH="1" flipV="1">
              <a:off x="9751" y="7086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4" name="直接连接符 313"/>
            <p:cNvCxnSpPr/>
            <p:nvPr>
              <p:custDataLst>
                <p:tags r:id="rId65"/>
              </p:custDataLst>
            </p:nvPr>
          </p:nvCxnSpPr>
          <p:spPr bwMode="auto">
            <a:xfrm>
              <a:off x="8844" y="6802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15" name="直接连接符 314"/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8617" y="7087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16" name="Text Box 18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8277" y="7313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25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</a:p>
          </p:txBody>
        </p:sp>
        <p:cxnSp>
          <p:nvCxnSpPr>
            <p:cNvPr id="317" name="直接连接符 316"/>
            <p:cNvCxnSpPr/>
            <p:nvPr>
              <p:custDataLst>
                <p:tags r:id="rId68"/>
              </p:custDataLst>
            </p:nvPr>
          </p:nvCxnSpPr>
          <p:spPr bwMode="auto">
            <a:xfrm flipH="1" flipV="1">
              <a:off x="7653" y="7086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18" name="Text Box 18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11281" y="7370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MEMR MEMW</a:t>
              </a:r>
              <a:endParaRPr lang="en-US" altLang="zh-CN" sz="1600" b="1" baseline="-18000" dirty="0" err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9" name="Text Box 23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11620" y="6407"/>
              <a:ext cx="850" cy="73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理想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MEM</a:t>
              </a:r>
            </a:p>
          </p:txBody>
        </p:sp>
        <p:cxnSp>
          <p:nvCxnSpPr>
            <p:cNvPr id="320" name="直接连接符 319"/>
            <p:cNvCxnSpPr/>
            <p:nvPr>
              <p:custDataLst>
                <p:tags r:id="rId71"/>
              </p:custDataLst>
            </p:nvPr>
          </p:nvCxnSpPr>
          <p:spPr bwMode="auto">
            <a:xfrm>
              <a:off x="10658" y="7144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1" name="直接连接符 320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10942" y="7144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2" name="直接连接符 321"/>
            <p:cNvCxnSpPr/>
            <p:nvPr>
              <p:custDataLst>
                <p:tags r:id="rId73"/>
              </p:custDataLst>
            </p:nvPr>
          </p:nvCxnSpPr>
          <p:spPr bwMode="auto">
            <a:xfrm>
              <a:off x="11166" y="65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3" name="直接连接符 322"/>
            <p:cNvCxnSpPr/>
            <p:nvPr>
              <p:custDataLst>
                <p:tags r:id="rId74"/>
              </p:custDataLst>
            </p:nvPr>
          </p:nvCxnSpPr>
          <p:spPr bwMode="auto">
            <a:xfrm>
              <a:off x="11166" y="691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24" name="直接连接符 323"/>
            <p:cNvCxnSpPr/>
            <p:nvPr>
              <p:custDataLst>
                <p:tags r:id="rId75"/>
              </p:custDataLst>
            </p:nvPr>
          </p:nvCxnSpPr>
          <p:spPr bwMode="auto">
            <a:xfrm flipH="1">
              <a:off x="11166" y="703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25" name="直接连接符 324"/>
            <p:cNvCxnSpPr/>
            <p:nvPr>
              <p:custDataLst>
                <p:tags r:id="rId76"/>
              </p:custDataLst>
            </p:nvPr>
          </p:nvCxnSpPr>
          <p:spPr bwMode="auto">
            <a:xfrm>
              <a:off x="10259" y="6520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6" name="直接连接符 325"/>
            <p:cNvCxnSpPr/>
            <p:nvPr>
              <p:custDataLst>
                <p:tags r:id="rId77"/>
              </p:custDataLst>
            </p:nvPr>
          </p:nvCxnSpPr>
          <p:spPr bwMode="auto">
            <a:xfrm>
              <a:off x="10259" y="6520"/>
              <a:ext cx="0" cy="11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7" name="Text Box 18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10488" y="635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328" name="等腰三角形 327"/>
            <p:cNvSpPr/>
            <p:nvPr>
              <p:custDataLst>
                <p:tags r:id="rId79"/>
              </p:custDataLst>
            </p:nvPr>
          </p:nvSpPr>
          <p:spPr bwMode="auto">
            <a:xfrm>
              <a:off x="10544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29" name="直接连接符 328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11792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0" name="直接连接符 329"/>
            <p:cNvCxnSpPr/>
            <p:nvPr>
              <p:custDataLst>
                <p:tags r:id="rId81"/>
              </p:custDataLst>
            </p:nvPr>
          </p:nvCxnSpPr>
          <p:spPr bwMode="auto">
            <a:xfrm flipV="1">
              <a:off x="12358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1" name="直接连接符 330"/>
            <p:cNvCxnSpPr/>
            <p:nvPr>
              <p:custDataLst>
                <p:tags r:id="rId82"/>
              </p:custDataLst>
            </p:nvPr>
          </p:nvCxnSpPr>
          <p:spPr bwMode="auto">
            <a:xfrm>
              <a:off x="10374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2" name="直接连接符 331"/>
            <p:cNvCxnSpPr/>
            <p:nvPr>
              <p:custDataLst>
                <p:tags r:id="rId83"/>
              </p:custDataLst>
            </p:nvPr>
          </p:nvCxnSpPr>
          <p:spPr bwMode="auto">
            <a:xfrm flipH="1" flipV="1">
              <a:off x="11111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3" name="直接连接符 332"/>
            <p:cNvCxnSpPr/>
            <p:nvPr>
              <p:custDataLst>
                <p:tags r:id="rId84"/>
              </p:custDataLst>
            </p:nvPr>
          </p:nvCxnSpPr>
          <p:spPr bwMode="auto">
            <a:xfrm>
              <a:off x="10204" y="6407"/>
              <a:ext cx="28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38" name="Text Box 18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10486" y="6804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339" name="Text Box 18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9070" y="5953"/>
              <a:ext cx="3742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写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为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X</a:t>
              </a:r>
              <a:r>
                <a:rPr lang="en-US" altLang="zh-CN" sz="1600" b="1" baseline="-18000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r>
                <a:rPr lang="zh-CN" altLang="en-US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，三态门为</a:t>
              </a:r>
              <a:r>
                <a:rPr lang="en-US" altLang="zh-CN" sz="1600" b="1" dirty="0" err="1">
                  <a:latin typeface="宋体" panose="02010600030101010101" pitchFamily="2" charset="-122"/>
                  <a:sym typeface="+mn-ea"/>
                </a:rPr>
                <a:t>X</a:t>
              </a:r>
              <a:r>
                <a:rPr lang="en-US" altLang="zh-CN" sz="1600" b="1" baseline="-18000" dirty="0" err="1">
                  <a:latin typeface="宋体" panose="02010600030101010101" pitchFamily="2" charset="-122"/>
                  <a:sym typeface="+mn-ea"/>
                </a:rPr>
                <a:t>out</a:t>
              </a:r>
              <a:endParaRPr lang="zh-CN" altLang="en-US" sz="1600" b="1" dirty="0" err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0" name="Text Box 18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9581" y="7314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25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341" name="矩形 340"/>
            <p:cNvSpPr/>
            <p:nvPr>
              <p:custDataLst>
                <p:tags r:id="rId88"/>
              </p:custDataLst>
            </p:nvPr>
          </p:nvSpPr>
          <p:spPr bwMode="auto">
            <a:xfrm>
              <a:off x="8447" y="6690"/>
              <a:ext cx="113" cy="113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2" name="矩形 341"/>
            <p:cNvSpPr/>
            <p:nvPr>
              <p:custDataLst>
                <p:tags r:id="rId89"/>
              </p:custDataLst>
            </p:nvPr>
          </p:nvSpPr>
          <p:spPr bwMode="auto">
            <a:xfrm>
              <a:off x="8447" y="6860"/>
              <a:ext cx="100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512" y="5013176"/>
            <a:ext cx="8784976" cy="4395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RD←(RD)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(RS)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执行阶段的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1800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7" name="Text Box 31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15694" y="5374824"/>
            <a:ext cx="3709671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Y←(RD)  </a:t>
            </a: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；注意被加数的端口</a:t>
            </a:r>
            <a:r>
              <a:rPr lang="en-US" altLang="zh-CN" sz="2000" b="1" dirty="0">
                <a:latin typeface="+mn-ea"/>
              </a:rPr>
              <a:t>  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Z←</a:t>
            </a:r>
            <a:r>
              <a:rPr lang="en-US" altLang="zh-CN" sz="2000" b="1" dirty="0">
                <a:latin typeface="宋体" panose="02010600030101010101" pitchFamily="2" charset="-122"/>
              </a:rPr>
              <a:t>(Y)</a:t>
            </a:r>
            <a:r>
              <a:rPr lang="zh-CN" altLang="en-US" sz="2000" b="1" dirty="0">
                <a:latin typeface="宋体" panose="02010600030101010101" pitchFamily="2" charset="-122"/>
              </a:rPr>
              <a:t>－</a:t>
            </a:r>
            <a:r>
              <a:rPr lang="en-US" altLang="zh-CN" sz="2000" b="1" dirty="0">
                <a:latin typeface="+mn-ea"/>
              </a:rPr>
              <a:t>(RS)</a:t>
            </a:r>
            <a:r>
              <a:rPr lang="en-US" altLang="zh-CN" sz="2000" b="1" dirty="0">
                <a:solidFill>
                  <a:srgbClr val="CC3300"/>
                </a:solidFill>
                <a:latin typeface="+mn-ea"/>
              </a:rPr>
              <a:t> </a:t>
            </a:r>
            <a:endParaRPr lang="en-US" altLang="zh-CN" sz="2000" b="1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RD←(Z)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r>
              <a:rPr lang="zh-CN" altLang="en-US" sz="2000" b="1" dirty="0">
                <a:latin typeface="+mn-ea"/>
              </a:rPr>
              <a:t>←</a:t>
            </a:r>
            <a:r>
              <a:rPr lang="en-US" altLang="zh-CN" sz="2000" b="1" dirty="0">
                <a:latin typeface="+mn-ea"/>
              </a:rPr>
              <a:t>1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8" name="Text Box 31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968240" y="5374824"/>
            <a:ext cx="387223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GR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>
                <a:latin typeface="+mn-ea"/>
              </a:rPr>
              <a:t>Y</a:t>
            </a:r>
            <a:r>
              <a:rPr lang="en-US" altLang="zh-CN" sz="2000" b="1" baseline="-18000" dirty="0">
                <a:latin typeface="+mn-ea"/>
              </a:rPr>
              <a:t>in</a:t>
            </a:r>
            <a:r>
              <a:rPr lang="zh-CN" altLang="en-US" sz="2000" b="1" dirty="0">
                <a:latin typeface="+mn-ea"/>
              </a:rPr>
              <a:t>     </a:t>
            </a:r>
            <a:r>
              <a:rPr lang="en-US" altLang="zh-CN" sz="1600" b="1" dirty="0">
                <a:solidFill>
                  <a:srgbClr val="CC3300"/>
                </a:solidFill>
                <a:latin typeface="+mn-ea"/>
              </a:rPr>
              <a:t>;</a:t>
            </a:r>
            <a:r>
              <a:rPr lang="en-US" altLang="zh-CN" sz="1600" b="1" dirty="0" err="1">
                <a:solidFill>
                  <a:srgbClr val="CC3300"/>
                </a:solidFill>
                <a:latin typeface="+mn-ea"/>
              </a:rPr>
              <a:t>GR</a:t>
            </a:r>
            <a:r>
              <a:rPr lang="en-US" altLang="zh-CN" sz="1600" b="1" baseline="-25000" dirty="0" err="1">
                <a:solidFill>
                  <a:srgbClr val="CC3300"/>
                </a:solidFill>
                <a:latin typeface="+mn-ea"/>
              </a:rPr>
              <a:t>sel</a:t>
            </a:r>
            <a:r>
              <a:rPr lang="en-US" altLang="zh-CN" sz="1600" b="1" dirty="0">
                <a:solidFill>
                  <a:srgbClr val="CC3300"/>
                </a:solidFill>
                <a:latin typeface="+mn-ea"/>
              </a:rPr>
              <a:t>=0</a:t>
            </a:r>
            <a:endParaRPr lang="en-US" altLang="zh-CN" sz="16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GR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>
                <a:latin typeface="+mn-ea"/>
              </a:rPr>
              <a:t>G</a:t>
            </a:r>
            <a:r>
              <a:rPr lang="en-US" altLang="zh-CN" sz="2000" b="1" dirty="0" err="1">
                <a:latin typeface="+mn-ea"/>
              </a:rPr>
              <a:t>R</a:t>
            </a:r>
            <a:r>
              <a:rPr lang="en-US" altLang="zh-CN" sz="2000" b="1" baseline="-25000" dirty="0" err="1">
                <a:latin typeface="+mn-ea"/>
              </a:rPr>
              <a:t>sel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>
                <a:latin typeface="+mn-ea"/>
              </a:rPr>
              <a:t>op</a:t>
            </a:r>
            <a:r>
              <a:rPr lang="zh-CN" altLang="en-US" sz="2000" b="1" dirty="0">
                <a:latin typeface="+mn-ea"/>
              </a:rPr>
              <a:t>＝</a:t>
            </a:r>
            <a:r>
              <a:rPr lang="en-US" altLang="zh-CN" sz="2000" b="1" dirty="0">
                <a:latin typeface="+mn-ea"/>
              </a:rPr>
              <a:t>01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 err="1">
                <a:latin typeface="+mn-ea"/>
              </a:rPr>
              <a:t>Z</a:t>
            </a:r>
            <a:r>
              <a:rPr lang="en-US" altLang="zh-CN" sz="2000" b="1" baseline="-18000" dirty="0" err="1">
                <a:latin typeface="+mn-ea"/>
              </a:rPr>
              <a:t>in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宋体" panose="02010600030101010101" pitchFamily="2" charset="-122"/>
              </a:rPr>
              <a:t>Z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 err="1">
                <a:latin typeface="+mn-ea"/>
              </a:rPr>
              <a:t>GR</a:t>
            </a:r>
            <a:r>
              <a:rPr lang="en-US" altLang="zh-CN" sz="2000" b="1" baseline="-18000" dirty="0" err="1">
                <a:latin typeface="+mn-ea"/>
              </a:rPr>
              <a:t>in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endParaRPr lang="en-US" altLang="zh-CN" sz="2000" b="1" baseline="-18000" dirty="0">
              <a:latin typeface="+mn-ea"/>
            </a:endParaRPr>
          </a:p>
        </p:txBody>
      </p:sp>
      <p:sp>
        <p:nvSpPr>
          <p:cNvPr id="9" name="AutoShape 499">
            <a:hlinkClick r:id="rId93" action="ppaction://hlinksldjump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5148000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AutoShape 499">
            <a:hlinkClick r:id="rId94" action="ppaction://hlinksldjump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6228000" y="650704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ldLvl="0" animBg="1"/>
      <p:bldP spid="182" grpId="0" bldLvl="0"/>
      <p:bldP spid="183" grpId="0" bldLvl="0" animBg="1"/>
      <p:bldP spid="185" grpId="0" bldLvl="0" animBg="1"/>
      <p:bldP spid="186" grpId="0" bldLvl="0"/>
      <p:bldP spid="17" grpId="0" bldLvl="0" animBg="1"/>
      <p:bldP spid="7" grpId="0" bldLvl="0"/>
      <p:bldP spid="8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26</a:t>
            </a:fld>
            <a:endParaRPr lang="en-US" altLang="zh-CN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9512" y="1700808"/>
            <a:ext cx="8784976" cy="21938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JNZ 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disp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执行阶段的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相对寻址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ea typeface="Arial Unicode MS" panose="020B0604020202020204" charset="-122"/>
                <a:cs typeface="Arial Unicode MS" panose="020B0604020202020204" charset="-122"/>
              </a:rPr>
              <a:t>      ZF</a:t>
            </a:r>
            <a:r>
              <a:rPr lang="zh-CN" altLang="en-US" sz="2000" b="1" dirty="0">
                <a:latin typeface="+mn-ea"/>
                <a:ea typeface="+mn-ea"/>
                <a:cs typeface="Arial Unicode MS" panose="020B0604020202020204" charset="-122"/>
              </a:rPr>
              <a:t>＝</a:t>
            </a:r>
            <a:r>
              <a:rPr lang="en-US" altLang="zh-CN" sz="2000" b="1" dirty="0">
                <a:latin typeface="+mn-ea"/>
                <a:ea typeface="+mn-ea"/>
                <a:cs typeface="Arial Unicode MS" panose="020B0604020202020204" charset="-122"/>
              </a:rPr>
              <a:t>0</a:t>
            </a:r>
            <a:r>
              <a:rPr lang="zh-CN" altLang="en-US" sz="2000" b="1" dirty="0">
                <a:latin typeface="+mn-ea"/>
                <a:ea typeface="+mn-ea"/>
                <a:cs typeface="Arial Unicode MS" panose="020B0604020202020204" charset="-122"/>
              </a:rPr>
              <a:t>时：</a:t>
            </a:r>
            <a:endParaRPr lang="en-US" altLang="zh-CN" sz="2000" b="1" dirty="0">
              <a:latin typeface="+mn-ea"/>
              <a:ea typeface="+mn-ea"/>
              <a:cs typeface="Arial Unicode MS" panose="020B0604020202020204" charset="-122"/>
            </a:endParaRPr>
          </a:p>
          <a:p>
            <a:pPr marL="0" indent="0" algn="l" eaLnBrk="1" latinLnBrk="0" hangingPunct="1"/>
            <a:endParaRPr lang="en-US" altLang="zh-CN" sz="2000" b="1" dirty="0">
              <a:latin typeface="+mn-ea"/>
              <a:ea typeface="+mn-ea"/>
              <a:cs typeface="Arial Unicode MS" panose="020B0604020202020204" charset="-122"/>
            </a:endParaRPr>
          </a:p>
          <a:p>
            <a:pPr marL="0" indent="0" algn="l" eaLnBrk="1" latinLnBrk="0" hangingPunct="1"/>
            <a:endParaRPr lang="en-US" altLang="zh-CN" sz="2000" b="1" dirty="0">
              <a:latin typeface="+mn-ea"/>
              <a:ea typeface="+mn-ea"/>
              <a:cs typeface="Arial Unicode MS" panose="020B0604020202020204" charset="-122"/>
            </a:endParaRPr>
          </a:p>
          <a:p>
            <a:pPr marL="0" indent="0" algn="l" eaLnBrk="1" latinLnBrk="0" hangingPunct="1"/>
            <a:endParaRPr lang="en-US" altLang="zh-CN" sz="20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latin typeface="+mn-ea"/>
                <a:ea typeface="+mn-ea"/>
                <a:cs typeface="Arial Unicode MS" panose="020B0604020202020204" charset="-122"/>
              </a:rPr>
              <a:t>      ZF</a:t>
            </a:r>
            <a:r>
              <a:rPr lang="zh-CN" altLang="en-US" sz="2000" b="1" dirty="0">
                <a:latin typeface="+mn-ea"/>
                <a:cs typeface="Arial Unicode MS" panose="020B0604020202020204" charset="-122"/>
              </a:rPr>
              <a:t>＝</a:t>
            </a:r>
            <a:r>
              <a:rPr lang="en-US" altLang="zh-CN" sz="2000" b="1" dirty="0">
                <a:latin typeface="+mn-ea"/>
                <a:cs typeface="Arial Unicode MS" panose="020B0604020202020204" charset="-122"/>
              </a:rPr>
              <a:t>1</a:t>
            </a:r>
            <a:r>
              <a:rPr lang="zh-CN" altLang="en-US" sz="2000" b="1" dirty="0">
                <a:latin typeface="+mn-ea"/>
                <a:cs typeface="Arial Unicode MS" panose="020B0604020202020204" charset="-122"/>
              </a:rPr>
              <a:t>时：</a:t>
            </a:r>
            <a:endParaRPr lang="zh-CN" altLang="en-US" sz="2000" dirty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15" name="Text Box 318"/>
          <p:cNvSpPr txBox="1">
            <a:spLocks noChangeArrowheads="1"/>
          </p:cNvSpPr>
          <p:nvPr/>
        </p:nvSpPr>
        <p:spPr bwMode="auto">
          <a:xfrm>
            <a:off x="2123936" y="2132856"/>
            <a:ext cx="3202940" cy="9996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18000" rIns="90000" bIns="4680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Y←(PC)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Z←</a:t>
            </a:r>
            <a:r>
              <a:rPr lang="en-US" altLang="zh-CN" sz="2000" b="1" dirty="0">
                <a:latin typeface="宋体" panose="02010600030101010101" pitchFamily="2" charset="-122"/>
              </a:rPr>
              <a:t>(Y)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+mn-ea"/>
              </a:rPr>
              <a:t>(</a:t>
            </a:r>
            <a:r>
              <a:rPr lang="en-US" altLang="zh-CN" sz="2000" b="1" dirty="0" err="1">
                <a:latin typeface="+mn-ea"/>
              </a:rPr>
              <a:t>ExtU</a:t>
            </a:r>
            <a:r>
              <a:rPr lang="en-US" altLang="zh-CN" sz="2000" b="1" dirty="0">
                <a:latin typeface="+mn-ea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PC←(Z)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r>
              <a:rPr lang="zh-CN" altLang="en-US" sz="2000" b="1" dirty="0">
                <a:latin typeface="+mn-ea"/>
              </a:rPr>
              <a:t>←</a:t>
            </a:r>
            <a:r>
              <a:rPr lang="en-US" altLang="zh-CN" sz="2000" b="1" dirty="0">
                <a:latin typeface="+mn-ea"/>
              </a:rPr>
              <a:t>1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16" name="Text Box 318"/>
          <p:cNvSpPr txBox="1">
            <a:spLocks noChangeArrowheads="1"/>
          </p:cNvSpPr>
          <p:nvPr/>
        </p:nvSpPr>
        <p:spPr bwMode="auto">
          <a:xfrm>
            <a:off x="5364000" y="2133861"/>
            <a:ext cx="3098800" cy="9996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18000" rIns="90000" bIns="4680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PC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>
                <a:latin typeface="+mn-ea"/>
              </a:rPr>
              <a:t>Y</a:t>
            </a:r>
            <a:r>
              <a:rPr lang="en-US" altLang="zh-CN" sz="2000" b="1" baseline="-18000" dirty="0">
                <a:latin typeface="+mn-ea"/>
              </a:rPr>
              <a:t>in</a:t>
            </a:r>
            <a:r>
              <a:rPr lang="zh-CN" altLang="en-US" sz="2000" b="1" dirty="0">
                <a:latin typeface="+mn-ea"/>
              </a:rPr>
              <a:t> 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ExtU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>
                <a:latin typeface="+mn-ea"/>
              </a:rPr>
              <a:t>op</a:t>
            </a:r>
            <a:r>
              <a:rPr lang="zh-CN" altLang="en-US" sz="2000" b="1" dirty="0">
                <a:latin typeface="+mn-ea"/>
              </a:rPr>
              <a:t>＝</a:t>
            </a:r>
            <a:r>
              <a:rPr lang="en-US" altLang="zh-CN" sz="2000" b="1" dirty="0">
                <a:latin typeface="+mn-ea"/>
              </a:rPr>
              <a:t>00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 err="1">
                <a:latin typeface="+mn-ea"/>
              </a:rPr>
              <a:t>Z</a:t>
            </a:r>
            <a:r>
              <a:rPr lang="en-US" altLang="zh-CN" sz="2000" b="1" baseline="-18000" dirty="0" err="1">
                <a:latin typeface="+mn-ea"/>
              </a:rPr>
              <a:t>in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宋体" panose="02010600030101010101" pitchFamily="2" charset="-122"/>
              </a:rPr>
              <a:t>Z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 err="1">
                <a:latin typeface="+mn-ea"/>
              </a:rPr>
              <a:t>PC</a:t>
            </a:r>
            <a:r>
              <a:rPr lang="en-US" altLang="zh-CN" sz="2000" b="1" baseline="-18000" dirty="0" err="1">
                <a:latin typeface="+mn-ea"/>
              </a:rPr>
              <a:t>in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endParaRPr lang="en-US" altLang="zh-CN" sz="2000" b="1" baseline="-18000" dirty="0">
              <a:latin typeface="+mn-ea"/>
            </a:endParaRPr>
          </a:p>
        </p:txBody>
      </p:sp>
      <p:sp>
        <p:nvSpPr>
          <p:cNvPr id="17" name="Text Box 318"/>
          <p:cNvSpPr txBox="1">
            <a:spLocks noChangeArrowheads="1"/>
          </p:cNvSpPr>
          <p:nvPr/>
        </p:nvSpPr>
        <p:spPr bwMode="auto">
          <a:xfrm>
            <a:off x="2123728" y="3427876"/>
            <a:ext cx="2016225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End</a:t>
            </a:r>
            <a:r>
              <a:rPr lang="zh-CN" altLang="en-US" sz="2000" b="1" dirty="0">
                <a:latin typeface="+mn-ea"/>
              </a:rPr>
              <a:t>←</a:t>
            </a:r>
            <a:r>
              <a:rPr lang="en-US" altLang="zh-CN" sz="2000" b="1" dirty="0">
                <a:latin typeface="+mn-ea"/>
              </a:rPr>
              <a:t>1</a:t>
            </a:r>
            <a:endParaRPr lang="en-US" altLang="zh-CN" sz="2000" b="1" baseline="-18000" dirty="0">
              <a:latin typeface="+mn-ea"/>
            </a:endParaRPr>
          </a:p>
        </p:txBody>
      </p:sp>
      <p:sp>
        <p:nvSpPr>
          <p:cNvPr id="21" name="线形标注 2 20"/>
          <p:cNvSpPr/>
          <p:nvPr/>
        </p:nvSpPr>
        <p:spPr bwMode="auto">
          <a:xfrm>
            <a:off x="2419846" y="3140856"/>
            <a:ext cx="6192000" cy="288000"/>
          </a:xfrm>
          <a:prstGeom prst="borderCallout2">
            <a:avLst>
              <a:gd name="adj1" fmla="val -5251"/>
              <a:gd name="adj2" fmla="val 44589"/>
              <a:gd name="adj3" fmla="val -96799"/>
              <a:gd name="adj4" fmla="val 44788"/>
              <a:gd name="adj5" fmla="val -161873"/>
              <a:gd name="adj6" fmla="val 48992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18000" tIns="10800" rIns="18000" bIns="10800" numCol="1" rtlCol="0" anchor="ctr" anchorCtr="0" compatLnSpc="1"/>
          <a:lstStyle/>
          <a:p>
            <a:pPr marL="1124585" indent="-1124585" algn="l" eaLnBrk="1" latinLnBrk="0" hangingPunct="1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常见错误：</a:t>
            </a:r>
            <a:r>
              <a:rPr lang="en-US" altLang="zh-CN" sz="1800" b="1" dirty="0" err="1">
                <a:solidFill>
                  <a:srgbClr val="FF3399"/>
                </a:solidFill>
                <a:latin typeface="宋体" panose="02010600030101010101" pitchFamily="2" charset="-122"/>
              </a:rPr>
              <a:t>Y</a:t>
            </a:r>
            <a:r>
              <a:rPr lang="en-US" altLang="zh-CN" sz="1800" b="1" baseline="-18000" dirty="0" err="1">
                <a:solidFill>
                  <a:srgbClr val="FF3399"/>
                </a:solidFill>
                <a:latin typeface="宋体" panose="02010600030101010101" pitchFamily="2" charset="-122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>
                <a:solidFill>
                  <a:srgbClr val="FF3399"/>
                </a:solidFill>
                <a:latin typeface="宋体" panose="02010600030101010101" pitchFamily="2" charset="-122"/>
              </a:rPr>
              <a:t>ALU</a:t>
            </a:r>
            <a:r>
              <a:rPr lang="en-US" altLang="zh-CN" sz="1800" b="1" baseline="-18000" dirty="0" err="1">
                <a:solidFill>
                  <a:srgbClr val="FF3399"/>
                </a:solidFill>
                <a:latin typeface="宋体" panose="02010600030101010101" pitchFamily="2" charset="-122"/>
              </a:rPr>
              <a:t>in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>
                <a:latin typeface="+mn-ea"/>
                <a:sym typeface="+mn-ea"/>
              </a:rPr>
              <a:t>ExtU</a:t>
            </a:r>
            <a:r>
              <a:rPr lang="en-US" altLang="zh-CN" sz="1800" b="1" baseline="-18000" dirty="0" err="1">
                <a:latin typeface="+mn-ea"/>
                <a:sym typeface="+mn-ea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>
                <a:solidFill>
                  <a:srgbClr val="FF3399"/>
                </a:solidFill>
                <a:latin typeface="宋体" panose="02010600030101010101" pitchFamily="2" charset="-122"/>
              </a:rPr>
              <a:t>ALU</a:t>
            </a:r>
            <a:r>
              <a:rPr lang="en-US" altLang="zh-CN" sz="1800" b="1" baseline="-18000" dirty="0" err="1">
                <a:solidFill>
                  <a:srgbClr val="FF3399"/>
                </a:solidFill>
                <a:latin typeface="宋体" panose="02010600030101010101" pitchFamily="2" charset="-122"/>
              </a:rPr>
              <a:t>in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</a:rPr>
              <a:t>00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>
                <a:solidFill>
                  <a:srgbClr val="FF3399"/>
                </a:solidFill>
                <a:latin typeface="宋体" panose="02010600030101010101" pitchFamily="2" charset="-122"/>
              </a:rPr>
              <a:t>ALU</a:t>
            </a:r>
            <a:r>
              <a:rPr lang="en-US" altLang="zh-CN" sz="1800" b="1" baseline="-18000" dirty="0" err="1">
                <a:solidFill>
                  <a:srgbClr val="FF3399"/>
                </a:solidFill>
                <a:latin typeface="宋体" panose="02010600030101010101" pitchFamily="2" charset="-122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</a:rPr>
              <a:t>Z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in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8" name="Text Box 318"/>
          <p:cNvSpPr txBox="1">
            <a:spLocks noChangeArrowheads="1"/>
          </p:cNvSpPr>
          <p:nvPr/>
        </p:nvSpPr>
        <p:spPr bwMode="auto">
          <a:xfrm>
            <a:off x="5364000" y="3427876"/>
            <a:ext cx="2295872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End</a:t>
            </a:r>
            <a:endParaRPr lang="en-US" altLang="zh-CN" sz="2000" b="1" baseline="-18000" dirty="0">
              <a:latin typeface="+mn-ea"/>
            </a:endParaRPr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1764030" y="3861048"/>
            <a:ext cx="568829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/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谁负责</a:t>
            </a:r>
            <a:r>
              <a:rPr lang="en-US" altLang="zh-CN" sz="1800" b="1" dirty="0">
                <a:latin typeface="宋体" panose="02010600030101010101" pitchFamily="2" charset="-122"/>
              </a:rPr>
              <a:t>ZF</a:t>
            </a:r>
            <a:r>
              <a:rPr lang="zh-CN" altLang="en-US" sz="1800" b="1" dirty="0">
                <a:latin typeface="+mn-ea"/>
              </a:rPr>
              <a:t>值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转移条件</a:t>
            </a:r>
            <a:r>
              <a:rPr lang="en-US" altLang="zh-CN" sz="1800" b="1" dirty="0">
                <a:latin typeface="+mn-ea"/>
              </a:rPr>
              <a:t>)</a:t>
            </a:r>
            <a:r>
              <a:rPr lang="zh-CN" altLang="en-US" sz="1800" b="1" dirty="0">
                <a:latin typeface="+mn-ea"/>
              </a:rPr>
              <a:t>的</a:t>
            </a:r>
            <a:r>
              <a:rPr lang="zh-CN" altLang="en-US" sz="18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判断</a:t>
            </a:r>
            <a:r>
              <a:rPr lang="zh-CN" altLang="en-US" sz="1800" b="1" dirty="0">
                <a:latin typeface="宋体" panose="02010600030101010101" pitchFamily="2" charset="-122"/>
              </a:rPr>
              <a:t>？尝试在图中添线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1116000" y="476672"/>
            <a:ext cx="7272020" cy="1151890"/>
            <a:chOff x="1586" y="5953"/>
            <a:chExt cx="11452" cy="1814"/>
          </a:xfrm>
        </p:grpSpPr>
        <p:sp>
          <p:nvSpPr>
            <p:cNvPr id="255" name="Text Box 18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586" y="5953"/>
              <a:ext cx="11452" cy="181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6" name="Text Box 18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8447" y="6520"/>
              <a:ext cx="397" cy="56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mongolianVert" lIns="0" tIns="0" rIns="0" bIns="0" anchor="b" anchorCtr="1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257" name="直接连接符 256"/>
            <p:cNvCxnSpPr/>
            <p:nvPr>
              <p:custDataLst>
                <p:tags r:id="rId25"/>
              </p:custDataLst>
            </p:nvPr>
          </p:nvCxnSpPr>
          <p:spPr bwMode="auto">
            <a:xfrm>
              <a:off x="3286" y="6066"/>
              <a:ext cx="4706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8" name="Text Box 1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756" y="6747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259" name="Text Box 1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719" y="6747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260" name="Text Box 1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683" y="6749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cxnSp>
          <p:nvCxnSpPr>
            <p:cNvPr id="261" name="直接连接符 260"/>
            <p:cNvCxnSpPr/>
            <p:nvPr>
              <p:custDataLst>
                <p:tags r:id="rId29"/>
              </p:custDataLst>
            </p:nvPr>
          </p:nvCxnSpPr>
          <p:spPr bwMode="auto">
            <a:xfrm>
              <a:off x="1927" y="708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2" name="直接连接符 261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2211" y="708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3" name="直接连接符 262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3063" y="7089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4" name="直接连接符 263"/>
            <p:cNvCxnSpPr/>
            <p:nvPr>
              <p:custDataLst>
                <p:tags r:id="rId32"/>
              </p:custDataLst>
            </p:nvPr>
          </p:nvCxnSpPr>
          <p:spPr bwMode="auto">
            <a:xfrm>
              <a:off x="4080" y="7100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5" name="直接连接符 445"/>
            <p:cNvCxnSpPr/>
            <p:nvPr>
              <p:custDataLst>
                <p:tags r:id="rId33"/>
              </p:custDataLst>
            </p:nvPr>
          </p:nvCxnSpPr>
          <p:spPr bwMode="auto">
            <a:xfrm>
              <a:off x="4080" y="6463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6" name="直接连接符 265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2889" y="6464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67" name="Text Box 18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663" y="6180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268" name="Text Box 18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400" y="6180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</p:txBody>
        </p:sp>
        <p:cxnSp>
          <p:nvCxnSpPr>
            <p:cNvPr id="269" name="直接连接符 268"/>
            <p:cNvCxnSpPr/>
            <p:nvPr>
              <p:custDataLst>
                <p:tags r:id="rId37"/>
              </p:custDataLst>
            </p:nvPr>
          </p:nvCxnSpPr>
          <p:spPr bwMode="auto">
            <a:xfrm>
              <a:off x="3286" y="6066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0" name="直接连接符 269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3286" y="6463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1" name="直接连接符 270"/>
            <p:cNvCxnSpPr/>
            <p:nvPr>
              <p:custDataLst>
                <p:tags r:id="rId39"/>
              </p:custDataLst>
            </p:nvPr>
          </p:nvCxnSpPr>
          <p:spPr bwMode="auto">
            <a:xfrm>
              <a:off x="5329" y="6802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2" name="直接连接符 271"/>
            <p:cNvCxnSpPr/>
            <p:nvPr>
              <p:custDataLst>
                <p:tags r:id="rId40"/>
              </p:custDataLst>
            </p:nvPr>
          </p:nvCxnSpPr>
          <p:spPr bwMode="auto">
            <a:xfrm>
              <a:off x="4705" y="6405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3" name="直接连接符 272"/>
            <p:cNvCxnSpPr/>
            <p:nvPr>
              <p:custDataLst>
                <p:tags r:id="rId41"/>
              </p:custDataLst>
            </p:nvPr>
          </p:nvCxnSpPr>
          <p:spPr bwMode="auto">
            <a:xfrm>
              <a:off x="4705" y="6405"/>
              <a:ext cx="0" cy="124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4" name="AutoShape 15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 rot="16200000">
              <a:off x="5441" y="6405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sp>
          <p:nvSpPr>
            <p:cNvPr id="275" name="Text Box 18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7027" y="674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276" name="直接连接符 275"/>
            <p:cNvCxnSpPr/>
            <p:nvPr>
              <p:custDataLst>
                <p:tags r:id="rId44"/>
              </p:custDataLst>
            </p:nvPr>
          </p:nvCxnSpPr>
          <p:spPr bwMode="auto">
            <a:xfrm>
              <a:off x="7199" y="7087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7" name="直接连接符 276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7483" y="7087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8" name="直接连接符 445"/>
            <p:cNvCxnSpPr/>
            <p:nvPr>
              <p:custDataLst>
                <p:tags r:id="rId46"/>
              </p:custDataLst>
            </p:nvPr>
          </p:nvCxnSpPr>
          <p:spPr bwMode="auto">
            <a:xfrm>
              <a:off x="7367" y="651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9" name="直接连接符 278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6065" y="6519"/>
              <a:ext cx="130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" name="直接连接符 279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6065" y="6747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1" name="直接连接符 280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5102" y="6974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2" name="直接连接符 445"/>
            <p:cNvCxnSpPr/>
            <p:nvPr>
              <p:custDataLst>
                <p:tags r:id="rId50"/>
              </p:custDataLst>
            </p:nvPr>
          </p:nvCxnSpPr>
          <p:spPr bwMode="auto">
            <a:xfrm>
              <a:off x="6631" y="6974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3" name="直接箭头连接符 282"/>
            <p:cNvCxnSpPr/>
            <p:nvPr>
              <p:custDataLst>
                <p:tags r:id="rId51"/>
              </p:custDataLst>
            </p:nvPr>
          </p:nvCxnSpPr>
          <p:spPr bwMode="auto">
            <a:xfrm>
              <a:off x="1757" y="7654"/>
              <a:ext cx="9298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4" name="等腰三角形 283"/>
            <p:cNvSpPr/>
            <p:nvPr>
              <p:custDataLst>
                <p:tags r:id="rId52"/>
              </p:custDataLst>
            </p:nvPr>
          </p:nvSpPr>
          <p:spPr bwMode="auto">
            <a:xfrm>
              <a:off x="1814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5" name="Text Box 18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4875" y="66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286" name="Text Box 18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6349" y="66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Z</a:t>
              </a:r>
            </a:p>
          </p:txBody>
        </p:sp>
        <p:sp>
          <p:nvSpPr>
            <p:cNvPr id="287" name="等腰三角形 286"/>
            <p:cNvSpPr/>
            <p:nvPr>
              <p:custDataLst>
                <p:tags r:id="rId55"/>
              </p:custDataLst>
            </p:nvPr>
          </p:nvSpPr>
          <p:spPr bwMode="auto">
            <a:xfrm>
              <a:off x="3968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8" name="等腰三角形 287"/>
            <p:cNvSpPr/>
            <p:nvPr>
              <p:custDataLst>
                <p:tags r:id="rId56"/>
              </p:custDataLst>
            </p:nvPr>
          </p:nvSpPr>
          <p:spPr bwMode="auto">
            <a:xfrm>
              <a:off x="6517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9" name="等腰三角形 288"/>
            <p:cNvSpPr/>
            <p:nvPr>
              <p:custDataLst>
                <p:tags r:id="rId57"/>
              </p:custDataLst>
            </p:nvPr>
          </p:nvSpPr>
          <p:spPr bwMode="auto">
            <a:xfrm>
              <a:off x="7086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290" name="直接连接符 289"/>
            <p:cNvCxnSpPr/>
            <p:nvPr>
              <p:custDataLst>
                <p:tags r:id="rId58"/>
              </p:custDataLst>
            </p:nvPr>
          </p:nvCxnSpPr>
          <p:spPr bwMode="auto">
            <a:xfrm flipH="1" flipV="1">
              <a:off x="5839" y="6944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91" name="Text Box 18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5669" y="7142"/>
              <a:ext cx="39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200" b="1" baseline="-18000" dirty="0" err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92" name="直接连接符 291"/>
            <p:cNvCxnSpPr/>
            <p:nvPr>
              <p:custDataLst>
                <p:tags r:id="rId60"/>
              </p:custDataLst>
            </p:nvPr>
          </p:nvCxnSpPr>
          <p:spPr bwMode="auto">
            <a:xfrm>
              <a:off x="6349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3" name="直接连接符 292"/>
            <p:cNvCxnSpPr/>
            <p:nvPr>
              <p:custDataLst>
                <p:tags r:id="rId61"/>
              </p:custDataLst>
            </p:nvPr>
          </p:nvCxnSpPr>
          <p:spPr bwMode="auto">
            <a:xfrm flipH="1" flipV="1">
              <a:off x="6462" y="6972"/>
              <a:ext cx="1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4" name="直接连接符 293"/>
            <p:cNvCxnSpPr/>
            <p:nvPr>
              <p:custDataLst>
                <p:tags r:id="rId62"/>
              </p:custDataLst>
            </p:nvPr>
          </p:nvCxnSpPr>
          <p:spPr bwMode="auto">
            <a:xfrm flipH="1" flipV="1">
              <a:off x="5272" y="6972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5" name="直接连接符 294"/>
            <p:cNvCxnSpPr/>
            <p:nvPr>
              <p:custDataLst>
                <p:tags r:id="rId63"/>
              </p:custDataLst>
            </p:nvPr>
          </p:nvCxnSpPr>
          <p:spPr bwMode="auto">
            <a:xfrm>
              <a:off x="6916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6" name="直接连接符 295"/>
            <p:cNvCxnSpPr/>
            <p:nvPr>
              <p:custDataLst>
                <p:tags r:id="rId64"/>
              </p:custDataLst>
            </p:nvPr>
          </p:nvCxnSpPr>
          <p:spPr bwMode="auto">
            <a:xfrm>
              <a:off x="1644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7" name="直接连接符 296"/>
            <p:cNvCxnSpPr/>
            <p:nvPr>
              <p:custDataLst>
                <p:tags r:id="rId65"/>
              </p:custDataLst>
            </p:nvPr>
          </p:nvCxnSpPr>
          <p:spPr bwMode="auto">
            <a:xfrm>
              <a:off x="3798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8" name="直接连接符 297"/>
            <p:cNvCxnSpPr/>
            <p:nvPr>
              <p:custDataLst>
                <p:tags r:id="rId66"/>
              </p:custDataLst>
            </p:nvPr>
          </p:nvCxnSpPr>
          <p:spPr bwMode="auto">
            <a:xfrm flipH="1" flipV="1">
              <a:off x="3288" y="7086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9" name="直接连接符 298"/>
            <p:cNvCxnSpPr/>
            <p:nvPr>
              <p:custDataLst>
                <p:tags r:id="rId67"/>
              </p:custDataLst>
            </p:nvPr>
          </p:nvCxnSpPr>
          <p:spPr bwMode="auto">
            <a:xfrm flipH="1" flipV="1">
              <a:off x="2381" y="7086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00" name="直接连接符 299"/>
            <p:cNvCxnSpPr/>
            <p:nvPr>
              <p:custDataLst>
                <p:tags r:id="rId68"/>
              </p:custDataLst>
            </p:nvPr>
          </p:nvCxnSpPr>
          <p:spPr bwMode="auto">
            <a:xfrm flipH="1">
              <a:off x="2097" y="6519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01" name="Text Box 18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1927" y="6236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25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+1</a:t>
              </a:r>
              <a:endParaRPr lang="en-US" altLang="zh-CN" sz="1200" b="1" baseline="-25000" dirty="0" err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2" name="Text Box 10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9070" y="6292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303" name="直接连接符 302"/>
            <p:cNvCxnSpPr/>
            <p:nvPr>
              <p:custDataLst>
                <p:tags r:id="rId71"/>
              </p:custDataLst>
            </p:nvPr>
          </p:nvCxnSpPr>
          <p:spPr bwMode="auto">
            <a:xfrm>
              <a:off x="9240" y="7086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4" name="直接连接符 303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9581" y="7086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5" name="直接连接符 304"/>
            <p:cNvCxnSpPr/>
            <p:nvPr>
              <p:custDataLst>
                <p:tags r:id="rId73"/>
              </p:custDataLst>
            </p:nvPr>
          </p:nvCxnSpPr>
          <p:spPr bwMode="auto">
            <a:xfrm>
              <a:off x="7991" y="6462"/>
              <a:ext cx="107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6" name="直接连接符 305"/>
            <p:cNvCxnSpPr/>
            <p:nvPr>
              <p:custDataLst>
                <p:tags r:id="rId74"/>
              </p:custDataLst>
            </p:nvPr>
          </p:nvCxnSpPr>
          <p:spPr bwMode="auto">
            <a:xfrm>
              <a:off x="7991" y="6917"/>
              <a:ext cx="45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07" name="Text Box 18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8048" y="6123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308" name="Text Box 18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7937" y="6917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cxnSp>
          <p:nvCxnSpPr>
            <p:cNvPr id="309" name="直接连接符 480"/>
            <p:cNvCxnSpPr/>
            <p:nvPr>
              <p:custDataLst>
                <p:tags r:id="rId77"/>
              </p:custDataLst>
            </p:nvPr>
          </p:nvCxnSpPr>
          <p:spPr bwMode="auto">
            <a:xfrm>
              <a:off x="8164" y="6462"/>
              <a:ext cx="28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310" name="直接连接符 309"/>
            <p:cNvCxnSpPr/>
            <p:nvPr>
              <p:custDataLst>
                <p:tags r:id="rId78"/>
              </p:custDataLst>
            </p:nvPr>
          </p:nvCxnSpPr>
          <p:spPr bwMode="auto">
            <a:xfrm>
              <a:off x="7991" y="6066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1" name="等腰三角形 310"/>
            <p:cNvSpPr/>
            <p:nvPr>
              <p:custDataLst>
                <p:tags r:id="rId79"/>
              </p:custDataLst>
            </p:nvPr>
          </p:nvSpPr>
          <p:spPr bwMode="auto">
            <a:xfrm>
              <a:off x="9127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12" name="直接连接符 311"/>
            <p:cNvCxnSpPr/>
            <p:nvPr>
              <p:custDataLst>
                <p:tags r:id="rId80"/>
              </p:custDataLst>
            </p:nvPr>
          </p:nvCxnSpPr>
          <p:spPr bwMode="auto">
            <a:xfrm>
              <a:off x="8957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3" name="直接连接符 312"/>
            <p:cNvCxnSpPr/>
            <p:nvPr>
              <p:custDataLst>
                <p:tags r:id="rId81"/>
              </p:custDataLst>
            </p:nvPr>
          </p:nvCxnSpPr>
          <p:spPr bwMode="auto">
            <a:xfrm flipH="1" flipV="1">
              <a:off x="9751" y="7086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4" name="直接连接符 313"/>
            <p:cNvCxnSpPr/>
            <p:nvPr>
              <p:custDataLst>
                <p:tags r:id="rId82"/>
              </p:custDataLst>
            </p:nvPr>
          </p:nvCxnSpPr>
          <p:spPr bwMode="auto">
            <a:xfrm>
              <a:off x="8844" y="6802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15" name="直接连接符 314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8617" y="7087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16" name="Text Box 18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8277" y="7313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25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</a:p>
          </p:txBody>
        </p:sp>
        <p:cxnSp>
          <p:nvCxnSpPr>
            <p:cNvPr id="317" name="直接连接符 316"/>
            <p:cNvCxnSpPr/>
            <p:nvPr>
              <p:custDataLst>
                <p:tags r:id="rId85"/>
              </p:custDataLst>
            </p:nvPr>
          </p:nvCxnSpPr>
          <p:spPr bwMode="auto">
            <a:xfrm flipH="1" flipV="1">
              <a:off x="7653" y="7086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18" name="Text Box 18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1281" y="7370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MEMR MEMW</a:t>
              </a:r>
              <a:endParaRPr lang="en-US" altLang="zh-CN" sz="1600" b="1" baseline="-18000" dirty="0" err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9" name="Text Box 23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1620" y="6407"/>
              <a:ext cx="850" cy="73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理想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MEM</a:t>
              </a:r>
            </a:p>
          </p:txBody>
        </p:sp>
        <p:cxnSp>
          <p:nvCxnSpPr>
            <p:cNvPr id="320" name="直接连接符 319"/>
            <p:cNvCxnSpPr/>
            <p:nvPr>
              <p:custDataLst>
                <p:tags r:id="rId88"/>
              </p:custDataLst>
            </p:nvPr>
          </p:nvCxnSpPr>
          <p:spPr bwMode="auto">
            <a:xfrm>
              <a:off x="10658" y="7144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1" name="直接连接符 320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10942" y="7144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2" name="直接连接符 321"/>
            <p:cNvCxnSpPr/>
            <p:nvPr>
              <p:custDataLst>
                <p:tags r:id="rId90"/>
              </p:custDataLst>
            </p:nvPr>
          </p:nvCxnSpPr>
          <p:spPr bwMode="auto">
            <a:xfrm>
              <a:off x="11166" y="65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3" name="直接连接符 322"/>
            <p:cNvCxnSpPr/>
            <p:nvPr>
              <p:custDataLst>
                <p:tags r:id="rId91"/>
              </p:custDataLst>
            </p:nvPr>
          </p:nvCxnSpPr>
          <p:spPr bwMode="auto">
            <a:xfrm>
              <a:off x="11166" y="691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24" name="直接连接符 323"/>
            <p:cNvCxnSpPr/>
            <p:nvPr>
              <p:custDataLst>
                <p:tags r:id="rId92"/>
              </p:custDataLst>
            </p:nvPr>
          </p:nvCxnSpPr>
          <p:spPr bwMode="auto">
            <a:xfrm flipH="1">
              <a:off x="11166" y="703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25" name="直接连接符 324"/>
            <p:cNvCxnSpPr/>
            <p:nvPr>
              <p:custDataLst>
                <p:tags r:id="rId93"/>
              </p:custDataLst>
            </p:nvPr>
          </p:nvCxnSpPr>
          <p:spPr bwMode="auto">
            <a:xfrm>
              <a:off x="10259" y="6520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6" name="直接连接符 325"/>
            <p:cNvCxnSpPr/>
            <p:nvPr>
              <p:custDataLst>
                <p:tags r:id="rId94"/>
              </p:custDataLst>
            </p:nvPr>
          </p:nvCxnSpPr>
          <p:spPr bwMode="auto">
            <a:xfrm>
              <a:off x="10259" y="6520"/>
              <a:ext cx="0" cy="11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7" name="Text Box 18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10488" y="635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328" name="等腰三角形 327"/>
            <p:cNvSpPr/>
            <p:nvPr>
              <p:custDataLst>
                <p:tags r:id="rId96"/>
              </p:custDataLst>
            </p:nvPr>
          </p:nvSpPr>
          <p:spPr bwMode="auto">
            <a:xfrm>
              <a:off x="10544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29" name="直接连接符 328"/>
            <p:cNvCxnSpPr/>
            <p:nvPr>
              <p:custDataLst>
                <p:tags r:id="rId97"/>
              </p:custDataLst>
            </p:nvPr>
          </p:nvCxnSpPr>
          <p:spPr bwMode="auto">
            <a:xfrm flipV="1">
              <a:off x="11792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0" name="直接连接符 329"/>
            <p:cNvCxnSpPr/>
            <p:nvPr>
              <p:custDataLst>
                <p:tags r:id="rId98"/>
              </p:custDataLst>
            </p:nvPr>
          </p:nvCxnSpPr>
          <p:spPr bwMode="auto">
            <a:xfrm flipV="1">
              <a:off x="12358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1" name="直接连接符 330"/>
            <p:cNvCxnSpPr/>
            <p:nvPr>
              <p:custDataLst>
                <p:tags r:id="rId99"/>
              </p:custDataLst>
            </p:nvPr>
          </p:nvCxnSpPr>
          <p:spPr bwMode="auto">
            <a:xfrm>
              <a:off x="10374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2" name="直接连接符 331"/>
            <p:cNvCxnSpPr/>
            <p:nvPr>
              <p:custDataLst>
                <p:tags r:id="rId100"/>
              </p:custDataLst>
            </p:nvPr>
          </p:nvCxnSpPr>
          <p:spPr bwMode="auto">
            <a:xfrm flipH="1" flipV="1">
              <a:off x="11111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3" name="直接连接符 332"/>
            <p:cNvCxnSpPr/>
            <p:nvPr>
              <p:custDataLst>
                <p:tags r:id="rId101"/>
              </p:custDataLst>
            </p:nvPr>
          </p:nvCxnSpPr>
          <p:spPr bwMode="auto">
            <a:xfrm>
              <a:off x="10204" y="6407"/>
              <a:ext cx="28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38" name="Text Box 18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10486" y="6804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339" name="Text Box 18"/>
            <p:cNvSpPr txBox="1"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9070" y="5953"/>
              <a:ext cx="3742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写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为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X</a:t>
              </a:r>
              <a:r>
                <a:rPr lang="en-US" altLang="zh-CN" sz="1600" b="1" baseline="-18000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r>
                <a:rPr lang="zh-CN" altLang="en-US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，三态门为</a:t>
              </a:r>
              <a:r>
                <a:rPr lang="en-US" altLang="zh-CN" sz="1600" b="1" dirty="0" err="1">
                  <a:latin typeface="宋体" panose="02010600030101010101" pitchFamily="2" charset="-122"/>
                  <a:sym typeface="+mn-ea"/>
                </a:rPr>
                <a:t>X</a:t>
              </a:r>
              <a:r>
                <a:rPr lang="en-US" altLang="zh-CN" sz="1600" b="1" baseline="-18000" dirty="0" err="1">
                  <a:latin typeface="宋体" panose="02010600030101010101" pitchFamily="2" charset="-122"/>
                  <a:sym typeface="+mn-ea"/>
                </a:rPr>
                <a:t>out</a:t>
              </a:r>
              <a:endParaRPr lang="zh-CN" altLang="en-US" sz="1600" b="1" dirty="0" err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0" name="Text Box 18"/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9581" y="7314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25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341" name="矩形 340"/>
            <p:cNvSpPr/>
            <p:nvPr>
              <p:custDataLst>
                <p:tags r:id="rId105"/>
              </p:custDataLst>
            </p:nvPr>
          </p:nvSpPr>
          <p:spPr bwMode="auto">
            <a:xfrm>
              <a:off x="8447" y="6690"/>
              <a:ext cx="113" cy="113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2" name="矩形 341"/>
            <p:cNvSpPr/>
            <p:nvPr>
              <p:custDataLst>
                <p:tags r:id="rId106"/>
              </p:custDataLst>
            </p:nvPr>
          </p:nvSpPr>
          <p:spPr bwMode="auto">
            <a:xfrm>
              <a:off x="8447" y="6860"/>
              <a:ext cx="100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0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512" y="4221088"/>
            <a:ext cx="8784976" cy="4378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RD←Imm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执行阶段的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双字长指令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11" name="Text Box 31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59840" y="5446816"/>
            <a:ext cx="3688715" cy="10531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MAR←(PC)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spc="-100" dirty="0">
                <a:latin typeface="+mn-ea"/>
              </a:rPr>
              <a:t>MDR←M[(MAR)],PC←(PC)</a:t>
            </a:r>
            <a:r>
              <a:rPr lang="zh-CN" altLang="zh-CN" sz="2000" b="1" spc="-100" dirty="0">
                <a:latin typeface="+mn-ea"/>
              </a:rPr>
              <a:t>＋</a:t>
            </a:r>
            <a:r>
              <a:rPr lang="en-US" altLang="zh-CN" sz="2000" b="1" spc="-100" dirty="0">
                <a:latin typeface="+mn-ea"/>
              </a:rPr>
              <a:t>1</a:t>
            </a:r>
            <a:endParaRPr lang="en-US" altLang="zh-CN" sz="20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RD←(MDR)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r>
              <a:rPr lang="zh-CN" altLang="en-US" sz="2000" b="1" dirty="0">
                <a:latin typeface="+mn-ea"/>
              </a:rPr>
              <a:t>←</a:t>
            </a:r>
            <a:r>
              <a:rPr lang="en-US" altLang="zh-CN" sz="2000" b="1" dirty="0">
                <a:latin typeface="+mn-ea"/>
              </a:rPr>
              <a:t>1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112" name="Text Box 31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968000" y="5446816"/>
            <a:ext cx="3168352" cy="10531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PC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 err="1">
                <a:latin typeface="+mn-ea"/>
              </a:rPr>
              <a:t>MAR</a:t>
            </a:r>
            <a:r>
              <a:rPr lang="en-US" altLang="zh-CN" sz="2000" b="1" baseline="-18000" dirty="0" err="1">
                <a:latin typeface="+mn-ea"/>
              </a:rPr>
              <a:t>in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MEMR</a:t>
            </a:r>
            <a:r>
              <a:rPr lang="zh-CN" altLang="en-US" sz="2000" b="1" strike="sngStrik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000" b="1" strike="sngStrike" dirty="0">
                <a:solidFill>
                  <a:srgbClr val="FF3399"/>
                </a:solidFill>
                <a:latin typeface="宋体" panose="02010600030101010101" pitchFamily="2" charset="-122"/>
              </a:rPr>
              <a:t>WMFC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+mn-ea"/>
              </a:rPr>
              <a:t>PC</a:t>
            </a:r>
            <a:r>
              <a:rPr lang="en-US" altLang="zh-CN" sz="2000" b="1" baseline="-18000" dirty="0">
                <a:latin typeface="+mn-ea"/>
              </a:rPr>
              <a:t>+1</a:t>
            </a: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MDR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 err="1">
                <a:latin typeface="+mn-ea"/>
              </a:rPr>
              <a:t>GR</a:t>
            </a:r>
            <a:r>
              <a:rPr lang="en-US" altLang="zh-CN" sz="2000" b="1" baseline="-18000" dirty="0" err="1">
                <a:latin typeface="+mn-ea"/>
              </a:rPr>
              <a:t>in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endParaRPr lang="en-US" altLang="zh-CN" sz="2000" b="1" baseline="-18000" dirty="0">
              <a:latin typeface="+mn-ea"/>
            </a:endParaRPr>
          </a:p>
        </p:txBody>
      </p:sp>
      <p:sp>
        <p:nvSpPr>
          <p:cNvPr id="113" name="Text Box 322"/>
          <p:cNvSpPr txBox="1">
            <a:spLocks noChangeArrowheads="1"/>
          </p:cNvSpPr>
          <p:nvPr/>
        </p:nvSpPr>
        <p:spPr bwMode="auto">
          <a:xfrm>
            <a:off x="3311999" y="4653136"/>
            <a:ext cx="5508469" cy="7371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631825" indent="-631825" algn="l">
              <a:lnSpc>
                <a:spcPct val="125000"/>
              </a:lnSpc>
            </a:pPr>
            <a:r>
              <a:rPr lang="zh-CN" altLang="en-US" sz="1800" b="1" dirty="0">
                <a:solidFill>
                  <a:srgbClr val="CC3300"/>
                </a:solidFill>
                <a:latin typeface="宋体" panose="02010600030101010101" pitchFamily="2" charset="-122"/>
              </a:rPr>
              <a:t>注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1800" b="1" dirty="0">
                <a:latin typeface="宋体" panose="02010600030101010101" pitchFamily="2" charset="-122"/>
              </a:rPr>
              <a:t>①</a:t>
            </a:r>
            <a:r>
              <a:rPr lang="zh-CN" altLang="en-US" sz="1800" b="1" dirty="0">
                <a:latin typeface="宋体" panose="02010600030101010101" pitchFamily="2" charset="-122"/>
              </a:rPr>
              <a:t>取指时取</a:t>
            </a:r>
            <a:r>
              <a:rPr lang="zh-CN" altLang="en-US" sz="1800" b="1" u="sng" dirty="0">
                <a:latin typeface="宋体" panose="02010600030101010101" pitchFamily="2" charset="-122"/>
              </a:rPr>
              <a:t>首个字</a:t>
            </a:r>
            <a:r>
              <a:rPr lang="zh-CN" altLang="en-US" sz="1800" b="1" dirty="0">
                <a:latin typeface="宋体" panose="02010600030101010101" pitchFamily="2" charset="-122"/>
              </a:rPr>
              <a:t>，执行时取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其余字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地址码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；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marL="631825" indent="-631825" algn="l"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②</a:t>
            </a:r>
            <a:r>
              <a:rPr lang="zh-CN" altLang="en-US" sz="1800" b="1" u="sng" dirty="0">
                <a:latin typeface="宋体" panose="02010600030101010101" pitchFamily="2" charset="-122"/>
              </a:rPr>
              <a:t>每取一个字</a:t>
            </a:r>
            <a:r>
              <a:rPr lang="zh-CN" altLang="en-US" sz="1800" b="1" dirty="0">
                <a:latin typeface="宋体" panose="02010600030101010101" pitchFamily="2" charset="-122"/>
              </a:rPr>
              <a:t>，需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修改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PC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使</a:t>
            </a:r>
            <a:r>
              <a:rPr lang="en-US" altLang="zh-CN" sz="1600" b="1" dirty="0">
                <a:latin typeface="宋体" panose="02010600030101010101" pitchFamily="2" charset="-122"/>
              </a:rPr>
              <a:t>PC</a:t>
            </a:r>
            <a:r>
              <a:rPr lang="zh-CN" altLang="en-US" sz="1600" b="1" dirty="0">
                <a:latin typeface="宋体" panose="02010600030101010101" pitchFamily="2" charset="-122"/>
              </a:rPr>
              <a:t>指向下条指令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800" b="1" spc="-150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1404000" y="4689136"/>
            <a:ext cx="1728493" cy="744781"/>
            <a:chOff x="6803947" y="3980363"/>
            <a:chExt cx="1728493" cy="744781"/>
          </a:xfrm>
        </p:grpSpPr>
        <p:sp>
          <p:nvSpPr>
            <p:cNvPr id="115" name="Text Box 18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244408" y="4155353"/>
              <a:ext cx="288032" cy="521642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116" name="Line 191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flipH="1" flipV="1">
              <a:off x="7524328" y="4191639"/>
              <a:ext cx="720080" cy="20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Text Box 18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804248" y="4460971"/>
              <a:ext cx="723981" cy="216024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8" name="Text Box 18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803947" y="4028923"/>
              <a:ext cx="723981" cy="432048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 RD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Imm</a:t>
              </a:r>
              <a:endPara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9" name="Line 188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6804247" y="3980363"/>
              <a:ext cx="1" cy="74478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192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6804249" y="4028923"/>
              <a:ext cx="720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188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7524328" y="3980363"/>
              <a:ext cx="0" cy="74478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192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6804248" y="4244947"/>
              <a:ext cx="720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192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6804248" y="4460971"/>
              <a:ext cx="720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192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6804248" y="4676995"/>
              <a:ext cx="720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Text Box 187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554234" y="3981695"/>
              <a:ext cx="690174" cy="19124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取指前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26" name="Line 191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H="1" flipV="1">
              <a:off x="7524327" y="4388963"/>
              <a:ext cx="720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Text Box 18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554234" y="4197719"/>
              <a:ext cx="690174" cy="19124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取指后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28" name="Line 191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H="1" flipV="1">
              <a:off x="7524328" y="4624919"/>
              <a:ext cx="720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Text Box 18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554235" y="4408303"/>
              <a:ext cx="690174" cy="19124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执行后</a:t>
              </a:r>
              <a:endParaRPr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31" name="AutoShape 62">
            <a:hlinkClick r:id="rId109" action="ppaction://hlinksldjump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6200000">
            <a:off x="2988172" y="6524998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6812F7D-EC97-47E2-B54E-DE5D66E73930}"/>
              </a:ext>
            </a:extLst>
          </p:cNvPr>
          <p:cNvGrpSpPr/>
          <p:nvPr/>
        </p:nvGrpSpPr>
        <p:grpSpPr>
          <a:xfrm>
            <a:off x="1836909" y="172190"/>
            <a:ext cx="3239147" cy="808539"/>
            <a:chOff x="1836909" y="172190"/>
            <a:chExt cx="3239147" cy="808539"/>
          </a:xfrm>
        </p:grpSpPr>
        <p:sp>
          <p:nvSpPr>
            <p:cNvPr id="130" name="Text Box 18">
              <a:extLst>
                <a:ext uri="{FF2B5EF4-FFF2-40B4-BE49-F238E27FC236}">
                  <a16:creationId xmlns:a16="http://schemas.microsoft.com/office/drawing/2014/main" id="{CAAF4766-3D36-4A75-8AA1-A88375CB8886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836909" y="172190"/>
              <a:ext cx="3239147" cy="1774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latin typeface="+mn-lt"/>
                  <a:ea typeface="+mn-ea"/>
                </a:rPr>
                <a:t>μ</a:t>
              </a:r>
              <a:r>
                <a:rPr lang="en-US" altLang="zh-CN" sz="1600" b="1" dirty="0" err="1">
                  <a:latin typeface="+mn-ea"/>
                  <a:ea typeface="+mn-ea"/>
                </a:rPr>
                <a:t>OP</a:t>
              </a:r>
              <a:r>
                <a:rPr lang="zh-CN" altLang="en-US" sz="1600" b="1" dirty="0">
                  <a:latin typeface="+mn-ea"/>
                  <a:ea typeface="+mn-ea"/>
                </a:rPr>
                <a:t>控制信号形成电路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168A0D82-02DE-4D0D-B452-61AE6DBA0C1F}"/>
                </a:ext>
              </a:extLst>
            </p:cNvPr>
            <p:cNvCxnSpPr>
              <a:cxnSpLocks/>
              <a:stCxn id="267" idx="0"/>
            </p:cNvCxnSpPr>
            <p:nvPr>
              <p:custDataLst>
                <p:tags r:id="rId6"/>
              </p:custDataLst>
            </p:nvPr>
          </p:nvCxnSpPr>
          <p:spPr bwMode="auto">
            <a:xfrm flipV="1">
              <a:off x="1944040" y="332657"/>
              <a:ext cx="7320" cy="28816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29EECC49-0833-4CD3-BCD9-87A6EE1757AC}"/>
                </a:ext>
              </a:extLst>
            </p:cNvPr>
            <p:cNvCxnSpPr>
              <a:cxnSpLocks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4876547" y="332657"/>
              <a:ext cx="1" cy="648072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6" grpId="0" bldLvl="0" animBg="1"/>
      <p:bldP spid="17" grpId="0" bldLvl="0" animBg="1"/>
      <p:bldP spid="21" grpId="0" animBg="1"/>
      <p:bldP spid="18" grpId="0" bldLvl="0" animBg="1"/>
      <p:bldP spid="20" grpId="0" bldLvl="0" animBg="1"/>
      <p:bldP spid="111" grpId="0" bldLvl="0" animBg="1"/>
      <p:bldP spid="112" grpId="0" bldLvl="0"/>
      <p:bldP spid="1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27</a:t>
            </a:fld>
            <a:endParaRPr lang="en-US" altLang="zh-CN" dirty="0"/>
          </a:p>
        </p:txBody>
      </p:sp>
      <p:sp>
        <p:nvSpPr>
          <p:cNvPr id="130" name="Text Box 5"/>
          <p:cNvSpPr txBox="1">
            <a:spLocks noChangeArrowheads="1"/>
          </p:cNvSpPr>
          <p:nvPr/>
        </p:nvSpPr>
        <p:spPr bwMode="auto">
          <a:xfrm>
            <a:off x="179512" y="3573016"/>
            <a:ext cx="8784976" cy="4742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所有指令周期的组织结果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状态转换图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各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r>
              <a:rPr lang="zh-CN" altLang="en-US" sz="1800" b="1" dirty="0">
                <a:latin typeface="宋体" panose="02010600030101010101" pitchFamily="2" charset="-122"/>
              </a:rPr>
              <a:t>序列的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汇总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zh-CN" altLang="en-US" sz="1600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323528" y="4113328"/>
            <a:ext cx="8640960" cy="2268000"/>
            <a:chOff x="323512" y="3645016"/>
            <a:chExt cx="8640960" cy="2268000"/>
          </a:xfrm>
        </p:grpSpPr>
        <p:cxnSp>
          <p:nvCxnSpPr>
            <p:cNvPr id="5" name="直接箭头连接符 4"/>
            <p:cNvCxnSpPr/>
            <p:nvPr/>
          </p:nvCxnSpPr>
          <p:spPr bwMode="auto">
            <a:xfrm>
              <a:off x="3204000" y="3789016"/>
              <a:ext cx="28819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" name="直接箭头连接符 16"/>
            <p:cNvCxnSpPr/>
            <p:nvPr/>
          </p:nvCxnSpPr>
          <p:spPr bwMode="auto">
            <a:xfrm>
              <a:off x="323512" y="5913016"/>
              <a:ext cx="864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" name="直接箭头连接符 18"/>
            <p:cNvCxnSpPr/>
            <p:nvPr/>
          </p:nvCxnSpPr>
          <p:spPr bwMode="auto">
            <a:xfrm>
              <a:off x="8603472" y="4617016"/>
              <a:ext cx="0" cy="129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直接箭头连接符 19"/>
            <p:cNvCxnSpPr/>
            <p:nvPr/>
          </p:nvCxnSpPr>
          <p:spPr bwMode="auto">
            <a:xfrm flipV="1">
              <a:off x="323512" y="3789016"/>
              <a:ext cx="0" cy="212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8" name="Text Box 323"/>
            <p:cNvSpPr txBox="1">
              <a:spLocks noChangeArrowheads="1"/>
            </p:cNvSpPr>
            <p:nvPr/>
          </p:nvSpPr>
          <p:spPr bwMode="auto">
            <a:xfrm>
              <a:off x="1835984" y="3645016"/>
              <a:ext cx="136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PC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MAR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sp>
          <p:nvSpPr>
            <p:cNvPr id="58" name="Text Box 323"/>
            <p:cNvSpPr txBox="1">
              <a:spLocks noChangeArrowheads="1"/>
            </p:cNvSpPr>
            <p:nvPr/>
          </p:nvSpPr>
          <p:spPr bwMode="auto">
            <a:xfrm>
              <a:off x="3492032" y="3645016"/>
              <a:ext cx="1224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MEMR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，</a:t>
              </a:r>
              <a:r>
                <a:rPr lang="en-US" altLang="zh-CN" sz="1800" b="1" dirty="0">
                  <a:latin typeface="+mn-ea"/>
                </a:rPr>
                <a:t>PC</a:t>
              </a:r>
              <a:r>
                <a:rPr lang="en-US" altLang="zh-CN" sz="1800" b="1" baseline="-18000" dirty="0">
                  <a:latin typeface="+mn-ea"/>
                </a:rPr>
                <a:t>+1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59" name="直接箭头连接符 58"/>
            <p:cNvCxnSpPr/>
            <p:nvPr/>
          </p:nvCxnSpPr>
          <p:spPr bwMode="auto">
            <a:xfrm>
              <a:off x="4715984" y="3789016"/>
              <a:ext cx="28819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0" name="Text Box 323"/>
            <p:cNvSpPr txBox="1">
              <a:spLocks noChangeArrowheads="1"/>
            </p:cNvSpPr>
            <p:nvPr/>
          </p:nvSpPr>
          <p:spPr bwMode="auto">
            <a:xfrm>
              <a:off x="5003984" y="3645016"/>
              <a:ext cx="136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MDR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IR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61" name="直接箭头连接符 60"/>
            <p:cNvCxnSpPr/>
            <p:nvPr/>
          </p:nvCxnSpPr>
          <p:spPr bwMode="auto">
            <a:xfrm>
              <a:off x="1187608" y="4077518"/>
              <a:ext cx="777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3" name="直接箭头连接符 62"/>
            <p:cNvCxnSpPr/>
            <p:nvPr/>
          </p:nvCxnSpPr>
          <p:spPr bwMode="auto">
            <a:xfrm flipH="1">
              <a:off x="5687984" y="38970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接箭头连接符 64"/>
            <p:cNvCxnSpPr/>
            <p:nvPr/>
          </p:nvCxnSpPr>
          <p:spPr bwMode="auto">
            <a:xfrm flipH="1">
              <a:off x="1187608" y="4077096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8" name="Text Box 323"/>
            <p:cNvSpPr txBox="1">
              <a:spLocks noChangeArrowheads="1"/>
            </p:cNvSpPr>
            <p:nvPr/>
          </p:nvSpPr>
          <p:spPr bwMode="auto">
            <a:xfrm>
              <a:off x="863984" y="4797016"/>
              <a:ext cx="64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MEMR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sp>
          <p:nvSpPr>
            <p:cNvPr id="69" name="Text Box 323"/>
            <p:cNvSpPr txBox="1">
              <a:spLocks noChangeArrowheads="1"/>
            </p:cNvSpPr>
            <p:nvPr/>
          </p:nvSpPr>
          <p:spPr bwMode="auto">
            <a:xfrm>
              <a:off x="467672" y="4369399"/>
              <a:ext cx="201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>
                  <a:latin typeface="+mn-ea"/>
                </a:rPr>
                <a:t>G</a:t>
              </a:r>
              <a:r>
                <a:rPr lang="en-US" altLang="zh-CN" sz="1800" b="1" dirty="0" err="1">
                  <a:latin typeface="+mn-ea"/>
                </a:rPr>
                <a:t>R</a:t>
              </a:r>
              <a:r>
                <a:rPr lang="en-US" altLang="zh-CN" sz="1800" b="1" baseline="-25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MAR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70" name="直接箭头连接符 69"/>
            <p:cNvCxnSpPr/>
            <p:nvPr/>
          </p:nvCxnSpPr>
          <p:spPr bwMode="auto">
            <a:xfrm flipH="1">
              <a:off x="1187608" y="46170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1" name="直接箭头连接符 70"/>
            <p:cNvCxnSpPr/>
            <p:nvPr/>
          </p:nvCxnSpPr>
          <p:spPr bwMode="auto">
            <a:xfrm flipH="1">
              <a:off x="1187608" y="5049016"/>
              <a:ext cx="0" cy="43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2" name="Text Box 323"/>
            <p:cNvSpPr txBox="1">
              <a:spLocks noChangeArrowheads="1"/>
            </p:cNvSpPr>
            <p:nvPr/>
          </p:nvSpPr>
          <p:spPr bwMode="auto">
            <a:xfrm>
              <a:off x="467528" y="5481016"/>
              <a:ext cx="190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MDR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r>
                <a:rPr lang="zh-CN" altLang="en-US" sz="1800" b="1" dirty="0">
                  <a:latin typeface="+mn-ea"/>
                </a:rPr>
                <a:t>，</a:t>
              </a:r>
              <a:r>
                <a:rPr lang="en-US" altLang="zh-CN" sz="1800" b="1" dirty="0">
                  <a:latin typeface="+mn-ea"/>
                </a:rPr>
                <a:t>End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73" name="直接箭头连接符 72"/>
            <p:cNvCxnSpPr/>
            <p:nvPr/>
          </p:nvCxnSpPr>
          <p:spPr bwMode="auto">
            <a:xfrm flipH="1">
              <a:off x="3203832" y="4077072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4" name="Text Box 323"/>
            <p:cNvSpPr txBox="1">
              <a:spLocks noChangeArrowheads="1"/>
            </p:cNvSpPr>
            <p:nvPr/>
          </p:nvSpPr>
          <p:spPr bwMode="auto">
            <a:xfrm>
              <a:off x="2627912" y="4797016"/>
              <a:ext cx="136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MDR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sp>
          <p:nvSpPr>
            <p:cNvPr id="75" name="Text Box 323"/>
            <p:cNvSpPr txBox="1">
              <a:spLocks noChangeArrowheads="1"/>
            </p:cNvSpPr>
            <p:nvPr/>
          </p:nvSpPr>
          <p:spPr bwMode="auto">
            <a:xfrm>
              <a:off x="2627912" y="4369375"/>
              <a:ext cx="201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>
                  <a:latin typeface="+mn-ea"/>
                </a:rPr>
                <a:t>G</a:t>
              </a:r>
              <a:r>
                <a:rPr lang="en-US" altLang="zh-CN" sz="1800" b="1" dirty="0" err="1">
                  <a:latin typeface="+mn-ea"/>
                </a:rPr>
                <a:t>R</a:t>
              </a:r>
              <a:r>
                <a:rPr lang="en-US" altLang="zh-CN" sz="1800" b="1" baseline="-25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MAR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76" name="直接箭头连接符 75"/>
            <p:cNvCxnSpPr/>
            <p:nvPr/>
          </p:nvCxnSpPr>
          <p:spPr bwMode="auto">
            <a:xfrm flipH="1">
              <a:off x="3203832" y="46170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7" name="直接箭头连接符 76"/>
            <p:cNvCxnSpPr/>
            <p:nvPr/>
          </p:nvCxnSpPr>
          <p:spPr bwMode="auto">
            <a:xfrm flipH="1">
              <a:off x="3203832" y="5049016"/>
              <a:ext cx="0" cy="43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8" name="Text Box 323"/>
            <p:cNvSpPr txBox="1">
              <a:spLocks noChangeArrowheads="1"/>
            </p:cNvSpPr>
            <p:nvPr/>
          </p:nvSpPr>
          <p:spPr bwMode="auto">
            <a:xfrm>
              <a:off x="2627768" y="5481016"/>
              <a:ext cx="1224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MEMW</a:t>
              </a:r>
              <a:r>
                <a:rPr lang="zh-CN" altLang="en-US" sz="1800" b="1" dirty="0">
                  <a:latin typeface="+mn-ea"/>
                </a:rPr>
                <a:t>，</a:t>
              </a:r>
              <a:r>
                <a:rPr lang="en-US" altLang="zh-CN" sz="1800" b="1" dirty="0">
                  <a:latin typeface="+mn-ea"/>
                </a:rPr>
                <a:t>End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82" name="直接箭头连接符 81"/>
            <p:cNvCxnSpPr/>
            <p:nvPr/>
          </p:nvCxnSpPr>
          <p:spPr bwMode="auto">
            <a:xfrm flipH="1">
              <a:off x="5364216" y="4077072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3" name="Text Box 323"/>
            <p:cNvSpPr txBox="1">
              <a:spLocks noChangeArrowheads="1"/>
            </p:cNvSpPr>
            <p:nvPr/>
          </p:nvSpPr>
          <p:spPr bwMode="auto">
            <a:xfrm>
              <a:off x="4788296" y="4797016"/>
              <a:ext cx="1440000" cy="504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>
                  <a:latin typeface="+mn-ea"/>
                </a:rPr>
                <a:t>G</a:t>
              </a:r>
              <a:r>
                <a:rPr lang="en-US" altLang="zh-CN" sz="1800" b="1" dirty="0" err="1">
                  <a:latin typeface="+mn-ea"/>
                </a:rPr>
                <a:t>R</a:t>
              </a:r>
              <a:r>
                <a:rPr lang="en-US" altLang="zh-CN" sz="1800" b="1" baseline="-25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、</a:t>
              </a:r>
              <a:endParaRPr lang="en-US" altLang="zh-CN" sz="1800" b="1" dirty="0">
                <a:latin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</a:rPr>
                <a:t>op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01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>
                  <a:latin typeface="+mn-ea"/>
                </a:rPr>
                <a:t>Z</a:t>
              </a:r>
              <a:r>
                <a:rPr lang="en-US" altLang="zh-CN" sz="1800" b="1" baseline="-18000" dirty="0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sp>
          <p:nvSpPr>
            <p:cNvPr id="84" name="Text Box 323"/>
            <p:cNvSpPr txBox="1">
              <a:spLocks noChangeArrowheads="1"/>
            </p:cNvSpPr>
            <p:nvPr/>
          </p:nvSpPr>
          <p:spPr bwMode="auto">
            <a:xfrm>
              <a:off x="4788296" y="4369375"/>
              <a:ext cx="1152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>
                  <a:latin typeface="+mn-ea"/>
                </a:rPr>
                <a:t>Y</a:t>
              </a:r>
              <a:r>
                <a:rPr lang="en-US" altLang="zh-CN" sz="1800" b="1" baseline="-18000" dirty="0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85" name="直接箭头连接符 84"/>
            <p:cNvCxnSpPr/>
            <p:nvPr/>
          </p:nvCxnSpPr>
          <p:spPr bwMode="auto">
            <a:xfrm flipH="1">
              <a:off x="5364216" y="46170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6" name="直接箭头连接符 85"/>
            <p:cNvCxnSpPr/>
            <p:nvPr/>
          </p:nvCxnSpPr>
          <p:spPr bwMode="auto">
            <a:xfrm flipH="1">
              <a:off x="5364216" y="53010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7" name="Text Box 323"/>
            <p:cNvSpPr txBox="1">
              <a:spLocks noChangeArrowheads="1"/>
            </p:cNvSpPr>
            <p:nvPr/>
          </p:nvSpPr>
          <p:spPr bwMode="auto">
            <a:xfrm>
              <a:off x="4788152" y="5481016"/>
              <a:ext cx="1692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Z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r>
                <a:rPr lang="zh-CN" altLang="en-US" sz="1800" b="1" dirty="0">
                  <a:latin typeface="+mn-ea"/>
                </a:rPr>
                <a:t>，</a:t>
              </a:r>
              <a:r>
                <a:rPr lang="en-US" altLang="zh-CN" sz="1800" b="1" dirty="0">
                  <a:latin typeface="+mn-ea"/>
                </a:rPr>
                <a:t>End</a:t>
              </a:r>
              <a:endParaRPr lang="en-US" altLang="zh-CN" sz="1800" b="1" baseline="-18000" dirty="0">
                <a:latin typeface="+mn-ea"/>
              </a:endParaRPr>
            </a:p>
          </p:txBody>
        </p:sp>
        <p:cxnSp>
          <p:nvCxnSpPr>
            <p:cNvPr id="88" name="直接箭头连接符 87"/>
            <p:cNvCxnSpPr/>
            <p:nvPr/>
          </p:nvCxnSpPr>
          <p:spPr bwMode="auto">
            <a:xfrm flipH="1">
              <a:off x="7236152" y="4077072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9" name="Text Box 323"/>
            <p:cNvSpPr txBox="1">
              <a:spLocks noChangeArrowheads="1"/>
            </p:cNvSpPr>
            <p:nvPr/>
          </p:nvSpPr>
          <p:spPr bwMode="auto">
            <a:xfrm>
              <a:off x="6660232" y="4797016"/>
              <a:ext cx="1332000" cy="504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ExtU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endParaRPr lang="en-US" altLang="zh-CN" sz="1800" b="1" dirty="0">
                <a:latin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</a:rPr>
                <a:t>op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00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>
                  <a:latin typeface="+mn-ea"/>
                </a:rPr>
                <a:t>Z</a:t>
              </a:r>
              <a:r>
                <a:rPr lang="en-US" altLang="zh-CN" sz="1800" b="1" baseline="-18000" dirty="0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sp>
          <p:nvSpPr>
            <p:cNvPr id="90" name="Text Box 323"/>
            <p:cNvSpPr txBox="1">
              <a:spLocks noChangeArrowheads="1"/>
            </p:cNvSpPr>
            <p:nvPr/>
          </p:nvSpPr>
          <p:spPr bwMode="auto">
            <a:xfrm>
              <a:off x="6660232" y="4369375"/>
              <a:ext cx="111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PC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>
                  <a:latin typeface="+mn-ea"/>
                </a:rPr>
                <a:t>Y</a:t>
              </a:r>
              <a:r>
                <a:rPr lang="en-US" altLang="zh-CN" sz="1800" b="1" baseline="-18000" dirty="0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91" name="直接箭头连接符 90"/>
            <p:cNvCxnSpPr/>
            <p:nvPr/>
          </p:nvCxnSpPr>
          <p:spPr bwMode="auto">
            <a:xfrm flipH="1">
              <a:off x="7236152" y="46170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91"/>
            <p:cNvCxnSpPr/>
            <p:nvPr/>
          </p:nvCxnSpPr>
          <p:spPr bwMode="auto">
            <a:xfrm flipH="1">
              <a:off x="7236072" y="53010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3" name="Text Box 323"/>
            <p:cNvSpPr txBox="1">
              <a:spLocks noChangeArrowheads="1"/>
            </p:cNvSpPr>
            <p:nvPr/>
          </p:nvSpPr>
          <p:spPr bwMode="auto">
            <a:xfrm>
              <a:off x="6660088" y="5481016"/>
              <a:ext cx="1692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Z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PC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r>
                <a:rPr lang="zh-CN" altLang="en-US" sz="1800" b="1" dirty="0">
                  <a:latin typeface="+mn-ea"/>
                </a:rPr>
                <a:t>，</a:t>
              </a:r>
              <a:r>
                <a:rPr lang="en-US" altLang="zh-CN" sz="1800" b="1" dirty="0">
                  <a:latin typeface="+mn-ea"/>
                </a:rPr>
                <a:t>End</a:t>
              </a:r>
              <a:endParaRPr lang="en-US" altLang="zh-CN" sz="1800" b="1" baseline="-18000" dirty="0">
                <a:latin typeface="+mn-ea"/>
              </a:endParaRPr>
            </a:p>
          </p:txBody>
        </p:sp>
        <p:sp>
          <p:nvSpPr>
            <p:cNvPr id="94" name="Text Box 323"/>
            <p:cNvSpPr txBox="1">
              <a:spLocks noChangeArrowheads="1"/>
            </p:cNvSpPr>
            <p:nvPr/>
          </p:nvSpPr>
          <p:spPr bwMode="auto">
            <a:xfrm>
              <a:off x="8316352" y="4365104"/>
              <a:ext cx="504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</a:rPr>
                <a:t>End</a:t>
              </a:r>
              <a:endParaRPr lang="en-US" altLang="zh-CN" sz="1800" b="1" baseline="-18000" dirty="0">
                <a:latin typeface="+mn-ea"/>
              </a:endParaRPr>
            </a:p>
          </p:txBody>
        </p:sp>
        <p:cxnSp>
          <p:nvCxnSpPr>
            <p:cNvPr id="95" name="直接箭头连接符 94"/>
            <p:cNvCxnSpPr/>
            <p:nvPr/>
          </p:nvCxnSpPr>
          <p:spPr bwMode="auto">
            <a:xfrm flipH="1">
              <a:off x="1187608" y="57330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6" name="直接箭头连接符 95"/>
            <p:cNvCxnSpPr/>
            <p:nvPr/>
          </p:nvCxnSpPr>
          <p:spPr bwMode="auto">
            <a:xfrm flipH="1">
              <a:off x="3203832" y="57330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7" name="直接箭头连接符 96"/>
            <p:cNvCxnSpPr/>
            <p:nvPr/>
          </p:nvCxnSpPr>
          <p:spPr bwMode="auto">
            <a:xfrm flipH="1">
              <a:off x="5364152" y="57330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8" name="直接箭头连接符 97"/>
            <p:cNvCxnSpPr/>
            <p:nvPr/>
          </p:nvCxnSpPr>
          <p:spPr bwMode="auto">
            <a:xfrm flipH="1">
              <a:off x="7236152" y="57330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9" name="直接箭头连接符 98"/>
            <p:cNvCxnSpPr/>
            <p:nvPr/>
          </p:nvCxnSpPr>
          <p:spPr bwMode="auto">
            <a:xfrm flipH="1">
              <a:off x="8604304" y="4077072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0" name="直接箭头连接符 99"/>
            <p:cNvCxnSpPr/>
            <p:nvPr/>
          </p:nvCxnSpPr>
          <p:spPr bwMode="auto">
            <a:xfrm>
              <a:off x="323512" y="3789016"/>
              <a:ext cx="1512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1" name="Text Box 63"/>
            <p:cNvSpPr txBox="1">
              <a:spLocks noChangeArrowheads="1"/>
            </p:cNvSpPr>
            <p:nvPr/>
          </p:nvSpPr>
          <p:spPr bwMode="auto">
            <a:xfrm>
              <a:off x="2879984" y="4076179"/>
              <a:ext cx="28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ST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2" name="Text Box 63"/>
            <p:cNvSpPr txBox="1">
              <a:spLocks noChangeArrowheads="1"/>
            </p:cNvSpPr>
            <p:nvPr/>
          </p:nvSpPr>
          <p:spPr bwMode="auto">
            <a:xfrm>
              <a:off x="863984" y="4077072"/>
              <a:ext cx="28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LD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3" name="Text Box 63"/>
            <p:cNvSpPr txBox="1">
              <a:spLocks noChangeArrowheads="1"/>
            </p:cNvSpPr>
            <p:nvPr/>
          </p:nvSpPr>
          <p:spPr bwMode="auto">
            <a:xfrm>
              <a:off x="7559984" y="4077072"/>
              <a:ext cx="100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JNZ(ZF=1)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4" name="Text Box 63"/>
            <p:cNvSpPr txBox="1">
              <a:spLocks noChangeArrowheads="1"/>
            </p:cNvSpPr>
            <p:nvPr/>
          </p:nvSpPr>
          <p:spPr bwMode="auto">
            <a:xfrm>
              <a:off x="4931984" y="4077965"/>
              <a:ext cx="396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SUB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5" name="Text Box 63"/>
            <p:cNvSpPr txBox="1">
              <a:spLocks noChangeArrowheads="1"/>
            </p:cNvSpPr>
            <p:nvPr/>
          </p:nvSpPr>
          <p:spPr bwMode="auto">
            <a:xfrm>
              <a:off x="6191984" y="4077072"/>
              <a:ext cx="100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JNZ(ZF=0)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8" name="直接箭头连接符 107"/>
            <p:cNvCxnSpPr/>
            <p:nvPr/>
          </p:nvCxnSpPr>
          <p:spPr bwMode="auto">
            <a:xfrm flipH="1">
              <a:off x="8964472" y="4077072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2" name="直接箭头连接符 131"/>
            <p:cNvCxnSpPr/>
            <p:nvPr/>
          </p:nvCxnSpPr>
          <p:spPr bwMode="auto">
            <a:xfrm flipH="1">
              <a:off x="8964472" y="57330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" name="Text Box 31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9552" y="1988840"/>
            <a:ext cx="3240000" cy="922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4680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>
                <a:latin typeface="+mn-ea"/>
              </a:rPr>
              <a:t>GR</a:t>
            </a:r>
            <a:r>
              <a:rPr lang="en-US" altLang="zh-CN" sz="1800" b="1" baseline="-18000" dirty="0" err="1">
                <a:latin typeface="+mn-ea"/>
              </a:rPr>
              <a:t>out</a:t>
            </a:r>
            <a:r>
              <a:rPr lang="zh-CN" altLang="en-US" sz="1800" b="1" dirty="0">
                <a:latin typeface="+mn-ea"/>
              </a:rPr>
              <a:t>、</a:t>
            </a:r>
            <a:r>
              <a:rPr lang="en-US" altLang="zh-CN" sz="1800" b="1" dirty="0">
                <a:latin typeface="+mn-ea"/>
              </a:rPr>
              <a:t>G</a:t>
            </a:r>
            <a:r>
              <a:rPr lang="en-US" altLang="zh-CN" sz="1800" b="1" dirty="0" err="1">
                <a:latin typeface="+mn-ea"/>
              </a:rPr>
              <a:t>R</a:t>
            </a:r>
            <a:r>
              <a:rPr lang="en-US" altLang="zh-CN" sz="1800" b="1" baseline="-25000" dirty="0" err="1">
                <a:latin typeface="+mn-ea"/>
              </a:rPr>
              <a:t>sel</a:t>
            </a:r>
            <a:r>
              <a:rPr lang="zh-CN" altLang="en-US" sz="1800" b="1" dirty="0">
                <a:latin typeface="+mn-ea"/>
              </a:rPr>
              <a:t>、</a:t>
            </a:r>
            <a:r>
              <a:rPr lang="en-US" altLang="zh-CN" sz="1800" b="1" dirty="0">
                <a:latin typeface="+mn-ea"/>
              </a:rPr>
              <a:t>Y</a:t>
            </a:r>
            <a:r>
              <a:rPr lang="en-US" altLang="zh-CN" sz="1800" b="1" baseline="-18000" dirty="0">
                <a:latin typeface="+mn-ea"/>
              </a:rPr>
              <a:t>in</a:t>
            </a:r>
            <a:r>
              <a:rPr lang="zh-CN" altLang="en-US" sz="1800" b="1" dirty="0">
                <a:latin typeface="+mn-ea"/>
              </a:rPr>
              <a:t>  </a:t>
            </a:r>
            <a:endParaRPr lang="en-US" altLang="zh-CN" sz="18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>
                <a:latin typeface="+mn-ea"/>
              </a:rPr>
              <a:t>ExtU</a:t>
            </a:r>
            <a:r>
              <a:rPr lang="en-US" altLang="zh-CN" sz="1800" b="1" baseline="-18000" dirty="0" err="1">
                <a:latin typeface="+mn-ea"/>
              </a:rPr>
              <a:t>out</a:t>
            </a:r>
            <a:r>
              <a:rPr lang="zh-CN" altLang="en-US" sz="1800" b="1" dirty="0">
                <a:latin typeface="+mn-ea"/>
              </a:rPr>
              <a:t>、</a:t>
            </a:r>
            <a:r>
              <a:rPr lang="en-US" altLang="zh-CN" sz="1800" b="1" dirty="0" err="1">
                <a:latin typeface="+mn-ea"/>
              </a:rPr>
              <a:t>GR</a:t>
            </a:r>
            <a:r>
              <a:rPr lang="en-US" altLang="zh-CN" sz="1800" b="1" baseline="-18000" dirty="0" err="1">
                <a:latin typeface="+mn-ea"/>
              </a:rPr>
              <a:t>out</a:t>
            </a:r>
            <a:r>
              <a:rPr lang="zh-CN" altLang="en-US" sz="1800" b="1" dirty="0">
                <a:latin typeface="+mn-ea"/>
              </a:rPr>
              <a:t>、</a:t>
            </a:r>
            <a:r>
              <a:rPr lang="en-US" altLang="zh-CN" sz="1800" b="1" dirty="0">
                <a:latin typeface="+mn-ea"/>
              </a:rPr>
              <a:t>op=01</a:t>
            </a:r>
            <a:r>
              <a:rPr lang="zh-CN" altLang="en-US" sz="1800" b="1" dirty="0">
                <a:latin typeface="+mn-ea"/>
              </a:rPr>
              <a:t>、</a:t>
            </a:r>
            <a:r>
              <a:rPr lang="en-US" altLang="zh-CN" sz="1800" b="1" dirty="0">
                <a:latin typeface="+mn-ea"/>
              </a:rPr>
              <a:t>Z</a:t>
            </a:r>
            <a:r>
              <a:rPr lang="en-US" altLang="zh-CN" sz="1800" b="1" baseline="-18000" dirty="0">
                <a:latin typeface="+mn-ea"/>
              </a:rPr>
              <a:t>in</a:t>
            </a:r>
            <a:r>
              <a:rPr lang="en-US" altLang="zh-CN" sz="1800" b="1" dirty="0">
                <a:latin typeface="+mn-ea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>
                <a:latin typeface="宋体" panose="02010600030101010101" pitchFamily="2" charset="-122"/>
              </a:rPr>
              <a:t>Z</a:t>
            </a:r>
            <a:r>
              <a:rPr lang="en-US" altLang="zh-CN" sz="1800" b="1" baseline="-18000" dirty="0" err="1">
                <a:latin typeface="+mn-ea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>
                <a:latin typeface="+mn-ea"/>
              </a:rPr>
              <a:t>GR</a:t>
            </a:r>
            <a:r>
              <a:rPr lang="en-US" altLang="zh-CN" sz="1800" b="1" baseline="-18000" dirty="0" err="1">
                <a:latin typeface="+mn-ea"/>
              </a:rPr>
              <a:t>in</a:t>
            </a:r>
            <a:r>
              <a:rPr lang="zh-CN" altLang="en-US" sz="1800" b="1" dirty="0">
                <a:latin typeface="+mn-ea"/>
              </a:rPr>
              <a:t>，</a:t>
            </a:r>
            <a:r>
              <a:rPr lang="en-US" altLang="zh-CN" sz="1800" b="1" dirty="0">
                <a:latin typeface="+mn-ea"/>
              </a:rPr>
              <a:t>End</a:t>
            </a:r>
            <a:endParaRPr lang="en-US" altLang="zh-CN" sz="1800" b="1" baseline="-18000" dirty="0">
              <a:latin typeface="+mn-ea"/>
            </a:endParaRPr>
          </a:p>
        </p:txBody>
      </p:sp>
      <p:sp>
        <p:nvSpPr>
          <p:cNvPr id="7" name="Text Box 31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74477" y="2924944"/>
            <a:ext cx="2844000" cy="57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36000" rIns="36195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RD←(RS)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未知值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    (RD)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disp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冲突</a:t>
            </a:r>
            <a:endParaRPr lang="zh-CN" altLang="en-US" sz="1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 Box 31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552480" y="1728000"/>
            <a:ext cx="2376000" cy="1198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4680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>
                <a:latin typeface="+mn-ea"/>
              </a:rPr>
              <a:t>PC</a:t>
            </a:r>
            <a:r>
              <a:rPr lang="en-US" altLang="zh-CN" sz="1800" b="1" baseline="-18000" dirty="0" err="1">
                <a:latin typeface="+mn-ea"/>
              </a:rPr>
              <a:t>out</a:t>
            </a:r>
            <a:r>
              <a:rPr lang="zh-CN" altLang="en-US" sz="1800" b="1" dirty="0">
                <a:latin typeface="+mn-ea"/>
              </a:rPr>
              <a:t>、</a:t>
            </a:r>
            <a:r>
              <a:rPr lang="en-US" altLang="zh-CN" sz="1800" b="1" dirty="0">
                <a:latin typeface="+mn-ea"/>
              </a:rPr>
              <a:t>Y</a:t>
            </a:r>
            <a:r>
              <a:rPr lang="en-US" altLang="zh-CN" sz="1800" b="1" baseline="-18000" dirty="0">
                <a:latin typeface="+mn-ea"/>
              </a:rPr>
              <a:t>in</a:t>
            </a:r>
            <a:r>
              <a:rPr lang="zh-CN" altLang="en-US" sz="1800" b="1" dirty="0">
                <a:latin typeface="+mn-ea"/>
              </a:rPr>
              <a:t> </a:t>
            </a:r>
            <a:endParaRPr lang="en-US" altLang="zh-CN" sz="18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>
                <a:latin typeface="+mn-ea"/>
              </a:rPr>
              <a:t>ExtU</a:t>
            </a:r>
            <a:r>
              <a:rPr lang="en-US" altLang="zh-CN" sz="1800" b="1" baseline="-18000" dirty="0" err="1">
                <a:latin typeface="+mn-ea"/>
              </a:rPr>
              <a:t>out</a:t>
            </a:r>
            <a:r>
              <a:rPr lang="zh-CN" altLang="en-US" sz="1800" b="1" dirty="0">
                <a:latin typeface="+mn-ea"/>
              </a:rPr>
              <a:t>、</a:t>
            </a:r>
            <a:r>
              <a:rPr lang="en-US" altLang="zh-CN" sz="1800" b="1" dirty="0" err="1">
                <a:latin typeface="+mn-ea"/>
              </a:rPr>
              <a:t>GR</a:t>
            </a:r>
            <a:r>
              <a:rPr lang="en-US" altLang="zh-CN" sz="1800" b="1" baseline="-18000" dirty="0" err="1">
                <a:latin typeface="+mn-ea"/>
              </a:rPr>
              <a:t>in</a:t>
            </a:r>
            <a:r>
              <a:rPr lang="zh-CN" altLang="en-US" sz="1800" b="1" dirty="0">
                <a:latin typeface="+mn-ea"/>
              </a:rPr>
              <a:t> </a:t>
            </a:r>
            <a:endParaRPr lang="en-US" altLang="zh-CN" sz="1800" b="1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>
                <a:latin typeface="+mn-ea"/>
              </a:rPr>
              <a:t>GR</a:t>
            </a:r>
            <a:r>
              <a:rPr lang="en-US" altLang="zh-CN" sz="1800" b="1" baseline="-18000" dirty="0" err="1">
                <a:latin typeface="+mn-ea"/>
              </a:rPr>
              <a:t>out</a:t>
            </a:r>
            <a:r>
              <a:rPr lang="zh-CN" altLang="en-US" sz="1800" b="1" dirty="0">
                <a:latin typeface="+mn-ea"/>
              </a:rPr>
              <a:t>、</a:t>
            </a:r>
            <a:r>
              <a:rPr lang="en-US" altLang="zh-CN" sz="1800" b="1" dirty="0">
                <a:latin typeface="+mn-ea"/>
              </a:rPr>
              <a:t>op=00</a:t>
            </a:r>
            <a:r>
              <a:rPr lang="zh-CN" altLang="en-US" sz="1800" b="1" dirty="0">
                <a:latin typeface="+mn-ea"/>
              </a:rPr>
              <a:t>、</a:t>
            </a:r>
            <a:r>
              <a:rPr lang="en-US" altLang="zh-CN" sz="1800" b="1" dirty="0" err="1">
                <a:latin typeface="+mn-ea"/>
              </a:rPr>
              <a:t>Z</a:t>
            </a:r>
            <a:r>
              <a:rPr lang="en-US" altLang="zh-CN" sz="1800" b="1" baseline="-18000" dirty="0" err="1">
                <a:latin typeface="+mn-ea"/>
              </a:rPr>
              <a:t>in</a:t>
            </a:r>
            <a:endParaRPr lang="en-US" altLang="zh-CN" sz="18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t7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>
                <a:latin typeface="宋体" panose="02010600030101010101" pitchFamily="2" charset="-122"/>
              </a:rPr>
              <a:t>Z</a:t>
            </a:r>
            <a:r>
              <a:rPr lang="en-US" altLang="zh-CN" sz="1800" b="1" baseline="-18000" dirty="0" err="1">
                <a:latin typeface="+mn-ea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>
                <a:latin typeface="+mn-ea"/>
              </a:rPr>
              <a:t>PC</a:t>
            </a:r>
            <a:r>
              <a:rPr lang="en-US" altLang="zh-CN" sz="1800" b="1" baseline="-18000" dirty="0" err="1">
                <a:latin typeface="+mn-ea"/>
              </a:rPr>
              <a:t>in</a:t>
            </a:r>
            <a:r>
              <a:rPr lang="zh-CN" altLang="en-US" sz="1800" b="1" dirty="0">
                <a:latin typeface="+mn-ea"/>
              </a:rPr>
              <a:t>，</a:t>
            </a:r>
            <a:r>
              <a:rPr lang="en-US" altLang="zh-CN" sz="1800" b="1" dirty="0">
                <a:latin typeface="+mn-ea"/>
              </a:rPr>
              <a:t>End</a:t>
            </a:r>
            <a:endParaRPr lang="en-US" altLang="zh-CN" sz="1800" b="1" baseline="-18000" dirty="0">
              <a:latin typeface="+mn-ea"/>
            </a:endParaRPr>
          </a:p>
        </p:txBody>
      </p:sp>
      <p:sp>
        <p:nvSpPr>
          <p:cNvPr id="12" name="Text Box 31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516216" y="2925008"/>
            <a:ext cx="2448000" cy="57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3600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1" dirty="0">
                <a:solidFill>
                  <a:srgbClr val="0070C0"/>
                </a:solidFill>
                <a:latin typeface="+mn-ea"/>
              </a:rPr>
              <a:t>功能</a:t>
            </a:r>
            <a:r>
              <a:rPr lang="en-US" altLang="zh-CN" sz="1800" b="1" dirty="0">
                <a:solidFill>
                  <a:srgbClr val="0070C0"/>
                </a:solidFill>
                <a:latin typeface="+mn-ea"/>
              </a:rPr>
              <a:t>—</a:t>
            </a:r>
            <a:r>
              <a:rPr lang="en-US" altLang="zh-CN" sz="1800" b="1" dirty="0">
                <a:latin typeface="+mn-ea"/>
              </a:rPr>
              <a:t>PC←(PC)+</a:t>
            </a:r>
            <a:r>
              <a:rPr lang="en-US" altLang="zh-CN" sz="1800" b="1" dirty="0" err="1">
                <a:latin typeface="+mn-ea"/>
                <a:sym typeface="+mn-ea"/>
              </a:rPr>
              <a:t>disp</a:t>
            </a:r>
            <a:r>
              <a:rPr lang="zh-CN" altLang="en-US" sz="1800" b="1" dirty="0">
                <a:latin typeface="+mn-ea"/>
                <a:sym typeface="+mn-ea"/>
              </a:rPr>
              <a:t>，</a:t>
            </a:r>
            <a:endParaRPr lang="en-US" altLang="zh-CN" sz="1800" b="1" dirty="0">
              <a:latin typeface="+mn-ea"/>
              <a:sym typeface="+mn-ea"/>
            </a:endParaRPr>
          </a:p>
          <a:p>
            <a:pPr algn="l"/>
            <a:r>
              <a:rPr lang="en-US" altLang="zh-CN" sz="1800" b="1" dirty="0">
                <a:latin typeface="+mn-ea"/>
              </a:rPr>
              <a:t>      (RD)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</a:rPr>
              <a:t>被改变</a:t>
            </a:r>
          </a:p>
          <a:p>
            <a:pPr algn="l">
              <a:lnSpc>
                <a:spcPct val="100000"/>
              </a:lnSpc>
            </a:pPr>
            <a:r>
              <a:rPr lang="zh-CN" altLang="en-US" sz="1800" b="1" dirty="0">
                <a:latin typeface="+mn-ea"/>
              </a:rPr>
              <a:t> </a:t>
            </a:r>
            <a:r>
              <a:rPr lang="en-US" altLang="zh-CN" sz="1800" b="1" dirty="0">
                <a:latin typeface="+mn-ea"/>
              </a:rPr>
              <a:t>     </a:t>
            </a:r>
            <a:endParaRPr lang="en-US" altLang="zh-CN" sz="1800" b="1" dirty="0" err="1">
              <a:latin typeface="+mn-ea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4000" y="1700808"/>
            <a:ext cx="349202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下列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序列的功能是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?</a:t>
            </a:r>
          </a:p>
        </p:txBody>
      </p:sp>
      <p:sp>
        <p:nvSpPr>
          <p:cNvPr id="8" name="Text Box 31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924200" y="1990800"/>
            <a:ext cx="2448000" cy="61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4680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>
                <a:latin typeface="+mn-ea"/>
              </a:rPr>
              <a:t>GR</a:t>
            </a:r>
            <a:r>
              <a:rPr lang="en-US" altLang="zh-CN" sz="1800" b="1" baseline="-18000" dirty="0" err="1">
                <a:latin typeface="+mn-ea"/>
              </a:rPr>
              <a:t>out</a:t>
            </a:r>
            <a:r>
              <a:rPr lang="zh-CN" altLang="en-US" sz="1800" b="1" dirty="0">
                <a:latin typeface="+mn-ea"/>
              </a:rPr>
              <a:t>、</a:t>
            </a:r>
            <a:r>
              <a:rPr lang="en-US" altLang="zh-CN" sz="1800" b="1" dirty="0" err="1">
                <a:latin typeface="+mn-ea"/>
              </a:rPr>
              <a:t>MAR</a:t>
            </a:r>
            <a:r>
              <a:rPr lang="en-US" altLang="zh-CN" sz="1800" b="1" baseline="-18000" dirty="0" err="1">
                <a:latin typeface="+mn-ea"/>
              </a:rPr>
              <a:t>in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</a:rPr>
              <a:t>MEMR</a:t>
            </a: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>
                <a:latin typeface="+mn-ea"/>
                <a:ea typeface="+mn-ea"/>
              </a:rPr>
              <a:t>MDR</a:t>
            </a:r>
            <a:r>
              <a:rPr lang="en-US" altLang="zh-CN" sz="1800" b="1" baseline="-18000" dirty="0" err="1">
                <a:latin typeface="+mn-ea"/>
                <a:ea typeface="+mn-ea"/>
              </a:rPr>
              <a:t>out</a:t>
            </a:r>
            <a:r>
              <a:rPr lang="zh-CN" altLang="en-US" sz="1800" b="1" dirty="0">
                <a:latin typeface="+mn-ea"/>
                <a:ea typeface="+mn-ea"/>
              </a:rPr>
              <a:t>、</a:t>
            </a:r>
            <a:r>
              <a:rPr lang="en-US" altLang="zh-CN" sz="1800" b="1" dirty="0" err="1">
                <a:latin typeface="+mn-ea"/>
                <a:ea typeface="+mn-ea"/>
              </a:rPr>
              <a:t>GR</a:t>
            </a:r>
            <a:r>
              <a:rPr lang="en-US" altLang="zh-CN" sz="1800" b="1" baseline="-18000" dirty="0" err="1">
                <a:latin typeface="+mn-ea"/>
                <a:ea typeface="+mn-ea"/>
              </a:rPr>
              <a:t>in</a:t>
            </a:r>
            <a:r>
              <a:rPr lang="zh-CN" altLang="en-US" sz="1800" b="1" dirty="0">
                <a:latin typeface="+mn-ea"/>
                <a:ea typeface="+mn-ea"/>
              </a:rPr>
              <a:t>，</a:t>
            </a:r>
            <a:r>
              <a:rPr lang="en-US" altLang="zh-CN" sz="1800" b="1" dirty="0">
                <a:latin typeface="+mn-ea"/>
                <a:ea typeface="+mn-ea"/>
              </a:rPr>
              <a:t>End</a:t>
            </a:r>
            <a:endParaRPr lang="en-US" altLang="zh-CN" sz="1800" b="1" baseline="-18000" dirty="0">
              <a:latin typeface="+mn-ea"/>
              <a:ea typeface="+mn-ea"/>
            </a:endParaRPr>
          </a:p>
        </p:txBody>
      </p:sp>
      <p:sp>
        <p:nvSpPr>
          <p:cNvPr id="9" name="Text Box 31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851920" y="2925063"/>
            <a:ext cx="2555968" cy="5759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36000" rIns="36195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1" dirty="0">
                <a:solidFill>
                  <a:srgbClr val="0070C0"/>
                </a:solidFill>
                <a:latin typeface="+mn-ea"/>
              </a:rPr>
              <a:t>功能</a:t>
            </a:r>
            <a:r>
              <a:rPr lang="en-US" altLang="zh-CN" sz="1800" b="1" dirty="0">
                <a:solidFill>
                  <a:srgbClr val="0070C0"/>
                </a:solidFill>
                <a:latin typeface="+mn-ea"/>
              </a:rPr>
              <a:t>—</a:t>
            </a:r>
            <a:r>
              <a:rPr lang="en-US" altLang="zh-CN" sz="1800" b="1" dirty="0">
                <a:latin typeface="+mn-ea"/>
              </a:rPr>
              <a:t>RD←M[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</a:rPr>
              <a:t>未知值</a:t>
            </a:r>
            <a:r>
              <a:rPr lang="en-US" altLang="zh-CN" sz="1800" b="1" dirty="0">
                <a:latin typeface="+mn-ea"/>
              </a:rPr>
              <a:t>]</a:t>
            </a:r>
            <a:r>
              <a:rPr lang="zh-CN" altLang="en-US" sz="1800" b="1" dirty="0">
                <a:latin typeface="+mn-ea"/>
              </a:rPr>
              <a:t>，</a:t>
            </a:r>
            <a:endParaRPr lang="en-US" altLang="zh-CN" sz="1800" b="1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latin typeface="+mn-ea"/>
              </a:rPr>
              <a:t>      </a:t>
            </a:r>
            <a:r>
              <a:rPr lang="zh-CN" altLang="en-US" sz="1800" b="1" dirty="0">
                <a:latin typeface="+mn-ea"/>
              </a:rPr>
              <a:t>同时写</a:t>
            </a:r>
            <a:r>
              <a:rPr lang="en-US" altLang="zh-CN" sz="1800" b="1" dirty="0">
                <a:latin typeface="+mn-ea"/>
              </a:rPr>
              <a:t>MAR</a:t>
            </a:r>
            <a:r>
              <a:rPr lang="zh-CN" altLang="en-US" sz="1800" b="1" dirty="0">
                <a:latin typeface="+mn-ea"/>
              </a:rPr>
              <a:t>及</a:t>
            </a:r>
            <a:r>
              <a:rPr lang="en-US" altLang="zh-CN" sz="1800" b="1" dirty="0">
                <a:latin typeface="+mn-ea"/>
              </a:rPr>
              <a:t>MDR</a:t>
            </a:r>
            <a:endParaRPr lang="zh-CN" altLang="en-US" sz="1600" dirty="0"/>
          </a:p>
        </p:txBody>
      </p:sp>
      <p:grpSp>
        <p:nvGrpSpPr>
          <p:cNvPr id="254" name="组合 253"/>
          <p:cNvGrpSpPr/>
          <p:nvPr/>
        </p:nvGrpSpPr>
        <p:grpSpPr>
          <a:xfrm>
            <a:off x="1116000" y="404664"/>
            <a:ext cx="7272020" cy="1151890"/>
            <a:chOff x="1587" y="5953"/>
            <a:chExt cx="11452" cy="1814"/>
          </a:xfrm>
        </p:grpSpPr>
        <p:sp>
          <p:nvSpPr>
            <p:cNvPr id="255" name="Text Box 18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587" y="5953"/>
              <a:ext cx="11452" cy="181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6" name="Text Box 1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447" y="6520"/>
              <a:ext cx="397" cy="56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mongolianVert" lIns="0" tIns="0" rIns="0" bIns="0" anchor="b" anchorCtr="1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257" name="直接连接符 256"/>
            <p:cNvCxnSpPr/>
            <p:nvPr>
              <p:custDataLst>
                <p:tags r:id="rId11"/>
              </p:custDataLst>
            </p:nvPr>
          </p:nvCxnSpPr>
          <p:spPr bwMode="auto">
            <a:xfrm>
              <a:off x="3286" y="6066"/>
              <a:ext cx="4706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8" name="Text Box 1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56" y="6747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259" name="Text Box 1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719" y="6747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260" name="Text Box 18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683" y="6749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cxnSp>
          <p:nvCxnSpPr>
            <p:cNvPr id="261" name="直接连接符 260"/>
            <p:cNvCxnSpPr/>
            <p:nvPr>
              <p:custDataLst>
                <p:tags r:id="rId15"/>
              </p:custDataLst>
            </p:nvPr>
          </p:nvCxnSpPr>
          <p:spPr bwMode="auto">
            <a:xfrm>
              <a:off x="1927" y="708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2" name="直接连接符 261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2211" y="708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3" name="直接连接符 262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3063" y="7089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4" name="直接连接符 263"/>
            <p:cNvCxnSpPr/>
            <p:nvPr>
              <p:custDataLst>
                <p:tags r:id="rId18"/>
              </p:custDataLst>
            </p:nvPr>
          </p:nvCxnSpPr>
          <p:spPr bwMode="auto">
            <a:xfrm>
              <a:off x="4080" y="7100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5" name="直接连接符 445"/>
            <p:cNvCxnSpPr/>
            <p:nvPr>
              <p:custDataLst>
                <p:tags r:id="rId19"/>
              </p:custDataLst>
            </p:nvPr>
          </p:nvCxnSpPr>
          <p:spPr bwMode="auto">
            <a:xfrm>
              <a:off x="4080" y="6463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6" name="直接连接符 265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2889" y="6464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67" name="Text Box 1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663" y="6180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268" name="Text Box 18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400" y="6180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</p:txBody>
        </p:sp>
        <p:cxnSp>
          <p:nvCxnSpPr>
            <p:cNvPr id="269" name="直接连接符 268"/>
            <p:cNvCxnSpPr/>
            <p:nvPr>
              <p:custDataLst>
                <p:tags r:id="rId23"/>
              </p:custDataLst>
            </p:nvPr>
          </p:nvCxnSpPr>
          <p:spPr bwMode="auto">
            <a:xfrm>
              <a:off x="3286" y="6066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0" name="直接连接符 269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3286" y="6463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1" name="直接连接符 270"/>
            <p:cNvCxnSpPr/>
            <p:nvPr>
              <p:custDataLst>
                <p:tags r:id="rId25"/>
              </p:custDataLst>
            </p:nvPr>
          </p:nvCxnSpPr>
          <p:spPr bwMode="auto">
            <a:xfrm>
              <a:off x="5329" y="6802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2" name="直接连接符 271"/>
            <p:cNvCxnSpPr/>
            <p:nvPr>
              <p:custDataLst>
                <p:tags r:id="rId26"/>
              </p:custDataLst>
            </p:nvPr>
          </p:nvCxnSpPr>
          <p:spPr bwMode="auto">
            <a:xfrm>
              <a:off x="4705" y="6405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3" name="直接连接符 272"/>
            <p:cNvCxnSpPr/>
            <p:nvPr>
              <p:custDataLst>
                <p:tags r:id="rId27"/>
              </p:custDataLst>
            </p:nvPr>
          </p:nvCxnSpPr>
          <p:spPr bwMode="auto">
            <a:xfrm>
              <a:off x="4705" y="6405"/>
              <a:ext cx="0" cy="124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4" name="AutoShape 15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 rot="16200000">
              <a:off x="5441" y="6405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sp>
          <p:nvSpPr>
            <p:cNvPr id="275" name="Text Box 18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7027" y="674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276" name="直接连接符 275"/>
            <p:cNvCxnSpPr/>
            <p:nvPr>
              <p:custDataLst>
                <p:tags r:id="rId30"/>
              </p:custDataLst>
            </p:nvPr>
          </p:nvCxnSpPr>
          <p:spPr bwMode="auto">
            <a:xfrm>
              <a:off x="7199" y="7087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7" name="直接连接符 276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7483" y="7087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8" name="直接连接符 445"/>
            <p:cNvCxnSpPr/>
            <p:nvPr>
              <p:custDataLst>
                <p:tags r:id="rId32"/>
              </p:custDataLst>
            </p:nvPr>
          </p:nvCxnSpPr>
          <p:spPr bwMode="auto">
            <a:xfrm>
              <a:off x="7367" y="651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9" name="直接连接符 278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6065" y="6519"/>
              <a:ext cx="130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" name="直接连接符 279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6065" y="6747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1" name="直接连接符 280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5102" y="6974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2" name="直接连接符 445"/>
            <p:cNvCxnSpPr/>
            <p:nvPr>
              <p:custDataLst>
                <p:tags r:id="rId36"/>
              </p:custDataLst>
            </p:nvPr>
          </p:nvCxnSpPr>
          <p:spPr bwMode="auto">
            <a:xfrm>
              <a:off x="6631" y="6974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3" name="直接箭头连接符 282"/>
            <p:cNvCxnSpPr/>
            <p:nvPr>
              <p:custDataLst>
                <p:tags r:id="rId37"/>
              </p:custDataLst>
            </p:nvPr>
          </p:nvCxnSpPr>
          <p:spPr bwMode="auto">
            <a:xfrm>
              <a:off x="1757" y="7654"/>
              <a:ext cx="9298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4" name="等腰三角形 283"/>
            <p:cNvSpPr/>
            <p:nvPr>
              <p:custDataLst>
                <p:tags r:id="rId38"/>
              </p:custDataLst>
            </p:nvPr>
          </p:nvSpPr>
          <p:spPr bwMode="auto">
            <a:xfrm>
              <a:off x="1814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5" name="Text Box 1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875" y="66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286" name="Text Box 18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349" y="66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Z</a:t>
              </a:r>
            </a:p>
          </p:txBody>
        </p:sp>
        <p:sp>
          <p:nvSpPr>
            <p:cNvPr id="287" name="等腰三角形 286"/>
            <p:cNvSpPr/>
            <p:nvPr>
              <p:custDataLst>
                <p:tags r:id="rId41"/>
              </p:custDataLst>
            </p:nvPr>
          </p:nvSpPr>
          <p:spPr bwMode="auto">
            <a:xfrm>
              <a:off x="3968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8" name="等腰三角形 287"/>
            <p:cNvSpPr/>
            <p:nvPr>
              <p:custDataLst>
                <p:tags r:id="rId42"/>
              </p:custDataLst>
            </p:nvPr>
          </p:nvSpPr>
          <p:spPr bwMode="auto">
            <a:xfrm>
              <a:off x="6517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9" name="等腰三角形 288"/>
            <p:cNvSpPr/>
            <p:nvPr>
              <p:custDataLst>
                <p:tags r:id="rId43"/>
              </p:custDataLst>
            </p:nvPr>
          </p:nvSpPr>
          <p:spPr bwMode="auto">
            <a:xfrm>
              <a:off x="7086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290" name="直接连接符 289"/>
            <p:cNvCxnSpPr/>
            <p:nvPr>
              <p:custDataLst>
                <p:tags r:id="rId44"/>
              </p:custDataLst>
            </p:nvPr>
          </p:nvCxnSpPr>
          <p:spPr bwMode="auto">
            <a:xfrm flipH="1" flipV="1">
              <a:off x="5839" y="6944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91" name="Text Box 18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5669" y="7142"/>
              <a:ext cx="39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200" b="1" baseline="-18000" dirty="0" err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92" name="直接连接符 291"/>
            <p:cNvCxnSpPr/>
            <p:nvPr>
              <p:custDataLst>
                <p:tags r:id="rId46"/>
              </p:custDataLst>
            </p:nvPr>
          </p:nvCxnSpPr>
          <p:spPr bwMode="auto">
            <a:xfrm>
              <a:off x="6349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3" name="直接连接符 292"/>
            <p:cNvCxnSpPr/>
            <p:nvPr>
              <p:custDataLst>
                <p:tags r:id="rId47"/>
              </p:custDataLst>
            </p:nvPr>
          </p:nvCxnSpPr>
          <p:spPr bwMode="auto">
            <a:xfrm flipH="1" flipV="1">
              <a:off x="6462" y="6972"/>
              <a:ext cx="1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4" name="直接连接符 293"/>
            <p:cNvCxnSpPr/>
            <p:nvPr>
              <p:custDataLst>
                <p:tags r:id="rId48"/>
              </p:custDataLst>
            </p:nvPr>
          </p:nvCxnSpPr>
          <p:spPr bwMode="auto">
            <a:xfrm flipH="1" flipV="1">
              <a:off x="5272" y="6972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5" name="直接连接符 294"/>
            <p:cNvCxnSpPr/>
            <p:nvPr>
              <p:custDataLst>
                <p:tags r:id="rId49"/>
              </p:custDataLst>
            </p:nvPr>
          </p:nvCxnSpPr>
          <p:spPr bwMode="auto">
            <a:xfrm>
              <a:off x="6916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6" name="直接连接符 295"/>
            <p:cNvCxnSpPr/>
            <p:nvPr>
              <p:custDataLst>
                <p:tags r:id="rId50"/>
              </p:custDataLst>
            </p:nvPr>
          </p:nvCxnSpPr>
          <p:spPr bwMode="auto">
            <a:xfrm>
              <a:off x="1644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7" name="直接连接符 296"/>
            <p:cNvCxnSpPr/>
            <p:nvPr>
              <p:custDataLst>
                <p:tags r:id="rId51"/>
              </p:custDataLst>
            </p:nvPr>
          </p:nvCxnSpPr>
          <p:spPr bwMode="auto">
            <a:xfrm>
              <a:off x="3798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8" name="直接连接符 297"/>
            <p:cNvCxnSpPr/>
            <p:nvPr>
              <p:custDataLst>
                <p:tags r:id="rId52"/>
              </p:custDataLst>
            </p:nvPr>
          </p:nvCxnSpPr>
          <p:spPr bwMode="auto">
            <a:xfrm flipH="1" flipV="1">
              <a:off x="3288" y="7086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9" name="直接连接符 298"/>
            <p:cNvCxnSpPr/>
            <p:nvPr>
              <p:custDataLst>
                <p:tags r:id="rId53"/>
              </p:custDataLst>
            </p:nvPr>
          </p:nvCxnSpPr>
          <p:spPr bwMode="auto">
            <a:xfrm flipH="1" flipV="1">
              <a:off x="2381" y="7086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00" name="直接连接符 299"/>
            <p:cNvCxnSpPr/>
            <p:nvPr>
              <p:custDataLst>
                <p:tags r:id="rId54"/>
              </p:custDataLst>
            </p:nvPr>
          </p:nvCxnSpPr>
          <p:spPr bwMode="auto">
            <a:xfrm flipH="1">
              <a:off x="2097" y="6519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01" name="Text Box 18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1927" y="6236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25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+1</a:t>
              </a:r>
              <a:endParaRPr lang="en-US" altLang="zh-CN" sz="1200" b="1" baseline="-25000" dirty="0" err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2" name="Text Box 10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9070" y="6292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303" name="直接连接符 302"/>
            <p:cNvCxnSpPr/>
            <p:nvPr>
              <p:custDataLst>
                <p:tags r:id="rId57"/>
              </p:custDataLst>
            </p:nvPr>
          </p:nvCxnSpPr>
          <p:spPr bwMode="auto">
            <a:xfrm>
              <a:off x="9240" y="7086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4" name="直接连接符 303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9581" y="7086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5" name="直接连接符 304"/>
            <p:cNvCxnSpPr/>
            <p:nvPr>
              <p:custDataLst>
                <p:tags r:id="rId59"/>
              </p:custDataLst>
            </p:nvPr>
          </p:nvCxnSpPr>
          <p:spPr bwMode="auto">
            <a:xfrm>
              <a:off x="7991" y="6462"/>
              <a:ext cx="107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6" name="直接连接符 305"/>
            <p:cNvCxnSpPr/>
            <p:nvPr>
              <p:custDataLst>
                <p:tags r:id="rId60"/>
              </p:custDataLst>
            </p:nvPr>
          </p:nvCxnSpPr>
          <p:spPr bwMode="auto">
            <a:xfrm>
              <a:off x="7991" y="6917"/>
              <a:ext cx="45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07" name="Text Box 18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8048" y="6123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308" name="Text Box 18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7937" y="6917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cxnSp>
          <p:nvCxnSpPr>
            <p:cNvPr id="309" name="直接连接符 480"/>
            <p:cNvCxnSpPr/>
            <p:nvPr>
              <p:custDataLst>
                <p:tags r:id="rId63"/>
              </p:custDataLst>
            </p:nvPr>
          </p:nvCxnSpPr>
          <p:spPr bwMode="auto">
            <a:xfrm>
              <a:off x="8164" y="6462"/>
              <a:ext cx="28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310" name="直接连接符 309"/>
            <p:cNvCxnSpPr/>
            <p:nvPr>
              <p:custDataLst>
                <p:tags r:id="rId64"/>
              </p:custDataLst>
            </p:nvPr>
          </p:nvCxnSpPr>
          <p:spPr bwMode="auto">
            <a:xfrm>
              <a:off x="7991" y="6066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1" name="等腰三角形 310"/>
            <p:cNvSpPr/>
            <p:nvPr>
              <p:custDataLst>
                <p:tags r:id="rId65"/>
              </p:custDataLst>
            </p:nvPr>
          </p:nvSpPr>
          <p:spPr bwMode="auto">
            <a:xfrm>
              <a:off x="9127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12" name="直接连接符 311"/>
            <p:cNvCxnSpPr/>
            <p:nvPr>
              <p:custDataLst>
                <p:tags r:id="rId66"/>
              </p:custDataLst>
            </p:nvPr>
          </p:nvCxnSpPr>
          <p:spPr bwMode="auto">
            <a:xfrm>
              <a:off x="8957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3" name="直接连接符 312"/>
            <p:cNvCxnSpPr/>
            <p:nvPr>
              <p:custDataLst>
                <p:tags r:id="rId67"/>
              </p:custDataLst>
            </p:nvPr>
          </p:nvCxnSpPr>
          <p:spPr bwMode="auto">
            <a:xfrm flipH="1" flipV="1">
              <a:off x="9751" y="7086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4" name="直接连接符 313"/>
            <p:cNvCxnSpPr/>
            <p:nvPr>
              <p:custDataLst>
                <p:tags r:id="rId68"/>
              </p:custDataLst>
            </p:nvPr>
          </p:nvCxnSpPr>
          <p:spPr bwMode="auto">
            <a:xfrm>
              <a:off x="8844" y="6802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15" name="直接连接符 314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8617" y="7087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16" name="Text Box 18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8277" y="7313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25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</a:p>
          </p:txBody>
        </p:sp>
        <p:cxnSp>
          <p:nvCxnSpPr>
            <p:cNvPr id="317" name="直接连接符 316"/>
            <p:cNvCxnSpPr/>
            <p:nvPr>
              <p:custDataLst>
                <p:tags r:id="rId71"/>
              </p:custDataLst>
            </p:nvPr>
          </p:nvCxnSpPr>
          <p:spPr bwMode="auto">
            <a:xfrm flipH="1" flipV="1">
              <a:off x="7653" y="7086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18" name="Text Box 18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11281" y="7368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MEMR MEMW</a:t>
              </a:r>
              <a:endParaRPr lang="en-US" altLang="zh-CN" sz="1600" b="1" baseline="-18000" dirty="0" err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9" name="Text Box 23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11620" y="6407"/>
              <a:ext cx="850" cy="73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理想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MEM</a:t>
              </a:r>
            </a:p>
          </p:txBody>
        </p:sp>
        <p:cxnSp>
          <p:nvCxnSpPr>
            <p:cNvPr id="320" name="直接连接符 319"/>
            <p:cNvCxnSpPr/>
            <p:nvPr>
              <p:custDataLst>
                <p:tags r:id="rId74"/>
              </p:custDataLst>
            </p:nvPr>
          </p:nvCxnSpPr>
          <p:spPr bwMode="auto">
            <a:xfrm>
              <a:off x="10658" y="7144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1" name="直接连接符 320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10942" y="7144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2" name="直接连接符 321"/>
            <p:cNvCxnSpPr/>
            <p:nvPr>
              <p:custDataLst>
                <p:tags r:id="rId76"/>
              </p:custDataLst>
            </p:nvPr>
          </p:nvCxnSpPr>
          <p:spPr bwMode="auto">
            <a:xfrm>
              <a:off x="11166" y="65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3" name="直接连接符 322"/>
            <p:cNvCxnSpPr/>
            <p:nvPr>
              <p:custDataLst>
                <p:tags r:id="rId77"/>
              </p:custDataLst>
            </p:nvPr>
          </p:nvCxnSpPr>
          <p:spPr bwMode="auto">
            <a:xfrm>
              <a:off x="11166" y="691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24" name="直接连接符 323"/>
            <p:cNvCxnSpPr/>
            <p:nvPr>
              <p:custDataLst>
                <p:tags r:id="rId78"/>
              </p:custDataLst>
            </p:nvPr>
          </p:nvCxnSpPr>
          <p:spPr bwMode="auto">
            <a:xfrm flipH="1">
              <a:off x="11166" y="703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25" name="直接连接符 324"/>
            <p:cNvCxnSpPr/>
            <p:nvPr>
              <p:custDataLst>
                <p:tags r:id="rId79"/>
              </p:custDataLst>
            </p:nvPr>
          </p:nvCxnSpPr>
          <p:spPr bwMode="auto">
            <a:xfrm>
              <a:off x="10259" y="6520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6" name="直接连接符 325"/>
            <p:cNvCxnSpPr/>
            <p:nvPr>
              <p:custDataLst>
                <p:tags r:id="rId80"/>
              </p:custDataLst>
            </p:nvPr>
          </p:nvCxnSpPr>
          <p:spPr bwMode="auto">
            <a:xfrm>
              <a:off x="10259" y="6520"/>
              <a:ext cx="0" cy="11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7" name="Text Box 18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10488" y="635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328" name="等腰三角形 327"/>
            <p:cNvSpPr/>
            <p:nvPr>
              <p:custDataLst>
                <p:tags r:id="rId82"/>
              </p:custDataLst>
            </p:nvPr>
          </p:nvSpPr>
          <p:spPr bwMode="auto">
            <a:xfrm>
              <a:off x="10544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29" name="直接连接符 328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11792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0" name="直接连接符 329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12358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1" name="直接连接符 330"/>
            <p:cNvCxnSpPr/>
            <p:nvPr>
              <p:custDataLst>
                <p:tags r:id="rId85"/>
              </p:custDataLst>
            </p:nvPr>
          </p:nvCxnSpPr>
          <p:spPr bwMode="auto">
            <a:xfrm>
              <a:off x="10374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2" name="直接连接符 331"/>
            <p:cNvCxnSpPr/>
            <p:nvPr>
              <p:custDataLst>
                <p:tags r:id="rId86"/>
              </p:custDataLst>
            </p:nvPr>
          </p:nvCxnSpPr>
          <p:spPr bwMode="auto">
            <a:xfrm flipH="1" flipV="1">
              <a:off x="11111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3" name="直接连接符 332"/>
            <p:cNvCxnSpPr/>
            <p:nvPr>
              <p:custDataLst>
                <p:tags r:id="rId87"/>
              </p:custDataLst>
            </p:nvPr>
          </p:nvCxnSpPr>
          <p:spPr bwMode="auto">
            <a:xfrm>
              <a:off x="10204" y="6407"/>
              <a:ext cx="28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38" name="Text Box 18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10486" y="6804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339" name="Text Box 18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9070" y="6010"/>
              <a:ext cx="3742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写为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X</a:t>
              </a:r>
              <a:r>
                <a:rPr lang="en-US" altLang="zh-CN" sz="1600" b="1" baseline="-18000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r>
                <a:rPr lang="zh-CN" altLang="en-US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，三态门为</a:t>
              </a:r>
              <a:r>
                <a:rPr lang="en-US" altLang="zh-CN" sz="1600" b="1" dirty="0" err="1">
                  <a:latin typeface="宋体" panose="02010600030101010101" pitchFamily="2" charset="-122"/>
                  <a:sym typeface="+mn-ea"/>
                </a:rPr>
                <a:t>X</a:t>
              </a:r>
              <a:r>
                <a:rPr lang="en-US" altLang="zh-CN" sz="1600" b="1" baseline="-18000" dirty="0" err="1">
                  <a:latin typeface="宋体" panose="02010600030101010101" pitchFamily="2" charset="-122"/>
                  <a:sym typeface="+mn-ea"/>
                </a:rPr>
                <a:t>out</a:t>
              </a:r>
              <a:endParaRPr lang="zh-CN" altLang="en-US" sz="1600" b="1" dirty="0" err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0" name="Text Box 18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9581" y="7314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25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341" name="矩形 340"/>
            <p:cNvSpPr/>
            <p:nvPr>
              <p:custDataLst>
                <p:tags r:id="rId91"/>
              </p:custDataLst>
            </p:nvPr>
          </p:nvSpPr>
          <p:spPr bwMode="auto">
            <a:xfrm>
              <a:off x="8447" y="6690"/>
              <a:ext cx="113" cy="113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2" name="矩形 341"/>
            <p:cNvSpPr/>
            <p:nvPr>
              <p:custDataLst>
                <p:tags r:id="rId92"/>
              </p:custDataLst>
            </p:nvPr>
          </p:nvSpPr>
          <p:spPr bwMode="auto">
            <a:xfrm>
              <a:off x="8447" y="6860"/>
              <a:ext cx="100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" name="AutoShape 499">
            <a:hlinkClick r:id="rId95" action="ppaction://hlinksldjump" highlightClick="1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10800000">
            <a:off x="406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bldLvl="0" animBg="1"/>
      <p:bldP spid="7" grpId="0" bldLvl="0"/>
      <p:bldP spid="12" grpId="0" bldLvl="0"/>
      <p:bldP spid="9" grpId="0" bldLvl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Text Box 316"/>
          <p:cNvSpPr txBox="1">
            <a:spLocks noChangeArrowheads="1"/>
          </p:cNvSpPr>
          <p:nvPr/>
        </p:nvSpPr>
        <p:spPr bwMode="auto">
          <a:xfrm>
            <a:off x="179388" y="332656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*专用结构通路的指令周期组织：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以</a:t>
            </a:r>
            <a:r>
              <a:rPr lang="en-US" altLang="zh-CN" sz="1800" b="1" dirty="0" err="1">
                <a:latin typeface="宋体" panose="02010600030101010101" pitchFamily="2" charset="-122"/>
              </a:rPr>
              <a:t>Demo_IS</a:t>
            </a:r>
            <a:r>
              <a:rPr lang="zh-CN" altLang="en-US" sz="1800" b="1" dirty="0">
                <a:latin typeface="宋体" panose="02010600030101010101" pitchFamily="2" charset="-122"/>
              </a:rPr>
              <a:t>为例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00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100392" y="6454030"/>
            <a:ext cx="1040904" cy="359346"/>
          </a:xfrm>
        </p:spPr>
        <p:txBody>
          <a:bodyPr/>
          <a:lstStyle/>
          <a:p>
            <a:fld id="{D9F6E18D-FF9A-4BD5-BDFA-25F6368EE484}" type="slidenum">
              <a:rPr lang="en-US" altLang="zh-CN" smtClean="0"/>
              <a:t>28</a:t>
            </a:fld>
            <a:endParaRPr lang="en-US" altLang="zh-CN"/>
          </a:p>
        </p:txBody>
      </p:sp>
      <p:sp>
        <p:nvSpPr>
          <p:cNvPr id="120" name="Text Box 5"/>
          <p:cNvSpPr txBox="1">
            <a:spLocks noChangeArrowheads="1"/>
          </p:cNvSpPr>
          <p:nvPr/>
        </p:nvSpPr>
        <p:spPr bwMode="auto">
          <a:xfrm>
            <a:off x="179512" y="2564904"/>
            <a:ext cx="8784976" cy="4395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取指令阶段的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000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21" name="Text Box 318"/>
          <p:cNvSpPr txBox="1">
            <a:spLocks noChangeArrowheads="1"/>
          </p:cNvSpPr>
          <p:nvPr/>
        </p:nvSpPr>
        <p:spPr bwMode="auto">
          <a:xfrm>
            <a:off x="1116000" y="2924944"/>
            <a:ext cx="3749040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MAR←(PC)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t2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spc="-100" dirty="0">
                <a:latin typeface="+mn-ea"/>
              </a:rPr>
              <a:t>MDR←M[(MAR)],PC←(PC)</a:t>
            </a:r>
            <a:r>
              <a:rPr lang="zh-CN" altLang="zh-CN" sz="2000" b="1" spc="-100" dirty="0">
                <a:latin typeface="+mn-ea"/>
              </a:rPr>
              <a:t>＋</a:t>
            </a:r>
            <a:r>
              <a:rPr lang="en-US" altLang="zh-CN" sz="2000" b="1" spc="-100" dirty="0">
                <a:latin typeface="+mn-ea"/>
              </a:rPr>
              <a:t>1</a:t>
            </a:r>
            <a:endParaRPr lang="en-US" altLang="zh-CN" sz="20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t3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IR←(MDR)</a:t>
            </a:r>
          </a:p>
        </p:txBody>
      </p:sp>
      <p:sp>
        <p:nvSpPr>
          <p:cNvPr id="122" name="Text Box 318"/>
          <p:cNvSpPr txBox="1">
            <a:spLocks noChangeArrowheads="1"/>
          </p:cNvSpPr>
          <p:nvPr/>
        </p:nvSpPr>
        <p:spPr bwMode="auto">
          <a:xfrm>
            <a:off x="4968000" y="2924944"/>
            <a:ext cx="280860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MAR</a:t>
            </a:r>
            <a:r>
              <a:rPr lang="en-US" altLang="zh-CN" sz="2000" b="1" baseline="-18000" dirty="0" err="1">
                <a:latin typeface="+mn-ea"/>
              </a:rPr>
              <a:t>sel</a:t>
            </a:r>
            <a:r>
              <a:rPr lang="zh-CN" altLang="en-US" sz="2000" b="1" dirty="0">
                <a:latin typeface="+mn-ea"/>
              </a:rPr>
              <a:t>＝</a:t>
            </a:r>
            <a:r>
              <a:rPr lang="en-US" altLang="zh-CN" sz="2000" b="1" dirty="0">
                <a:latin typeface="+mn-ea"/>
              </a:rPr>
              <a:t>0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 err="1">
                <a:latin typeface="+mn-ea"/>
              </a:rPr>
              <a:t>MAR</a:t>
            </a:r>
            <a:r>
              <a:rPr lang="en-US" altLang="zh-CN" sz="2000" b="1" baseline="-18000" dirty="0" err="1">
                <a:latin typeface="+mn-ea"/>
              </a:rPr>
              <a:t>in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t2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MEMR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+mn-ea"/>
              </a:rPr>
              <a:t>PC</a:t>
            </a:r>
            <a:r>
              <a:rPr lang="en-US" altLang="zh-CN" sz="2000" b="1" baseline="-18000" dirty="0">
                <a:latin typeface="+mn-ea"/>
              </a:rPr>
              <a:t>+1</a:t>
            </a: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t3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IR</a:t>
            </a:r>
            <a:r>
              <a:rPr lang="en-US" altLang="zh-CN" sz="2000" b="1" baseline="-18000" dirty="0" err="1">
                <a:latin typeface="+mn-ea"/>
              </a:rPr>
              <a:t>in</a:t>
            </a:r>
          </a:p>
        </p:txBody>
      </p:sp>
      <p:sp>
        <p:nvSpPr>
          <p:cNvPr id="123" name="Text Box 5"/>
          <p:cNvSpPr txBox="1">
            <a:spLocks noChangeArrowheads="1"/>
          </p:cNvSpPr>
          <p:nvPr/>
        </p:nvSpPr>
        <p:spPr bwMode="auto">
          <a:xfrm>
            <a:off x="179512" y="3933056"/>
            <a:ext cx="8784976" cy="4395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M[(RS)]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(RD)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执行阶段的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000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24" name="Text Box 318"/>
          <p:cNvSpPr txBox="1">
            <a:spLocks noChangeArrowheads="1"/>
          </p:cNvSpPr>
          <p:nvPr/>
        </p:nvSpPr>
        <p:spPr bwMode="auto">
          <a:xfrm>
            <a:off x="1116000" y="4293096"/>
            <a:ext cx="4018232" cy="706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MAR←(RS)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MDR←(RD)</a:t>
            </a: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M[(MAR)]←(MDR)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r>
              <a:rPr lang="zh-CN" altLang="en-US" sz="2000" b="1" dirty="0">
                <a:latin typeface="+mn-ea"/>
              </a:rPr>
              <a:t>←</a:t>
            </a:r>
            <a:r>
              <a:rPr lang="en-US" altLang="zh-CN" sz="2000" b="1" dirty="0">
                <a:latin typeface="+mn-ea"/>
              </a:rPr>
              <a:t>1</a:t>
            </a:r>
          </a:p>
        </p:txBody>
      </p:sp>
      <p:sp>
        <p:nvSpPr>
          <p:cNvPr id="125" name="Text Box 318"/>
          <p:cNvSpPr txBox="1">
            <a:spLocks noChangeArrowheads="1"/>
          </p:cNvSpPr>
          <p:nvPr/>
        </p:nvSpPr>
        <p:spPr bwMode="auto">
          <a:xfrm>
            <a:off x="4968000" y="4293096"/>
            <a:ext cx="3722120" cy="706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MAR</a:t>
            </a:r>
            <a:r>
              <a:rPr lang="en-US" altLang="zh-CN" sz="2000" b="1" baseline="-18000" dirty="0" err="1">
                <a:latin typeface="+mn-ea"/>
              </a:rPr>
              <a:t>sel</a:t>
            </a:r>
            <a:r>
              <a:rPr lang="zh-CN" altLang="en-US" sz="2000" b="1" dirty="0">
                <a:latin typeface="+mn-ea"/>
              </a:rPr>
              <a:t>＝</a:t>
            </a:r>
            <a:r>
              <a:rPr lang="en-US" altLang="zh-CN" sz="2000" b="1" dirty="0">
                <a:latin typeface="+mn-ea"/>
              </a:rPr>
              <a:t>1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 err="1">
                <a:latin typeface="+mn-ea"/>
              </a:rPr>
              <a:t>MAR</a:t>
            </a:r>
            <a:r>
              <a:rPr lang="en-US" altLang="zh-CN" sz="2000" b="1" baseline="-18000" dirty="0" err="1">
                <a:latin typeface="+mn-ea"/>
              </a:rPr>
              <a:t>in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 err="1">
                <a:latin typeface="+mn-ea"/>
              </a:rPr>
              <a:t>MDR</a:t>
            </a:r>
            <a:r>
              <a:rPr lang="en-US" altLang="zh-CN" sz="2000" b="1" baseline="-18000" dirty="0" err="1">
                <a:latin typeface="+mn-ea"/>
              </a:rPr>
              <a:t>in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MEMW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endParaRPr lang="en-US" altLang="zh-CN" sz="2000" b="1" baseline="-18000" dirty="0">
              <a:latin typeface="+mn-ea"/>
            </a:endParaRPr>
          </a:p>
        </p:txBody>
      </p:sp>
      <p:sp>
        <p:nvSpPr>
          <p:cNvPr id="23" name="AutoShape 62">
            <a:hlinkClick r:id="rId108" action="ppaction://hlinksldjump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6200000">
            <a:off x="406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4" name="Text Box 5"/>
          <p:cNvSpPr txBox="1">
            <a:spLocks noChangeArrowheads="1"/>
          </p:cNvSpPr>
          <p:nvPr/>
        </p:nvSpPr>
        <p:spPr bwMode="auto">
          <a:xfrm>
            <a:off x="179512" y="5013176"/>
            <a:ext cx="8784976" cy="4395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RD←(RD)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(RS)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执行阶段的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000" dirty="0" err="1">
                <a:solidFill>
                  <a:schemeClr val="accent2"/>
                </a:solidFill>
              </a:rPr>
              <a:t>μ</a:t>
            </a:r>
            <a:r>
              <a:rPr lang="en-US" altLang="zh-CN" sz="20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000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05" name="Text Box 318"/>
          <p:cNvSpPr txBox="1">
            <a:spLocks noChangeArrowheads="1"/>
          </p:cNvSpPr>
          <p:nvPr/>
        </p:nvSpPr>
        <p:spPr bwMode="auto">
          <a:xfrm>
            <a:off x="1115695" y="5373216"/>
            <a:ext cx="368173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RD←</a:t>
            </a:r>
            <a:r>
              <a:rPr lang="en-US" altLang="zh-CN" sz="2000" b="1" dirty="0">
                <a:latin typeface="宋体" panose="02010600030101010101" pitchFamily="2" charset="-122"/>
              </a:rPr>
              <a:t>(RD)</a:t>
            </a:r>
            <a:r>
              <a:rPr lang="zh-CN" altLang="en-US" sz="2000" b="1" dirty="0">
                <a:latin typeface="宋体" panose="02010600030101010101" pitchFamily="2" charset="-122"/>
              </a:rPr>
              <a:t>－</a:t>
            </a:r>
            <a:r>
              <a:rPr lang="en-US" altLang="zh-CN" sz="2000" b="1" dirty="0">
                <a:latin typeface="+mn-ea"/>
              </a:rPr>
              <a:t>(RS)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r>
              <a:rPr lang="zh-CN" altLang="en-US" sz="2000" b="1" dirty="0">
                <a:latin typeface="+mn-ea"/>
              </a:rPr>
              <a:t>←</a:t>
            </a:r>
            <a:r>
              <a:rPr lang="en-US" altLang="zh-CN" sz="2000" b="1" dirty="0">
                <a:latin typeface="+mn-ea"/>
              </a:rPr>
              <a:t>1</a:t>
            </a:r>
          </a:p>
        </p:txBody>
      </p:sp>
      <p:sp>
        <p:nvSpPr>
          <p:cNvPr id="95" name="Text Box 31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68240" y="5373216"/>
            <a:ext cx="3999865" cy="706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628650" indent="-628650"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ALUA</a:t>
            </a:r>
            <a:r>
              <a:rPr lang="en-US" altLang="zh-CN" sz="2000" b="1" baseline="-18000" dirty="0" err="1">
                <a:latin typeface="+mn-ea"/>
              </a:rPr>
              <a:t>sel</a:t>
            </a:r>
            <a:r>
              <a:rPr lang="zh-CN" altLang="en-US" sz="2000" b="1" dirty="0">
                <a:latin typeface="+mn-ea"/>
              </a:rPr>
              <a:t>＝</a:t>
            </a:r>
            <a:r>
              <a:rPr lang="en-US" altLang="zh-CN" sz="2000" b="1" dirty="0">
                <a:latin typeface="+mn-ea"/>
              </a:rPr>
              <a:t>1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 err="1">
                <a:latin typeface="+mn-ea"/>
              </a:rPr>
              <a:t>ALUB</a:t>
            </a:r>
            <a:r>
              <a:rPr lang="en-US" altLang="zh-CN" sz="2000" b="1" baseline="-18000" dirty="0" err="1">
                <a:latin typeface="+mn-ea"/>
              </a:rPr>
              <a:t>sel</a:t>
            </a:r>
            <a:r>
              <a:rPr lang="zh-CN" altLang="en-US" sz="2000" b="1" dirty="0">
                <a:latin typeface="+mn-ea"/>
              </a:rPr>
              <a:t>＝</a:t>
            </a:r>
            <a:r>
              <a:rPr lang="en-US" altLang="zh-CN" sz="2000" b="1" dirty="0">
                <a:latin typeface="+mn-ea"/>
              </a:rPr>
              <a:t>01</a:t>
            </a:r>
            <a:r>
              <a:rPr lang="zh-CN" altLang="en-US" sz="2000" b="1" dirty="0">
                <a:latin typeface="+mn-ea"/>
              </a:rPr>
              <a:t>、</a:t>
            </a:r>
            <a:endParaRPr lang="en-US" altLang="zh-CN" sz="2000" b="1" dirty="0">
              <a:latin typeface="+mn-ea"/>
            </a:endParaRPr>
          </a:p>
          <a:p>
            <a:pPr marL="628650" indent="-628650" algn="l">
              <a:lnSpc>
                <a:spcPct val="100000"/>
              </a:lnSpc>
            </a:pPr>
            <a:r>
              <a:rPr lang="en-US" altLang="zh-CN" sz="2000" b="1" dirty="0">
                <a:latin typeface="+mn-ea"/>
              </a:rPr>
              <a:t>    op</a:t>
            </a:r>
            <a:r>
              <a:rPr lang="zh-CN" altLang="en-US" sz="2000" b="1" dirty="0">
                <a:latin typeface="+mn-ea"/>
              </a:rPr>
              <a:t>＝</a:t>
            </a:r>
            <a:r>
              <a:rPr lang="en-US" altLang="zh-CN" sz="2000" b="1" dirty="0">
                <a:latin typeface="+mn-ea"/>
              </a:rPr>
              <a:t>01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 err="1">
                <a:latin typeface="+mn-ea"/>
              </a:rPr>
              <a:t>GR</a:t>
            </a:r>
            <a:r>
              <a:rPr lang="en-US" altLang="zh-CN" sz="2000" b="1" baseline="-18000" dirty="0" err="1">
                <a:latin typeface="+mn-ea"/>
              </a:rPr>
              <a:t>sel</a:t>
            </a:r>
            <a:r>
              <a:rPr lang="zh-CN" altLang="en-US" sz="2000" b="1" dirty="0">
                <a:latin typeface="+mn-ea"/>
              </a:rPr>
              <a:t>＝</a:t>
            </a:r>
            <a:r>
              <a:rPr lang="en-US" altLang="zh-CN" sz="2000" b="1" dirty="0">
                <a:latin typeface="+mn-ea"/>
              </a:rPr>
              <a:t>0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 err="1">
                <a:latin typeface="+mn-ea"/>
              </a:rPr>
              <a:t>GR</a:t>
            </a:r>
            <a:r>
              <a:rPr lang="en-US" altLang="zh-CN" sz="2000" b="1" baseline="-18000" dirty="0" err="1">
                <a:latin typeface="+mn-ea"/>
              </a:rPr>
              <a:t>in</a:t>
            </a:r>
            <a:r>
              <a:rPr lang="en-US" altLang="zh-CN" sz="2000" b="1" dirty="0">
                <a:latin typeface="+mn-ea"/>
              </a:rPr>
              <a:t>, End</a:t>
            </a:r>
            <a:endParaRPr lang="en-US" altLang="zh-CN" sz="2000" b="1" baseline="-18000" dirty="0">
              <a:latin typeface="+mn-ea"/>
            </a:endParaRPr>
          </a:p>
        </p:txBody>
      </p:sp>
      <p:sp>
        <p:nvSpPr>
          <p:cNvPr id="96" name="AutoShape 62">
            <a:hlinkClick r:id="rId109" action="ppaction://hlinksldjump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6200000">
            <a:off x="5148000" y="650848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16000" y="836712"/>
            <a:ext cx="6984000" cy="1656080"/>
            <a:chOff x="1080000" y="1196752"/>
            <a:chExt cx="6984000" cy="1656080"/>
          </a:xfrm>
        </p:grpSpPr>
        <p:sp>
          <p:nvSpPr>
            <p:cNvPr id="4" name="Text Box 1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080000" y="1196752"/>
              <a:ext cx="6984000" cy="165608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" name="直接连接符 4"/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4824595" y="2351182"/>
              <a:ext cx="0" cy="17970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6" name="直接连接符 5"/>
            <p:cNvCxnSpPr/>
            <p:nvPr>
              <p:custDataLst>
                <p:tags r:id="rId6"/>
              </p:custDataLst>
            </p:nvPr>
          </p:nvCxnSpPr>
          <p:spPr bwMode="auto">
            <a:xfrm>
              <a:off x="3204710" y="1340897"/>
              <a:ext cx="219583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476240" y="2132742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8" name="Text Box 1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152390" y="1772697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cxnSp>
          <p:nvCxnSpPr>
            <p:cNvPr id="9" name="直接连接符 8"/>
            <p:cNvCxnSpPr/>
            <p:nvPr>
              <p:custDataLst>
                <p:tags r:id="rId9"/>
              </p:custDataLst>
            </p:nvPr>
          </p:nvCxnSpPr>
          <p:spPr bwMode="auto">
            <a:xfrm>
              <a:off x="1476240" y="1629187"/>
              <a:ext cx="32385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" name="直接连接符 9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1368290" y="1989232"/>
              <a:ext cx="0" cy="5397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" name="直接连接符 10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1296535" y="1521237"/>
              <a:ext cx="0" cy="25209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2" name="Text Box 1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152390" y="1340897"/>
              <a:ext cx="288290" cy="17970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cxnSp>
          <p:nvCxnSpPr>
            <p:cNvPr id="13" name="直接连接符 12"/>
            <p:cNvCxnSpPr/>
            <p:nvPr>
              <p:custDataLst>
                <p:tags r:id="rId13"/>
              </p:custDataLst>
            </p:nvPr>
          </p:nvCxnSpPr>
          <p:spPr bwMode="auto">
            <a:xfrm>
              <a:off x="3204710" y="1340897"/>
              <a:ext cx="0" cy="57594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4" name="直接连接符 13"/>
            <p:cNvCxnSpPr/>
            <p:nvPr>
              <p:custDataLst>
                <p:tags r:id="rId14"/>
              </p:custDataLst>
            </p:nvPr>
          </p:nvCxnSpPr>
          <p:spPr bwMode="auto">
            <a:xfrm>
              <a:off x="4104505" y="1987962"/>
              <a:ext cx="2159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" name="直接连接符 14"/>
            <p:cNvCxnSpPr/>
            <p:nvPr>
              <p:custDataLst>
                <p:tags r:id="rId15"/>
              </p:custDataLst>
            </p:nvPr>
          </p:nvCxnSpPr>
          <p:spPr bwMode="auto">
            <a:xfrm>
              <a:off x="4104505" y="1735867"/>
              <a:ext cx="2159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" name="直接连接符 15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276465" y="1808892"/>
              <a:ext cx="0" cy="7200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17" name="AutoShape 1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 rot="16200000">
              <a:off x="4212455" y="1735867"/>
              <a:ext cx="504190" cy="288290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896350" y="1700942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19" name="直接连接符 18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4608695" y="1808257"/>
              <a:ext cx="2882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" name="直接连接符 19"/>
            <p:cNvCxnSpPr/>
            <p:nvPr>
              <p:custDataLst>
                <p:tags r:id="rId20"/>
              </p:custDataLst>
            </p:nvPr>
          </p:nvCxnSpPr>
          <p:spPr bwMode="auto">
            <a:xfrm>
              <a:off x="4608695" y="1916842"/>
              <a:ext cx="2159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21"/>
              </p:custDataLst>
            </p:nvPr>
          </p:nvCxnSpPr>
          <p:spPr bwMode="auto">
            <a:xfrm>
              <a:off x="1800090" y="1448847"/>
              <a:ext cx="53975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2" name="Text Box 2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165205" y="2097182"/>
              <a:ext cx="575945" cy="50419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理想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MEM</a:t>
              </a:r>
            </a:p>
          </p:txBody>
        </p:sp>
        <p:cxnSp>
          <p:nvCxnSpPr>
            <p:cNvPr id="3" name="直接连接符 2"/>
            <p:cNvCxnSpPr/>
            <p:nvPr>
              <p:custDataLst>
                <p:tags r:id="rId23"/>
              </p:custDataLst>
            </p:nvPr>
          </p:nvCxnSpPr>
          <p:spPr bwMode="auto">
            <a:xfrm>
              <a:off x="5400540" y="2457227"/>
              <a:ext cx="10439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4" name="直接连接符 23"/>
            <p:cNvCxnSpPr/>
            <p:nvPr>
              <p:custDataLst>
                <p:tags r:id="rId24"/>
              </p:custDataLst>
            </p:nvPr>
          </p:nvCxnSpPr>
          <p:spPr bwMode="auto">
            <a:xfrm>
              <a:off x="6876915" y="2205132"/>
              <a:ext cx="2882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5" name="直接连接符 24"/>
            <p:cNvCxnSpPr/>
            <p:nvPr>
              <p:custDataLst>
                <p:tags r:id="rId25"/>
              </p:custDataLst>
            </p:nvPr>
          </p:nvCxnSpPr>
          <p:spPr bwMode="auto">
            <a:xfrm>
              <a:off x="6876915" y="2457227"/>
              <a:ext cx="2882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26"/>
              </p:custDataLst>
            </p:nvPr>
          </p:nvCxnSpPr>
          <p:spPr bwMode="auto">
            <a:xfrm flipH="1">
              <a:off x="6876915" y="2528982"/>
              <a:ext cx="2882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27"/>
              </p:custDataLst>
            </p:nvPr>
          </p:nvCxnSpPr>
          <p:spPr bwMode="auto">
            <a:xfrm>
              <a:off x="6228580" y="2205132"/>
              <a:ext cx="2159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8" name="Text Box 1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445750" y="2097182"/>
              <a:ext cx="431800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29" name="Text Box 18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445750" y="2384837"/>
              <a:ext cx="431800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cxnSp>
          <p:nvCxnSpPr>
            <p:cNvPr id="30" name="直接连接符 29"/>
            <p:cNvCxnSpPr/>
            <p:nvPr>
              <p:custDataLst>
                <p:tags r:id="rId30"/>
              </p:custDataLst>
            </p:nvPr>
          </p:nvCxnSpPr>
          <p:spPr bwMode="auto">
            <a:xfrm>
              <a:off x="5508490" y="2132742"/>
              <a:ext cx="17970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" name="直接连接符 31"/>
            <p:cNvCxnSpPr/>
            <p:nvPr>
              <p:custDataLst>
                <p:tags r:id="rId31"/>
              </p:custDataLst>
            </p:nvPr>
          </p:nvCxnSpPr>
          <p:spPr bwMode="auto">
            <a:xfrm>
              <a:off x="5184640" y="2276887"/>
              <a:ext cx="5041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32"/>
              </p:custDataLst>
            </p:nvPr>
          </p:nvCxnSpPr>
          <p:spPr bwMode="auto">
            <a:xfrm>
              <a:off x="4824595" y="1916842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33"/>
              </p:custDataLst>
            </p:nvPr>
          </p:nvCxnSpPr>
          <p:spPr bwMode="auto">
            <a:xfrm>
              <a:off x="4644255" y="2205132"/>
              <a:ext cx="17970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34"/>
              </p:custDataLst>
            </p:nvPr>
          </p:nvCxnSpPr>
          <p:spPr bwMode="auto">
            <a:xfrm>
              <a:off x="4644255" y="2349277"/>
              <a:ext cx="17970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6" name="直接连接符 35"/>
            <p:cNvCxnSpPr/>
            <p:nvPr>
              <p:custDataLst>
                <p:tags r:id="rId35"/>
              </p:custDataLst>
            </p:nvPr>
          </p:nvCxnSpPr>
          <p:spPr bwMode="auto">
            <a:xfrm>
              <a:off x="2916420" y="1916842"/>
              <a:ext cx="6477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7" name="直接连接符 36"/>
            <p:cNvCxnSpPr/>
            <p:nvPr>
              <p:custDataLst>
                <p:tags r:id="rId36"/>
              </p:custDataLst>
            </p:nvPr>
          </p:nvCxnSpPr>
          <p:spPr bwMode="auto">
            <a:xfrm>
              <a:off x="3384415" y="2060987"/>
              <a:ext cx="17970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9" name="直接连接符 38"/>
            <p:cNvCxnSpPr/>
            <p:nvPr>
              <p:custDataLst>
                <p:tags r:id="rId37"/>
              </p:custDataLst>
            </p:nvPr>
          </p:nvCxnSpPr>
          <p:spPr bwMode="auto">
            <a:xfrm>
              <a:off x="3384415" y="1485042"/>
              <a:ext cx="17970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0" name="直接连接符 39"/>
            <p:cNvCxnSpPr/>
            <p:nvPr>
              <p:custDataLst>
                <p:tags r:id="rId38"/>
              </p:custDataLst>
            </p:nvPr>
          </p:nvCxnSpPr>
          <p:spPr bwMode="auto">
            <a:xfrm>
              <a:off x="2988175" y="1592992"/>
              <a:ext cx="57594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1" name="Text Box 1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240270" y="1412652"/>
              <a:ext cx="144145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42" name="直接连接符 41"/>
            <p:cNvCxnSpPr/>
            <p:nvPr>
              <p:custDataLst>
                <p:tags r:id="rId40"/>
              </p:custDataLst>
            </p:nvPr>
          </p:nvCxnSpPr>
          <p:spPr bwMode="auto">
            <a:xfrm>
              <a:off x="3276465" y="1808892"/>
              <a:ext cx="2882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41"/>
              </p:custDataLst>
            </p:nvPr>
          </p:nvCxnSpPr>
          <p:spPr bwMode="auto">
            <a:xfrm>
              <a:off x="2916420" y="1700942"/>
              <a:ext cx="6477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42"/>
              </p:custDataLst>
            </p:nvPr>
          </p:nvCxnSpPr>
          <p:spPr bwMode="auto">
            <a:xfrm>
              <a:off x="5508490" y="1269142"/>
              <a:ext cx="0" cy="86423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6" name="Text Box 18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2340475" y="1340897"/>
              <a:ext cx="504190" cy="2159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sp>
          <p:nvSpPr>
            <p:cNvPr id="48" name="Text Box 10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2413500" y="1629187"/>
              <a:ext cx="504190" cy="36004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49" name="直接连接符 48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2773545" y="1989232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46"/>
              </p:custDataLst>
            </p:nvPr>
          </p:nvCxnSpPr>
          <p:spPr bwMode="auto">
            <a:xfrm>
              <a:off x="1800090" y="1916842"/>
              <a:ext cx="6121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" name="直接连接符 50"/>
            <p:cNvCxnSpPr/>
            <p:nvPr>
              <p:custDataLst>
                <p:tags r:id="rId47"/>
              </p:custDataLst>
            </p:nvPr>
          </p:nvCxnSpPr>
          <p:spPr bwMode="auto">
            <a:xfrm>
              <a:off x="2988175" y="1448847"/>
              <a:ext cx="0" cy="14414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48"/>
              </p:custDataLst>
            </p:nvPr>
          </p:nvCxnSpPr>
          <p:spPr bwMode="auto">
            <a:xfrm>
              <a:off x="1800090" y="1700942"/>
              <a:ext cx="6121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" name="直接连接符 52"/>
            <p:cNvCxnSpPr/>
            <p:nvPr>
              <p:custDataLst>
                <p:tags r:id="rId49"/>
              </p:custDataLst>
            </p:nvPr>
          </p:nvCxnSpPr>
          <p:spPr bwMode="auto">
            <a:xfrm flipH="1">
              <a:off x="2844665" y="1448847"/>
              <a:ext cx="14414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2556375" y="1989232"/>
              <a:ext cx="635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51"/>
              </p:custDataLst>
            </p:nvPr>
          </p:nvCxnSpPr>
          <p:spPr bwMode="auto">
            <a:xfrm>
              <a:off x="2232525" y="1917477"/>
              <a:ext cx="0" cy="2159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59" name="直接连接符 58"/>
            <p:cNvCxnSpPr/>
            <p:nvPr>
              <p:custDataLst>
                <p:tags r:id="rId52"/>
              </p:custDataLst>
            </p:nvPr>
          </p:nvCxnSpPr>
          <p:spPr bwMode="auto">
            <a:xfrm>
              <a:off x="2232525" y="2133377"/>
              <a:ext cx="32385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连接符 60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3384415" y="2060987"/>
              <a:ext cx="0" cy="3962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54"/>
              </p:custDataLst>
            </p:nvPr>
          </p:nvCxnSpPr>
          <p:spPr bwMode="auto">
            <a:xfrm>
              <a:off x="5400540" y="1340897"/>
              <a:ext cx="0" cy="111569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55"/>
              </p:custDataLst>
            </p:nvPr>
          </p:nvCxnSpPr>
          <p:spPr bwMode="auto">
            <a:xfrm>
              <a:off x="3096125" y="1269142"/>
              <a:ext cx="241173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56"/>
              </p:custDataLst>
            </p:nvPr>
          </p:nvCxnSpPr>
          <p:spPr bwMode="auto">
            <a:xfrm>
              <a:off x="3096125" y="1269142"/>
              <a:ext cx="0" cy="4318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69" name="直接连接符 68"/>
            <p:cNvCxnSpPr/>
            <p:nvPr>
              <p:custDataLst>
                <p:tags r:id="rId57"/>
              </p:custDataLst>
            </p:nvPr>
          </p:nvCxnSpPr>
          <p:spPr bwMode="auto">
            <a:xfrm>
              <a:off x="5184640" y="2276887"/>
              <a:ext cx="0" cy="17970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58"/>
              </p:custDataLst>
            </p:nvPr>
          </p:nvCxnSpPr>
          <p:spPr bwMode="auto">
            <a:xfrm flipH="1">
              <a:off x="1692140" y="2457227"/>
              <a:ext cx="349186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59"/>
              </p:custDataLst>
            </p:nvPr>
          </p:nvCxnSpPr>
          <p:spPr bwMode="auto">
            <a:xfrm>
              <a:off x="1800090" y="1340897"/>
              <a:ext cx="0" cy="6477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 Box 18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1800090" y="1485042"/>
              <a:ext cx="28829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sp>
          <p:nvSpPr>
            <p:cNvPr id="76" name="Text Box 18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1800090" y="1269142"/>
              <a:ext cx="50419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7" name="Text Box 18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1800090" y="1700942"/>
              <a:ext cx="28829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cxnSp>
          <p:nvCxnSpPr>
            <p:cNvPr id="78" name="直接连接符 77"/>
            <p:cNvCxnSpPr/>
            <p:nvPr>
              <p:custDataLst>
                <p:tags r:id="rId63"/>
              </p:custDataLst>
            </p:nvPr>
          </p:nvCxnSpPr>
          <p:spPr bwMode="auto">
            <a:xfrm>
              <a:off x="1908675" y="2276887"/>
              <a:ext cx="3962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64"/>
              </p:custDataLst>
            </p:nvPr>
          </p:nvCxnSpPr>
          <p:spPr bwMode="auto">
            <a:xfrm>
              <a:off x="1692140" y="2349277"/>
              <a:ext cx="0" cy="1079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直接连接符 79"/>
            <p:cNvCxnSpPr/>
            <p:nvPr>
              <p:custDataLst>
                <p:tags r:id="rId65"/>
              </p:custDataLst>
            </p:nvPr>
          </p:nvCxnSpPr>
          <p:spPr bwMode="auto">
            <a:xfrm>
              <a:off x="1476240" y="1629187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/>
            <p:cNvCxnSpPr/>
            <p:nvPr>
              <p:custDataLst>
                <p:tags r:id="rId66"/>
              </p:custDataLst>
            </p:nvPr>
          </p:nvCxnSpPr>
          <p:spPr bwMode="auto">
            <a:xfrm flipH="1" flipV="1">
              <a:off x="1368290" y="2528982"/>
              <a:ext cx="50761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8" name="直接连接符 227"/>
            <p:cNvCxnSpPr/>
            <p:nvPr>
              <p:custDataLst>
                <p:tags r:id="rId67"/>
              </p:custDataLst>
            </p:nvPr>
          </p:nvCxnSpPr>
          <p:spPr bwMode="auto">
            <a:xfrm flipH="1">
              <a:off x="2304280" y="2277522"/>
              <a:ext cx="183578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0" name="Text Box 18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3564120" y="1448847"/>
              <a:ext cx="539750" cy="3962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MUX2</a:t>
              </a:r>
            </a:p>
          </p:txBody>
        </p:sp>
        <p:sp>
          <p:nvSpPr>
            <p:cNvPr id="231" name="矩形 230"/>
            <p:cNvSpPr/>
            <p:nvPr>
              <p:custDataLst>
                <p:tags r:id="rId69"/>
              </p:custDataLst>
            </p:nvPr>
          </p:nvSpPr>
          <p:spPr bwMode="auto">
            <a:xfrm>
              <a:off x="3564120" y="1773332"/>
              <a:ext cx="71755" cy="7175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2" name="矩形 231"/>
            <p:cNvSpPr/>
            <p:nvPr>
              <p:custDataLst>
                <p:tags r:id="rId70"/>
              </p:custDataLst>
            </p:nvPr>
          </p:nvSpPr>
          <p:spPr bwMode="auto">
            <a:xfrm>
              <a:off x="3564120" y="1448847"/>
              <a:ext cx="71755" cy="71755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3" name="Text Box 18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5689465" y="2097182"/>
              <a:ext cx="539750" cy="2159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MUX4</a:t>
              </a:r>
            </a:p>
          </p:txBody>
        </p:sp>
        <p:sp>
          <p:nvSpPr>
            <p:cNvPr id="234" name="矩形 233"/>
            <p:cNvSpPr/>
            <p:nvPr>
              <p:custDataLst>
                <p:tags r:id="rId72"/>
              </p:custDataLst>
            </p:nvPr>
          </p:nvSpPr>
          <p:spPr bwMode="auto">
            <a:xfrm>
              <a:off x="5689465" y="2241327"/>
              <a:ext cx="71755" cy="7175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" name="矩形 234"/>
            <p:cNvSpPr/>
            <p:nvPr>
              <p:custDataLst>
                <p:tags r:id="rId73"/>
              </p:custDataLst>
            </p:nvPr>
          </p:nvSpPr>
          <p:spPr bwMode="auto">
            <a:xfrm>
              <a:off x="5689465" y="2097182"/>
              <a:ext cx="71755" cy="71755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" name="Text Box 18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4103870" y="2168937"/>
              <a:ext cx="539750" cy="2159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MUX3</a:t>
              </a:r>
            </a:p>
          </p:txBody>
        </p:sp>
        <p:sp>
          <p:nvSpPr>
            <p:cNvPr id="237" name="矩形 236"/>
            <p:cNvSpPr/>
            <p:nvPr>
              <p:custDataLst>
                <p:tags r:id="rId75"/>
              </p:custDataLst>
            </p:nvPr>
          </p:nvSpPr>
          <p:spPr bwMode="auto">
            <a:xfrm>
              <a:off x="4571865" y="2313082"/>
              <a:ext cx="71755" cy="71755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8" name="矩形 237"/>
            <p:cNvSpPr/>
            <p:nvPr>
              <p:custDataLst>
                <p:tags r:id="rId76"/>
              </p:custDataLst>
            </p:nvPr>
          </p:nvSpPr>
          <p:spPr bwMode="auto">
            <a:xfrm>
              <a:off x="4571865" y="2168937"/>
              <a:ext cx="71755" cy="7175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9" name="Text Box 18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3564120" y="1881282"/>
              <a:ext cx="539750" cy="2159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MUX1</a:t>
              </a:r>
            </a:p>
          </p:txBody>
        </p:sp>
        <p:sp>
          <p:nvSpPr>
            <p:cNvPr id="240" name="矩形 239"/>
            <p:cNvSpPr/>
            <p:nvPr>
              <p:custDataLst>
                <p:tags r:id="rId78"/>
              </p:custDataLst>
            </p:nvPr>
          </p:nvSpPr>
          <p:spPr bwMode="auto">
            <a:xfrm>
              <a:off x="3564120" y="2025427"/>
              <a:ext cx="71755" cy="7175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1" name="矩形 240"/>
            <p:cNvSpPr/>
            <p:nvPr>
              <p:custDataLst>
                <p:tags r:id="rId79"/>
              </p:custDataLst>
            </p:nvPr>
          </p:nvSpPr>
          <p:spPr bwMode="auto">
            <a:xfrm>
              <a:off x="3564120" y="1881282"/>
              <a:ext cx="71755" cy="71755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Text Box 18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2483985" y="2601372"/>
              <a:ext cx="4318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" name="Text Box 18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1080000" y="2601372"/>
              <a:ext cx="39624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IR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" name="Text Box 18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4355965" y="1341532"/>
              <a:ext cx="25209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7" name="直接连接符 46"/>
            <p:cNvCxnSpPr/>
            <p:nvPr>
              <p:custDataLst>
                <p:tags r:id="rId83"/>
              </p:custDataLst>
            </p:nvPr>
          </p:nvCxnSpPr>
          <p:spPr bwMode="auto">
            <a:xfrm flipH="1" flipV="1">
              <a:off x="1836285" y="2348642"/>
              <a:ext cx="143510" cy="25209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54" name="Text Box 18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1836285" y="2601372"/>
              <a:ext cx="4318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+1</a:t>
              </a:r>
            </a:p>
          </p:txBody>
        </p:sp>
        <p:cxnSp>
          <p:nvCxnSpPr>
            <p:cNvPr id="55" name="直接连接符 54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3384415" y="2097182"/>
              <a:ext cx="288290" cy="50419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58" name="Text Box 18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440045" y="2601372"/>
              <a:ext cx="4318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0" name="直接连接符 59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3851775" y="1772697"/>
              <a:ext cx="0" cy="8280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4536305" y="2384837"/>
              <a:ext cx="0" cy="2159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89"/>
              </p:custDataLst>
            </p:nvPr>
          </p:nvCxnSpPr>
          <p:spPr bwMode="auto">
            <a:xfrm>
              <a:off x="4464550" y="1557432"/>
              <a:ext cx="0" cy="1295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5796145" y="2313082"/>
              <a:ext cx="0" cy="28829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91"/>
              </p:custDataLst>
            </p:nvPr>
          </p:nvCxnSpPr>
          <p:spPr bwMode="auto">
            <a:xfrm>
              <a:off x="6119995" y="1917477"/>
              <a:ext cx="323850" cy="46799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92"/>
              </p:custDataLst>
            </p:nvPr>
          </p:nvCxnSpPr>
          <p:spPr bwMode="auto">
            <a:xfrm>
              <a:off x="6624185" y="1917477"/>
              <a:ext cx="0" cy="17970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71" name="Text Box 18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5868535" y="1737137"/>
              <a:ext cx="54038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MDR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2" name="Text Box 18"/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6372090" y="1737137"/>
              <a:ext cx="54038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MAR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1" name="Text Box 18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2916420" y="2601372"/>
              <a:ext cx="72009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ALUA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3" name="Text Box 18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3564120" y="2601372"/>
              <a:ext cx="72009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ALUB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4" name="Text Box 18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4355965" y="2601372"/>
              <a:ext cx="46799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5" name="Text Box 18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5580245" y="2601372"/>
              <a:ext cx="61214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MAR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6" name="Text Box 18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6948035" y="1723802"/>
              <a:ext cx="1007745" cy="21526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MEMR MEMW</a:t>
              </a:r>
            </a:p>
          </p:txBody>
        </p:sp>
        <p:cxnSp>
          <p:nvCxnSpPr>
            <p:cNvPr id="87" name="直接连接符 86"/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1584190" y="2349277"/>
              <a:ext cx="0" cy="25209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88" name="直接连接符 87"/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1259705" y="1987962"/>
              <a:ext cx="0" cy="6121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89" name="直接连接符 88"/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2665595" y="1989232"/>
              <a:ext cx="0" cy="6121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90" name="直接连接符 89"/>
            <p:cNvCxnSpPr/>
            <p:nvPr>
              <p:custDataLst>
                <p:tags r:id="rId103"/>
              </p:custDataLst>
            </p:nvPr>
          </p:nvCxnSpPr>
          <p:spPr bwMode="auto">
            <a:xfrm>
              <a:off x="7272520" y="1917477"/>
              <a:ext cx="0" cy="17970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92" name="直接连接符 91"/>
            <p:cNvCxnSpPr/>
            <p:nvPr>
              <p:custDataLst>
                <p:tags r:id="rId104"/>
              </p:custDataLst>
            </p:nvPr>
          </p:nvCxnSpPr>
          <p:spPr bwMode="auto">
            <a:xfrm>
              <a:off x="7632565" y="1917477"/>
              <a:ext cx="0" cy="17970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26" name="Text Box 18"/>
            <p:cNvSpPr txBox="1"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5724128" y="1231200"/>
              <a:ext cx="2088000" cy="46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假设：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有计数功能，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 ALU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有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4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种功能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ldLvl="0" animBg="1"/>
      <p:bldP spid="121" grpId="0" bldLvl="0" animBg="1"/>
      <p:bldP spid="122" grpId="0" bldLvl="0" animBg="1"/>
      <p:bldP spid="123" grpId="0" bldLvl="0" animBg="1"/>
      <p:bldP spid="124" grpId="0" bldLvl="0" animBg="1"/>
      <p:bldP spid="125" grpId="0" bldLvl="0" animBg="1"/>
      <p:bldP spid="94" grpId="0" animBg="1"/>
      <p:bldP spid="105" grpId="0" bldLvl="0" animBg="1"/>
      <p:bldP spid="95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Box 59"/>
          <p:cNvSpPr txBox="1">
            <a:spLocks noChangeArrowheads="1"/>
          </p:cNvSpPr>
          <p:nvPr/>
        </p:nvSpPr>
        <p:spPr bwMode="auto">
          <a:xfrm>
            <a:off x="179705" y="2636912"/>
            <a:ext cx="6110605" cy="30681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※指令执行过程的组织小结：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基于数据通路进行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组织方法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组织结果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                    数据通路所需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功能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29</a:t>
            </a:fld>
            <a:endParaRPr lang="en-US" altLang="zh-CN"/>
          </a:p>
        </p:txBody>
      </p:sp>
      <p:sp>
        <p:nvSpPr>
          <p:cNvPr id="22" name="Text Box 648"/>
          <p:cNvSpPr txBox="1">
            <a:spLocks noChangeArrowheads="1"/>
          </p:cNvSpPr>
          <p:nvPr/>
        </p:nvSpPr>
        <p:spPr bwMode="auto">
          <a:xfrm>
            <a:off x="827461" y="5904000"/>
            <a:ext cx="4248000" cy="3683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5-1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P236— 3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6(1)</a:t>
            </a:r>
            <a:r>
              <a:rPr lang="zh-CN" altLang="en-US" sz="2000" b="1" dirty="0">
                <a:latin typeface="宋体" panose="02010600030101010101" pitchFamily="2" charset="-122"/>
              </a:rPr>
              <a:t>和</a:t>
            </a:r>
            <a:r>
              <a:rPr lang="en-US" altLang="zh-CN" sz="2000" b="1" dirty="0">
                <a:latin typeface="宋体" panose="02010600030101010101" pitchFamily="2" charset="-122"/>
              </a:rPr>
              <a:t>(4)</a:t>
            </a:r>
          </a:p>
        </p:txBody>
      </p:sp>
      <p:sp>
        <p:nvSpPr>
          <p:cNvPr id="24" name="AutoShape 62">
            <a:hlinkClick r:id="rId6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27</a:t>
            </a:r>
          </a:p>
        </p:txBody>
      </p: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8784976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所有指令周期的组织结果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状态转换图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各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r>
              <a:rPr lang="zh-CN" altLang="en-US" sz="1800" b="1" dirty="0">
                <a:latin typeface="宋体" panose="02010600030101010101" pitchFamily="2" charset="-122"/>
              </a:rPr>
              <a:t>序列的汇总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zh-CN" altLang="en-US" sz="1600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31640" y="836712"/>
            <a:ext cx="6984648" cy="1584000"/>
            <a:chOff x="1259632" y="2252334"/>
            <a:chExt cx="6984648" cy="1584000"/>
          </a:xfrm>
        </p:grpSpPr>
        <p:cxnSp>
          <p:nvCxnSpPr>
            <p:cNvPr id="26" name="直接箭头连接符 25"/>
            <p:cNvCxnSpPr/>
            <p:nvPr/>
          </p:nvCxnSpPr>
          <p:spPr bwMode="auto">
            <a:xfrm>
              <a:off x="4212000" y="2367597"/>
              <a:ext cx="28819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直接箭头连接符 26"/>
            <p:cNvCxnSpPr/>
            <p:nvPr/>
          </p:nvCxnSpPr>
          <p:spPr bwMode="auto">
            <a:xfrm>
              <a:off x="1260280" y="3836334"/>
              <a:ext cx="698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" name="直接箭头连接符 28"/>
            <p:cNvCxnSpPr/>
            <p:nvPr/>
          </p:nvCxnSpPr>
          <p:spPr bwMode="auto">
            <a:xfrm flipV="1">
              <a:off x="1259632" y="2360334"/>
              <a:ext cx="0" cy="147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0" name="Text Box 323"/>
            <p:cNvSpPr txBox="1">
              <a:spLocks noChangeArrowheads="1"/>
            </p:cNvSpPr>
            <p:nvPr/>
          </p:nvSpPr>
          <p:spPr bwMode="auto">
            <a:xfrm>
              <a:off x="2411968" y="2252334"/>
              <a:ext cx="1800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MAR</a:t>
              </a:r>
              <a:r>
                <a:rPr lang="en-US" altLang="zh-CN" sz="1800" b="1" baseline="-18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0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MAR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sp>
          <p:nvSpPr>
            <p:cNvPr id="31" name="Text Box 323"/>
            <p:cNvSpPr txBox="1">
              <a:spLocks noChangeArrowheads="1"/>
            </p:cNvSpPr>
            <p:nvPr/>
          </p:nvSpPr>
          <p:spPr bwMode="auto">
            <a:xfrm>
              <a:off x="4500000" y="2252334"/>
              <a:ext cx="1224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MEMR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，</a:t>
              </a:r>
              <a:r>
                <a:rPr lang="en-US" altLang="zh-CN" sz="1800" b="1" dirty="0">
                  <a:latin typeface="+mn-ea"/>
                </a:rPr>
                <a:t>PC</a:t>
              </a:r>
              <a:r>
                <a:rPr lang="en-US" altLang="zh-CN" sz="1800" b="1" baseline="-18000" dirty="0">
                  <a:latin typeface="+mn-ea"/>
                </a:rPr>
                <a:t>+1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32" name="直接箭头连接符 31"/>
            <p:cNvCxnSpPr/>
            <p:nvPr/>
          </p:nvCxnSpPr>
          <p:spPr bwMode="auto">
            <a:xfrm>
              <a:off x="5724000" y="2360334"/>
              <a:ext cx="28819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3" name="Text Box 323"/>
            <p:cNvSpPr txBox="1">
              <a:spLocks noChangeArrowheads="1"/>
            </p:cNvSpPr>
            <p:nvPr/>
          </p:nvSpPr>
          <p:spPr bwMode="auto">
            <a:xfrm>
              <a:off x="6012000" y="2252334"/>
              <a:ext cx="57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IR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34" name="直接箭头连接符 33"/>
            <p:cNvCxnSpPr/>
            <p:nvPr/>
          </p:nvCxnSpPr>
          <p:spPr bwMode="auto">
            <a:xfrm>
              <a:off x="1763672" y="2684334"/>
              <a:ext cx="648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" name="直接箭头连接符 34"/>
            <p:cNvCxnSpPr/>
            <p:nvPr/>
          </p:nvCxnSpPr>
          <p:spPr bwMode="auto">
            <a:xfrm flipH="1">
              <a:off x="6300000" y="2504334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直接箭头连接符 35"/>
            <p:cNvCxnSpPr/>
            <p:nvPr/>
          </p:nvCxnSpPr>
          <p:spPr bwMode="auto">
            <a:xfrm flipH="1">
              <a:off x="1763672" y="2684334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箭头连接符 41"/>
            <p:cNvCxnSpPr/>
            <p:nvPr/>
          </p:nvCxnSpPr>
          <p:spPr bwMode="auto">
            <a:xfrm flipH="1">
              <a:off x="2699648" y="2684334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4" name="Text Box 323"/>
            <p:cNvSpPr txBox="1">
              <a:spLocks noChangeArrowheads="1"/>
            </p:cNvSpPr>
            <p:nvPr/>
          </p:nvSpPr>
          <p:spPr bwMode="auto">
            <a:xfrm>
              <a:off x="2123728" y="2972334"/>
              <a:ext cx="255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MAR</a:t>
              </a:r>
              <a:r>
                <a:rPr lang="en-US" altLang="zh-CN" sz="1800" b="1" baseline="-18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1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MAR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r>
                <a:rPr lang="zh-CN" altLang="en-US" sz="1800" b="1" dirty="0">
                  <a:latin typeface="+mn-ea"/>
                </a:rPr>
                <a:t>，</a:t>
              </a:r>
              <a:r>
                <a:rPr lang="en-US" altLang="zh-CN" sz="1800" b="1" dirty="0" err="1">
                  <a:latin typeface="+mn-ea"/>
                </a:rPr>
                <a:t>MDR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en-US" altLang="zh-CN" sz="1800" b="1" baseline="-18000" dirty="0">
                <a:latin typeface="+mn-ea"/>
              </a:endParaRPr>
            </a:p>
          </p:txBody>
        </p:sp>
        <p:cxnSp>
          <p:nvCxnSpPr>
            <p:cNvPr id="45" name="直接箭头连接符 44"/>
            <p:cNvCxnSpPr/>
            <p:nvPr/>
          </p:nvCxnSpPr>
          <p:spPr bwMode="auto">
            <a:xfrm flipH="1">
              <a:off x="2699648" y="3224334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7" name="Text Box 323"/>
            <p:cNvSpPr txBox="1">
              <a:spLocks noChangeArrowheads="1"/>
            </p:cNvSpPr>
            <p:nvPr/>
          </p:nvSpPr>
          <p:spPr bwMode="auto">
            <a:xfrm>
              <a:off x="2123952" y="3404334"/>
              <a:ext cx="118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MEMW</a:t>
              </a:r>
              <a:r>
                <a:rPr lang="zh-CN" altLang="en-US" sz="1800" b="1" dirty="0">
                  <a:latin typeface="+mn-ea"/>
                </a:rPr>
                <a:t>，</a:t>
              </a:r>
              <a:r>
                <a:rPr lang="en-US" altLang="zh-CN" sz="1800" b="1" dirty="0">
                  <a:latin typeface="+mn-ea"/>
                </a:rPr>
                <a:t>End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48" name="直接箭头连接符 47"/>
            <p:cNvCxnSpPr/>
            <p:nvPr/>
          </p:nvCxnSpPr>
          <p:spPr bwMode="auto">
            <a:xfrm flipH="1">
              <a:off x="6372000" y="2684334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0" name="Text Box 323"/>
            <p:cNvSpPr txBox="1">
              <a:spLocks noChangeArrowheads="1"/>
            </p:cNvSpPr>
            <p:nvPr/>
          </p:nvSpPr>
          <p:spPr bwMode="auto">
            <a:xfrm>
              <a:off x="4824000" y="2972334"/>
              <a:ext cx="3096000" cy="504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72000" tIns="0" rIns="18000" bIns="10800" anchor="ctr"/>
            <a:lstStyle/>
            <a:p>
              <a:pPr marL="628650" indent="-628650" algn="l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ALUA</a:t>
              </a:r>
              <a:r>
                <a:rPr lang="en-US" altLang="zh-CN" sz="1800" b="1" baseline="-18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1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ALUB</a:t>
              </a:r>
              <a:r>
                <a:rPr lang="en-US" altLang="zh-CN" sz="1800" b="1" baseline="-18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01</a:t>
              </a:r>
              <a:r>
                <a:rPr lang="zh-CN" altLang="en-US" sz="1800" b="1" dirty="0">
                  <a:latin typeface="+mn-ea"/>
                </a:rPr>
                <a:t>、</a:t>
              </a:r>
              <a:endParaRPr lang="en-US" altLang="zh-CN" sz="1800" b="1" dirty="0">
                <a:latin typeface="+mn-ea"/>
              </a:endParaRPr>
            </a:p>
            <a:p>
              <a:pPr marL="628650" indent="-628650" algn="l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</a:rPr>
                <a:t>op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01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0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r>
                <a:rPr lang="en-US" altLang="zh-CN" sz="1800" b="1" dirty="0">
                  <a:latin typeface="+mn-ea"/>
                </a:rPr>
                <a:t>, End</a:t>
              </a:r>
              <a:endParaRPr lang="en-US" altLang="zh-CN" sz="1800" b="1" baseline="-18000" dirty="0">
                <a:latin typeface="+mn-ea"/>
              </a:endParaRPr>
            </a:p>
          </p:txBody>
        </p:sp>
        <p:cxnSp>
          <p:nvCxnSpPr>
            <p:cNvPr id="54" name="直接箭头连接符 53"/>
            <p:cNvCxnSpPr/>
            <p:nvPr/>
          </p:nvCxnSpPr>
          <p:spPr bwMode="auto">
            <a:xfrm flipH="1">
              <a:off x="8244000" y="2684334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61"/>
            <p:cNvCxnSpPr/>
            <p:nvPr/>
          </p:nvCxnSpPr>
          <p:spPr bwMode="auto">
            <a:xfrm flipH="1">
              <a:off x="2700016" y="3656334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3" name="直接箭头连接符 62"/>
            <p:cNvCxnSpPr/>
            <p:nvPr/>
          </p:nvCxnSpPr>
          <p:spPr bwMode="auto">
            <a:xfrm flipH="1">
              <a:off x="6372000" y="3476334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6" name="直接箭头连接符 65"/>
            <p:cNvCxnSpPr/>
            <p:nvPr/>
          </p:nvCxnSpPr>
          <p:spPr bwMode="auto">
            <a:xfrm>
              <a:off x="1259800" y="2360350"/>
              <a:ext cx="1152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7" name="Text Box 63"/>
            <p:cNvSpPr txBox="1">
              <a:spLocks noChangeArrowheads="1"/>
            </p:cNvSpPr>
            <p:nvPr/>
          </p:nvSpPr>
          <p:spPr bwMode="auto">
            <a:xfrm>
              <a:off x="2304000" y="2684334"/>
              <a:ext cx="36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ST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8" name="Text Box 63"/>
            <p:cNvSpPr txBox="1">
              <a:spLocks noChangeArrowheads="1"/>
            </p:cNvSpPr>
            <p:nvPr/>
          </p:nvSpPr>
          <p:spPr bwMode="auto">
            <a:xfrm>
              <a:off x="1368000" y="2684334"/>
              <a:ext cx="36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LD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0" name="Text Box 63"/>
            <p:cNvSpPr txBox="1">
              <a:spLocks noChangeArrowheads="1"/>
            </p:cNvSpPr>
            <p:nvPr/>
          </p:nvSpPr>
          <p:spPr bwMode="auto">
            <a:xfrm>
              <a:off x="5832000" y="2684334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SUB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74" name="直接箭头连接符 73"/>
            <p:cNvCxnSpPr/>
            <p:nvPr/>
          </p:nvCxnSpPr>
          <p:spPr bwMode="auto">
            <a:xfrm flipH="1">
              <a:off x="8244000" y="3656334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37" name="矩形 36"/>
          <p:cNvSpPr/>
          <p:nvPr/>
        </p:nvSpPr>
        <p:spPr>
          <a:xfrm>
            <a:off x="2160270" y="3063632"/>
            <a:ext cx="6804025" cy="2557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每条指令单独</a:t>
            </a:r>
            <a:r>
              <a:rPr lang="zh-CN" altLang="en-US" sz="2200" b="1" dirty="0">
                <a:latin typeface="宋体" panose="02010600030101010101" pitchFamily="2" charset="-122"/>
              </a:rPr>
              <a:t>组织其</a:t>
            </a:r>
            <a:r>
              <a:rPr lang="en-US" altLang="zh-CN" sz="2200" u="sng" dirty="0" err="1">
                <a:sym typeface="+mn-ea"/>
              </a:rPr>
              <a:t>μ</a:t>
            </a:r>
            <a:r>
              <a:rPr lang="en-US" altLang="zh-CN" sz="2200" b="1" u="sng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序列</a:t>
            </a:r>
            <a:r>
              <a:rPr lang="zh-CN" altLang="en-US" sz="2200" b="1" dirty="0">
                <a:latin typeface="宋体" panose="02010600030101010101" pitchFamily="2" charset="-122"/>
              </a:rPr>
              <a:t>； 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满足所有指令需求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按指令执行步骤</a:t>
            </a:r>
            <a:r>
              <a:rPr lang="zh-CN" altLang="en-US" sz="2200" b="1" dirty="0">
                <a:latin typeface="宋体" panose="02010600030101010101" pitchFamily="2" charset="-122"/>
              </a:rPr>
              <a:t>安排</a:t>
            </a:r>
            <a:r>
              <a:rPr lang="en-US" altLang="zh-CN" sz="2200" u="sng" dirty="0" err="1">
                <a:sym typeface="+mn-ea"/>
              </a:rPr>
              <a:t>μ</a:t>
            </a:r>
            <a:r>
              <a:rPr lang="en-US" altLang="zh-CN" sz="2200" b="1" u="sng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的顺序</a:t>
            </a:r>
            <a:r>
              <a:rPr lang="zh-CN" altLang="en-US" sz="2200" b="1" dirty="0">
                <a:latin typeface="宋体" panose="02010600030101010101" pitchFamily="2" charset="-122"/>
              </a:rPr>
              <a:t>；  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保证正确性</a:t>
            </a:r>
            <a:endParaRPr lang="zh-CN" altLang="en-US" sz="16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无关的相邻</a:t>
            </a:r>
            <a:r>
              <a:rPr lang="en-US" altLang="zh-CN" sz="2200" u="sng" dirty="0" err="1">
                <a:solidFill>
                  <a:srgbClr val="990099"/>
                </a:solidFill>
                <a:sym typeface="+mn-ea"/>
              </a:rPr>
              <a:t>μ</a:t>
            </a:r>
            <a:r>
              <a:rPr lang="en-US" altLang="zh-CN" sz="2200" b="1" u="sng" dirty="0" err="1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放在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同一步骤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中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指令周期最小化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由</a:t>
            </a:r>
            <a:r>
              <a:rPr lang="zh-CN" altLang="en-US" sz="2200" b="1" u="sng" dirty="0">
                <a:latin typeface="宋体" panose="02010600030101010101" pitchFamily="2" charset="-122"/>
              </a:rPr>
              <a:t>各指令周期</a:t>
            </a:r>
            <a:r>
              <a:rPr lang="en-US" altLang="zh-CN" sz="2200" u="sng" dirty="0" err="1">
                <a:sym typeface="+mn-ea"/>
              </a:rPr>
              <a:t>μ</a:t>
            </a:r>
            <a:r>
              <a:rPr lang="en-US" altLang="zh-CN" sz="2200" b="1" u="sng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序列</a:t>
            </a:r>
            <a:r>
              <a:rPr lang="zh-CN" altLang="en-US" sz="2200" b="1" dirty="0">
                <a:latin typeface="宋体" panose="02010600030101010101" pitchFamily="2" charset="-122"/>
              </a:rPr>
              <a:t>构成的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状态转换图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      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CU</a:t>
            </a:r>
            <a:r>
              <a:rPr lang="zh-CN" altLang="en-US" sz="1800" b="1" u="sng" dirty="0">
                <a:latin typeface="宋体" panose="02010600030101010101" pitchFamily="2" charset="-122"/>
              </a:rPr>
              <a:t>按序产生</a:t>
            </a:r>
            <a:r>
              <a:rPr lang="zh-CN" altLang="en-US" sz="1800" b="1" dirty="0">
                <a:latin typeface="宋体" panose="02010600030101010101" pitchFamily="2" charset="-122"/>
              </a:rPr>
              <a:t>所需的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OPCmd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9D415E4-DDE7-49E3-B96C-92E47BD4E832}"/>
              </a:ext>
            </a:extLst>
          </p:cNvPr>
          <p:cNvGrpSpPr/>
          <p:nvPr/>
        </p:nvGrpSpPr>
        <p:grpSpPr>
          <a:xfrm>
            <a:off x="6623685" y="4798800"/>
            <a:ext cx="1404699" cy="502285"/>
            <a:chOff x="6623685" y="4798800"/>
            <a:chExt cx="1404699" cy="502285"/>
          </a:xfrm>
        </p:grpSpPr>
        <p:cxnSp>
          <p:nvCxnSpPr>
            <p:cNvPr id="4" name="直接箭头连接符 3"/>
            <p:cNvCxnSpPr>
              <a:cxnSpLocks/>
            </p:cNvCxnSpPr>
            <p:nvPr>
              <p:custDataLst>
                <p:tags r:id="rId2"/>
              </p:custDataLst>
            </p:nvPr>
          </p:nvCxnSpPr>
          <p:spPr bwMode="auto">
            <a:xfrm flipH="1">
              <a:off x="6623685" y="4798800"/>
              <a:ext cx="0" cy="50228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5" name="Text Box 63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660594" y="4870555"/>
              <a:ext cx="1367790" cy="2520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CU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的功能需求</a:t>
              </a:r>
            </a:p>
          </p:txBody>
        </p:sp>
      </p:grp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6A38D46-6A21-4DB8-8D17-0772C1832523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auto">
          <a:xfrm flipV="1">
            <a:off x="3995936" y="4798800"/>
            <a:ext cx="0" cy="50228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ldLvl="0" animBg="1"/>
      <p:bldP spid="22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30</a:t>
            </a:fld>
            <a:endParaRPr lang="en-US" altLang="zh-CN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388" y="404664"/>
            <a:ext cx="8785225" cy="396000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tIns="10800" bIns="10800" anchor="ctr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四、数据通路的设计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704" y="828040"/>
            <a:ext cx="8784783" cy="51878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、指令周期类型与数据通路结构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指令周期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2200" b="1" dirty="0">
                <a:latin typeface="+mn-ea"/>
              </a:rPr>
              <a:t>T</a:t>
            </a:r>
            <a:r>
              <a:rPr lang="zh-CN" altLang="en-US" sz="2200" b="1" baseline="-25000" dirty="0">
                <a:latin typeface="+mn-ea"/>
              </a:rPr>
              <a:t>指令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CPI×</a:t>
            </a:r>
            <a:r>
              <a:rPr lang="en-US" altLang="zh-CN" sz="2200" b="1" dirty="0">
                <a:latin typeface="+mn-ea"/>
              </a:rPr>
              <a:t>T</a:t>
            </a:r>
            <a:r>
              <a:rPr lang="en-US" altLang="zh-CN" sz="2200" b="1" baseline="-25000" dirty="0">
                <a:latin typeface="+mn-ea"/>
              </a:rPr>
              <a:t>C 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*单周期数据通路：</a:t>
            </a:r>
            <a:r>
              <a:rPr lang="en-US" altLang="zh-CN" sz="2200" b="1" dirty="0">
                <a:latin typeface="+mn-ea"/>
                <a:ea typeface="+mn-ea"/>
              </a:rPr>
              <a:t>T</a:t>
            </a:r>
            <a:r>
              <a:rPr lang="en-US" altLang="zh-CN" sz="2200" b="1" baseline="-25000" dirty="0">
                <a:latin typeface="+mn-ea"/>
                <a:ea typeface="+mn-ea"/>
              </a:rPr>
              <a:t>C</a:t>
            </a:r>
            <a:r>
              <a:rPr lang="zh-CN" altLang="en-US" sz="2200" b="1" dirty="0">
                <a:latin typeface="+mn-ea"/>
                <a:ea typeface="+mn-ea"/>
              </a:rPr>
              <a:t>＝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max</a:t>
            </a:r>
            <a:r>
              <a:rPr lang="en-US" altLang="zh-CN" sz="2200" b="1" dirty="0">
                <a:latin typeface="+mn-ea"/>
                <a:ea typeface="+mn-ea"/>
              </a:rPr>
              <a:t>{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T</a:t>
            </a:r>
            <a:r>
              <a:rPr lang="zh-CN" altLang="en-US" sz="2200" b="1" baseline="-18000" dirty="0">
                <a:solidFill>
                  <a:srgbClr val="990099"/>
                </a:solidFill>
                <a:latin typeface="+mn-ea"/>
                <a:ea typeface="+mn-ea"/>
              </a:rPr>
              <a:t>任意指令</a:t>
            </a:r>
            <a:r>
              <a:rPr lang="en-US" altLang="zh-CN" sz="2200" b="1" dirty="0">
                <a:latin typeface="+mn-ea"/>
                <a:ea typeface="+mn-ea"/>
              </a:rPr>
              <a:t>}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，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CPI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＝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1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05000"/>
              </a:lnSpc>
            </a:pPr>
            <a:endParaRPr lang="en-US" altLang="zh-CN" sz="20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部件需求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 互连需求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多周期数据通路：</a:t>
            </a:r>
            <a:r>
              <a:rPr lang="en-US" altLang="zh-CN" sz="2200" b="1" dirty="0">
                <a:latin typeface="+mn-ea"/>
                <a:ea typeface="+mn-ea"/>
              </a:rPr>
              <a:t>T</a:t>
            </a:r>
            <a:r>
              <a:rPr lang="en-US" altLang="zh-CN" sz="2200" b="1" baseline="-25000" dirty="0">
                <a:latin typeface="+mn-ea"/>
                <a:ea typeface="+mn-ea"/>
              </a:rPr>
              <a:t>C</a:t>
            </a:r>
            <a:r>
              <a:rPr lang="zh-CN" altLang="en-US" sz="2200" b="1" dirty="0">
                <a:latin typeface="+mn-ea"/>
                <a:ea typeface="+mn-ea"/>
              </a:rPr>
              <a:t>＝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max</a:t>
            </a:r>
            <a:r>
              <a:rPr lang="en-US" altLang="zh-CN" sz="2200" b="1" dirty="0">
                <a:latin typeface="+mn-ea"/>
                <a:ea typeface="+mn-ea"/>
              </a:rPr>
              <a:t>{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T</a:t>
            </a:r>
            <a:r>
              <a:rPr lang="zh-CN" altLang="en-US" sz="2200" b="1" baseline="-18000" dirty="0">
                <a:solidFill>
                  <a:srgbClr val="990099"/>
                </a:solidFill>
                <a:latin typeface="+mn-ea"/>
                <a:ea typeface="+mn-ea"/>
              </a:rPr>
              <a:t>任意</a:t>
            </a:r>
            <a:r>
              <a:rPr lang="en-US" altLang="zh-CN" sz="2200" baseline="-18000" dirty="0" err="1">
                <a:solidFill>
                  <a:srgbClr val="990099"/>
                </a:solidFill>
                <a:latin typeface="+mn-lt"/>
                <a:ea typeface="+mn-ea"/>
              </a:rPr>
              <a:t>μ</a:t>
            </a:r>
            <a:r>
              <a:rPr lang="en-US" altLang="zh-CN" sz="2200" b="1" baseline="-18000" dirty="0" err="1">
                <a:solidFill>
                  <a:srgbClr val="990099"/>
                </a:solidFill>
                <a:latin typeface="+mn-ea"/>
                <a:ea typeface="+mn-ea"/>
              </a:rPr>
              <a:t>OP</a:t>
            </a:r>
            <a:r>
              <a:rPr lang="en-US" altLang="zh-CN" sz="2200" b="1" dirty="0">
                <a:latin typeface="+mn-ea"/>
                <a:ea typeface="+mn-ea"/>
              </a:rPr>
              <a:t>}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，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CPI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＝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n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随指令改变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</a:p>
          <a:p>
            <a:pPr algn="l">
              <a:lnSpc>
                <a:spcPct val="105000"/>
              </a:lnSpc>
            </a:pPr>
            <a:endParaRPr lang="en-US" altLang="zh-CN" sz="18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部件需求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 互连需求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*特点：</a:t>
            </a: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331640" y="2852936"/>
            <a:ext cx="7632656" cy="30597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  </a:t>
            </a:r>
            <a:r>
              <a:rPr lang="zh-CN" altLang="zh-CN" sz="2200" b="1" dirty="0">
                <a:latin typeface="+mn-ea"/>
                <a:ea typeface="+mn-ea"/>
              </a:rPr>
              <a:t>部件</a:t>
            </a:r>
            <a:r>
              <a:rPr lang="zh-CN" altLang="zh-CN" sz="2200" b="1" u="sng" dirty="0">
                <a:solidFill>
                  <a:srgbClr val="990099"/>
                </a:solidFill>
                <a:latin typeface="+mn-ea"/>
                <a:ea typeface="+mn-ea"/>
              </a:rPr>
              <a:t>不能复用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需要时</a:t>
            </a:r>
            <a:r>
              <a:rPr lang="zh-CN" altLang="zh-CN" sz="1800" b="1" u="sng" dirty="0">
                <a:latin typeface="+mn-ea"/>
                <a:ea typeface="+mn-ea"/>
              </a:rPr>
              <a:t>重复</a:t>
            </a:r>
            <a:r>
              <a:rPr lang="zh-CN" altLang="en-US" sz="1800" b="1" u="sng" dirty="0">
                <a:latin typeface="+mn-ea"/>
                <a:ea typeface="+mn-ea"/>
              </a:rPr>
              <a:t>设</a:t>
            </a:r>
            <a:r>
              <a:rPr lang="zh-CN" altLang="zh-CN" sz="1800" b="1" u="sng" dirty="0">
                <a:latin typeface="+mn-ea"/>
                <a:ea typeface="+mn-ea"/>
              </a:rPr>
              <a:t>置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en-US" altLang="zh-CN" sz="2200" b="1" dirty="0">
                <a:latin typeface="+mn-ea"/>
                <a:ea typeface="+mn-ea"/>
              </a:rPr>
              <a:t>   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←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同一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CLK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信号值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  <a:ea typeface="+mn-ea"/>
                <a:cs typeface="Arial Unicode MS" panose="020B0604020202020204" charset="-122"/>
                <a:sym typeface="+mn-ea"/>
              </a:rPr>
              <a:t>仅一种</a:t>
            </a:r>
            <a:endParaRPr lang="en-US" altLang="zh-CN" sz="1800" b="1" u="sng" dirty="0">
              <a:solidFill>
                <a:srgbClr val="0070C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      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专用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结构                 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  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 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←减少结果暂存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仅</a:t>
            </a:r>
            <a:r>
              <a:rPr lang="zh-CN" altLang="en-US" sz="1800" b="1" dirty="0">
                <a:latin typeface="+mn-lt"/>
                <a:ea typeface="+mn-ea"/>
                <a:cs typeface="Arial Unicode MS" panose="020B0604020202020204" charset="-122"/>
              </a:rPr>
              <a:t>↓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和</a:t>
            </a:r>
            <a:r>
              <a:rPr lang="zh-CN" altLang="en-US" sz="1800" b="1" dirty="0">
                <a:latin typeface="+mn-lt"/>
                <a:cs typeface="Arial Unicode MS" panose="020B0604020202020204" charset="-122"/>
              </a:rPr>
              <a:t>↑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latin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en-US" altLang="zh-CN" sz="1800" b="1" dirty="0">
                <a:latin typeface="+mn-ea"/>
              </a:rPr>
              <a:t>              </a:t>
            </a:r>
            <a:r>
              <a:rPr lang="en-US" altLang="zh-CN" sz="1800" dirty="0">
                <a:latin typeface="+mn-ea"/>
              </a:rPr>
              <a:t>└</a:t>
            </a:r>
            <a:r>
              <a:rPr lang="en-US" altLang="zh-CN" sz="1800" b="1" dirty="0">
                <a:latin typeface="+mn-ea"/>
              </a:rPr>
              <a:t>←</a:t>
            </a:r>
            <a:r>
              <a:rPr lang="zh-CN" altLang="en-US" sz="1800" b="1" dirty="0">
                <a:latin typeface="+mn-ea"/>
                <a:cs typeface="Arial Unicode MS" panose="020B0604020202020204" charset="-122"/>
                <a:sym typeface="+mn-ea"/>
              </a:rPr>
              <a:t>为提高性能，</a:t>
            </a:r>
            <a:r>
              <a:rPr lang="zh-CN" altLang="en-US" sz="1800" b="1" dirty="0">
                <a:solidFill>
                  <a:srgbClr val="0070C0"/>
                </a:solidFill>
                <a:latin typeface="+mn-ea"/>
              </a:rPr>
              <a:t>实际上</a:t>
            </a:r>
            <a:r>
              <a:rPr lang="en-US" altLang="zh-CN" sz="1800" b="1" dirty="0">
                <a:latin typeface="+mn-ea"/>
                <a:sym typeface="+mn-ea"/>
              </a:rPr>
              <a:t>T</a:t>
            </a:r>
            <a:r>
              <a:rPr lang="en-US" altLang="zh-CN" sz="1800" b="1" baseline="-25000" dirty="0">
                <a:latin typeface="+mn-ea"/>
                <a:sym typeface="+mn-ea"/>
              </a:rPr>
              <a:t>C</a:t>
            </a:r>
            <a:r>
              <a:rPr lang="zh-CN" altLang="en-US" sz="1800" b="1" dirty="0">
                <a:latin typeface="+mn-ea"/>
                <a:sym typeface="+mn-ea"/>
              </a:rPr>
              <a:t>＝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sym typeface="+mn-ea"/>
              </a:rPr>
              <a:t>max</a:t>
            </a:r>
            <a:r>
              <a:rPr lang="en-US" altLang="zh-CN" sz="1800" b="1" dirty="0">
                <a:latin typeface="+mn-ea"/>
                <a:sym typeface="+mn-ea"/>
              </a:rPr>
              <a:t>{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  <a:sym typeface="+mn-ea"/>
              </a:rPr>
              <a:t>T</a:t>
            </a:r>
            <a:r>
              <a:rPr lang="zh-CN" altLang="en-US" sz="1800" b="1" baseline="-25000" dirty="0">
                <a:solidFill>
                  <a:srgbClr val="990099"/>
                </a:solidFill>
                <a:highlight>
                  <a:srgbClr val="FFFF00"/>
                </a:highlight>
                <a:latin typeface="+mn-ea"/>
                <a:sym typeface="+mn-ea"/>
              </a:rPr>
              <a:t>基本</a:t>
            </a:r>
            <a:r>
              <a:rPr lang="en-US" altLang="zh-CN" sz="1800" baseline="-18000" dirty="0" err="1">
                <a:solidFill>
                  <a:srgbClr val="990099"/>
                </a:solidFill>
                <a:highlight>
                  <a:srgbClr val="FFFF00"/>
                </a:highlight>
                <a:sym typeface="+mn-ea"/>
              </a:rPr>
              <a:t>μ</a:t>
            </a:r>
            <a:r>
              <a:rPr lang="en-US" altLang="zh-CN" sz="1800" b="1" baseline="-18000" dirty="0" err="1">
                <a:solidFill>
                  <a:srgbClr val="990099"/>
                </a:solidFill>
                <a:highlight>
                  <a:srgbClr val="FFFF00"/>
                </a:highlight>
                <a:latin typeface="+mn-ea"/>
                <a:sym typeface="+mn-ea"/>
              </a:rPr>
              <a:t>OP</a:t>
            </a:r>
            <a:r>
              <a:rPr lang="en-US" altLang="zh-CN" sz="1800" b="1" dirty="0">
                <a:latin typeface="+mn-ea"/>
                <a:sym typeface="+mn-ea"/>
              </a:rPr>
              <a:t>}  </a:t>
            </a:r>
            <a:r>
              <a:rPr lang="en-US" altLang="zh-CN" sz="1800" b="1" baseline="-18000" dirty="0">
                <a:latin typeface="+mn-ea"/>
                <a:sym typeface="+mn-ea"/>
              </a:rPr>
              <a:t> </a:t>
            </a:r>
            <a:r>
              <a:rPr lang="zh-CN" altLang="en-US" sz="1800" b="1" dirty="0">
                <a:latin typeface="+mn-ea"/>
                <a:cs typeface="Arial Unicode MS" panose="020B0604020202020204" charset="-122"/>
                <a:sym typeface="+mn-ea"/>
              </a:rPr>
              <a:t>←</a:t>
            </a:r>
            <a:r>
              <a:rPr lang="en-US" altLang="zh-CN" sz="1800" b="1" dirty="0">
                <a:latin typeface="+mn-ea"/>
                <a:cs typeface="Arial Unicode MS" panose="020B0604020202020204" charset="-122"/>
                <a:sym typeface="+mn-ea"/>
              </a:rPr>
              <a:t>CU</a:t>
            </a:r>
            <a:r>
              <a:rPr lang="zh-CN" altLang="en-US" sz="1800" b="1" dirty="0">
                <a:latin typeface="+mn-ea"/>
                <a:cs typeface="Arial Unicode MS" panose="020B0604020202020204" charset="-122"/>
                <a:sym typeface="+mn-ea"/>
              </a:rPr>
              <a:t>中讨论</a:t>
            </a:r>
            <a:endParaRPr lang="en-US" altLang="zh-CN" sz="1800" b="1" dirty="0">
              <a:latin typeface="+mn-ea"/>
              <a:cs typeface="Arial Unicode MS" panose="020B0604020202020204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+mn-ea"/>
              </a:rPr>
              <a:t>      </a:t>
            </a:r>
            <a:r>
              <a:rPr lang="zh-CN" altLang="zh-CN" sz="2200" b="1" dirty="0">
                <a:latin typeface="+mn-ea"/>
              </a:rPr>
              <a:t>部件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</a:rPr>
              <a:t>可以</a:t>
            </a:r>
            <a:r>
              <a:rPr lang="zh-CN" altLang="zh-CN" sz="2200" b="1" u="sng" dirty="0">
                <a:solidFill>
                  <a:srgbClr val="990099"/>
                </a:solidFill>
                <a:latin typeface="+mn-ea"/>
              </a:rPr>
              <a:t>复用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需要时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</a:rPr>
              <a:t>暂存</a:t>
            </a:r>
            <a:r>
              <a:rPr lang="zh-CN" altLang="en-US" sz="1800" b="1" dirty="0">
                <a:latin typeface="+mn-ea"/>
              </a:rPr>
              <a:t>结果</a:t>
            </a:r>
            <a:r>
              <a:rPr lang="en-US" altLang="zh-CN" sz="1800" b="1" dirty="0">
                <a:latin typeface="+mn-ea"/>
              </a:rPr>
              <a:t>)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 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  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←不同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CLK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信号值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  <a:cs typeface="Arial Unicode MS" panose="020B0604020202020204" charset="-122"/>
              </a:rPr>
              <a:t>可改变</a:t>
            </a:r>
            <a:endParaRPr lang="en-US" altLang="zh-CN" sz="1800" b="1" dirty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+mn-ea"/>
              </a:rPr>
              <a:t>      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</a:rPr>
              <a:t>专用</a:t>
            </a:r>
            <a:r>
              <a:rPr lang="zh-CN" altLang="zh-CN" sz="2200" b="1" dirty="0">
                <a:latin typeface="+mn-ea"/>
              </a:rPr>
              <a:t>结构</a:t>
            </a:r>
            <a:r>
              <a:rPr lang="zh-CN" altLang="en-US" sz="2200" b="1" dirty="0">
                <a:latin typeface="+mn-ea"/>
              </a:rPr>
              <a:t>或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</a:rPr>
              <a:t>总线</a:t>
            </a:r>
            <a:r>
              <a:rPr lang="zh-CN" altLang="en-US" sz="2200" b="1" dirty="0">
                <a:latin typeface="+mn-ea"/>
              </a:rPr>
              <a:t>结构          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←专用结构性能较好</a:t>
            </a:r>
            <a:endParaRPr lang="en-US" altLang="zh-CN" sz="1800" b="1" dirty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多周期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CPU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性能好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实际应用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，单周期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CPU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实现简单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用于教学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)</a:t>
            </a:r>
            <a:endParaRPr lang="en-US" altLang="zh-CN" sz="2200" b="1" dirty="0">
              <a:latin typeface="+mn-ea"/>
            </a:endParaRPr>
          </a:p>
        </p:txBody>
      </p:sp>
      <p:cxnSp>
        <p:nvCxnSpPr>
          <p:cNvPr id="31" name="直接箭头连接符 13"/>
          <p:cNvCxnSpPr/>
          <p:nvPr/>
        </p:nvCxnSpPr>
        <p:spPr bwMode="auto">
          <a:xfrm>
            <a:off x="3419928" y="4906800"/>
            <a:ext cx="504000" cy="14401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/>
          </a:ln>
          <a:effectLst/>
        </p:spPr>
      </p:cxnSp>
      <p:grpSp>
        <p:nvGrpSpPr>
          <p:cNvPr id="3" name="组合 2"/>
          <p:cNvGrpSpPr/>
          <p:nvPr/>
        </p:nvGrpSpPr>
        <p:grpSpPr>
          <a:xfrm>
            <a:off x="1332000" y="2206800"/>
            <a:ext cx="5976000" cy="548928"/>
            <a:chOff x="1332000" y="2232000"/>
            <a:chExt cx="5976000" cy="548928"/>
          </a:xfrm>
        </p:grpSpPr>
        <p:sp>
          <p:nvSpPr>
            <p:cNvPr id="28" name="Text Box 65"/>
            <p:cNvSpPr txBox="1">
              <a:spLocks noChangeArrowheads="1"/>
            </p:cNvSpPr>
            <p:nvPr/>
          </p:nvSpPr>
          <p:spPr bwMode="auto">
            <a:xfrm>
              <a:off x="6732000" y="2528928"/>
              <a:ext cx="576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3" name="Text Box 65"/>
            <p:cNvSpPr txBox="1">
              <a:spLocks noChangeArrowheads="1"/>
            </p:cNvSpPr>
            <p:nvPr/>
          </p:nvSpPr>
          <p:spPr bwMode="auto">
            <a:xfrm>
              <a:off x="3204000" y="2528928"/>
              <a:ext cx="79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4" name="Text Box 66"/>
            <p:cNvSpPr txBox="1">
              <a:spLocks noChangeArrowheads="1"/>
            </p:cNvSpPr>
            <p:nvPr/>
          </p:nvSpPr>
          <p:spPr bwMode="auto">
            <a:xfrm>
              <a:off x="4896000" y="2528928"/>
              <a:ext cx="1836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</a:p>
          </p:txBody>
        </p:sp>
        <p:cxnSp>
          <p:nvCxnSpPr>
            <p:cNvPr id="65" name="直接连接符 64"/>
            <p:cNvCxnSpPr/>
            <p:nvPr/>
          </p:nvCxnSpPr>
          <p:spPr bwMode="auto">
            <a:xfrm flipH="1">
              <a:off x="3202644" y="2240928"/>
              <a:ext cx="1588" cy="22227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直接连接符 65"/>
            <p:cNvCxnSpPr/>
            <p:nvPr/>
          </p:nvCxnSpPr>
          <p:spPr bwMode="auto">
            <a:xfrm flipH="1">
              <a:off x="6732000" y="2240928"/>
              <a:ext cx="0" cy="22227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8" name="Text Box 65"/>
            <p:cNvSpPr txBox="1">
              <a:spLocks noChangeArrowheads="1"/>
            </p:cNvSpPr>
            <p:nvPr/>
          </p:nvSpPr>
          <p:spPr bwMode="auto">
            <a:xfrm>
              <a:off x="3996000" y="2528928"/>
              <a:ext cx="900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just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分析指令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0" name="直接连接符 69"/>
            <p:cNvCxnSpPr/>
            <p:nvPr/>
          </p:nvCxnSpPr>
          <p:spPr bwMode="auto">
            <a:xfrm flipH="1">
              <a:off x="3132000" y="2456928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/>
          </p:nvCxnSpPr>
          <p:spPr bwMode="auto">
            <a:xfrm flipH="1">
              <a:off x="6732000" y="2240928"/>
              <a:ext cx="576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Text Box 65"/>
            <p:cNvSpPr txBox="1">
              <a:spLocks noChangeArrowheads="1"/>
            </p:cNvSpPr>
            <p:nvPr/>
          </p:nvSpPr>
          <p:spPr bwMode="auto">
            <a:xfrm>
              <a:off x="1332000" y="2240928"/>
              <a:ext cx="1728000" cy="252000"/>
            </a:xfrm>
            <a:prstGeom prst="rect">
              <a:avLst/>
            </a:prstGeom>
            <a:noFill/>
            <a:ln w="1905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主时钟脉冲信号</a:t>
              </a:r>
            </a:p>
          </p:txBody>
        </p:sp>
        <p:sp>
          <p:nvSpPr>
            <p:cNvPr id="73" name="Text Box 65"/>
            <p:cNvSpPr txBox="1">
              <a:spLocks noChangeArrowheads="1"/>
            </p:cNvSpPr>
            <p:nvPr/>
          </p:nvSpPr>
          <p:spPr bwMode="auto">
            <a:xfrm>
              <a:off x="1332000" y="2528928"/>
              <a:ext cx="1728000" cy="252000"/>
            </a:xfrm>
            <a:prstGeom prst="rect">
              <a:avLst/>
            </a:prstGeom>
            <a:noFill/>
            <a:ln w="1905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指令周期的组成</a:t>
              </a: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7308000" y="2528928"/>
              <a:ext cx="0" cy="2520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直接连接符 24"/>
            <p:cNvCxnSpPr/>
            <p:nvPr/>
          </p:nvCxnSpPr>
          <p:spPr bwMode="auto">
            <a:xfrm flipH="1">
              <a:off x="4968000" y="2232000"/>
              <a:ext cx="0" cy="22227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 bwMode="auto">
            <a:xfrm flipH="1">
              <a:off x="4968000" y="2448000"/>
              <a:ext cx="176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/>
          </p:nvCxnSpPr>
          <p:spPr bwMode="auto">
            <a:xfrm flipH="1">
              <a:off x="3204000" y="2232000"/>
              <a:ext cx="176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31</a:t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6696743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、数据通路设计的步骤 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AutoShape 62">
            <a:hlinkClick r:id="rId3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7" name="AutoShape 499">
            <a:hlinkClick r:id="rId3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47">
            <a:extLst>
              <a:ext uri="{FF2B5EF4-FFF2-40B4-BE49-F238E27FC236}">
                <a16:creationId xmlns:a16="http://schemas.microsoft.com/office/drawing/2014/main" id="{0441FCFC-1937-4F59-A6DF-90DE0BBA1119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36017" y="980728"/>
            <a:ext cx="4428470" cy="931995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marL="234000" indent="-234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u="sng" dirty="0">
                <a:latin typeface="+mn-ea"/>
                <a:cs typeface="Arial Unicode MS" panose="020B0604020202020204" charset="-122"/>
              </a:rPr>
              <a:t>操作类型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的种类、</a:t>
            </a:r>
            <a:r>
              <a:rPr lang="zh-CN" altLang="en-US" sz="1800" b="1" u="sng" dirty="0">
                <a:latin typeface="+mn-ea"/>
                <a:cs typeface="Arial Unicode MS" panose="020B0604020202020204" charset="-122"/>
              </a:rPr>
              <a:t>数据寻址</a:t>
            </a:r>
            <a:r>
              <a:rPr lang="en-US" altLang="zh-CN" sz="1800" b="1" u="sng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1800" b="1" u="sng" dirty="0">
                <a:latin typeface="+mn-ea"/>
                <a:cs typeface="Arial Unicode MS" panose="020B0604020202020204" charset="-122"/>
              </a:rPr>
              <a:t>指令寻址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的计算方法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含参数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；</a:t>
            </a:r>
            <a:r>
              <a:rPr lang="zh-CN" altLang="en-US" sz="1800" b="1" u="sng" dirty="0">
                <a:latin typeface="+mn-ea"/>
                <a:cs typeface="Arial Unicode MS" panose="020B0604020202020204" charset="-122"/>
              </a:rPr>
              <a:t>寄存器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的位数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&amp;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个数，</a:t>
            </a:r>
            <a:r>
              <a:rPr lang="zh-CN" altLang="en-US" sz="1800" b="1" u="sng" dirty="0">
                <a:latin typeface="+mn-ea"/>
                <a:cs typeface="Arial Unicode MS" panose="020B0604020202020204" charset="-122"/>
              </a:rPr>
              <a:t>存储器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的编址单位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&amp;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地址空间等</a:t>
            </a:r>
            <a:endParaRPr lang="zh-CN" altLang="en-US" sz="14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Text Box 147">
            <a:extLst>
              <a:ext uri="{FF2B5EF4-FFF2-40B4-BE49-F238E27FC236}">
                <a16:creationId xmlns:a16="http://schemas.microsoft.com/office/drawing/2014/main" id="{90AD102B-B25E-4882-9EBC-784A4EC15870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00010" y="1975020"/>
            <a:ext cx="4428470" cy="574168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marL="234000" indent="-234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u="sng" dirty="0">
                <a:latin typeface="+mn-ea"/>
                <a:cs typeface="Arial Unicode MS" panose="020B0604020202020204" charset="-122"/>
              </a:rPr>
              <a:t>指令周期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单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多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、</a:t>
            </a:r>
            <a:r>
              <a:rPr lang="en-US" altLang="zh-CN" sz="1800" b="1" u="sng" dirty="0">
                <a:latin typeface="+mn-ea"/>
                <a:cs typeface="Arial Unicode MS" panose="020B0604020202020204" charset="-122"/>
              </a:rPr>
              <a:t>MEM</a:t>
            </a:r>
            <a:r>
              <a:rPr lang="zh-CN" altLang="en-US" sz="1800" b="1" u="sng" dirty="0">
                <a:latin typeface="+mn-ea"/>
                <a:cs typeface="Arial Unicode MS" panose="020B0604020202020204" charset="-122"/>
              </a:rPr>
              <a:t>结构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哈佛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冯诺依曼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、</a:t>
            </a:r>
            <a:r>
              <a:rPr lang="zh-CN" altLang="en-US" sz="1800" b="1" u="sng" dirty="0">
                <a:latin typeface="+mn-ea"/>
                <a:cs typeface="Arial Unicode MS" panose="020B0604020202020204" charset="-122"/>
              </a:rPr>
              <a:t>通路结构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总线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专用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等</a:t>
            </a:r>
            <a:endParaRPr lang="en-US" altLang="zh-CN" sz="1800" b="1" dirty="0">
              <a:latin typeface="+mn-ea"/>
              <a:cs typeface="Arial Unicode MS" panose="020B0604020202020204" charset="-122"/>
            </a:endParaRPr>
          </a:p>
        </p:txBody>
      </p:sp>
      <p:sp>
        <p:nvSpPr>
          <p:cNvPr id="16" name="Text Box 147">
            <a:extLst>
              <a:ext uri="{FF2B5EF4-FFF2-40B4-BE49-F238E27FC236}">
                <a16:creationId xmlns:a16="http://schemas.microsoft.com/office/drawing/2014/main" id="{F41A0083-00BC-4E0F-9878-0900DF8F060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499991" y="2636912"/>
            <a:ext cx="4641302" cy="574168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marL="234000" indent="-234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u="sng" dirty="0">
                <a:latin typeface="+mn-ea"/>
                <a:cs typeface="Arial Unicode MS" panose="020B0604020202020204" charset="-122"/>
              </a:rPr>
              <a:t>数据操作单元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、</a:t>
            </a:r>
            <a:r>
              <a:rPr lang="zh-CN" altLang="en-US" sz="1800" b="1" u="sng" dirty="0">
                <a:latin typeface="+mn-ea"/>
                <a:cs typeface="Arial Unicode MS" panose="020B0604020202020204" charset="-122"/>
              </a:rPr>
              <a:t>地址计算单元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、</a:t>
            </a:r>
            <a:r>
              <a:rPr lang="zh-CN" altLang="en-US" sz="1800" b="1" u="sng" dirty="0">
                <a:latin typeface="+mn-ea"/>
                <a:cs typeface="Arial Unicode MS" panose="020B0604020202020204" charset="-122"/>
              </a:rPr>
              <a:t>寄存器组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、</a:t>
            </a:r>
            <a:r>
              <a:rPr lang="zh-CN" altLang="en-US" sz="1800" b="1" u="sng" dirty="0">
                <a:latin typeface="+mn-ea"/>
                <a:cs typeface="Arial Unicode MS" panose="020B0604020202020204" charset="-122"/>
              </a:rPr>
              <a:t>存储器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、</a:t>
            </a:r>
            <a:r>
              <a:rPr lang="zh-CN" altLang="en-US" sz="1800" b="1" u="sng" dirty="0">
                <a:latin typeface="+mn-ea"/>
                <a:cs typeface="Arial Unicode MS" panose="020B0604020202020204" charset="-122"/>
              </a:rPr>
              <a:t>特殊寄存器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指令部件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/BIU)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等</a:t>
            </a:r>
            <a:endParaRPr lang="en-US" altLang="zh-CN" sz="1800" b="1" dirty="0">
              <a:latin typeface="+mn-ea"/>
              <a:cs typeface="Arial Unicode MS" panose="020B0604020202020204" charset="-122"/>
            </a:endParaRPr>
          </a:p>
        </p:txBody>
      </p:sp>
      <p:sp>
        <p:nvSpPr>
          <p:cNvPr id="18" name="Text Box 147">
            <a:extLst>
              <a:ext uri="{FF2B5EF4-FFF2-40B4-BE49-F238E27FC236}">
                <a16:creationId xmlns:a16="http://schemas.microsoft.com/office/drawing/2014/main" id="{1195C1C8-7379-434B-827D-4E7FE2F689D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99991" y="3286879"/>
            <a:ext cx="4641301" cy="360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marL="234000" indent="-234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建立各条指令执行过程的</a:t>
            </a:r>
            <a:r>
              <a:rPr lang="zh-CN" altLang="en-US" sz="1800" b="1" u="sng" dirty="0">
                <a:latin typeface="+mn-ea"/>
                <a:cs typeface="Arial Unicode MS" panose="020B0604020202020204" charset="-122"/>
              </a:rPr>
              <a:t>数据路径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含部件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)</a:t>
            </a:r>
            <a:endParaRPr lang="en-US" altLang="zh-CN" sz="1800" b="1" dirty="0">
              <a:latin typeface="+mn-ea"/>
              <a:cs typeface="Arial Unicode MS" panose="020B0604020202020204" charset="-122"/>
            </a:endParaRPr>
          </a:p>
        </p:txBody>
      </p:sp>
      <p:sp>
        <p:nvSpPr>
          <p:cNvPr id="19" name="Text Box 147">
            <a:extLst>
              <a:ext uri="{FF2B5EF4-FFF2-40B4-BE49-F238E27FC236}">
                <a16:creationId xmlns:a16="http://schemas.microsoft.com/office/drawing/2014/main" id="{C2153EB8-D8AB-4325-A43E-3D65FD230800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00455" y="3933056"/>
            <a:ext cx="4248008" cy="576064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marL="234000" indent="-234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形成各个指令周期的</a:t>
            </a:r>
            <a:r>
              <a:rPr lang="en-US" altLang="zh-CN" sz="1800" u="sng" dirty="0" err="1">
                <a:sym typeface="+mn-ea"/>
              </a:rPr>
              <a:t>μ</a:t>
            </a:r>
            <a:r>
              <a:rPr lang="en-US" altLang="zh-CN" sz="1800" b="1" u="sng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序列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，汇总为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状态转换图</a:t>
            </a:r>
            <a:endParaRPr lang="en-US" altLang="zh-CN" sz="1800" b="1" u="sng" dirty="0">
              <a:latin typeface="+mn-ea"/>
              <a:cs typeface="Arial Unicode MS" panose="020B060402020202020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82880F9-53CF-4371-A350-46D4A9A8F76F}"/>
              </a:ext>
            </a:extLst>
          </p:cNvPr>
          <p:cNvGrpSpPr/>
          <p:nvPr/>
        </p:nvGrpSpPr>
        <p:grpSpPr>
          <a:xfrm>
            <a:off x="395536" y="980760"/>
            <a:ext cx="3888430" cy="3960334"/>
            <a:chOff x="755576" y="1196784"/>
            <a:chExt cx="3888430" cy="3960334"/>
          </a:xfrm>
        </p:grpSpPr>
        <p:sp>
          <p:nvSpPr>
            <p:cNvPr id="21" name="Text Box 132">
              <a:extLst>
                <a:ext uri="{FF2B5EF4-FFF2-40B4-BE49-F238E27FC236}">
                  <a16:creationId xmlns:a16="http://schemas.microsoft.com/office/drawing/2014/main" id="{6D9DB490-F015-4D47-BF60-4A8914E4792C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211524" y="1196784"/>
              <a:ext cx="3432482" cy="360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(1)</a:t>
              </a:r>
              <a:r>
                <a:rPr lang="zh-CN" altLang="en-US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分析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指令系统</a:t>
              </a:r>
            </a:p>
          </p:txBody>
        </p:sp>
        <p:sp>
          <p:nvSpPr>
            <p:cNvPr id="22" name="Text Box 132">
              <a:extLst>
                <a:ext uri="{FF2B5EF4-FFF2-40B4-BE49-F238E27FC236}">
                  <a16:creationId xmlns:a16="http://schemas.microsoft.com/office/drawing/2014/main" id="{62202549-DABB-47B5-A552-0EB79315120B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715580" y="2204864"/>
              <a:ext cx="2280356" cy="360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(2)</a:t>
              </a:r>
              <a:r>
                <a:rPr lang="zh-CN" altLang="en-US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确定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数据通路结构</a:t>
              </a:r>
            </a:p>
          </p:txBody>
        </p:sp>
        <p:sp>
          <p:nvSpPr>
            <p:cNvPr id="23" name="Text Box 132">
              <a:extLst>
                <a:ext uri="{FF2B5EF4-FFF2-40B4-BE49-F238E27FC236}">
                  <a16:creationId xmlns:a16="http://schemas.microsoft.com/office/drawing/2014/main" id="{C817070F-2F12-41E9-B78E-80509A2FA0D5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04103" y="2852936"/>
              <a:ext cx="1799745" cy="360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358775" indent="-358775"/>
              <a:r>
                <a:rPr lang="en-US" altLang="zh-CN" sz="1800" b="1" dirty="0">
                  <a:latin typeface="宋体" panose="02010600030101010101" pitchFamily="2" charset="-122"/>
                </a:rPr>
                <a:t>(3)</a:t>
              </a:r>
              <a:r>
                <a:rPr lang="zh-CN" altLang="en-US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设计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功能部件</a:t>
              </a:r>
            </a:p>
          </p:txBody>
        </p:sp>
        <p:sp>
          <p:nvSpPr>
            <p:cNvPr id="24" name="Text Box 132">
              <a:extLst>
                <a:ext uri="{FF2B5EF4-FFF2-40B4-BE49-F238E27FC236}">
                  <a16:creationId xmlns:a16="http://schemas.microsoft.com/office/drawing/2014/main" id="{39DEA44E-A1EF-496F-BA0A-4C5A1DB60AB8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483768" y="3501008"/>
              <a:ext cx="1800000" cy="360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271780" indent="-271780"/>
              <a:r>
                <a:rPr lang="en-US" altLang="zh-CN" sz="1800" b="1" dirty="0">
                  <a:latin typeface="宋体" panose="02010600030101010101" pitchFamily="2" charset="-122"/>
                </a:rPr>
                <a:t>(4)</a:t>
              </a:r>
              <a:r>
                <a:rPr lang="zh-CN" altLang="en-US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进行</a:t>
              </a:r>
              <a:r>
                <a:rPr lang="zh-CN" altLang="en-US" sz="1800" b="1" spc="-100" dirty="0"/>
                <a:t>部件互连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5" name="Text Box 132">
              <a:extLst>
                <a:ext uri="{FF2B5EF4-FFF2-40B4-BE49-F238E27FC236}">
                  <a16:creationId xmlns:a16="http://schemas.microsoft.com/office/drawing/2014/main" id="{710B7029-C786-4FB8-9F2D-8BDAF6768132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123728" y="4149080"/>
              <a:ext cx="2520278" cy="360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+mn-ea"/>
                  <a:ea typeface="+mn-ea"/>
                </a:rPr>
                <a:t>(5)</a:t>
              </a:r>
              <a:r>
                <a:rPr lang="zh-CN" altLang="en-US" sz="1800" b="1" dirty="0">
                  <a:solidFill>
                    <a:srgbClr val="C00000"/>
                  </a:solidFill>
                  <a:latin typeface="+mn-ea"/>
                  <a:ea typeface="+mn-ea"/>
                </a:rPr>
                <a:t>组织</a:t>
              </a:r>
              <a:r>
                <a:rPr lang="zh-CN" altLang="en-US" sz="1800" b="1" dirty="0">
                  <a:latin typeface="+mn-ea"/>
                  <a:ea typeface="+mn-ea"/>
                </a:rPr>
                <a:t>指令执行过程</a:t>
              </a: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4CBAEFC2-CA4B-4E13-85F2-AB440608E035}"/>
                </a:ext>
              </a:extLst>
            </p:cNvPr>
            <p:cNvCxnSpPr>
              <a:cxnSpLocks/>
            </p:cNvCxnSpPr>
            <p:nvPr>
              <p:custDataLst>
                <p:tags r:id="rId15"/>
              </p:custDataLst>
            </p:nvPr>
          </p:nvCxnSpPr>
          <p:spPr bwMode="auto">
            <a:xfrm>
              <a:off x="1547664" y="1556784"/>
              <a:ext cx="0" cy="129615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2D7A0BE4-F9F9-469A-9A18-82E1D38B18BA}"/>
                </a:ext>
              </a:extLst>
            </p:cNvPr>
            <p:cNvCxnSpPr>
              <a:cxnSpLocks/>
            </p:cNvCxnSpPr>
            <p:nvPr>
              <p:custDataLst>
                <p:tags r:id="rId16"/>
              </p:custDataLst>
            </p:nvPr>
          </p:nvCxnSpPr>
          <p:spPr bwMode="auto">
            <a:xfrm>
              <a:off x="2483768" y="2564864"/>
              <a:ext cx="0" cy="28807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3FBC50F6-CE4B-4EFD-A401-7F27BB21F73C}"/>
                </a:ext>
              </a:extLst>
            </p:cNvPr>
            <p:cNvCxnSpPr>
              <a:cxnSpLocks/>
            </p:cNvCxnSpPr>
            <p:nvPr>
              <p:custDataLst>
                <p:tags r:id="rId17"/>
              </p:custDataLst>
            </p:nvPr>
          </p:nvCxnSpPr>
          <p:spPr bwMode="auto">
            <a:xfrm>
              <a:off x="3491880" y="2564904"/>
              <a:ext cx="0" cy="93610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09A35BF0-A592-42F0-B9B2-118E74C7F9BF}"/>
                </a:ext>
              </a:extLst>
            </p:cNvPr>
            <p:cNvCxnSpPr>
              <a:cxnSpLocks/>
            </p:cNvCxnSpPr>
            <p:nvPr>
              <p:custDataLst>
                <p:tags r:id="rId18"/>
              </p:custDataLst>
            </p:nvPr>
          </p:nvCxnSpPr>
          <p:spPr bwMode="auto">
            <a:xfrm>
              <a:off x="4499992" y="1556784"/>
              <a:ext cx="0" cy="259229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51B69E21-1062-46F6-AE3D-44CA87B5C99A}"/>
                </a:ext>
              </a:extLst>
            </p:cNvPr>
            <p:cNvCxnSpPr>
              <a:cxnSpLocks/>
            </p:cNvCxnSpPr>
            <p:nvPr>
              <p:custDataLst>
                <p:tags r:id="rId19"/>
              </p:custDataLst>
            </p:nvPr>
          </p:nvCxnSpPr>
          <p:spPr bwMode="auto">
            <a:xfrm>
              <a:off x="3491880" y="3861008"/>
              <a:ext cx="0" cy="28807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D28C9114-652E-4FD6-AA97-D04DAE93D63B}"/>
                </a:ext>
              </a:extLst>
            </p:cNvPr>
            <p:cNvCxnSpPr>
              <a:cxnSpLocks/>
            </p:cNvCxnSpPr>
            <p:nvPr>
              <p:custDataLst>
                <p:tags r:id="rId20"/>
              </p:custDataLst>
            </p:nvPr>
          </p:nvCxnSpPr>
          <p:spPr bwMode="auto">
            <a:xfrm>
              <a:off x="2641875" y="3212936"/>
              <a:ext cx="0" cy="28807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60A8D720-C31D-48D6-A6F1-3B2400CA068E}"/>
                </a:ext>
              </a:extLst>
            </p:cNvPr>
            <p:cNvCxnSpPr>
              <a:cxnSpLocks/>
            </p:cNvCxnSpPr>
            <p:nvPr>
              <p:custDataLst>
                <p:tags r:id="rId21"/>
              </p:custDataLst>
            </p:nvPr>
          </p:nvCxnSpPr>
          <p:spPr bwMode="auto">
            <a:xfrm>
              <a:off x="2267744" y="3212976"/>
              <a:ext cx="0" cy="93610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9C0906E6-296B-45A3-94A6-05CD5D3A7055}"/>
                </a:ext>
              </a:extLst>
            </p:cNvPr>
            <p:cNvCxnSpPr>
              <a:cxnSpLocks/>
            </p:cNvCxnSpPr>
            <p:nvPr>
              <p:custDataLst>
                <p:tags r:id="rId22"/>
              </p:custDataLst>
            </p:nvPr>
          </p:nvCxnSpPr>
          <p:spPr bwMode="auto">
            <a:xfrm>
              <a:off x="1113135" y="2996952"/>
              <a:ext cx="29051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F83BC09D-730C-4A54-AA70-E308D9E306EA}"/>
                </a:ext>
              </a:extLst>
            </p:cNvPr>
            <p:cNvCxnSpPr>
              <a:cxnSpLocks/>
            </p:cNvCxnSpPr>
            <p:nvPr>
              <p:custDataLst>
                <p:tags r:id="rId23"/>
              </p:custDataLst>
            </p:nvPr>
          </p:nvCxnSpPr>
          <p:spPr bwMode="auto">
            <a:xfrm>
              <a:off x="4139952" y="1556792"/>
              <a:ext cx="0" cy="194421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5" name="Text Box 132">
              <a:extLst>
                <a:ext uri="{FF2B5EF4-FFF2-40B4-BE49-F238E27FC236}">
                  <a16:creationId xmlns:a16="http://schemas.microsoft.com/office/drawing/2014/main" id="{5118F2CB-4793-46BE-A586-1E75090A298C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55576" y="2852936"/>
              <a:ext cx="357559" cy="158417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工作方式需求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6A1BD175-708D-489A-AE94-0257D5B0690B}"/>
                </a:ext>
              </a:extLst>
            </p:cNvPr>
            <p:cNvCxnSpPr>
              <a:cxnSpLocks/>
            </p:cNvCxnSpPr>
            <p:nvPr>
              <p:custDataLst>
                <p:tags r:id="rId25"/>
              </p:custDataLst>
            </p:nvPr>
          </p:nvCxnSpPr>
          <p:spPr bwMode="auto">
            <a:xfrm>
              <a:off x="1113135" y="3717030"/>
              <a:ext cx="1370633" cy="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BABA0FC2-48EB-4A03-BF98-5BE4CBAC636C}"/>
                </a:ext>
              </a:extLst>
            </p:cNvPr>
            <p:cNvCxnSpPr>
              <a:cxnSpLocks/>
            </p:cNvCxnSpPr>
            <p:nvPr>
              <p:custDataLst>
                <p:tags r:id="rId26"/>
              </p:custDataLst>
            </p:nvPr>
          </p:nvCxnSpPr>
          <p:spPr bwMode="auto">
            <a:xfrm>
              <a:off x="1113135" y="4293096"/>
              <a:ext cx="101307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D42AD045-B893-4133-AB0B-0F335787430A}"/>
                </a:ext>
              </a:extLst>
            </p:cNvPr>
            <p:cNvCxnSpPr>
              <a:cxnSpLocks/>
            </p:cNvCxnSpPr>
            <p:nvPr>
              <p:custDataLst>
                <p:tags r:id="rId27"/>
              </p:custDataLst>
            </p:nvPr>
          </p:nvCxnSpPr>
          <p:spPr bwMode="auto">
            <a:xfrm>
              <a:off x="3491880" y="4509080"/>
              <a:ext cx="0" cy="28807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39" name="Text Box 132">
              <a:extLst>
                <a:ext uri="{FF2B5EF4-FFF2-40B4-BE49-F238E27FC236}">
                  <a16:creationId xmlns:a16="http://schemas.microsoft.com/office/drawing/2014/main" id="{46BB9644-E724-40A3-A7DB-39299B5B8B1E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339752" y="4797152"/>
              <a:ext cx="2002133" cy="35996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CU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实现状态转换图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BB401C68-E09D-4C6F-BE9D-52FE374C78FE}"/>
              </a:ext>
            </a:extLst>
          </p:cNvPr>
          <p:cNvGrpSpPr/>
          <p:nvPr/>
        </p:nvGrpSpPr>
        <p:grpSpPr>
          <a:xfrm>
            <a:off x="5220072" y="1318947"/>
            <a:ext cx="2880321" cy="1330720"/>
            <a:chOff x="5580112" y="1534971"/>
            <a:chExt cx="2880321" cy="1330720"/>
          </a:xfrm>
        </p:grpSpPr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BEE780A9-1A01-436F-B876-88AE8B320DC6}"/>
                </a:ext>
              </a:extLst>
            </p:cNvPr>
            <p:cNvCxnSpPr>
              <a:cxnSpLocks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580112" y="1549202"/>
              <a:ext cx="62079" cy="1316489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F8356C0D-91AC-4F4D-A47C-245E439FC183}"/>
                </a:ext>
              </a:extLst>
            </p:cNvPr>
            <p:cNvCxnSpPr>
              <a:cxnSpLocks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894242" y="1534971"/>
              <a:ext cx="1373091" cy="131575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05D80585-C547-471B-9F54-ADC0D88EB3DF}"/>
                </a:ext>
              </a:extLst>
            </p:cNvPr>
            <p:cNvCxnSpPr>
              <a:cxnSpLocks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7236296" y="1537184"/>
              <a:ext cx="1224137" cy="1313539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4" name="Text Box 147">
            <a:extLst>
              <a:ext uri="{FF2B5EF4-FFF2-40B4-BE49-F238E27FC236}">
                <a16:creationId xmlns:a16="http://schemas.microsoft.com/office/drawing/2014/main" id="{ED6FB84B-59DC-4846-8E77-4D63CE60EAE4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499992" y="4653136"/>
            <a:ext cx="4248008" cy="359966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marL="234000" indent="-234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</a:rPr>
              <a:t>←循环有序地产生各个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OPCmd</a:t>
            </a:r>
            <a:endParaRPr lang="en-US" altLang="zh-CN" sz="1800" b="1" u="sng" dirty="0">
              <a:latin typeface="+mn-ea"/>
              <a:cs typeface="Arial Unicode MS" panose="020B0604020202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bldLvl="0" animBg="1"/>
      <p:bldP spid="16" grpId="0" bldLvl="0" animBg="1"/>
      <p:bldP spid="18" grpId="0" bldLvl="0" animBg="1"/>
      <p:bldP spid="19" grpId="0" bldLvl="0"/>
      <p:bldP spid="44" grpId="0" bldLvl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32</a:t>
            </a:fld>
            <a:endParaRPr lang="en-US" altLang="zh-CN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8784976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+mn-ea"/>
                <a:ea typeface="+mn-ea"/>
              </a:rPr>
              <a:t>、单周期数据通路的设计</a:t>
            </a: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  </a:t>
            </a:r>
            <a:r>
              <a:rPr lang="en-US" altLang="zh-CN" sz="1800" b="1" dirty="0">
                <a:latin typeface="+mn-ea"/>
                <a:sym typeface="+mn-ea"/>
              </a:rPr>
              <a:t>(</a:t>
            </a:r>
            <a:r>
              <a:rPr lang="zh-CN" altLang="en-US" sz="1800" b="1" dirty="0">
                <a:latin typeface="+mn-ea"/>
                <a:sym typeface="+mn-ea"/>
              </a:rPr>
              <a:t>掌握过程</a:t>
            </a:r>
            <a:r>
              <a:rPr lang="en-US" altLang="zh-CN" sz="1800" b="1" dirty="0">
                <a:latin typeface="+mn-ea"/>
                <a:sym typeface="+mn-ea"/>
              </a:rPr>
              <a:t>+</a:t>
            </a:r>
            <a:r>
              <a:rPr lang="zh-CN" altLang="en-US" sz="1800" b="1" dirty="0">
                <a:latin typeface="+mn-ea"/>
                <a:sym typeface="+mn-ea"/>
              </a:rPr>
              <a:t>部件设计</a:t>
            </a:r>
            <a:r>
              <a:rPr lang="en-US" altLang="zh-CN" sz="1800" b="1" dirty="0">
                <a:latin typeface="+mn-ea"/>
                <a:sym typeface="+mn-ea"/>
              </a:rPr>
              <a:t>)</a:t>
            </a:r>
            <a:endParaRPr lang="zh-CN" altLang="en-US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FF3399"/>
                </a:solidFill>
                <a:latin typeface="+mn-ea"/>
                <a:ea typeface="+mn-ea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指令系统分析  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以</a:t>
            </a:r>
            <a:r>
              <a:rPr lang="en-US" altLang="zh-CN" sz="1800" b="1" dirty="0">
                <a:latin typeface="+mn-ea"/>
              </a:rPr>
              <a:t>MIPS32</a:t>
            </a:r>
            <a:r>
              <a:rPr lang="zh-CN" altLang="en-US" sz="1800" b="1" dirty="0">
                <a:latin typeface="+mn-ea"/>
              </a:rPr>
              <a:t>的</a:t>
            </a:r>
            <a:r>
              <a:rPr lang="en-US" altLang="zh-CN" sz="1800" b="1" dirty="0">
                <a:latin typeface="+mn-ea"/>
              </a:rPr>
              <a:t>7</a:t>
            </a:r>
            <a:r>
              <a:rPr lang="zh-CN" altLang="en-US" sz="1800" b="1" dirty="0">
                <a:latin typeface="+mn-ea"/>
              </a:rPr>
              <a:t>条指令为例</a:t>
            </a:r>
            <a:r>
              <a:rPr lang="en-US" altLang="zh-CN" sz="1800" b="1" dirty="0">
                <a:latin typeface="+mn-ea"/>
              </a:rPr>
              <a:t>)</a:t>
            </a:r>
            <a:endParaRPr lang="en-US" altLang="zh-CN" b="1" dirty="0">
              <a:latin typeface="+mn-ea"/>
              <a:ea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99592" y="1268760"/>
          <a:ext cx="7992888" cy="23822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8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指令名</a:t>
                      </a: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指令功能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功能说明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有符号加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OPD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为有符号整数</a:t>
                      </a: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补码表示</a:t>
                      </a: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产生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OF</a:t>
                      </a:r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标志</a:t>
                      </a: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不保存</a:t>
                      </a: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有符号减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－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按位或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ori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| 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ZExt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imme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ZExt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表示零扩展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取数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rt←M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SExt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disp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)]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SExt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表示符号扩展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存数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sw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M[(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SExt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disp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)]←(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相等转移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if ((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)=(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)) </a:t>
                      </a:r>
                    </a:p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PC←(PC)</a:t>
                      </a:r>
                      <a:r>
                        <a:rPr lang="zh-CN" alt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SExt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disp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)&lt;&lt;2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无符号减法</a:t>
                      </a:r>
                      <a:endParaRPr lang="en-US" alt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跳转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PC←(</a:t>
                      </a:r>
                      <a:r>
                        <a:rPr lang="pt-BR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sz="1800" b="1" kern="100" baseline="-25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高</a:t>
                      </a:r>
                      <a:r>
                        <a:rPr lang="pt-BR" sz="1800" b="1" kern="100" baseline="-25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sz="1800" b="1" kern="100" baseline="-25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‖</a:t>
                      </a:r>
                      <a:r>
                        <a:rPr lang="pt-BR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addr&lt;&lt;2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‖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表示拼接，</a:t>
                      </a:r>
                      <a:r>
                        <a:rPr lang="pt-BR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&lt;&lt;2</a:t>
                      </a:r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扩大寻址范围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512" y="3717032"/>
            <a:ext cx="3889125" cy="26314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*结果：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操作类型种类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    数据寻址运算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0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    指令寻址运算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    寄存器参数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    存储器参数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zh-CN" altLang="en-US" sz="22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7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228000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499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499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987824" y="3717032"/>
            <a:ext cx="6048672" cy="25733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位的有符号加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/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减、按位或、无符号减，</a:t>
            </a:r>
            <a:endParaRPr lang="en-US" altLang="zh-CN" sz="2200" b="1" dirty="0"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  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产生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ZF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无符号减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判断用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、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OF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有符号加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减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)</a:t>
            </a:r>
            <a:endParaRPr lang="en-US" altLang="zh-CN" sz="2200" b="1" dirty="0"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位的无符号加、位扩展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零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/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符号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20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无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符号加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(2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次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、符号扩展、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&lt;&lt;2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、拼接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个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×32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位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GPR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，指令≤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2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次读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+1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次写，无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PSR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按字节编址，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位地址空间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6588224" y="5913032"/>
            <a:ext cx="1872208" cy="288000"/>
            <a:chOff x="6806227" y="6021288"/>
            <a:chExt cx="1872208" cy="288000"/>
          </a:xfrm>
        </p:grpSpPr>
        <p:sp>
          <p:nvSpPr>
            <p:cNvPr id="14" name="Text Box 18"/>
            <p:cNvSpPr txBox="1">
              <a:spLocks noChangeArrowheads="1"/>
            </p:cNvSpPr>
            <p:nvPr/>
          </p:nvSpPr>
          <p:spPr bwMode="auto">
            <a:xfrm>
              <a:off x="7310283" y="6021288"/>
              <a:ext cx="1368152" cy="288000"/>
            </a:xfrm>
            <a:prstGeom prst="rect">
              <a:avLst/>
            </a:prstGeom>
            <a:noFill/>
            <a:ln w="12700">
              <a:solidFill>
                <a:srgbClr val="0070C0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见教材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P155</a:t>
              </a:r>
            </a:p>
          </p:txBody>
        </p:sp>
        <p:cxnSp>
          <p:nvCxnSpPr>
            <p:cNvPr id="16" name="直接箭头连接符 15"/>
            <p:cNvCxnSpPr/>
            <p:nvPr/>
          </p:nvCxnSpPr>
          <p:spPr bwMode="auto">
            <a:xfrm flipH="1">
              <a:off x="6806227" y="6237312"/>
              <a:ext cx="50405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7" name="直接箭头连接符 16"/>
            <p:cNvCxnSpPr/>
            <p:nvPr/>
          </p:nvCxnSpPr>
          <p:spPr bwMode="auto">
            <a:xfrm flipH="1" flipV="1">
              <a:off x="6806227" y="6021288"/>
              <a:ext cx="502077" cy="7200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  <p:graphicFrame>
        <p:nvGraphicFramePr>
          <p:cNvPr id="18" name="Group 144"/>
          <p:cNvGraphicFramePr>
            <a:graphicFrameLocks noGrp="1"/>
          </p:cNvGraphicFramePr>
          <p:nvPr/>
        </p:nvGraphicFramePr>
        <p:xfrm>
          <a:off x="6588224" y="548680"/>
          <a:ext cx="2376264" cy="620064"/>
        </p:xfrm>
        <a:graphic>
          <a:graphicData uri="http://schemas.openxmlformats.org/drawingml/2006/table">
            <a:tbl>
              <a:tblPr/>
              <a:tblGrid>
                <a:gridCol w="349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rt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shamt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func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9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rt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imme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disp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9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J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addr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3" name="直接箭头连接符 22"/>
          <p:cNvCxnSpPr/>
          <p:nvPr/>
        </p:nvCxnSpPr>
        <p:spPr bwMode="auto">
          <a:xfrm>
            <a:off x="3887999" y="2566800"/>
            <a:ext cx="1944000" cy="2088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</p:cxnSp>
      <p:cxnSp>
        <p:nvCxnSpPr>
          <p:cNvPr id="20" name="直接箭头连接符 19"/>
          <p:cNvCxnSpPr/>
          <p:nvPr/>
        </p:nvCxnSpPr>
        <p:spPr bwMode="auto">
          <a:xfrm>
            <a:off x="6300191" y="3284984"/>
            <a:ext cx="1296000" cy="504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6624736" cy="47954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</a:rPr>
              <a:t>功能部件设计</a:t>
            </a:r>
            <a:endParaRPr lang="en-US" altLang="zh-CN" sz="2200" b="1" dirty="0">
              <a:solidFill>
                <a:srgbClr val="FF3399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lang="en-US" altLang="zh-CN" sz="2200" b="1" dirty="0">
                <a:latin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功能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—</a:t>
            </a:r>
          </a:p>
          <a:p>
            <a:pPr algn="l">
              <a:lnSpc>
                <a:spcPct val="90000"/>
              </a:lnSpc>
            </a:pP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组织原则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数据操作单元：</a:t>
            </a:r>
            <a:endParaRPr lang="en-US" altLang="zh-CN" sz="20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    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ALU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功能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  ALU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设计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—</a:t>
            </a: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21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    </a:t>
            </a:r>
            <a:r>
              <a:rPr lang="en-US" altLang="zh-CN" sz="2200" b="1" dirty="0" err="1">
                <a:solidFill>
                  <a:schemeClr val="accent2"/>
                </a:solidFill>
                <a:latin typeface="+mn-ea"/>
              </a:rPr>
              <a:t>ExtU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功能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    </a:t>
            </a:r>
            <a:r>
              <a:rPr lang="en-US" altLang="zh-CN" sz="2200" b="1" dirty="0" err="1">
                <a:solidFill>
                  <a:schemeClr val="accent2"/>
                </a:solidFill>
                <a:latin typeface="+mn-ea"/>
              </a:rPr>
              <a:t>ExtU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设计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—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33</a:t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475656" y="764704"/>
            <a:ext cx="7416824" cy="11406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数据操作单元、地址计算单元、</a:t>
            </a:r>
            <a:r>
              <a:rPr lang="en-US" altLang="zh-CN" sz="2200" b="1" dirty="0">
                <a:latin typeface="+mn-ea"/>
                <a:ea typeface="+mn-ea"/>
              </a:rPr>
              <a:t>GPRs</a:t>
            </a:r>
            <a:r>
              <a:rPr lang="zh-CN" altLang="en-US" sz="2200" b="1" dirty="0">
                <a:latin typeface="+mn-ea"/>
                <a:ea typeface="+mn-ea"/>
              </a:rPr>
              <a:t>、特殊</a:t>
            </a:r>
            <a:r>
              <a:rPr lang="en-US" altLang="zh-CN" sz="2200" b="1" dirty="0">
                <a:latin typeface="+mn-ea"/>
                <a:ea typeface="+mn-ea"/>
              </a:rPr>
              <a:t>REG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操作类型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数据寻址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     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指令寻址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    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存放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OPD) 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取指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/BIU)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     相近功能</a:t>
            </a:r>
            <a:r>
              <a:rPr lang="zh-CN" altLang="en-US" sz="2200" b="1" u="sng" dirty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合并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复用器件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)</a:t>
            </a:r>
            <a:r>
              <a:rPr lang="zh-CN" altLang="en-US" sz="2200" b="1" dirty="0">
                <a:latin typeface="+mn-ea"/>
                <a:cs typeface="Arial Unicode MS" panose="020B0604020202020204" charset="-122"/>
                <a:sym typeface="+mn-ea"/>
              </a:rPr>
              <a:t>，尽量</a:t>
            </a:r>
            <a:r>
              <a:rPr lang="zh-CN" altLang="en-US" sz="2200" b="1" u="sng" dirty="0">
                <a:latin typeface="+mn-ea"/>
                <a:cs typeface="Arial Unicode MS" panose="020B0604020202020204" charset="-122"/>
                <a:sym typeface="+mn-ea"/>
              </a:rPr>
              <a:t>模块化</a:t>
            </a:r>
            <a:r>
              <a:rPr lang="en-US" altLang="zh-CN" sz="1600" b="1" dirty="0">
                <a:latin typeface="+mn-ea"/>
                <a:cs typeface="Arial Unicode MS" panose="020B0604020202020204" charset="-122"/>
                <a:sym typeface="+mn-ea"/>
              </a:rPr>
              <a:t>(</a:t>
            </a:r>
            <a:r>
              <a:rPr lang="zh-CN" altLang="en-US" sz="1600" b="1" dirty="0">
                <a:latin typeface="+mn-ea"/>
                <a:cs typeface="Arial Unicode MS" panose="020B0604020202020204" charset="-122"/>
                <a:sym typeface="+mn-ea"/>
              </a:rPr>
              <a:t>简化控制</a:t>
            </a:r>
            <a:r>
              <a:rPr lang="en-US" altLang="zh-CN" sz="1600" b="1" dirty="0">
                <a:latin typeface="+mn-ea"/>
                <a:cs typeface="Arial Unicode MS" panose="020B0604020202020204" charset="-122"/>
                <a:sym typeface="+mn-ea"/>
              </a:rPr>
              <a:t>)</a:t>
            </a:r>
            <a:endParaRPr lang="en-US" altLang="zh-CN" sz="1600" b="1" dirty="0">
              <a:solidFill>
                <a:schemeClr val="tx1"/>
              </a:solidFill>
              <a:latin typeface="+mn-ea"/>
              <a:ea typeface="+mn-ea"/>
              <a:cs typeface="Arial Unicode MS" panose="020B0604020202020204" charset="-122"/>
              <a:sym typeface="+mn-ea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015999" y="2276872"/>
            <a:ext cx="6948485" cy="4827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altLang="en-US" sz="2200" b="1" dirty="0">
                <a:latin typeface="+mn-ea"/>
                <a:ea typeface="+mn-ea"/>
              </a:rPr>
              <a:t>支持</a:t>
            </a:r>
            <a:r>
              <a:rPr lang="en-US" altLang="zh-CN" sz="2200" b="1" dirty="0">
                <a:latin typeface="+mn-ea"/>
                <a:ea typeface="+mn-ea"/>
              </a:rPr>
              <a:t>5</a:t>
            </a:r>
            <a:r>
              <a:rPr lang="zh-CN" altLang="en-US" sz="2200" b="1" dirty="0">
                <a:latin typeface="+mn-ea"/>
                <a:ea typeface="+mn-ea"/>
              </a:rPr>
              <a:t>种运算</a:t>
            </a:r>
            <a:r>
              <a:rPr lang="en-US" altLang="zh-CN" sz="1800" b="1" dirty="0">
                <a:latin typeface="+mn-ea"/>
                <a:ea typeface="+mn-ea"/>
              </a:rPr>
              <a:t>(32</a:t>
            </a:r>
            <a:r>
              <a:rPr lang="zh-CN" altLang="en-US" sz="1800" b="1" dirty="0">
                <a:latin typeface="+mn-ea"/>
                <a:ea typeface="+mn-ea"/>
              </a:rPr>
              <a:t>位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，产生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ZF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加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减时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、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OF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有符号加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/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减时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</a:p>
        </p:txBody>
      </p:sp>
      <p:sp>
        <p:nvSpPr>
          <p:cNvPr id="182" name="Text Box 5"/>
          <p:cNvSpPr txBox="1">
            <a:spLocks noChangeArrowheads="1"/>
          </p:cNvSpPr>
          <p:nvPr/>
        </p:nvSpPr>
        <p:spPr bwMode="auto">
          <a:xfrm>
            <a:off x="1188120" y="3763129"/>
            <a:ext cx="4962356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719455" indent="-719455"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2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个部件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+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输出选择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+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标志形成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marL="719455" indent="-719455"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+mn-ea"/>
              </a:rPr>
              <a:t>       支持零扩展</a:t>
            </a:r>
            <a:r>
              <a:rPr lang="en-US" altLang="zh-CN" sz="2200" b="1" dirty="0">
                <a:latin typeface="+mn-ea"/>
              </a:rPr>
              <a:t>&amp;</a:t>
            </a:r>
            <a:r>
              <a:rPr lang="zh-CN" altLang="en-US" sz="2200" b="1" dirty="0">
                <a:latin typeface="+mn-ea"/>
              </a:rPr>
              <a:t>符号扩展</a:t>
            </a:r>
            <a:r>
              <a:rPr lang="en-US" altLang="zh-CN" sz="1800" b="1" dirty="0">
                <a:latin typeface="+mn-ea"/>
              </a:rPr>
              <a:t>(16</a:t>
            </a:r>
            <a:r>
              <a:rPr lang="zh-CN" altLang="en-US" sz="1800" b="1" dirty="0">
                <a:latin typeface="+mn-ea"/>
              </a:rPr>
              <a:t>→</a:t>
            </a:r>
            <a:r>
              <a:rPr lang="en-US" altLang="zh-CN" sz="1800" b="1" dirty="0">
                <a:latin typeface="+mn-ea"/>
              </a:rPr>
              <a:t>32</a:t>
            </a:r>
            <a:r>
              <a:rPr lang="zh-CN" altLang="en-US" sz="1800" b="1" dirty="0">
                <a:latin typeface="+mn-ea"/>
              </a:rPr>
              <a:t>位</a:t>
            </a:r>
            <a:r>
              <a:rPr lang="en-US" altLang="zh-CN" sz="1800" b="1" dirty="0">
                <a:latin typeface="+mn-ea"/>
              </a:rPr>
              <a:t>)</a:t>
            </a:r>
            <a:endParaRPr lang="en-US" altLang="zh-CN" sz="1600" b="1" dirty="0">
              <a:latin typeface="+mn-ea"/>
              <a:cs typeface="Arial Unicode MS" panose="020B0604020202020204" charset="-122"/>
            </a:endParaRPr>
          </a:p>
        </p:txBody>
      </p:sp>
      <p:grpSp>
        <p:nvGrpSpPr>
          <p:cNvPr id="232" name="组合 231"/>
          <p:cNvGrpSpPr/>
          <p:nvPr/>
        </p:nvGrpSpPr>
        <p:grpSpPr>
          <a:xfrm>
            <a:off x="5436096" y="5301208"/>
            <a:ext cx="3240360" cy="720000"/>
            <a:chOff x="1049308" y="5526164"/>
            <a:chExt cx="3240360" cy="720000"/>
          </a:xfrm>
        </p:grpSpPr>
        <p:sp>
          <p:nvSpPr>
            <p:cNvPr id="185" name="矩形 184"/>
            <p:cNvSpPr/>
            <p:nvPr/>
          </p:nvSpPr>
          <p:spPr bwMode="auto">
            <a:xfrm>
              <a:off x="1907704" y="5526164"/>
              <a:ext cx="1368152" cy="720000"/>
            </a:xfrm>
            <a:prstGeom prst="rect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6" name="Text Box 399"/>
            <p:cNvSpPr txBox="1">
              <a:spLocks noChangeArrowheads="1"/>
            </p:cNvSpPr>
            <p:nvPr/>
          </p:nvSpPr>
          <p:spPr bwMode="auto">
            <a:xfrm>
              <a:off x="1049308" y="5583357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D</a:t>
              </a:r>
              <a:r>
                <a:rPr lang="en-US" altLang="zh-CN" sz="1600" b="1" baseline="-14000" dirty="0">
                  <a:solidFill>
                    <a:schemeClr val="tx1"/>
                  </a:solidFill>
                  <a:latin typeface="+mn-ea"/>
                  <a:ea typeface="+mn-ea"/>
                </a:rPr>
                <a:t>15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～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D</a:t>
              </a:r>
              <a:r>
                <a:rPr lang="en-US" altLang="zh-CN" sz="1600" b="1" baseline="-14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99" name="Text Box 399"/>
            <p:cNvSpPr txBox="1">
              <a:spLocks noChangeArrowheads="1"/>
            </p:cNvSpPr>
            <p:nvPr/>
          </p:nvSpPr>
          <p:spPr bwMode="auto">
            <a:xfrm>
              <a:off x="1265388" y="5914892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 err="1">
                  <a:solidFill>
                    <a:schemeClr val="tx1"/>
                  </a:solidFill>
                  <a:latin typeface="+mn-ea"/>
                  <a:ea typeface="+mn-ea"/>
                </a:rPr>
                <a:t>s_op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200" name="直接连接符 199"/>
            <p:cNvCxnSpPr/>
            <p:nvPr/>
          </p:nvCxnSpPr>
          <p:spPr bwMode="auto">
            <a:xfrm>
              <a:off x="1743976" y="6094884"/>
              <a:ext cx="955816" cy="0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203" name="直接箭头连接符 202"/>
            <p:cNvCxnSpPr/>
            <p:nvPr/>
          </p:nvCxnSpPr>
          <p:spPr bwMode="auto">
            <a:xfrm>
              <a:off x="1763688" y="5733256"/>
              <a:ext cx="1728192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7" name="直接箭头连接符 226"/>
            <p:cNvCxnSpPr/>
            <p:nvPr/>
          </p:nvCxnSpPr>
          <p:spPr bwMode="auto">
            <a:xfrm>
              <a:off x="2987824" y="6021288"/>
              <a:ext cx="50405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30" name="Text Box 399"/>
            <p:cNvSpPr txBox="1">
              <a:spLocks noChangeArrowheads="1"/>
            </p:cNvSpPr>
            <p:nvPr/>
          </p:nvSpPr>
          <p:spPr bwMode="auto">
            <a:xfrm>
              <a:off x="3497580" y="5598172"/>
              <a:ext cx="75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Q</a:t>
              </a:r>
              <a:r>
                <a:rPr lang="en-US" altLang="zh-CN" sz="1600" b="1" baseline="-14000" dirty="0">
                  <a:solidFill>
                    <a:schemeClr val="tx1"/>
                  </a:solidFill>
                  <a:latin typeface="+mn-ea"/>
                  <a:ea typeface="+mn-ea"/>
                </a:rPr>
                <a:t>15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～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Q</a:t>
              </a:r>
              <a:r>
                <a:rPr lang="en-US" altLang="zh-CN" sz="1600" b="1" baseline="-14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31" name="Text Box 399"/>
            <p:cNvSpPr txBox="1">
              <a:spLocks noChangeArrowheads="1"/>
            </p:cNvSpPr>
            <p:nvPr/>
          </p:nvSpPr>
          <p:spPr bwMode="auto">
            <a:xfrm>
              <a:off x="3497580" y="5886204"/>
              <a:ext cx="79208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Q</a:t>
              </a:r>
              <a:r>
                <a:rPr lang="en-US" altLang="zh-CN" sz="1600" b="1" baseline="-14000" dirty="0">
                  <a:solidFill>
                    <a:schemeClr val="tx1"/>
                  </a:solidFill>
                  <a:latin typeface="+mn-ea"/>
                  <a:ea typeface="+mn-ea"/>
                </a:rPr>
                <a:t>31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～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Q</a:t>
              </a:r>
              <a:r>
                <a:rPr lang="en-US" altLang="zh-CN" sz="1600" b="1" baseline="-14000" dirty="0">
                  <a:solidFill>
                    <a:schemeClr val="tx1"/>
                  </a:solidFill>
                  <a:latin typeface="+mn-ea"/>
                  <a:ea typeface="+mn-ea"/>
                </a:rPr>
                <a:t>16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235" name="表格 23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59632" y="5157192"/>
          <a:ext cx="3924637" cy="1044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019"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s_op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>
                        <a:lnSpc>
                          <a:spcPct val="5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lang="zh-CN" altLang="en-US" sz="1800" b="1" dirty="0">
                        <a:solidFill>
                          <a:srgbClr val="9900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0(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零扩展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符号扩展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4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0…0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0…0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46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0…0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1…1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7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228000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438508" y="5508300"/>
            <a:ext cx="936104" cy="432048"/>
            <a:chOff x="6726540" y="5148260"/>
            <a:chExt cx="936104" cy="432048"/>
          </a:xfrm>
        </p:grpSpPr>
        <p:sp>
          <p:nvSpPr>
            <p:cNvPr id="114" name="矩形 113"/>
            <p:cNvSpPr/>
            <p:nvPr/>
          </p:nvSpPr>
          <p:spPr>
            <a:xfrm>
              <a:off x="7374612" y="5292276"/>
              <a:ext cx="288032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&amp;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15" name="直接连接符 217"/>
            <p:cNvCxnSpPr/>
            <p:nvPr/>
          </p:nvCxnSpPr>
          <p:spPr bwMode="auto">
            <a:xfrm>
              <a:off x="7086580" y="5148260"/>
              <a:ext cx="288032" cy="214508"/>
            </a:xfrm>
            <a:prstGeom prst="bentConnector3">
              <a:avLst>
                <a:gd name="adj1" fmla="val 396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16" name="Text Box 399"/>
            <p:cNvSpPr txBox="1">
              <a:spLocks noChangeArrowheads="1"/>
            </p:cNvSpPr>
            <p:nvPr/>
          </p:nvSpPr>
          <p:spPr bwMode="auto">
            <a:xfrm>
              <a:off x="6726540" y="5186213"/>
              <a:ext cx="36004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08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D</a:t>
              </a:r>
              <a:r>
                <a:rPr lang="en-US" altLang="zh-CN" sz="1600" b="1" baseline="-14000" dirty="0">
                  <a:solidFill>
                    <a:schemeClr val="tx1"/>
                  </a:solidFill>
                  <a:latin typeface="+mn-ea"/>
                  <a:ea typeface="+mn-ea"/>
                </a:rPr>
                <a:t>15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5652120" y="2852936"/>
            <a:ext cx="3420000" cy="1944216"/>
            <a:chOff x="5435944" y="2492896"/>
            <a:chExt cx="3420000" cy="1944216"/>
          </a:xfrm>
        </p:grpSpPr>
        <p:sp>
          <p:nvSpPr>
            <p:cNvPr id="101" name="矩形 100"/>
            <p:cNvSpPr/>
            <p:nvPr/>
          </p:nvSpPr>
          <p:spPr>
            <a:xfrm>
              <a:off x="6156175" y="2492896"/>
              <a:ext cx="2232000" cy="194421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102" name="直接连接符 101"/>
            <p:cNvCxnSpPr/>
            <p:nvPr/>
          </p:nvCxnSpPr>
          <p:spPr bwMode="auto">
            <a:xfrm flipV="1">
              <a:off x="6083944" y="3356991"/>
              <a:ext cx="864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3" name="直接连接符 102"/>
            <p:cNvCxnSpPr/>
            <p:nvPr/>
          </p:nvCxnSpPr>
          <p:spPr bwMode="auto">
            <a:xfrm flipV="1">
              <a:off x="6083944" y="3778052"/>
              <a:ext cx="864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6" name="直接连接符 105"/>
            <p:cNvCxnSpPr/>
            <p:nvPr/>
          </p:nvCxnSpPr>
          <p:spPr bwMode="auto">
            <a:xfrm>
              <a:off x="8028384" y="3639782"/>
              <a:ext cx="46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7" name="直接连接符 106"/>
            <p:cNvCxnSpPr/>
            <p:nvPr/>
          </p:nvCxnSpPr>
          <p:spPr bwMode="auto">
            <a:xfrm flipV="1">
              <a:off x="7956376" y="3284984"/>
              <a:ext cx="540000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7" name="直接连接符 116"/>
            <p:cNvCxnSpPr/>
            <p:nvPr/>
          </p:nvCxnSpPr>
          <p:spPr bwMode="auto">
            <a:xfrm>
              <a:off x="8316416" y="4087320"/>
              <a:ext cx="180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18" name="TextBox 117"/>
            <p:cNvSpPr txBox="1"/>
            <p:nvPr/>
          </p:nvSpPr>
          <p:spPr>
            <a:xfrm>
              <a:off x="5867944" y="3645023"/>
              <a:ext cx="216024" cy="288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867944" y="3212976"/>
              <a:ext cx="216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B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8495944" y="3140968"/>
              <a:ext cx="216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OF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8495944" y="3495766"/>
              <a:ext cx="216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8495944" y="3953553"/>
              <a:ext cx="360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Out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3" name="直接连接符 122"/>
            <p:cNvCxnSpPr/>
            <p:nvPr/>
          </p:nvCxnSpPr>
          <p:spPr bwMode="auto">
            <a:xfrm>
              <a:off x="6083944" y="2708920"/>
              <a:ext cx="50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24" name="TextBox 123"/>
            <p:cNvSpPr txBox="1"/>
            <p:nvPr/>
          </p:nvSpPr>
          <p:spPr>
            <a:xfrm>
              <a:off x="5435944" y="2583954"/>
              <a:ext cx="648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5" name="直接连接符 124"/>
            <p:cNvCxnSpPr/>
            <p:nvPr/>
          </p:nvCxnSpPr>
          <p:spPr bwMode="auto">
            <a:xfrm flipH="1">
              <a:off x="6716334" y="3742432"/>
              <a:ext cx="82612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连接符 125"/>
            <p:cNvCxnSpPr/>
            <p:nvPr/>
          </p:nvCxnSpPr>
          <p:spPr bwMode="auto">
            <a:xfrm flipH="1">
              <a:off x="6721636" y="3310384"/>
              <a:ext cx="82612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7" name="TextBox 126"/>
            <p:cNvSpPr txBox="1"/>
            <p:nvPr/>
          </p:nvSpPr>
          <p:spPr>
            <a:xfrm>
              <a:off x="6516240" y="3140992"/>
              <a:ext cx="216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32</a:t>
              </a:r>
              <a:endParaRPr lang="zh-CN" altLang="en-US" sz="1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516240" y="3573040"/>
              <a:ext cx="216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32</a:t>
              </a:r>
              <a:endParaRPr lang="zh-CN" altLang="en-US" sz="1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9" name="直接连接符 128"/>
            <p:cNvCxnSpPr/>
            <p:nvPr/>
          </p:nvCxnSpPr>
          <p:spPr bwMode="auto">
            <a:xfrm flipH="1">
              <a:off x="6322938" y="2666339"/>
              <a:ext cx="121270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0" name="TextBox 129"/>
            <p:cNvSpPr txBox="1"/>
            <p:nvPr/>
          </p:nvSpPr>
          <p:spPr>
            <a:xfrm>
              <a:off x="6228200" y="2492896"/>
              <a:ext cx="14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endParaRPr lang="zh-CN" altLang="en-US" sz="1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6516367" y="2924944"/>
            <a:ext cx="2016226" cy="1800200"/>
            <a:chOff x="6300191" y="2564904"/>
            <a:chExt cx="2016226" cy="1800200"/>
          </a:xfrm>
        </p:grpSpPr>
        <p:sp>
          <p:nvSpPr>
            <p:cNvPr id="132" name="TextBox 131"/>
            <p:cNvSpPr txBox="1"/>
            <p:nvPr/>
          </p:nvSpPr>
          <p:spPr>
            <a:xfrm>
              <a:off x="6588280" y="2847695"/>
              <a:ext cx="50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4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Subctr</a:t>
              </a:r>
              <a:endParaRPr lang="zh-CN" altLang="en-US" sz="1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7668400" y="2847695"/>
              <a:ext cx="50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4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Outsrc</a:t>
              </a:r>
              <a:endParaRPr lang="zh-CN" altLang="en-US" sz="1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7164336" y="2847694"/>
              <a:ext cx="432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4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OFctr</a:t>
              </a:r>
              <a:endParaRPr lang="zh-CN" altLang="en-US" sz="1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5" name="矩形 134"/>
            <p:cNvSpPr/>
            <p:nvPr/>
          </p:nvSpPr>
          <p:spPr>
            <a:xfrm>
              <a:off x="6660336" y="4077104"/>
              <a:ext cx="936000" cy="28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或门阵列</a:t>
              </a:r>
            </a:p>
          </p:txBody>
        </p:sp>
        <p:cxnSp>
          <p:nvCxnSpPr>
            <p:cNvPr id="136" name="直接连接符 135"/>
            <p:cNvCxnSpPr/>
            <p:nvPr/>
          </p:nvCxnSpPr>
          <p:spPr bwMode="auto">
            <a:xfrm>
              <a:off x="7236296" y="3639782"/>
              <a:ext cx="504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37" name="矩形 136"/>
            <p:cNvSpPr/>
            <p:nvPr/>
          </p:nvSpPr>
          <p:spPr>
            <a:xfrm>
              <a:off x="7740352" y="3495766"/>
              <a:ext cx="288032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+mn-ea"/>
                </a:rPr>
                <a:t>≥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1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38" name="直接连接符 137"/>
            <p:cNvCxnSpPr/>
            <p:nvPr/>
          </p:nvCxnSpPr>
          <p:spPr bwMode="auto">
            <a:xfrm flipV="1">
              <a:off x="7236296" y="3351750"/>
              <a:ext cx="504000" cy="115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39" name="矩形 138"/>
            <p:cNvSpPr/>
            <p:nvPr/>
          </p:nvSpPr>
          <p:spPr>
            <a:xfrm>
              <a:off x="7740352" y="3135726"/>
              <a:ext cx="216024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&amp;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40" name="直接连接符 83"/>
            <p:cNvCxnSpPr/>
            <p:nvPr/>
          </p:nvCxnSpPr>
          <p:spPr bwMode="auto">
            <a:xfrm rot="16200000" flipH="1">
              <a:off x="7488352" y="2955732"/>
              <a:ext cx="360000" cy="144000"/>
            </a:xfrm>
            <a:prstGeom prst="bentConnector3">
              <a:avLst>
                <a:gd name="adj1" fmla="val 100214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1" name="矩形 140"/>
            <p:cNvSpPr/>
            <p:nvPr/>
          </p:nvSpPr>
          <p:spPr>
            <a:xfrm rot="16200000">
              <a:off x="7956377" y="3933056"/>
              <a:ext cx="432048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MUX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42" name="直接连接符 141"/>
            <p:cNvCxnSpPr/>
            <p:nvPr/>
          </p:nvCxnSpPr>
          <p:spPr bwMode="auto">
            <a:xfrm>
              <a:off x="7596336" y="4169400"/>
              <a:ext cx="432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3" name="直接连接符 94"/>
            <p:cNvCxnSpPr/>
            <p:nvPr/>
          </p:nvCxnSpPr>
          <p:spPr bwMode="auto">
            <a:xfrm>
              <a:off x="7596384" y="3639782"/>
              <a:ext cx="432000" cy="360000"/>
            </a:xfrm>
            <a:prstGeom prst="bentConnector3">
              <a:avLst>
                <a:gd name="adj1" fmla="val 12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44" name="AutoShape 15"/>
            <p:cNvSpPr>
              <a:spLocks noChangeArrowheads="1"/>
            </p:cNvSpPr>
            <p:nvPr/>
          </p:nvSpPr>
          <p:spPr bwMode="auto">
            <a:xfrm rot="16200000">
              <a:off x="6660296" y="3428969"/>
              <a:ext cx="864000" cy="288000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加减法</a:t>
              </a:r>
            </a:p>
          </p:txBody>
        </p:sp>
        <p:cxnSp>
          <p:nvCxnSpPr>
            <p:cNvPr id="145" name="直接连接符 144"/>
            <p:cNvCxnSpPr>
              <a:endCxn id="144" idx="3"/>
            </p:cNvCxnSpPr>
            <p:nvPr/>
          </p:nvCxnSpPr>
          <p:spPr bwMode="auto">
            <a:xfrm flipH="1">
              <a:off x="7092296" y="2834061"/>
              <a:ext cx="0" cy="39330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46" name="Text Box 18"/>
            <p:cNvSpPr txBox="1">
              <a:spLocks noChangeArrowheads="1"/>
            </p:cNvSpPr>
            <p:nvPr/>
          </p:nvSpPr>
          <p:spPr bwMode="auto">
            <a:xfrm>
              <a:off x="6588224" y="2564904"/>
              <a:ext cx="1728000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控制信号形成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7" name="直接连接符 146"/>
            <p:cNvCxnSpPr/>
            <p:nvPr/>
          </p:nvCxnSpPr>
          <p:spPr bwMode="auto">
            <a:xfrm flipH="1">
              <a:off x="8172400" y="2852936"/>
              <a:ext cx="1" cy="10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48" name="椭圆 147"/>
            <p:cNvSpPr/>
            <p:nvPr/>
          </p:nvSpPr>
          <p:spPr bwMode="auto">
            <a:xfrm>
              <a:off x="8028384" y="3614876"/>
              <a:ext cx="72008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49" name="直接连接符 125"/>
            <p:cNvCxnSpPr/>
            <p:nvPr/>
          </p:nvCxnSpPr>
          <p:spPr bwMode="auto">
            <a:xfrm rot="16200000" flipH="1">
              <a:off x="6372232" y="3861080"/>
              <a:ext cx="360000" cy="216000"/>
            </a:xfrm>
            <a:prstGeom prst="bentConnector3">
              <a:avLst>
                <a:gd name="adj1" fmla="val 100096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50" name="直接连接符 129"/>
            <p:cNvCxnSpPr/>
            <p:nvPr/>
          </p:nvCxnSpPr>
          <p:spPr bwMode="auto">
            <a:xfrm rot="16200000" flipH="1">
              <a:off x="6012191" y="3644993"/>
              <a:ext cx="936000" cy="360000"/>
            </a:xfrm>
            <a:prstGeom prst="bentConnector3">
              <a:avLst>
                <a:gd name="adj1" fmla="val 99744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51" name="矩形 150"/>
            <p:cNvSpPr/>
            <p:nvPr/>
          </p:nvSpPr>
          <p:spPr bwMode="auto">
            <a:xfrm>
              <a:off x="8028384" y="4133129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2" name="矩形 151"/>
            <p:cNvSpPr/>
            <p:nvPr/>
          </p:nvSpPr>
          <p:spPr bwMode="auto">
            <a:xfrm>
              <a:off x="8036768" y="3973873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195736" y="2852936"/>
          <a:ext cx="3312368" cy="848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9464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ALUctr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000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001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010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011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464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功能</a:t>
                      </a: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zh-CN" altLang="en-US" sz="1800" b="1" baseline="-25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有</a:t>
                      </a: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－</a:t>
                      </a:r>
                      <a:r>
                        <a:rPr lang="zh-CN" altLang="en-US" sz="1800" b="1" baseline="-25000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有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zh-CN" altLang="en-US" sz="1800" b="1" baseline="-25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无</a:t>
                      </a: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－</a:t>
                      </a:r>
                      <a:r>
                        <a:rPr lang="zh-CN" altLang="en-US" sz="1800" b="1" baseline="-25000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无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464">
                <a:tc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ZF&amp;OF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√&amp;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√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√&amp;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×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" name="线形标注 2 120"/>
          <p:cNvSpPr/>
          <p:nvPr/>
        </p:nvSpPr>
        <p:spPr bwMode="auto">
          <a:xfrm>
            <a:off x="4721716" y="548680"/>
            <a:ext cx="3234660" cy="288112"/>
          </a:xfrm>
          <a:prstGeom prst="borderCallout2">
            <a:avLst>
              <a:gd name="adj1" fmla="val 48951"/>
              <a:gd name="adj2" fmla="val -717"/>
              <a:gd name="adj3" fmla="val 46558"/>
              <a:gd name="adj4" fmla="val -6693"/>
              <a:gd name="adj5" fmla="val 133031"/>
              <a:gd name="adj6" fmla="val -1455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单周期</a:t>
            </a:r>
            <a:r>
              <a:rPr lang="en-US" altLang="zh-CN" sz="1600" b="1" dirty="0">
                <a:latin typeface="宋体" panose="02010600030101010101" pitchFamily="2" charset="-122"/>
              </a:rPr>
              <a:t>DP</a:t>
            </a:r>
            <a:r>
              <a:rPr lang="zh-CN" altLang="en-US" sz="1600" b="1" dirty="0">
                <a:latin typeface="宋体" panose="02010600030101010101" pitchFamily="2" charset="-122"/>
              </a:rPr>
              <a:t>不复用部件，需单独设置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34</a:t>
            </a:fld>
            <a:endParaRPr lang="en-US" altLang="zh-CN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8568952" cy="23425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*地址计算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单元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(ACU)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：</a:t>
            </a:r>
            <a:endParaRPr lang="en-US" altLang="zh-CN" sz="20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ACU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功能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r>
              <a:rPr lang="zh-CN" altLang="en-US" sz="2000" b="1" dirty="0">
                <a:latin typeface="+mn-ea"/>
                <a:ea typeface="+mn-ea"/>
                <a:cs typeface="Arial Unicode MS" panose="020B0604020202020204" charset="-122"/>
              </a:rPr>
              <a:t>设</a:t>
            </a:r>
            <a:r>
              <a:rPr lang="en-US" altLang="zh-CN" sz="2000" b="1" dirty="0">
                <a:latin typeface="+mn-ea"/>
                <a:ea typeface="+mn-ea"/>
              </a:rPr>
              <a:t>j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beq</a:t>
            </a:r>
            <a:r>
              <a:rPr lang="zh-CN" altLang="en-US" sz="2000" b="1" dirty="0">
                <a:latin typeface="+mn-ea"/>
                <a:ea typeface="+mn-ea"/>
              </a:rPr>
              <a:t>指令的</a:t>
            </a:r>
            <a:r>
              <a:rPr lang="zh-CN" altLang="en-US" sz="2000" b="1" u="sng" dirty="0">
                <a:latin typeface="+mn-ea"/>
                <a:ea typeface="+mn-ea"/>
              </a:rPr>
              <a:t>指令类型信号</a:t>
            </a:r>
            <a:r>
              <a:rPr lang="zh-CN" altLang="en-US" sz="2000" b="1" dirty="0">
                <a:latin typeface="+mn-ea"/>
                <a:ea typeface="+mn-ea"/>
              </a:rPr>
              <a:t>为</a:t>
            </a:r>
            <a:r>
              <a:rPr lang="en-US" altLang="zh-CN" sz="2000" b="1" dirty="0">
                <a:latin typeface="+mn-ea"/>
                <a:ea typeface="+mn-ea"/>
              </a:rPr>
              <a:t>Jump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Branch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            </a:t>
            </a:r>
            <a:r>
              <a:rPr lang="en-US" altLang="zh-CN" sz="2000" b="1" dirty="0">
                <a:latin typeface="+mn-ea"/>
                <a:ea typeface="+mn-ea"/>
              </a:rPr>
              <a:t>(PC)</a:t>
            </a:r>
            <a:r>
              <a:rPr lang="zh-CN" altLang="en-US" sz="2000" b="1" baseline="-18000" dirty="0">
                <a:latin typeface="+mn-ea"/>
                <a:ea typeface="+mn-ea"/>
              </a:rPr>
              <a:t>高</a:t>
            </a:r>
            <a:r>
              <a:rPr lang="en-US" altLang="zh-CN" sz="2000" b="1" baseline="-18000" dirty="0">
                <a:latin typeface="+mn-ea"/>
                <a:ea typeface="+mn-ea"/>
              </a:rPr>
              <a:t>4</a:t>
            </a:r>
            <a:r>
              <a:rPr lang="zh-CN" altLang="en-US" sz="2000" b="1" baseline="-18000" dirty="0">
                <a:latin typeface="+mn-ea"/>
                <a:ea typeface="+mn-ea"/>
              </a:rPr>
              <a:t>位</a:t>
            </a:r>
            <a:r>
              <a:rPr lang="en-US" altLang="zh-CN" sz="2000" b="1" kern="100" dirty="0">
                <a:latin typeface="+mn-ea"/>
                <a:ea typeface="+mn-ea"/>
              </a:rPr>
              <a:t>‖</a:t>
            </a:r>
            <a:r>
              <a:rPr lang="pt-BR" altLang="zh-CN" sz="2000" b="1" kern="100" dirty="0">
                <a:latin typeface="+mn-ea"/>
                <a:ea typeface="+mn-ea"/>
              </a:rPr>
              <a:t>addr&lt;&lt;2        </a:t>
            </a:r>
            <a:r>
              <a:rPr lang="en-US" altLang="zh-CN" sz="2000" b="1" dirty="0">
                <a:latin typeface="+mn-ea"/>
                <a:ea typeface="+mn-ea"/>
              </a:rPr>
              <a:t>Jump</a:t>
            </a:r>
            <a:r>
              <a:rPr lang="zh-CN" altLang="en-US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en-US" sz="2000" b="1" dirty="0">
                <a:latin typeface="+mn-ea"/>
                <a:ea typeface="+mn-ea"/>
              </a:rPr>
              <a:t>时</a:t>
            </a:r>
            <a:endParaRPr lang="en-US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latin typeface="+mn-ea"/>
                <a:ea typeface="+mn-ea"/>
              </a:rPr>
              <a:t>          NPC</a:t>
            </a:r>
            <a:r>
              <a:rPr lang="zh-CN" altLang="en-US" sz="2000" b="1" dirty="0">
                <a:latin typeface="+mn-ea"/>
                <a:ea typeface="+mn-ea"/>
              </a:rPr>
              <a:t>＝ </a:t>
            </a:r>
            <a:r>
              <a:rPr lang="en-US" altLang="zh-CN" sz="2000" b="1" dirty="0">
                <a:latin typeface="+mn-ea"/>
                <a:ea typeface="+mn-ea"/>
              </a:rPr>
              <a:t>(PC)</a:t>
            </a:r>
            <a:r>
              <a:rPr lang="zh-CN" altLang="en-US" sz="2000" b="1" dirty="0">
                <a:latin typeface="+mn-ea"/>
                <a:ea typeface="+mn-ea"/>
              </a:rPr>
              <a:t>＋</a:t>
            </a:r>
            <a:r>
              <a:rPr lang="en-US" altLang="zh-CN" sz="2000" b="1" dirty="0">
                <a:latin typeface="+mn-ea"/>
                <a:ea typeface="+mn-ea"/>
              </a:rPr>
              <a:t>4</a:t>
            </a:r>
            <a:r>
              <a:rPr lang="zh-CN" altLang="en-US" sz="2000" b="1" dirty="0">
                <a:latin typeface="+mn-ea"/>
                <a:ea typeface="+mn-ea"/>
              </a:rPr>
              <a:t>＋</a:t>
            </a:r>
            <a:r>
              <a:rPr lang="en-US" altLang="zh-CN" sz="2000" b="1" dirty="0" err="1">
                <a:latin typeface="+mn-ea"/>
                <a:ea typeface="+mn-ea"/>
              </a:rPr>
              <a:t>SExt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en-US" altLang="zh-CN" sz="2000" b="1" dirty="0" err="1">
                <a:latin typeface="+mn-ea"/>
                <a:ea typeface="+mn-ea"/>
              </a:rPr>
              <a:t>imme</a:t>
            </a:r>
            <a:r>
              <a:rPr lang="en-US" altLang="zh-CN" sz="2000" b="1" dirty="0">
                <a:latin typeface="+mn-ea"/>
                <a:ea typeface="+mn-ea"/>
              </a:rPr>
              <a:t>)&lt;&lt;2  </a:t>
            </a:r>
            <a:r>
              <a:rPr lang="en-US" altLang="zh-CN" sz="2000" b="1" spc="-800" dirty="0">
                <a:latin typeface="+mn-ea"/>
                <a:ea typeface="+mn-ea"/>
              </a:rPr>
              <a:t> </a:t>
            </a:r>
            <a:r>
              <a:rPr lang="en-US" altLang="zh-CN" sz="2000" b="1" dirty="0" err="1">
                <a:latin typeface="+mn-ea"/>
                <a:ea typeface="+mn-ea"/>
              </a:rPr>
              <a:t>Branch</a:t>
            </a:r>
            <a:r>
              <a:rPr lang="en-US" altLang="zh-CN" sz="2000" b="1" dirty="0" err="1">
                <a:latin typeface="+mn-lt"/>
                <a:ea typeface="+mn-ea"/>
              </a:rPr>
              <a:t>•</a:t>
            </a:r>
            <a:r>
              <a:rPr lang="en-US" altLang="zh-CN" sz="2000" b="1" dirty="0" err="1">
                <a:latin typeface="+mn-ea"/>
                <a:ea typeface="+mn-ea"/>
              </a:rPr>
              <a:t>ZF</a:t>
            </a:r>
            <a:r>
              <a:rPr lang="zh-CN" altLang="en-US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en-US" sz="2000" b="1" dirty="0">
                <a:latin typeface="+mn-ea"/>
                <a:ea typeface="+mn-ea"/>
              </a:rPr>
              <a:t>时</a:t>
            </a:r>
            <a:endParaRPr lang="en-US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latin typeface="+mn-ea"/>
                <a:ea typeface="+mn-ea"/>
              </a:rPr>
              <a:t>                (PC)</a:t>
            </a:r>
            <a:r>
              <a:rPr lang="zh-CN" altLang="en-US" sz="2000" b="1" dirty="0">
                <a:latin typeface="+mn-ea"/>
                <a:ea typeface="+mn-ea"/>
              </a:rPr>
              <a:t>＋</a:t>
            </a:r>
            <a:r>
              <a:rPr lang="en-US" altLang="zh-CN" sz="2000" b="1" dirty="0">
                <a:latin typeface="+mn-ea"/>
                <a:ea typeface="+mn-ea"/>
              </a:rPr>
              <a:t>4                 </a:t>
            </a:r>
            <a:r>
              <a:rPr lang="zh-CN" altLang="en-US" sz="2000" b="1" dirty="0">
                <a:latin typeface="+mn-ea"/>
                <a:ea typeface="+mn-ea"/>
              </a:rPr>
              <a:t>其余情况</a:t>
            </a:r>
            <a:endParaRPr lang="en-US" altLang="zh-CN" sz="20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ACU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设计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</p:txBody>
      </p:sp>
      <p:sp>
        <p:nvSpPr>
          <p:cNvPr id="6" name="左大括号 5"/>
          <p:cNvSpPr/>
          <p:nvPr/>
        </p:nvSpPr>
        <p:spPr bwMode="auto">
          <a:xfrm>
            <a:off x="2232000" y="1340768"/>
            <a:ext cx="108000" cy="792000"/>
          </a:xfrm>
          <a:prstGeom prst="leftBrace">
            <a:avLst>
              <a:gd name="adj1" fmla="val 21527"/>
              <a:gd name="adj2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7" name="AutoShape 49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62" name="Text Box 5"/>
          <p:cNvSpPr txBox="1">
            <a:spLocks noChangeArrowheads="1"/>
          </p:cNvSpPr>
          <p:nvPr/>
        </p:nvSpPr>
        <p:spPr bwMode="auto">
          <a:xfrm>
            <a:off x="2016125" y="2204681"/>
            <a:ext cx="7125171" cy="82977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</a:rPr>
              <a:t>2</a:t>
            </a:r>
            <a:r>
              <a:rPr lang="zh-CN" altLang="en-US" sz="2200" b="1" dirty="0">
                <a:latin typeface="+mn-ea"/>
              </a:rPr>
              <a:t>次加法</a:t>
            </a:r>
            <a:r>
              <a:rPr lang="en-US" altLang="zh-CN" sz="2200" b="1" dirty="0">
                <a:latin typeface="+mn-ea"/>
                <a:sym typeface="+mn-ea"/>
              </a:rPr>
              <a:t>+</a:t>
            </a:r>
            <a:r>
              <a:rPr lang="zh-CN" altLang="en-US" sz="2200" b="1" dirty="0">
                <a:latin typeface="+mn-ea"/>
                <a:sym typeface="+mn-ea"/>
              </a:rPr>
              <a:t>拼接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＋符号扩展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+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输出选择；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  </a:t>
            </a:r>
            <a:r>
              <a:rPr lang="en-US" altLang="zh-CN" sz="1800" b="1" dirty="0">
                <a:latin typeface="+mn-ea"/>
                <a:sym typeface="+mn-ea"/>
              </a:rPr>
              <a:t>←</a:t>
            </a:r>
            <a:r>
              <a:rPr lang="zh-CN" altLang="en-US" sz="1800" b="1" dirty="0">
                <a:latin typeface="+mn-ea"/>
                <a:sym typeface="+mn-ea"/>
              </a:rPr>
              <a:t>加法器不能复用</a:t>
            </a:r>
            <a:endParaRPr lang="en-US" altLang="zh-CN" sz="2200" b="1" dirty="0">
              <a:latin typeface="+mn-ea"/>
            </a:endParaRPr>
          </a:p>
          <a:p>
            <a:pPr algn="l">
              <a:lnSpc>
                <a:spcPct val="105000"/>
              </a:lnSpc>
            </a:pPr>
            <a:r>
              <a:rPr lang="en-US" altLang="zh-CN" sz="2200" b="1" dirty="0">
                <a:latin typeface="+mn-ea"/>
                <a:ea typeface="+mn-ea"/>
                <a:sym typeface="+mn-ea"/>
              </a:rPr>
              <a:t>&lt;&lt;2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可以用拼接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00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实现  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              </a:t>
            </a:r>
            <a:r>
              <a:rPr lang="en-US" altLang="zh-CN" sz="1800" b="1" dirty="0">
                <a:latin typeface="+mn-ea"/>
                <a:sym typeface="+mn-ea"/>
              </a:rPr>
              <a:t>←</a:t>
            </a:r>
            <a:r>
              <a:rPr lang="zh-CN" altLang="en-US" sz="1800" b="1" dirty="0">
                <a:latin typeface="+mn-ea"/>
                <a:sym typeface="+mn-ea"/>
              </a:rPr>
              <a:t>移位位数为常数</a:t>
            </a:r>
            <a:endParaRPr lang="en-US" altLang="zh-CN" sz="1800" b="1" dirty="0">
              <a:latin typeface="+mn-ea"/>
              <a:sym typeface="+mn-ea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1763688" y="2996952"/>
            <a:ext cx="5055919" cy="2280765"/>
            <a:chOff x="1763688" y="3874577"/>
            <a:chExt cx="5055919" cy="2280765"/>
          </a:xfrm>
        </p:grpSpPr>
        <p:sp>
          <p:nvSpPr>
            <p:cNvPr id="68" name="矩形 67"/>
            <p:cNvSpPr/>
            <p:nvPr/>
          </p:nvSpPr>
          <p:spPr>
            <a:xfrm>
              <a:off x="2459700" y="4175342"/>
              <a:ext cx="3816425" cy="198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850701" y="3874577"/>
              <a:ext cx="1497431" cy="2160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ZF Branch Jump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763688" y="4211346"/>
              <a:ext cx="551996" cy="263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2" name="直接连接符 71"/>
            <p:cNvCxnSpPr/>
            <p:nvPr/>
          </p:nvCxnSpPr>
          <p:spPr bwMode="auto">
            <a:xfrm>
              <a:off x="2291616" y="5471487"/>
              <a:ext cx="160128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6" name="直接连接符 75"/>
            <p:cNvCxnSpPr/>
            <p:nvPr/>
          </p:nvCxnSpPr>
          <p:spPr bwMode="auto">
            <a:xfrm>
              <a:off x="6060100" y="4090601"/>
              <a:ext cx="0" cy="87682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77" name="TextBox 76"/>
            <p:cNvSpPr txBox="1"/>
            <p:nvPr/>
          </p:nvSpPr>
          <p:spPr>
            <a:xfrm>
              <a:off x="6420140" y="5327470"/>
              <a:ext cx="399467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NPC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 bwMode="auto">
            <a:xfrm>
              <a:off x="6204116" y="5471486"/>
              <a:ext cx="216024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直接连接符 78"/>
            <p:cNvCxnSpPr/>
            <p:nvPr/>
          </p:nvCxnSpPr>
          <p:spPr bwMode="auto">
            <a:xfrm flipH="1">
              <a:off x="4979980" y="4103334"/>
              <a:ext cx="1" cy="21602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80" name="直接连接符 79"/>
            <p:cNvCxnSpPr/>
            <p:nvPr/>
          </p:nvCxnSpPr>
          <p:spPr bwMode="auto">
            <a:xfrm flipH="1">
              <a:off x="5484035" y="4103334"/>
              <a:ext cx="1" cy="21602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81" name="TextBox 80"/>
            <p:cNvSpPr txBox="1"/>
            <p:nvPr/>
          </p:nvSpPr>
          <p:spPr>
            <a:xfrm>
              <a:off x="1763688" y="5687510"/>
              <a:ext cx="551996" cy="2270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addr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987900" y="5327470"/>
              <a:ext cx="327784" cy="2270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PC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6" name="直接连接符 85"/>
            <p:cNvCxnSpPr/>
            <p:nvPr/>
          </p:nvCxnSpPr>
          <p:spPr bwMode="auto">
            <a:xfrm flipH="1">
              <a:off x="3241184" y="5424878"/>
              <a:ext cx="82612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7" name="TextBox 86"/>
            <p:cNvSpPr txBox="1"/>
            <p:nvPr/>
          </p:nvSpPr>
          <p:spPr>
            <a:xfrm>
              <a:off x="3030462" y="5244473"/>
              <a:ext cx="271290" cy="2270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32</a:t>
              </a:r>
              <a:endParaRPr lang="zh-CN" altLang="en-US" sz="1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8" name="直接连接符 87"/>
            <p:cNvCxnSpPr/>
            <p:nvPr/>
          </p:nvCxnSpPr>
          <p:spPr bwMode="auto">
            <a:xfrm flipH="1">
              <a:off x="3241184" y="5792120"/>
              <a:ext cx="82612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9" name="TextBox 88"/>
            <p:cNvSpPr txBox="1"/>
            <p:nvPr/>
          </p:nvSpPr>
          <p:spPr>
            <a:xfrm>
              <a:off x="3030462" y="5604513"/>
              <a:ext cx="271290" cy="2270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26</a:t>
              </a:r>
              <a:endParaRPr lang="zh-CN" altLang="en-US" sz="1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 bwMode="auto">
            <a:xfrm>
              <a:off x="2315684" y="4382683"/>
              <a:ext cx="1002029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" name="直接连接符 90"/>
            <p:cNvCxnSpPr/>
            <p:nvPr/>
          </p:nvCxnSpPr>
          <p:spPr bwMode="auto">
            <a:xfrm flipH="1">
              <a:off x="2670422" y="4339678"/>
              <a:ext cx="82612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3" name="TextBox 92"/>
            <p:cNvSpPr txBox="1"/>
            <p:nvPr/>
          </p:nvSpPr>
          <p:spPr>
            <a:xfrm>
              <a:off x="2459700" y="4164353"/>
              <a:ext cx="271290" cy="2270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16</a:t>
              </a:r>
              <a:endParaRPr lang="zh-CN" altLang="en-US" sz="1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2783736" y="3347944"/>
            <a:ext cx="3420381" cy="1846743"/>
            <a:chOff x="2783736" y="4224079"/>
            <a:chExt cx="3420381" cy="1846743"/>
          </a:xfrm>
        </p:grpSpPr>
        <p:sp>
          <p:nvSpPr>
            <p:cNvPr id="136" name="椭圆 135"/>
            <p:cNvSpPr/>
            <p:nvPr/>
          </p:nvSpPr>
          <p:spPr bwMode="auto">
            <a:xfrm>
              <a:off x="2783736" y="4224079"/>
              <a:ext cx="612068" cy="455319"/>
            </a:xfrm>
            <a:prstGeom prst="ellipse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3572400" y="4319358"/>
              <a:ext cx="687500" cy="28372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/>
              <a:r>
                <a:rPr lang="en-US" altLang="zh-CN" sz="1600" b="1" dirty="0" err="1">
                  <a:solidFill>
                    <a:schemeClr val="tx1"/>
                  </a:solidFill>
                  <a:latin typeface="+mn-ea"/>
                </a:rPr>
                <a:t>SExtU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99" name="直接连接符 98"/>
            <p:cNvCxnSpPr>
              <a:stCxn id="98" idx="3"/>
            </p:cNvCxnSpPr>
            <p:nvPr/>
          </p:nvCxnSpPr>
          <p:spPr bwMode="auto">
            <a:xfrm flipV="1">
              <a:off x="4259900" y="4461221"/>
              <a:ext cx="248605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0" name="直接连接符 99"/>
            <p:cNvCxnSpPr/>
            <p:nvPr/>
          </p:nvCxnSpPr>
          <p:spPr bwMode="auto">
            <a:xfrm flipV="1">
              <a:off x="4868545" y="4823147"/>
              <a:ext cx="255451" cy="26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01" name="矩形 100"/>
            <p:cNvSpPr/>
            <p:nvPr/>
          </p:nvSpPr>
          <p:spPr>
            <a:xfrm>
              <a:off x="4907972" y="4319358"/>
              <a:ext cx="648072" cy="2160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&amp;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 rot="16200000">
              <a:off x="4903631" y="4963088"/>
              <a:ext cx="728764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MUX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03" name="直接连接符 102"/>
            <p:cNvCxnSpPr/>
            <p:nvPr/>
          </p:nvCxnSpPr>
          <p:spPr bwMode="auto">
            <a:xfrm flipV="1">
              <a:off x="5408605" y="5111446"/>
              <a:ext cx="507479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4" name="直接连接符 94"/>
            <p:cNvCxnSpPr/>
            <p:nvPr/>
          </p:nvCxnSpPr>
          <p:spPr bwMode="auto">
            <a:xfrm>
              <a:off x="4349909" y="5183453"/>
              <a:ext cx="774087" cy="215581"/>
            </a:xfrm>
            <a:prstGeom prst="bentConnector3">
              <a:avLst>
                <a:gd name="adj1" fmla="val 125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05" name="AutoShape 15"/>
            <p:cNvSpPr>
              <a:spLocks noChangeArrowheads="1"/>
            </p:cNvSpPr>
            <p:nvPr/>
          </p:nvSpPr>
          <p:spPr bwMode="auto">
            <a:xfrm rot="16200000">
              <a:off x="4255984" y="4642902"/>
              <a:ext cx="864097" cy="361023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Adder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106" name="直接连接符 105"/>
            <p:cNvCxnSpPr/>
            <p:nvPr/>
          </p:nvCxnSpPr>
          <p:spPr bwMode="auto">
            <a:xfrm flipH="1">
              <a:off x="5268012" y="4535383"/>
              <a:ext cx="1" cy="21602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07" name="矩形 106"/>
            <p:cNvSpPr/>
            <p:nvPr/>
          </p:nvSpPr>
          <p:spPr bwMode="auto">
            <a:xfrm>
              <a:off x="5123996" y="536303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8" name="矩形 107"/>
            <p:cNvSpPr/>
            <p:nvPr/>
          </p:nvSpPr>
          <p:spPr bwMode="auto">
            <a:xfrm>
              <a:off x="5132380" y="4787143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9" name="直接连接符 108"/>
            <p:cNvCxnSpPr/>
            <p:nvPr/>
          </p:nvCxnSpPr>
          <p:spPr bwMode="auto">
            <a:xfrm flipV="1">
              <a:off x="4259900" y="5183453"/>
              <a:ext cx="248605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22" name="AutoShape 15"/>
            <p:cNvSpPr>
              <a:spLocks noChangeArrowheads="1"/>
            </p:cNvSpPr>
            <p:nvPr/>
          </p:nvSpPr>
          <p:spPr bwMode="auto">
            <a:xfrm rot="16200000">
              <a:off x="3648323" y="5002942"/>
              <a:ext cx="864097" cy="361023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Adder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124" name="直接连接符 123"/>
            <p:cNvCxnSpPr/>
            <p:nvPr/>
          </p:nvCxnSpPr>
          <p:spPr bwMode="auto">
            <a:xfrm>
              <a:off x="3572401" y="4895422"/>
              <a:ext cx="327459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25" name="TextBox 124"/>
            <p:cNvSpPr txBox="1"/>
            <p:nvPr/>
          </p:nvSpPr>
          <p:spPr>
            <a:xfrm>
              <a:off x="3316836" y="4768733"/>
              <a:ext cx="294992" cy="19869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4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 rot="16200000">
              <a:off x="5569715" y="5313799"/>
              <a:ext cx="980772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MUX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7" name="矩形 126"/>
            <p:cNvSpPr/>
            <p:nvPr/>
          </p:nvSpPr>
          <p:spPr bwMode="auto">
            <a:xfrm>
              <a:off x="5916084" y="5064838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1" name="矩形 130"/>
            <p:cNvSpPr/>
            <p:nvPr/>
          </p:nvSpPr>
          <p:spPr bwMode="auto">
            <a:xfrm>
              <a:off x="5924468" y="5795078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2" name="直接连接符 131"/>
            <p:cNvCxnSpPr/>
            <p:nvPr/>
          </p:nvCxnSpPr>
          <p:spPr bwMode="auto">
            <a:xfrm flipH="1">
              <a:off x="5473432" y="5789998"/>
              <a:ext cx="82612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3" name="TextBox 132"/>
            <p:cNvSpPr txBox="1"/>
            <p:nvPr/>
          </p:nvSpPr>
          <p:spPr>
            <a:xfrm>
              <a:off x="5284754" y="5604513"/>
              <a:ext cx="271290" cy="2270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32</a:t>
              </a:r>
              <a:endParaRPr lang="zh-CN" altLang="en-US" sz="1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4" name="直接连接符 133"/>
            <p:cNvCxnSpPr/>
            <p:nvPr/>
          </p:nvCxnSpPr>
          <p:spPr bwMode="auto">
            <a:xfrm flipH="1">
              <a:off x="4249296" y="5643024"/>
              <a:ext cx="82612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5" name="TextBox 134"/>
            <p:cNvSpPr txBox="1"/>
            <p:nvPr/>
          </p:nvSpPr>
          <p:spPr>
            <a:xfrm>
              <a:off x="4115884" y="5460497"/>
              <a:ext cx="193980" cy="2270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4</a:t>
              </a:r>
              <a:endParaRPr lang="zh-CN" altLang="en-US" sz="1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802557" y="4408693"/>
              <a:ext cx="294992" cy="19869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00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9" name="直接连接符 138"/>
            <p:cNvCxnSpPr/>
            <p:nvPr/>
          </p:nvCxnSpPr>
          <p:spPr bwMode="auto">
            <a:xfrm flipV="1">
              <a:off x="3323796" y="4463374"/>
              <a:ext cx="248605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0" name="直接连接符 139"/>
            <p:cNvCxnSpPr/>
            <p:nvPr/>
          </p:nvCxnSpPr>
          <p:spPr bwMode="auto">
            <a:xfrm>
              <a:off x="3317713" y="4330892"/>
              <a:ext cx="0" cy="272193"/>
            </a:xfrm>
            <a:prstGeom prst="line">
              <a:avLst/>
            </a:prstGeom>
            <a:solidFill>
              <a:schemeClr val="accent1"/>
            </a:solidFill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/>
            <p:cNvCxnSpPr/>
            <p:nvPr/>
          </p:nvCxnSpPr>
          <p:spPr bwMode="auto">
            <a:xfrm>
              <a:off x="3107772" y="4535083"/>
              <a:ext cx="209942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2" name="椭圆 141"/>
            <p:cNvSpPr/>
            <p:nvPr/>
          </p:nvSpPr>
          <p:spPr bwMode="auto">
            <a:xfrm>
              <a:off x="4309865" y="5554484"/>
              <a:ext cx="814132" cy="516338"/>
            </a:xfrm>
            <a:prstGeom prst="ellipse">
              <a:avLst/>
            </a:prstGeom>
            <a:solidFill>
              <a:srgbClr val="FFCCFF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43" name="直接连接符 125"/>
            <p:cNvCxnSpPr/>
            <p:nvPr/>
          </p:nvCxnSpPr>
          <p:spPr bwMode="auto">
            <a:xfrm>
              <a:off x="3628118" y="5471486"/>
              <a:ext cx="1276429" cy="208104"/>
            </a:xfrm>
            <a:prstGeom prst="bentConnector3">
              <a:avLst>
                <a:gd name="adj1" fmla="val -146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44" name="直接连接符 143"/>
            <p:cNvCxnSpPr/>
            <p:nvPr/>
          </p:nvCxnSpPr>
          <p:spPr bwMode="auto">
            <a:xfrm>
              <a:off x="4907972" y="5615502"/>
              <a:ext cx="0" cy="432048"/>
            </a:xfrm>
            <a:prstGeom prst="line">
              <a:avLst/>
            </a:prstGeom>
            <a:solidFill>
              <a:schemeClr val="accent1"/>
            </a:solidFill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5" name="TextBox 144"/>
            <p:cNvSpPr txBox="1"/>
            <p:nvPr/>
          </p:nvSpPr>
          <p:spPr>
            <a:xfrm>
              <a:off x="4396956" y="5848853"/>
              <a:ext cx="294992" cy="19869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00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46" name="直接连接符 145"/>
            <p:cNvCxnSpPr/>
            <p:nvPr/>
          </p:nvCxnSpPr>
          <p:spPr bwMode="auto">
            <a:xfrm>
              <a:off x="4698030" y="5975542"/>
              <a:ext cx="209942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7" name="直接连接符 146"/>
            <p:cNvCxnSpPr/>
            <p:nvPr/>
          </p:nvCxnSpPr>
          <p:spPr bwMode="auto">
            <a:xfrm>
              <a:off x="4907972" y="5831526"/>
              <a:ext cx="1008112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cxnSp>
        <p:nvCxnSpPr>
          <p:cNvPr id="3" name="直接连接符 2"/>
          <p:cNvCxnSpPr/>
          <p:nvPr/>
        </p:nvCxnSpPr>
        <p:spPr bwMode="auto">
          <a:xfrm>
            <a:off x="2291616" y="4940724"/>
            <a:ext cx="2616356" cy="44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6193034" cy="46892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GPRs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设计：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cs typeface="Arial Unicode MS" panose="020B0604020202020204" charset="-122"/>
              </a:rPr>
              <a:t> *MEM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cs typeface="Arial Unicode MS" panose="020B0604020202020204" charset="-122"/>
              </a:rPr>
              <a:t>组织：</a:t>
            </a:r>
            <a:endParaRPr lang="en-US" altLang="zh-CN" sz="2200" b="1" dirty="0">
              <a:solidFill>
                <a:srgbClr val="C00000"/>
              </a:solidFill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*特殊寄存器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cs typeface="Arial Unicode MS" panose="020B0604020202020204" charset="-122"/>
              </a:rPr>
              <a:t>： 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指令部件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/BIU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接口</a:t>
            </a:r>
            <a:r>
              <a:rPr lang="zh-CN" altLang="en-US" sz="1800" b="1" dirty="0">
                <a:latin typeface="+mn-ea"/>
                <a:cs typeface="Arial Unicode MS" panose="020B0604020202020204" charset="-122"/>
                <a:sym typeface="+mn-ea"/>
              </a:rPr>
              <a:t>等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)</a:t>
            </a:r>
            <a:endParaRPr lang="en-US" altLang="zh-CN" sz="2200" b="1" dirty="0"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需求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设计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35</a:t>
            </a:fld>
            <a:endParaRPr lang="en-US" altLang="zh-CN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871980" y="332656"/>
            <a:ext cx="707326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支持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2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个读端口、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1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个写端口  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   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 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←单周期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DP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采用专用结构</a:t>
            </a:r>
            <a:endParaRPr lang="zh-CN" altLang="en-US" sz="16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207" name="Text Box 5"/>
          <p:cNvSpPr txBox="1">
            <a:spLocks noChangeArrowheads="1"/>
          </p:cNvSpPr>
          <p:nvPr/>
        </p:nvSpPr>
        <p:spPr bwMode="auto">
          <a:xfrm>
            <a:off x="1624436" y="2780928"/>
            <a:ext cx="7516860" cy="361207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 采用哈佛结构，数据宽度为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位， 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←单周期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DP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所要求</a:t>
            </a:r>
            <a:endParaRPr lang="en-US" altLang="zh-CN" sz="1800" b="1" dirty="0"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 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采用同步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MEM         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 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←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DMEM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在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CLK</a:t>
            </a:r>
            <a:r>
              <a:rPr lang="en-US" altLang="zh-CN" sz="1800" b="1" dirty="0">
                <a:cs typeface="Arial Unicode MS" panose="020B0604020202020204" charset="-122"/>
              </a:rPr>
              <a:t>↓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开始操作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需等待计算地址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尽量减少</a:t>
            </a:r>
            <a:r>
              <a:rPr lang="zh-CN" altLang="en-US" sz="2200" b="1" u="sng" dirty="0">
                <a:latin typeface="+mn-ea"/>
                <a:ea typeface="+mn-ea"/>
                <a:cs typeface="Arial Unicode MS" panose="020B0604020202020204" charset="-122"/>
              </a:rPr>
              <a:t>时序逻辑操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作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仅有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2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个边沿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仅设置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PC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缺省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IR/MAR/MDR)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，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写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PC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放在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CLK</a:t>
            </a:r>
            <a:r>
              <a:rPr lang="zh-CN" altLang="en-US" sz="2200" b="1" dirty="0">
                <a:latin typeface="+mn-lt"/>
                <a:ea typeface="+mn-ea"/>
                <a:cs typeface="Arial Unicode MS" panose="020B0604020202020204" charset="-122"/>
              </a:rPr>
              <a:t>↓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时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   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 ←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IMEM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为同步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MEM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67" name="AutoShape 62">
            <a:hlinkClick r:id="rId37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1908250" y="836712"/>
            <a:ext cx="4104417" cy="1900633"/>
            <a:chOff x="2051760" y="916271"/>
            <a:chExt cx="4104417" cy="1900633"/>
          </a:xfrm>
        </p:grpSpPr>
        <p:sp>
          <p:nvSpPr>
            <p:cNvPr id="71" name="矩形 70"/>
            <p:cNvSpPr/>
            <p:nvPr/>
          </p:nvSpPr>
          <p:spPr>
            <a:xfrm>
              <a:off x="2627784" y="980728"/>
              <a:ext cx="3096000" cy="180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075788" y="1628800"/>
              <a:ext cx="335972" cy="263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rW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868143" y="1395216"/>
              <a:ext cx="288033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dA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6" name="直接连接符 75"/>
            <p:cNvCxnSpPr/>
            <p:nvPr/>
          </p:nvCxnSpPr>
          <p:spPr bwMode="auto">
            <a:xfrm>
              <a:off x="5652118" y="1539232"/>
              <a:ext cx="216024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7" name="TextBox 76"/>
            <p:cNvSpPr txBox="1"/>
            <p:nvPr/>
          </p:nvSpPr>
          <p:spPr>
            <a:xfrm>
              <a:off x="5868144" y="2132856"/>
              <a:ext cx="288033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dB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 bwMode="auto">
            <a:xfrm>
              <a:off x="5652119" y="2276871"/>
              <a:ext cx="216024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直接连接符 78"/>
            <p:cNvCxnSpPr/>
            <p:nvPr/>
          </p:nvCxnSpPr>
          <p:spPr bwMode="auto">
            <a:xfrm>
              <a:off x="2411760" y="1772782"/>
              <a:ext cx="356617" cy="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9" name="直接箭头连接符 92"/>
            <p:cNvCxnSpPr/>
            <p:nvPr/>
          </p:nvCxnSpPr>
          <p:spPr bwMode="auto">
            <a:xfrm flipV="1">
              <a:off x="2411760" y="2060847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连接符 91"/>
            <p:cNvCxnSpPr/>
            <p:nvPr/>
          </p:nvCxnSpPr>
          <p:spPr bwMode="auto">
            <a:xfrm>
              <a:off x="2411760" y="1268759"/>
              <a:ext cx="1512168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4" name="直接连接符 115"/>
            <p:cNvCxnSpPr/>
            <p:nvPr/>
          </p:nvCxnSpPr>
          <p:spPr bwMode="auto">
            <a:xfrm flipV="1">
              <a:off x="2411760" y="2265355"/>
              <a:ext cx="1656184" cy="216000"/>
            </a:xfrm>
            <a:prstGeom prst="bentConnector3">
              <a:avLst>
                <a:gd name="adj1" fmla="val 99843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5" name="TextBox 94"/>
            <p:cNvSpPr txBox="1"/>
            <p:nvPr/>
          </p:nvSpPr>
          <p:spPr>
            <a:xfrm>
              <a:off x="2100591" y="1916832"/>
              <a:ext cx="311169" cy="263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Wr</a:t>
              </a:r>
              <a:endParaRPr lang="zh-CN" altLang="en-US" sz="16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2051760" y="2348904"/>
              <a:ext cx="360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2087760" y="1124744"/>
              <a:ext cx="324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dW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8" name="直接连接符 149"/>
            <p:cNvCxnSpPr/>
            <p:nvPr/>
          </p:nvCxnSpPr>
          <p:spPr bwMode="auto">
            <a:xfrm>
              <a:off x="2411760" y="1052736"/>
              <a:ext cx="3096344" cy="216000"/>
            </a:xfrm>
            <a:prstGeom prst="bentConnector3">
              <a:avLst>
                <a:gd name="adj1" fmla="val 100040"/>
              </a:avLst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9" name="直接连接符 151"/>
            <p:cNvCxnSpPr/>
            <p:nvPr/>
          </p:nvCxnSpPr>
          <p:spPr bwMode="auto">
            <a:xfrm flipV="1">
              <a:off x="2411760" y="2492898"/>
              <a:ext cx="3096000" cy="216000"/>
            </a:xfrm>
            <a:prstGeom prst="bentConnector3">
              <a:avLst>
                <a:gd name="adj1" fmla="val 99879"/>
              </a:avLst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00" name="TextBox 99"/>
            <p:cNvSpPr txBox="1"/>
            <p:nvPr/>
          </p:nvSpPr>
          <p:spPr>
            <a:xfrm>
              <a:off x="2087760" y="2564904"/>
              <a:ext cx="324000" cy="252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rB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2087760" y="916271"/>
              <a:ext cx="324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rA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2628291" y="1117193"/>
            <a:ext cx="2880319" cy="1296144"/>
            <a:chOff x="2771801" y="1196752"/>
            <a:chExt cx="2880319" cy="1296144"/>
          </a:xfrm>
        </p:grpSpPr>
        <p:sp>
          <p:nvSpPr>
            <p:cNvPr id="103" name="矩形 102"/>
            <p:cNvSpPr/>
            <p:nvPr/>
          </p:nvSpPr>
          <p:spPr>
            <a:xfrm>
              <a:off x="3923928" y="1196752"/>
              <a:ext cx="648000" cy="288033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R0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3923928" y="1977323"/>
              <a:ext cx="648000" cy="288032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R31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5" name="Text Box 18"/>
            <p:cNvSpPr txBox="1">
              <a:spLocks noChangeArrowheads="1"/>
            </p:cNvSpPr>
            <p:nvPr/>
          </p:nvSpPr>
          <p:spPr bwMode="auto">
            <a:xfrm rot="16200000">
              <a:off x="4103414" y="1665338"/>
              <a:ext cx="288032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06" name="矩形 105"/>
            <p:cNvSpPr/>
            <p:nvPr/>
          </p:nvSpPr>
          <p:spPr>
            <a:xfrm rot="16200000">
              <a:off x="5256103" y="1376800"/>
              <a:ext cx="504000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MUX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7" name="矩形 106"/>
            <p:cNvSpPr/>
            <p:nvPr/>
          </p:nvSpPr>
          <p:spPr bwMode="auto">
            <a:xfrm>
              <a:off x="5364086" y="1323208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5372470" y="1645875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 rot="16200000">
              <a:off x="5256104" y="2096880"/>
              <a:ext cx="504000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MUX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4" name="矩形 113"/>
            <p:cNvSpPr/>
            <p:nvPr/>
          </p:nvSpPr>
          <p:spPr bwMode="auto">
            <a:xfrm>
              <a:off x="5364087" y="2044038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矩形 114"/>
            <p:cNvSpPr/>
            <p:nvPr/>
          </p:nvSpPr>
          <p:spPr bwMode="auto">
            <a:xfrm>
              <a:off x="5372471" y="2362550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17" name="直接连接符 116"/>
            <p:cNvCxnSpPr/>
            <p:nvPr/>
          </p:nvCxnSpPr>
          <p:spPr bwMode="auto">
            <a:xfrm flipV="1">
              <a:off x="5148088" y="1359212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8" name="直接连接符 117"/>
            <p:cNvCxnSpPr/>
            <p:nvPr/>
          </p:nvCxnSpPr>
          <p:spPr bwMode="auto">
            <a:xfrm flipV="1">
              <a:off x="5148088" y="1683248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 bwMode="auto">
            <a:xfrm flipV="1">
              <a:off x="5148088" y="2074518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1" name="直接连接符 120"/>
            <p:cNvCxnSpPr/>
            <p:nvPr/>
          </p:nvCxnSpPr>
          <p:spPr bwMode="auto">
            <a:xfrm flipV="1">
              <a:off x="5148088" y="2398554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22" name="矩形 121"/>
            <p:cNvSpPr/>
            <p:nvPr/>
          </p:nvSpPr>
          <p:spPr>
            <a:xfrm>
              <a:off x="2771801" y="1473301"/>
              <a:ext cx="288032" cy="7214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 anchorCtr="1"/>
            <a:lstStyle/>
            <a:p>
              <a:r>
                <a:rPr lang="zh-CN" altLang="en-US" sz="1600" b="1" dirty="0">
                  <a:solidFill>
                    <a:schemeClr val="tx1"/>
                  </a:solidFill>
                  <a:latin typeface="+mn-ea"/>
                </a:rPr>
                <a:t>译码器</a:t>
              </a:r>
            </a:p>
          </p:txBody>
        </p:sp>
        <p:sp>
          <p:nvSpPr>
            <p:cNvPr id="124" name="Text Box 18"/>
            <p:cNvSpPr txBox="1">
              <a:spLocks noChangeArrowheads="1"/>
            </p:cNvSpPr>
            <p:nvPr/>
          </p:nvSpPr>
          <p:spPr bwMode="auto">
            <a:xfrm rot="16200000">
              <a:off x="2894893" y="1729176"/>
              <a:ext cx="544835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……</a:t>
              </a:r>
            </a:p>
          </p:txBody>
        </p:sp>
        <p:cxnSp>
          <p:nvCxnSpPr>
            <p:cNvPr id="125" name="直接连接符 124"/>
            <p:cNvCxnSpPr/>
            <p:nvPr/>
          </p:nvCxnSpPr>
          <p:spPr bwMode="auto">
            <a:xfrm flipV="1">
              <a:off x="3059833" y="1412777"/>
              <a:ext cx="864095" cy="13249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126" name="直接连接符 111"/>
            <p:cNvCxnSpPr/>
            <p:nvPr/>
          </p:nvCxnSpPr>
          <p:spPr bwMode="auto">
            <a:xfrm rot="5400000" flipH="1" flipV="1">
              <a:off x="3275912" y="1700753"/>
              <a:ext cx="1008000" cy="576064"/>
            </a:xfrm>
            <a:prstGeom prst="bentConnector3">
              <a:avLst>
                <a:gd name="adj1" fmla="val 85862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27" name="直接连接符 126"/>
            <p:cNvCxnSpPr/>
            <p:nvPr/>
          </p:nvCxnSpPr>
          <p:spPr bwMode="auto">
            <a:xfrm>
              <a:off x="3059833" y="2119186"/>
              <a:ext cx="864095" cy="8567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128" name="直接连接符 122"/>
            <p:cNvCxnSpPr/>
            <p:nvPr/>
          </p:nvCxnSpPr>
          <p:spPr bwMode="auto">
            <a:xfrm rot="16200000" flipH="1">
              <a:off x="3419872" y="1556792"/>
              <a:ext cx="792089" cy="216024"/>
            </a:xfrm>
            <a:prstGeom prst="bentConnector3">
              <a:avLst>
                <a:gd name="adj1" fmla="val 99704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29" name="直接连接符 128"/>
            <p:cNvCxnSpPr/>
            <p:nvPr/>
          </p:nvCxnSpPr>
          <p:spPr bwMode="auto">
            <a:xfrm flipV="1">
              <a:off x="4572000" y="1340767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0" name="直接连接符 129"/>
            <p:cNvCxnSpPr/>
            <p:nvPr/>
          </p:nvCxnSpPr>
          <p:spPr bwMode="auto">
            <a:xfrm flipV="1">
              <a:off x="4572000" y="2132855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31" name="Text Box 18"/>
            <p:cNvSpPr txBox="1">
              <a:spLocks noChangeArrowheads="1"/>
            </p:cNvSpPr>
            <p:nvPr/>
          </p:nvSpPr>
          <p:spPr bwMode="auto">
            <a:xfrm rot="16200000">
              <a:off x="5112594" y="1418085"/>
              <a:ext cx="288032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32" name="Text Box 18"/>
            <p:cNvSpPr txBox="1">
              <a:spLocks noChangeArrowheads="1"/>
            </p:cNvSpPr>
            <p:nvPr/>
          </p:nvSpPr>
          <p:spPr bwMode="auto">
            <a:xfrm rot="16200000">
              <a:off x="5112594" y="2097387"/>
              <a:ext cx="288032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</p:grpSp>
      <p:sp>
        <p:nvSpPr>
          <p:cNvPr id="3" name="左大括号 2"/>
          <p:cNvSpPr/>
          <p:nvPr/>
        </p:nvSpPr>
        <p:spPr bwMode="auto">
          <a:xfrm>
            <a:off x="1836202" y="1153197"/>
            <a:ext cx="72008" cy="1260000"/>
          </a:xfrm>
          <a:prstGeom prst="leftBrace">
            <a:avLst>
              <a:gd name="adj1" fmla="val 45937"/>
              <a:gd name="adj2" fmla="val 50000"/>
            </a:avLst>
          </a:prstGeom>
          <a:noFill/>
          <a:ln w="9525" cap="flat" cmpd="sng" algn="ctr">
            <a:solidFill>
              <a:srgbClr val="990099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6372014" y="4005064"/>
            <a:ext cx="2664482" cy="937636"/>
            <a:chOff x="1859372" y="5157192"/>
            <a:chExt cx="2664482" cy="937636"/>
          </a:xfrm>
        </p:grpSpPr>
        <p:cxnSp>
          <p:nvCxnSpPr>
            <p:cNvPr id="80" name="直接连接符 79"/>
            <p:cNvCxnSpPr/>
            <p:nvPr/>
          </p:nvCxnSpPr>
          <p:spPr>
            <a:xfrm flipV="1">
              <a:off x="3227814" y="5374804"/>
              <a:ext cx="936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3227710" y="515880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2291710" y="5158780"/>
              <a:ext cx="936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2290018" y="5158780"/>
              <a:ext cx="1588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2147606" y="5374804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4163814" y="5157192"/>
              <a:ext cx="1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>
              <a:off x="4163814" y="5158780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V="1">
              <a:off x="4163814" y="5379568"/>
              <a:ext cx="0" cy="216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V="1">
              <a:off x="2291606" y="5379568"/>
              <a:ext cx="0" cy="216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1859372" y="5590828"/>
              <a:ext cx="2664482" cy="504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l"/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      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  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DMEM  </a:t>
              </a:r>
              <a:r>
                <a:rPr lang="zh-CN" altLang="en-US" sz="1600" b="1" dirty="0">
                  <a:latin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latin typeface="+mn-ea"/>
                  <a:cs typeface="Times New Roman" panose="02020603050405020304" pitchFamily="18" charset="0"/>
                </a:rPr>
                <a:t>GPRs</a:t>
              </a:r>
            </a:p>
            <a:p>
              <a:pPr algn="l"/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IMEM</a:t>
              </a:r>
              <a:r>
                <a:rPr lang="en-US" altLang="zh-CN" sz="1600" b="1" dirty="0">
                  <a:latin typeface="+mn-ea"/>
                  <a:cs typeface="Times New Roman" panose="02020603050405020304" pitchFamily="18" charset="0"/>
                </a:rPr>
                <a:t>     </a:t>
              </a:r>
              <a:r>
                <a:rPr lang="zh-CN" altLang="en-US" sz="1600" b="1" dirty="0">
                  <a:latin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latin typeface="+mn-ea"/>
                  <a:cs typeface="Times New Roman" panose="02020603050405020304" pitchFamily="18" charset="0"/>
                </a:rPr>
                <a:t>PC</a:t>
              </a:r>
              <a:endParaRPr lang="zh-CN" altLang="en-US" sz="1600" b="1" dirty="0">
                <a:latin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1" name="直接连接符 90"/>
            <p:cNvCxnSpPr/>
            <p:nvPr/>
          </p:nvCxnSpPr>
          <p:spPr>
            <a:xfrm flipV="1">
              <a:off x="3227710" y="5374804"/>
              <a:ext cx="0" cy="216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9BC4127-B95F-490A-8AE4-359D20105680}"/>
              </a:ext>
            </a:extLst>
          </p:cNvPr>
          <p:cNvGrpSpPr/>
          <p:nvPr/>
        </p:nvGrpSpPr>
        <p:grpSpPr>
          <a:xfrm>
            <a:off x="1475656" y="5480645"/>
            <a:ext cx="7091515" cy="828675"/>
            <a:chOff x="1728000" y="2372360"/>
            <a:chExt cx="7091515" cy="828675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8CA81799-FA2D-4F8D-B1FD-D3E7713F6417}"/>
                </a:ext>
              </a:extLst>
            </p:cNvPr>
            <p:cNvGrpSpPr/>
            <p:nvPr/>
          </p:nvGrpSpPr>
          <p:grpSpPr>
            <a:xfrm>
              <a:off x="5111750" y="2372360"/>
              <a:ext cx="3707765" cy="828675"/>
              <a:chOff x="5111750" y="2372360"/>
              <a:chExt cx="3707765" cy="828675"/>
            </a:xfrm>
          </p:grpSpPr>
          <p:sp>
            <p:nvSpPr>
              <p:cNvPr id="138" name="TextBox 7">
                <a:extLst>
                  <a:ext uri="{FF2B5EF4-FFF2-40B4-BE49-F238E27FC236}">
                    <a16:creationId xmlns:a16="http://schemas.microsoft.com/office/drawing/2014/main" id="{C35586F4-9C54-4948-993D-7702738AC9F1}"/>
                  </a:ext>
                </a:extLst>
              </p:cNvPr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5111750" y="2372995"/>
                <a:ext cx="720090" cy="82804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noAutofit/>
              </a:bodyPr>
              <a:lstStyle/>
              <a:p>
                <a:pPr algn="r"/>
                <a:r>
                  <a:rPr lang="en-US" altLang="zh-CN" sz="1600" b="1" dirty="0" err="1">
                    <a:latin typeface="+mn-ea"/>
                    <a:ea typeface="+mn-ea"/>
                    <a:cs typeface="Times New Roman" panose="02020603050405020304" pitchFamily="18" charset="0"/>
                  </a:rPr>
                  <a:t>Clk</a:t>
                </a:r>
                <a:endPara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algn="r">
                  <a:spcBef>
                    <a:spcPts val="300"/>
                  </a:spcBef>
                </a:pPr>
                <a:r>
                  <a:rPr lang="zh-CN" altLang="en-US" sz="1600" b="1" dirty="0">
                    <a:highlight>
                      <a:srgbClr val="CCFFFF"/>
                    </a:highlight>
                    <a:latin typeface="+mn-ea"/>
                    <a:ea typeface="+mn-ea"/>
                    <a:cs typeface="Times New Roman" panose="02020603050405020304" pitchFamily="18" charset="0"/>
                  </a:rPr>
                  <a:t>异步</a:t>
                </a: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IM</a:t>
                </a:r>
              </a:p>
              <a:p>
                <a:pPr algn="r">
                  <a:spcBef>
                    <a:spcPts val="300"/>
                  </a:spcBef>
                </a:pP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PC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6A8E1C9C-BED3-4303-9A7F-FA0C33E99303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>
              <a:xfrm flipV="1">
                <a:off x="5939155" y="2372360"/>
                <a:ext cx="1080135" cy="63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CF2EC05A-1461-4870-B58D-897744B6B60B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>
              <a:xfrm>
                <a:off x="5939155" y="2372995"/>
                <a:ext cx="0" cy="21653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>
                <a:extLst>
                  <a:ext uri="{FF2B5EF4-FFF2-40B4-BE49-F238E27FC236}">
                    <a16:creationId xmlns:a16="http://schemas.microsoft.com/office/drawing/2014/main" id="{735F1935-FCC7-4E93-97E9-7A572078F815}"/>
                  </a:ext>
                </a:extLst>
              </p:cNvPr>
              <p:cNvCxnSpPr/>
              <p:nvPr>
                <p:custDataLst>
                  <p:tags r:id="rId21"/>
                </p:custDataLst>
              </p:nvPr>
            </p:nvCxnSpPr>
            <p:spPr>
              <a:xfrm>
                <a:off x="5857240" y="2588895"/>
                <a:ext cx="8128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TextBox 11">
                <a:extLst>
                  <a:ext uri="{FF2B5EF4-FFF2-40B4-BE49-F238E27FC236}">
                    <a16:creationId xmlns:a16="http://schemas.microsoft.com/office/drawing/2014/main" id="{79A811EB-AB79-4B47-83AE-62089E0A513C}"/>
                  </a:ext>
                </a:extLst>
              </p:cNvPr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5939155" y="2661285"/>
                <a:ext cx="288290" cy="24257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ash"/>
              </a:ln>
            </p:spPr>
            <p:txBody>
              <a:bodyPr wrap="square" lIns="0" tIns="1778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旧</a:t>
                </a:r>
              </a:p>
            </p:txBody>
          </p:sp>
          <p:sp>
            <p:nvSpPr>
              <p:cNvPr id="143" name="TextBox 12">
                <a:extLst>
                  <a:ext uri="{FF2B5EF4-FFF2-40B4-BE49-F238E27FC236}">
                    <a16:creationId xmlns:a16="http://schemas.microsoft.com/office/drawing/2014/main" id="{778E03B1-58E4-4D1F-BC38-BC902FC21F23}"/>
                  </a:ext>
                </a:extLst>
              </p:cNvPr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6226810" y="2948940"/>
                <a:ext cx="1871980" cy="24257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ash"/>
              </a:ln>
            </p:spPr>
            <p:txBody>
              <a:bodyPr wrap="square" lIns="0" tIns="1778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旧值</a:t>
                </a:r>
              </a:p>
            </p:txBody>
          </p:sp>
          <p:sp>
            <p:nvSpPr>
              <p:cNvPr id="144" name="TextBox 13">
                <a:extLst>
                  <a:ext uri="{FF2B5EF4-FFF2-40B4-BE49-F238E27FC236}">
                    <a16:creationId xmlns:a16="http://schemas.microsoft.com/office/drawing/2014/main" id="{61F237FB-802D-4B50-A1D6-76A88C391B9C}"/>
                  </a:ext>
                </a:extLst>
              </p:cNvPr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5939155" y="2948940"/>
                <a:ext cx="288290" cy="24257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prstDash val="sysDash"/>
              </a:ln>
            </p:spPr>
            <p:txBody>
              <a:bodyPr wrap="square" lIns="0" tIns="1778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写</a:t>
                </a:r>
              </a:p>
            </p:txBody>
          </p:sp>
          <p:sp>
            <p:nvSpPr>
              <p:cNvPr id="145" name="TextBox 14">
                <a:extLst>
                  <a:ext uri="{FF2B5EF4-FFF2-40B4-BE49-F238E27FC236}">
                    <a16:creationId xmlns:a16="http://schemas.microsoft.com/office/drawing/2014/main" id="{EA24FF93-EAB4-48DF-901D-6A6177BF8BA8}"/>
                  </a:ext>
                </a:extLst>
              </p:cNvPr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8387080" y="2948940"/>
                <a:ext cx="431800" cy="24257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ash"/>
              </a:ln>
            </p:spPr>
            <p:txBody>
              <a:bodyPr wrap="square" lIns="0" tIns="1778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新值</a:t>
                </a:r>
              </a:p>
            </p:txBody>
          </p:sp>
          <p:cxnSp>
            <p:nvCxnSpPr>
              <p:cNvPr id="146" name="直接连接符 145">
                <a:extLst>
                  <a:ext uri="{FF2B5EF4-FFF2-40B4-BE49-F238E27FC236}">
                    <a16:creationId xmlns:a16="http://schemas.microsoft.com/office/drawing/2014/main" id="{A65451F4-2AF6-49FA-8C87-D685D514B261}"/>
                  </a:ext>
                </a:extLst>
              </p:cNvPr>
              <p:cNvCxnSpPr/>
              <p:nvPr>
                <p:custDataLst>
                  <p:tags r:id="rId26"/>
                </p:custDataLst>
              </p:nvPr>
            </p:nvCxnSpPr>
            <p:spPr>
              <a:xfrm>
                <a:off x="8099425" y="2372995"/>
                <a:ext cx="0" cy="21653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TextBox 16">
                <a:extLst>
                  <a:ext uri="{FF2B5EF4-FFF2-40B4-BE49-F238E27FC236}">
                    <a16:creationId xmlns:a16="http://schemas.microsoft.com/office/drawing/2014/main" id="{D77D43B2-8493-495E-A47F-4DFFC19A395A}"/>
                  </a:ext>
                </a:extLst>
              </p:cNvPr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6226810" y="2661285"/>
                <a:ext cx="1871980" cy="242570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prstDash val="solid"/>
              </a:ln>
            </p:spPr>
            <p:txBody>
              <a:bodyPr wrap="square" lIns="0" tIns="1778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读</a:t>
                </a:r>
                <a:r>
                  <a:rPr lang="en-US" altLang="zh-CN" sz="1600" b="1" dirty="0">
                    <a:latin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600" b="1" dirty="0">
                    <a:latin typeface="+mn-ea"/>
                    <a:cs typeface="Times New Roman" panose="02020603050405020304" pitchFamily="18" charset="0"/>
                  </a:rPr>
                  <a:t>输出依赖于地址</a:t>
                </a: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6488380F-A19E-493D-B82A-9DED4494860C}"/>
                  </a:ext>
                </a:extLst>
              </p:cNvPr>
              <p:cNvCxnSpPr/>
              <p:nvPr>
                <p:custDataLst>
                  <p:tags r:id="rId28"/>
                </p:custDataLst>
              </p:nvPr>
            </p:nvCxnSpPr>
            <p:spPr>
              <a:xfrm>
                <a:off x="7019290" y="2372995"/>
                <a:ext cx="0" cy="21653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882BB834-8F78-41BC-9C2A-D2E7E7A08417}"/>
                  </a:ext>
                </a:extLst>
              </p:cNvPr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7019290" y="2588895"/>
                <a:ext cx="1080135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1E70316A-2F18-465D-B86B-347D301947D0}"/>
                  </a:ext>
                </a:extLst>
              </p:cNvPr>
              <p:cNvCxnSpPr/>
              <p:nvPr>
                <p:custDataLst>
                  <p:tags r:id="rId30"/>
                </p:custDataLst>
              </p:nvPr>
            </p:nvCxnSpPr>
            <p:spPr>
              <a:xfrm>
                <a:off x="8099425" y="2372995"/>
                <a:ext cx="72009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TextBox 20">
                <a:extLst>
                  <a:ext uri="{FF2B5EF4-FFF2-40B4-BE49-F238E27FC236}">
                    <a16:creationId xmlns:a16="http://schemas.microsoft.com/office/drawing/2014/main" id="{2EA696DC-F2F2-4F16-9212-BC6D2DDD8190}"/>
                  </a:ext>
                </a:extLst>
              </p:cNvPr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8099425" y="2948940"/>
                <a:ext cx="288290" cy="24257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prstDash val="solid"/>
              </a:ln>
            </p:spPr>
            <p:txBody>
              <a:bodyPr wrap="square" lIns="0" tIns="1778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写</a:t>
                </a:r>
              </a:p>
            </p:txBody>
          </p:sp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1F75454A-CC88-4B26-8846-F45390B401F3}"/>
                  </a:ext>
                </a:extLst>
              </p:cNvPr>
              <p:cNvCxnSpPr/>
              <p:nvPr>
                <p:custDataLst>
                  <p:tags r:id="rId32"/>
                </p:custDataLst>
              </p:nvPr>
            </p:nvCxnSpPr>
            <p:spPr>
              <a:xfrm flipH="1">
                <a:off x="7019290" y="2372360"/>
                <a:ext cx="0" cy="161925"/>
              </a:xfrm>
              <a:prstGeom prst="line">
                <a:avLst/>
              </a:prstGeom>
              <a:ln w="12700">
                <a:solidFill>
                  <a:srgbClr val="CC3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30415D75-D511-4FB2-AF3B-390ABA5C084F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>
              <a:xfrm flipV="1">
                <a:off x="5939155" y="2426970"/>
                <a:ext cx="0" cy="161925"/>
              </a:xfrm>
              <a:prstGeom prst="line">
                <a:avLst/>
              </a:prstGeom>
              <a:ln w="12700">
                <a:solidFill>
                  <a:srgbClr val="CC3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>
                <a:extLst>
                  <a:ext uri="{FF2B5EF4-FFF2-40B4-BE49-F238E27FC236}">
                    <a16:creationId xmlns:a16="http://schemas.microsoft.com/office/drawing/2014/main" id="{7F78F074-8232-4E8D-AE7D-B3ABB835B720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>
              <a:xfrm flipV="1">
                <a:off x="8099425" y="2426970"/>
                <a:ext cx="0" cy="161925"/>
              </a:xfrm>
              <a:prstGeom prst="line">
                <a:avLst/>
              </a:prstGeom>
              <a:ln w="12700">
                <a:solidFill>
                  <a:srgbClr val="CC3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95D1A90E-552B-4A9A-AB99-E4284CFAC7EE}"/>
                </a:ext>
              </a:extLst>
            </p:cNvPr>
            <p:cNvGrpSpPr/>
            <p:nvPr/>
          </p:nvGrpSpPr>
          <p:grpSpPr>
            <a:xfrm>
              <a:off x="1728000" y="2372360"/>
              <a:ext cx="3275330" cy="828675"/>
              <a:chOff x="1511935" y="2372360"/>
              <a:chExt cx="3275330" cy="828675"/>
            </a:xfrm>
          </p:grpSpPr>
          <p:sp>
            <p:nvSpPr>
              <p:cNvPr id="65" name="TextBox 25">
                <a:extLst>
                  <a:ext uri="{FF2B5EF4-FFF2-40B4-BE49-F238E27FC236}">
                    <a16:creationId xmlns:a16="http://schemas.microsoft.com/office/drawing/2014/main" id="{5BB8D755-7A92-4CF6-9D13-F586FA387A94}"/>
                  </a:ext>
                </a:extLst>
              </p:cNvPr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511935" y="2372995"/>
                <a:ext cx="720090" cy="82804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noAutofit/>
              </a:bodyPr>
              <a:lstStyle/>
              <a:p>
                <a:pPr algn="r"/>
                <a:r>
                  <a:rPr lang="en-US" altLang="zh-CN" sz="1600" b="1" dirty="0" err="1">
                    <a:latin typeface="+mn-ea"/>
                    <a:ea typeface="+mn-ea"/>
                    <a:cs typeface="Times New Roman" panose="02020603050405020304" pitchFamily="18" charset="0"/>
                  </a:rPr>
                  <a:t>Clk</a:t>
                </a:r>
                <a:endPara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algn="r">
                  <a:spcBef>
                    <a:spcPts val="300"/>
                  </a:spcBef>
                </a:pPr>
                <a:r>
                  <a:rPr lang="zh-CN" altLang="en-US" sz="1600" b="1" dirty="0">
                    <a:highlight>
                      <a:srgbClr val="CCFFFF"/>
                    </a:highlight>
                    <a:latin typeface="+mn-ea"/>
                    <a:ea typeface="+mn-ea"/>
                    <a:cs typeface="Times New Roman" panose="02020603050405020304" pitchFamily="18" charset="0"/>
                  </a:rPr>
                  <a:t>同步</a:t>
                </a: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IM</a:t>
                </a:r>
              </a:p>
              <a:p>
                <a:pPr algn="r">
                  <a:spcBef>
                    <a:spcPts val="300"/>
                  </a:spcBef>
                </a:pP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PC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66D6359A-0BEE-4E44-B7C3-F5A55BEC2535}"/>
                  </a:ext>
                </a:extLst>
              </p:cNvPr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2338705" y="2372995"/>
                <a:ext cx="1080135" cy="63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983B2868-704D-405A-A352-E01B9DBA260E}"/>
                  </a:ext>
                </a:extLst>
              </p:cNvPr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2338705" y="2372360"/>
                <a:ext cx="0" cy="21653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B92A6EFD-1631-425B-860B-1F5847F9F1B9}"/>
                  </a:ext>
                </a:extLst>
              </p:cNvPr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2257425" y="2588895"/>
                <a:ext cx="8128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TextBox 29">
                <a:extLst>
                  <a:ext uri="{FF2B5EF4-FFF2-40B4-BE49-F238E27FC236}">
                    <a16:creationId xmlns:a16="http://schemas.microsoft.com/office/drawing/2014/main" id="{3B193CBE-C707-4D8F-B3EE-5EAAF3426E5D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338705" y="2660650"/>
                <a:ext cx="288290" cy="215900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prstDash val="solid"/>
              </a:ln>
            </p:spPr>
            <p:txBody>
              <a:bodyPr wrap="square" lIns="0" tIns="1778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读</a:t>
                </a:r>
              </a:p>
            </p:txBody>
          </p:sp>
          <p:sp>
            <p:nvSpPr>
              <p:cNvPr id="108" name="TextBox 30">
                <a:extLst>
                  <a:ext uri="{FF2B5EF4-FFF2-40B4-BE49-F238E27FC236}">
                    <a16:creationId xmlns:a16="http://schemas.microsoft.com/office/drawing/2014/main" id="{B6DCF7AF-71C8-4B2B-B270-4AA89313BB97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338705" y="2948940"/>
                <a:ext cx="1080135" cy="2159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ash"/>
              </a:ln>
            </p:spPr>
            <p:txBody>
              <a:bodyPr wrap="square" lIns="0" tIns="1778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旧值</a:t>
                </a:r>
              </a:p>
            </p:txBody>
          </p:sp>
          <p:sp>
            <p:nvSpPr>
              <p:cNvPr id="109" name="TextBox 31">
                <a:extLst>
                  <a:ext uri="{FF2B5EF4-FFF2-40B4-BE49-F238E27FC236}">
                    <a16:creationId xmlns:a16="http://schemas.microsoft.com/office/drawing/2014/main" id="{1468374C-82BE-4AA6-8A56-342CDFF0F7C8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626995" y="2660650"/>
                <a:ext cx="1871980" cy="2159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ash"/>
              </a:ln>
            </p:spPr>
            <p:txBody>
              <a:bodyPr wrap="square" lIns="0" tIns="1778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新值</a:t>
                </a: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与地址无关</a:t>
                </a: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TextBox 32">
                <a:extLst>
                  <a:ext uri="{FF2B5EF4-FFF2-40B4-BE49-F238E27FC236}">
                    <a16:creationId xmlns:a16="http://schemas.microsoft.com/office/drawing/2014/main" id="{0C519CD9-5FB6-43AA-9D87-038224DEDB81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418840" y="2948940"/>
                <a:ext cx="288290" cy="21590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prstDash val="solid"/>
              </a:ln>
            </p:spPr>
            <p:txBody>
              <a:bodyPr wrap="square" lIns="0" tIns="1778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写</a:t>
                </a:r>
              </a:p>
            </p:txBody>
          </p:sp>
          <p:sp>
            <p:nvSpPr>
              <p:cNvPr id="112" name="TextBox 33">
                <a:extLst>
                  <a:ext uri="{FF2B5EF4-FFF2-40B4-BE49-F238E27FC236}">
                    <a16:creationId xmlns:a16="http://schemas.microsoft.com/office/drawing/2014/main" id="{C66EFCDF-4774-4507-A97A-D9A285B83F88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707130" y="2948940"/>
                <a:ext cx="791845" cy="2159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ash"/>
              </a:ln>
            </p:spPr>
            <p:txBody>
              <a:bodyPr wrap="square" lIns="0" tIns="1778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新值</a:t>
                </a:r>
              </a:p>
            </p:txBody>
          </p:sp>
          <p:cxnSp>
            <p:nvCxnSpPr>
              <p:cNvPr id="116" name="直接连接符 115">
                <a:extLst>
                  <a:ext uri="{FF2B5EF4-FFF2-40B4-BE49-F238E27FC236}">
                    <a16:creationId xmlns:a16="http://schemas.microsoft.com/office/drawing/2014/main" id="{5D7DD5AC-0F31-4F2A-BEC4-5CD0A18ABE82}"/>
                  </a:ext>
                </a:extLst>
              </p:cNvPr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4498975" y="2372995"/>
                <a:ext cx="0" cy="21653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TextBox 35">
                <a:extLst>
                  <a:ext uri="{FF2B5EF4-FFF2-40B4-BE49-F238E27FC236}">
                    <a16:creationId xmlns:a16="http://schemas.microsoft.com/office/drawing/2014/main" id="{6C457C3D-543E-4A46-B8E5-BC5E8FE74A36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498975" y="2660650"/>
                <a:ext cx="288290" cy="215900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prstDash val="solid"/>
              </a:ln>
            </p:spPr>
            <p:txBody>
              <a:bodyPr wrap="square" lIns="0" tIns="1778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读</a:t>
                </a:r>
              </a:p>
            </p:txBody>
          </p:sp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54DA7467-1F1B-4C2C-9173-40CDBBF054AE}"/>
                  </a:ext>
                </a:extLst>
              </p:cNvPr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3418840" y="2372995"/>
                <a:ext cx="0" cy="21653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F5C3A972-5D93-4648-81F3-CD0C744884C1}"/>
                  </a:ext>
                </a:extLst>
              </p:cNvPr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3418840" y="2588895"/>
                <a:ext cx="1080135" cy="63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>
                <a:extLst>
                  <a:ext uri="{FF2B5EF4-FFF2-40B4-BE49-F238E27FC236}">
                    <a16:creationId xmlns:a16="http://schemas.microsoft.com/office/drawing/2014/main" id="{EC0F125E-6050-48E0-84C6-79709CC9138A}"/>
                  </a:ext>
                </a:extLst>
              </p:cNvPr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4498975" y="2372995"/>
                <a:ext cx="28829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>
                <a:extLst>
                  <a:ext uri="{FF2B5EF4-FFF2-40B4-BE49-F238E27FC236}">
                    <a16:creationId xmlns:a16="http://schemas.microsoft.com/office/drawing/2014/main" id="{97B055BE-36D9-42D4-BB97-AA7C61A4E2F8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>
              <a:xfrm flipH="1">
                <a:off x="3418840" y="2372995"/>
                <a:ext cx="0" cy="161925"/>
              </a:xfrm>
              <a:prstGeom prst="line">
                <a:avLst/>
              </a:prstGeom>
              <a:ln w="12700">
                <a:solidFill>
                  <a:srgbClr val="CC3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EAB43D6F-5272-4D3B-A0C8-4CC6231CDB7F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>
              <a:xfrm flipV="1">
                <a:off x="2338705" y="2426970"/>
                <a:ext cx="0" cy="161925"/>
              </a:xfrm>
              <a:prstGeom prst="line">
                <a:avLst/>
              </a:prstGeom>
              <a:ln w="12700">
                <a:solidFill>
                  <a:srgbClr val="CC3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5F044FDC-424C-4D5A-9281-B1A884B3798A}"/>
                  </a:ext>
                </a:extLst>
              </p:cNvPr>
              <p:cNvCxnSpPr/>
              <p:nvPr>
                <p:custDataLst>
                  <p:tags r:id="rId17"/>
                </p:custDataLst>
              </p:nvPr>
            </p:nvCxnSpPr>
            <p:spPr>
              <a:xfrm flipV="1">
                <a:off x="4498975" y="2426970"/>
                <a:ext cx="0" cy="161925"/>
              </a:xfrm>
              <a:prstGeom prst="line">
                <a:avLst/>
              </a:prstGeom>
              <a:ln w="12700">
                <a:solidFill>
                  <a:srgbClr val="CC3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36</a:t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8784976" cy="17654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(3)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部件互连设计</a:t>
            </a: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*设计方法：</a:t>
            </a:r>
            <a:r>
              <a:rPr lang="zh-CN" altLang="en-US" sz="2200" b="1" dirty="0">
                <a:latin typeface="+mn-ea"/>
                <a:ea typeface="+mn-ea"/>
              </a:rPr>
              <a:t>采用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</a:rPr>
              <a:t>专用结构</a:t>
            </a:r>
            <a:r>
              <a:rPr lang="zh-CN" altLang="en-US" sz="2200" b="1" dirty="0">
                <a:latin typeface="+mn-ea"/>
                <a:ea typeface="+mn-ea"/>
              </a:rPr>
              <a:t>互连，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</a:rPr>
              <a:t>基于指令功能</a:t>
            </a:r>
            <a:r>
              <a:rPr lang="zh-CN" altLang="en-US" sz="2200" b="1" dirty="0">
                <a:latin typeface="+mn-ea"/>
                <a:ea typeface="+mn-ea"/>
              </a:rPr>
              <a:t>建立所有数据路径；</a:t>
            </a:r>
            <a:r>
              <a:rPr lang="en-US" altLang="zh-CN" sz="2200" b="1" dirty="0">
                <a:latin typeface="+mn-ea"/>
                <a:ea typeface="+mn-ea"/>
              </a:rPr>
              <a:t>         </a:t>
            </a:r>
            <a:endParaRPr lang="en-US" altLang="zh-CN" sz="1800" b="1" spc="-100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           通常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边设计边汇总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简单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            </a:t>
            </a:r>
            <a:r>
              <a:rPr lang="zh-CN" altLang="en-US" sz="1800" b="1" dirty="0">
                <a:latin typeface="+mn-ea"/>
                <a:ea typeface="+mn-ea"/>
              </a:rPr>
              <a:t>←也可汇总后设计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        </a:t>
            </a:r>
            <a:endParaRPr lang="en-US" altLang="zh-CN" sz="1800" b="1" spc="-100" dirty="0">
              <a:latin typeface="宋体" panose="02010600030101010101" pitchFamily="2" charset="-122"/>
              <a:ea typeface="+mn-ea"/>
              <a:sym typeface="+mn-ea"/>
            </a:endParaRPr>
          </a:p>
        </p:txBody>
      </p:sp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179263" y="1654530"/>
            <a:ext cx="7326153" cy="27070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add/sub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200" b="1" dirty="0" err="1">
                <a:latin typeface="宋体" panose="02010600030101010101" pitchFamily="2" charset="-122"/>
              </a:rPr>
              <a:t>rd</a:t>
            </a:r>
            <a:r>
              <a:rPr lang="zh-CN" altLang="en-US" sz="2200" b="1" dirty="0">
                <a:latin typeface="宋体" panose="02010600030101010101" pitchFamily="2" charset="-122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rs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rt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及</a:t>
            </a:r>
            <a:r>
              <a:rPr lang="en-US" altLang="zh-CN" sz="2200" b="1" dirty="0" err="1">
                <a:latin typeface="宋体" panose="02010600030101010101" pitchFamily="2" charset="-122"/>
              </a:rPr>
              <a:t>rd</a:t>
            </a:r>
            <a:r>
              <a:rPr lang="zh-CN" altLang="en-US" sz="2200" b="1" dirty="0">
                <a:latin typeface="宋体" panose="02010600030101010101" pitchFamily="2" charset="-122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rs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－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rt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数据路径设计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最后考虑取指的实现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时序组织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61" name="Text Box 116"/>
          <p:cNvSpPr txBox="1">
            <a:spLocks noChangeArrowheads="1"/>
          </p:cNvSpPr>
          <p:nvPr/>
        </p:nvSpPr>
        <p:spPr bwMode="auto">
          <a:xfrm>
            <a:off x="2628266" y="3789040"/>
            <a:ext cx="6408230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写</a:t>
            </a:r>
            <a:r>
              <a:rPr lang="en-US" altLang="zh-CN" sz="2200" b="1" dirty="0">
                <a:latin typeface="宋体" panose="02010600030101010101" pitchFamily="2" charset="-122"/>
              </a:rPr>
              <a:t>GPRs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kumimoji="1"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T</a:t>
            </a:r>
            <a:r>
              <a:rPr kumimoji="1" lang="en-US" altLang="zh-CN" sz="2200" b="1" u="sng" baseline="-18000" dirty="0">
                <a:solidFill>
                  <a:srgbClr val="990099"/>
                </a:solidFill>
                <a:latin typeface="宋体" panose="02010600030101010101" pitchFamily="2" charset="-122"/>
              </a:rPr>
              <a:t>C</a:t>
            </a:r>
            <a:r>
              <a:rPr kumimoji="1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结束时</a:t>
            </a: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</a:rPr>
              <a:t>←与</a:t>
            </a:r>
            <a:r>
              <a:rPr lang="en-US" altLang="zh-CN" sz="1800" b="1" dirty="0">
                <a:latin typeface="宋体" panose="02010600030101010101" pitchFamily="2" charset="-122"/>
              </a:rPr>
              <a:t>lw</a:t>
            </a:r>
            <a:r>
              <a:rPr lang="zh-CN" altLang="en-US" sz="1800" b="1" dirty="0">
                <a:latin typeface="宋体" panose="02010600030101010101" pitchFamily="2" charset="-122"/>
              </a:rPr>
              <a:t>指令统一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 err="1">
                <a:latin typeface="宋体" panose="02010600030101010101" pitchFamily="2" charset="-122"/>
              </a:rPr>
              <a:t>lw</a:t>
            </a:r>
            <a:r>
              <a:rPr lang="zh-CN" altLang="en-US" sz="1600" b="1" dirty="0">
                <a:latin typeface="宋体" panose="02010600030101010101" pitchFamily="2" charset="-122"/>
              </a:rPr>
              <a:t>在</a:t>
            </a:r>
            <a:r>
              <a:rPr lang="en-US" altLang="zh-CN" sz="1600" b="1" dirty="0">
                <a:latin typeface="宋体" panose="02010600030101010101" pitchFamily="2" charset="-122"/>
              </a:rPr>
              <a:t>T</a:t>
            </a:r>
            <a:r>
              <a:rPr lang="en-US" altLang="zh-CN" sz="1600" b="1" baseline="-18000" dirty="0">
                <a:latin typeface="宋体" panose="02010600030101010101" pitchFamily="2" charset="-122"/>
              </a:rPr>
              <a:t>C</a:t>
            </a:r>
            <a:r>
              <a:rPr lang="zh-CN" altLang="en-US" sz="1600" b="1" dirty="0">
                <a:latin typeface="宋体" panose="02010600030101010101" pitchFamily="2" charset="-122"/>
              </a:rPr>
              <a:t>中部读</a:t>
            </a:r>
            <a:r>
              <a:rPr lang="en-US" altLang="zh-CN" sz="1600" b="1" dirty="0">
                <a:latin typeface="宋体" panose="02010600030101010101" pitchFamily="2" charset="-122"/>
              </a:rPr>
              <a:t>DMEM)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382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78" name="组合 377"/>
          <p:cNvGrpSpPr/>
          <p:nvPr/>
        </p:nvGrpSpPr>
        <p:grpSpPr>
          <a:xfrm>
            <a:off x="2340000" y="2564904"/>
            <a:ext cx="5400600" cy="1224136"/>
            <a:chOff x="2411760" y="1988840"/>
            <a:chExt cx="5400600" cy="1224136"/>
          </a:xfrm>
        </p:grpSpPr>
        <p:sp>
          <p:nvSpPr>
            <p:cNvPr id="7" name="Text Box 323"/>
            <p:cNvSpPr txBox="1">
              <a:spLocks noChangeArrowheads="1"/>
            </p:cNvSpPr>
            <p:nvPr/>
          </p:nvSpPr>
          <p:spPr bwMode="auto">
            <a:xfrm>
              <a:off x="4782244" y="2132856"/>
              <a:ext cx="720000" cy="648072"/>
            </a:xfrm>
            <a:prstGeom prst="rect">
              <a:avLst/>
            </a:prstGeom>
            <a:solidFill>
              <a:srgbClr val="FFCC99">
                <a:alpha val="70195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5508104" y="2197748"/>
              <a:ext cx="1296144" cy="311477"/>
            </a:xfrm>
            <a:prstGeom prst="bentConnector3">
              <a:avLst>
                <a:gd name="adj1" fmla="val 9687"/>
              </a:avLst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 Box 363"/>
            <p:cNvSpPr txBox="1">
              <a:spLocks noChangeArrowheads="1"/>
            </p:cNvSpPr>
            <p:nvPr/>
          </p:nvSpPr>
          <p:spPr bwMode="auto">
            <a:xfrm>
              <a:off x="3278098" y="2082556"/>
              <a:ext cx="291108" cy="626364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 bwMode="auto">
            <a:xfrm>
              <a:off x="3206090" y="2276872"/>
              <a:ext cx="0" cy="50405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/>
          </p:nvCxnSpPr>
          <p:spPr>
            <a:xfrm>
              <a:off x="5513814" y="2708920"/>
              <a:ext cx="1290434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utoShape 15"/>
            <p:cNvSpPr>
              <a:spLocks noChangeArrowheads="1"/>
            </p:cNvSpPr>
            <p:nvPr/>
          </p:nvSpPr>
          <p:spPr bwMode="auto">
            <a:xfrm rot="16200000">
              <a:off x="6659741" y="2276381"/>
              <a:ext cx="648071" cy="361023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32" name="直接连接符 31"/>
            <p:cNvCxnSpPr/>
            <p:nvPr/>
          </p:nvCxnSpPr>
          <p:spPr>
            <a:xfrm>
              <a:off x="3203848" y="2348880"/>
              <a:ext cx="1578396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3207386" y="2520973"/>
              <a:ext cx="1568204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3207386" y="2708920"/>
              <a:ext cx="1574858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4572000" y="1988840"/>
              <a:ext cx="211862" cy="187433"/>
            </a:xfrm>
            <a:prstGeom prst="bentConnector3">
              <a:avLst>
                <a:gd name="adj1" fmla="val -7547"/>
              </a:avLst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 bwMode="auto">
            <a:xfrm flipV="1">
              <a:off x="5145822" y="2780928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1" name="直接连接符 40"/>
            <p:cNvCxnSpPr/>
            <p:nvPr/>
          </p:nvCxnSpPr>
          <p:spPr bwMode="auto">
            <a:xfrm flipV="1">
              <a:off x="5436096" y="2780928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" name="直接连接符 8"/>
            <p:cNvCxnSpPr>
              <a:stCxn id="30" idx="2"/>
            </p:cNvCxnSpPr>
            <p:nvPr/>
          </p:nvCxnSpPr>
          <p:spPr>
            <a:xfrm flipH="1" flipV="1">
              <a:off x="4572000" y="1988840"/>
              <a:ext cx="2592288" cy="468052"/>
            </a:xfrm>
            <a:prstGeom prst="bentConnector3">
              <a:avLst>
                <a:gd name="adj1" fmla="val -5537"/>
              </a:avLst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 bwMode="auto">
            <a:xfrm flipV="1">
              <a:off x="7020272" y="2708920"/>
              <a:ext cx="0" cy="28803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51" name="直接连接符 50"/>
            <p:cNvCxnSpPr/>
            <p:nvPr/>
          </p:nvCxnSpPr>
          <p:spPr>
            <a:xfrm>
              <a:off x="7164288" y="2315814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7164288" y="2564904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7532699" y="2182744"/>
              <a:ext cx="279661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OF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524328" y="2420888"/>
              <a:ext cx="279661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566296" y="2996952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zh-CN" altLang="en-US" sz="18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572000" y="2996952"/>
              <a:ext cx="69244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  <a:endParaRPr lang="zh-CN" altLang="en-US" sz="18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292080" y="2996952"/>
              <a:ext cx="42409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66" name="直接连接符 65"/>
            <p:cNvCxnSpPr/>
            <p:nvPr/>
          </p:nvCxnSpPr>
          <p:spPr>
            <a:xfrm>
              <a:off x="2414002" y="2530736"/>
              <a:ext cx="792088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2411760" y="2277988"/>
              <a:ext cx="720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</a:p>
          </p:txBody>
        </p:sp>
        <p:sp>
          <p:nvSpPr>
            <p:cNvPr id="377" name="TextBox 376"/>
            <p:cNvSpPr txBox="1"/>
            <p:nvPr/>
          </p:nvSpPr>
          <p:spPr>
            <a:xfrm>
              <a:off x="5732499" y="2420888"/>
              <a:ext cx="279661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dA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21" name="线形标注 2 120"/>
          <p:cNvSpPr/>
          <p:nvPr/>
        </p:nvSpPr>
        <p:spPr bwMode="auto">
          <a:xfrm>
            <a:off x="5868144" y="2132856"/>
            <a:ext cx="1764000" cy="288000"/>
          </a:xfrm>
          <a:prstGeom prst="borderCallout2">
            <a:avLst>
              <a:gd name="adj1" fmla="val 48951"/>
              <a:gd name="adj2" fmla="val -717"/>
              <a:gd name="adj3" fmla="val 46558"/>
              <a:gd name="adj4" fmla="val -11733"/>
              <a:gd name="adj5" fmla="val -37844"/>
              <a:gd name="adj6" fmla="val -22880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 err="1">
                <a:latin typeface="宋体" panose="02010600030101010101" pitchFamily="2" charset="-122"/>
              </a:rPr>
              <a:t>rs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</a:rPr>
              <a:t>连接</a:t>
            </a:r>
            <a:r>
              <a:rPr lang="en-US" altLang="zh-CN" sz="1600" b="1" dirty="0">
                <a:latin typeface="宋体" panose="02010600030101010101" pitchFamily="2" charset="-122"/>
              </a:rPr>
              <a:t>ALU</a:t>
            </a:r>
            <a:r>
              <a:rPr lang="zh-CN" altLang="en-US" sz="1600" b="1" dirty="0">
                <a:latin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</a:rPr>
              <a:t>A</a:t>
            </a:r>
            <a:r>
              <a:rPr lang="zh-CN" altLang="en-US" sz="1600" b="1" dirty="0">
                <a:latin typeface="宋体" panose="02010600030101010101" pitchFamily="2" charset="-122"/>
              </a:rPr>
              <a:t>端</a:t>
            </a:r>
          </a:p>
        </p:txBody>
      </p:sp>
      <p:grpSp>
        <p:nvGrpSpPr>
          <p:cNvPr id="126" name="组合 125"/>
          <p:cNvGrpSpPr/>
          <p:nvPr/>
        </p:nvGrpSpPr>
        <p:grpSpPr>
          <a:xfrm>
            <a:off x="1188287" y="4292932"/>
            <a:ext cx="6984640" cy="220770"/>
            <a:chOff x="1727240" y="3789040"/>
            <a:chExt cx="6984640" cy="220770"/>
          </a:xfrm>
        </p:grpSpPr>
        <p:cxnSp>
          <p:nvCxnSpPr>
            <p:cNvPr id="127" name="直接连接符 126"/>
            <p:cNvCxnSpPr/>
            <p:nvPr/>
          </p:nvCxnSpPr>
          <p:spPr>
            <a:xfrm>
              <a:off x="5543888" y="4001043"/>
              <a:ext cx="19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5543664" y="3793810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2519592" y="3789040"/>
              <a:ext cx="302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2517676" y="3793810"/>
              <a:ext cx="1588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2375264" y="4001043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7487879" y="3789040"/>
              <a:ext cx="1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7487880" y="3789040"/>
              <a:ext cx="122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/>
            <p:cNvSpPr txBox="1"/>
            <p:nvPr/>
          </p:nvSpPr>
          <p:spPr>
            <a:xfrm>
              <a:off x="1727240" y="3789064"/>
              <a:ext cx="576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线形标注 2 7"/>
          <p:cNvSpPr/>
          <p:nvPr>
            <p:custDataLst>
              <p:tags r:id="rId1"/>
            </p:custDataLst>
          </p:nvPr>
        </p:nvSpPr>
        <p:spPr bwMode="auto">
          <a:xfrm>
            <a:off x="3707904" y="6309320"/>
            <a:ext cx="3024336" cy="242476"/>
          </a:xfrm>
          <a:prstGeom prst="borderCallout2">
            <a:avLst>
              <a:gd name="adj1" fmla="val 51698"/>
              <a:gd name="adj2" fmla="val 99675"/>
              <a:gd name="adj3" fmla="val 52054"/>
              <a:gd name="adj4" fmla="val 106754"/>
              <a:gd name="adj5" fmla="val -118023"/>
              <a:gd name="adj6" fmla="val 115174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＜</a:t>
            </a:r>
            <a:r>
              <a:rPr lang="en-US" altLang="zh-CN" sz="16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t</a:t>
            </a:r>
            <a:r>
              <a:rPr lang="zh-CN" altLang="en-US" sz="1600" b="1" baseline="-18000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取指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sz="16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不影响下条指令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的执行</a:t>
            </a:r>
            <a:endParaRPr lang="en-US" altLang="zh-CN" sz="1600" b="1" dirty="0"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877050" y="4364950"/>
            <a:ext cx="1295400" cy="1944370"/>
            <a:chOff x="10830" y="6986"/>
            <a:chExt cx="2040" cy="3062"/>
          </a:xfrm>
        </p:grpSpPr>
        <p:cxnSp>
          <p:nvCxnSpPr>
            <p:cNvPr id="223" name="直接连接符 222"/>
            <p:cNvCxnSpPr/>
            <p:nvPr/>
          </p:nvCxnSpPr>
          <p:spPr>
            <a:xfrm flipH="1">
              <a:off x="10939" y="7213"/>
              <a:ext cx="0" cy="2835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椭圆 223"/>
            <p:cNvSpPr/>
            <p:nvPr/>
          </p:nvSpPr>
          <p:spPr>
            <a:xfrm>
              <a:off x="10830" y="7828"/>
              <a:ext cx="227" cy="113"/>
            </a:xfrm>
            <a:prstGeom prst="ellipse">
              <a:avLst/>
            </a:prstGeom>
            <a:noFill/>
            <a:ln w="12700">
              <a:solidFill>
                <a:srgbClr val="FF339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椭圆 224"/>
            <p:cNvSpPr/>
            <p:nvPr/>
          </p:nvSpPr>
          <p:spPr>
            <a:xfrm>
              <a:off x="10853" y="9031"/>
              <a:ext cx="170" cy="340"/>
            </a:xfrm>
            <a:prstGeom prst="ellipse">
              <a:avLst/>
            </a:prstGeom>
            <a:noFill/>
            <a:ln w="12700">
              <a:solidFill>
                <a:srgbClr val="3333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6" name="直接连接符 225"/>
            <p:cNvCxnSpPr>
              <a:stCxn id="224" idx="5"/>
            </p:cNvCxnSpPr>
            <p:nvPr/>
          </p:nvCxnSpPr>
          <p:spPr>
            <a:xfrm>
              <a:off x="11023" y="7924"/>
              <a:ext cx="504" cy="536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 flipV="1">
              <a:off x="11027" y="8800"/>
              <a:ext cx="524" cy="363"/>
            </a:xfrm>
            <a:prstGeom prst="line">
              <a:avLst/>
            </a:prstGeom>
            <a:ln w="12700">
              <a:solidFill>
                <a:srgbClr val="3333FF"/>
              </a:solidFill>
              <a:prstDash val="sys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>
              <a:off x="11170" y="8460"/>
              <a:ext cx="454" cy="34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 flipH="1">
              <a:off x="11170" y="8460"/>
              <a:ext cx="454" cy="34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/>
            <p:cNvCxnSpPr/>
            <p:nvPr/>
          </p:nvCxnSpPr>
          <p:spPr>
            <a:xfrm flipV="1">
              <a:off x="11624" y="8460"/>
              <a:ext cx="1247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/>
            <p:cNvCxnSpPr/>
            <p:nvPr/>
          </p:nvCxnSpPr>
          <p:spPr>
            <a:xfrm>
              <a:off x="11624" y="8800"/>
              <a:ext cx="1247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TextBox 231"/>
            <p:cNvSpPr txBox="1"/>
            <p:nvPr/>
          </p:nvSpPr>
          <p:spPr>
            <a:xfrm>
              <a:off x="11624" y="8460"/>
              <a:ext cx="1134" cy="34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</a:p>
          </p:txBody>
        </p:sp>
        <p:cxnSp>
          <p:nvCxnSpPr>
            <p:cNvPr id="233" name="直接连接符 232"/>
            <p:cNvCxnSpPr/>
            <p:nvPr/>
          </p:nvCxnSpPr>
          <p:spPr>
            <a:xfrm flipV="1">
              <a:off x="10943" y="6986"/>
              <a:ext cx="0" cy="227"/>
            </a:xfrm>
            <a:prstGeom prst="line">
              <a:avLst/>
            </a:prstGeom>
            <a:ln w="25400">
              <a:solidFill>
                <a:srgbClr val="FF3399"/>
              </a:solidFill>
              <a:headEnd type="none" w="med" len="sm"/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 flipH="1">
              <a:off x="11397" y="8460"/>
              <a:ext cx="0" cy="1247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TextBox 234"/>
            <p:cNvSpPr txBox="1"/>
            <p:nvPr/>
          </p:nvSpPr>
          <p:spPr>
            <a:xfrm>
              <a:off x="10956" y="9708"/>
              <a:ext cx="1587" cy="34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GPR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写延迟</a:t>
              </a:r>
            </a:p>
          </p:txBody>
        </p:sp>
        <p:cxnSp>
          <p:nvCxnSpPr>
            <p:cNvPr id="236" name="直接连接符 235"/>
            <p:cNvCxnSpPr/>
            <p:nvPr/>
          </p:nvCxnSpPr>
          <p:spPr>
            <a:xfrm>
              <a:off x="10939" y="9594"/>
              <a:ext cx="454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2"/>
              </p:custDataLst>
            </p:nvPr>
          </p:nvCxnSpPr>
          <p:spPr>
            <a:xfrm>
              <a:off x="11395" y="9581"/>
              <a:ext cx="1474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972359" y="4509156"/>
            <a:ext cx="7200688" cy="1800000"/>
            <a:chOff x="972359" y="4580316"/>
            <a:chExt cx="7200688" cy="1800000"/>
          </a:xfrm>
        </p:grpSpPr>
        <p:cxnSp>
          <p:nvCxnSpPr>
            <p:cNvPr id="105" name="直接连接符 104"/>
            <p:cNvCxnSpPr/>
            <p:nvPr/>
          </p:nvCxnSpPr>
          <p:spPr>
            <a:xfrm>
              <a:off x="1836359" y="4652236"/>
              <a:ext cx="1224000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1836359" y="4868260"/>
              <a:ext cx="1224000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V="1">
              <a:off x="3348526" y="4652236"/>
              <a:ext cx="4680000" cy="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V="1">
              <a:off x="3348526" y="4868260"/>
              <a:ext cx="4680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3420535" y="4652236"/>
              <a:ext cx="540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</a:p>
          </p:txBody>
        </p:sp>
        <p:cxnSp>
          <p:nvCxnSpPr>
            <p:cNvPr id="110" name="直接连接符 109"/>
            <p:cNvCxnSpPr/>
            <p:nvPr/>
          </p:nvCxnSpPr>
          <p:spPr>
            <a:xfrm>
              <a:off x="3204511" y="4652236"/>
              <a:ext cx="0" cy="172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/>
            <p:cNvSpPr txBox="1"/>
            <p:nvPr/>
          </p:nvSpPr>
          <p:spPr>
            <a:xfrm>
              <a:off x="1980511" y="6020388"/>
              <a:ext cx="122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取指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+CU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</a:p>
          </p:txBody>
        </p:sp>
        <p:cxnSp>
          <p:nvCxnSpPr>
            <p:cNvPr id="112" name="直接连接符 111"/>
            <p:cNvCxnSpPr/>
            <p:nvPr/>
          </p:nvCxnSpPr>
          <p:spPr>
            <a:xfrm>
              <a:off x="1836359" y="5228300"/>
              <a:ext cx="1224136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3348526" y="5012276"/>
              <a:ext cx="4680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3996631" y="537231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3996599" y="537231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V="1">
              <a:off x="4284631" y="5372316"/>
              <a:ext cx="2808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>
              <a:off x="4284631" y="5588340"/>
              <a:ext cx="2808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/>
            <p:cNvSpPr txBox="1"/>
            <p:nvPr/>
          </p:nvSpPr>
          <p:spPr>
            <a:xfrm>
              <a:off x="4356639" y="5372316"/>
              <a:ext cx="1671194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)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及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)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</a:p>
          </p:txBody>
        </p:sp>
        <p:cxnSp>
          <p:nvCxnSpPr>
            <p:cNvPr id="119" name="直接连接符 118"/>
            <p:cNvCxnSpPr/>
            <p:nvPr/>
          </p:nvCxnSpPr>
          <p:spPr>
            <a:xfrm>
              <a:off x="4140615" y="5372316"/>
              <a:ext cx="0" cy="100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/>
            <p:cNvSpPr txBox="1"/>
            <p:nvPr/>
          </p:nvSpPr>
          <p:spPr>
            <a:xfrm>
              <a:off x="3204511" y="6020412"/>
              <a:ext cx="936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GPR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读延迟</a:t>
              </a:r>
            </a:p>
          </p:txBody>
        </p:sp>
        <p:cxnSp>
          <p:nvCxnSpPr>
            <p:cNvPr id="122" name="直接连接符 121"/>
            <p:cNvCxnSpPr/>
            <p:nvPr/>
          </p:nvCxnSpPr>
          <p:spPr>
            <a:xfrm>
              <a:off x="3204511" y="6306764"/>
              <a:ext cx="936000" cy="1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/>
            <p:cNvSpPr txBox="1"/>
            <p:nvPr/>
          </p:nvSpPr>
          <p:spPr>
            <a:xfrm>
              <a:off x="4140615" y="6020388"/>
              <a:ext cx="79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ALU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</a:p>
          </p:txBody>
        </p:sp>
        <p:cxnSp>
          <p:nvCxnSpPr>
            <p:cNvPr id="124" name="直接连接符 123"/>
            <p:cNvCxnSpPr/>
            <p:nvPr/>
          </p:nvCxnSpPr>
          <p:spPr>
            <a:xfrm>
              <a:off x="4140614" y="6308419"/>
              <a:ext cx="792000" cy="1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/>
            <p:cNvSpPr txBox="1"/>
            <p:nvPr/>
          </p:nvSpPr>
          <p:spPr>
            <a:xfrm>
              <a:off x="972359" y="4652236"/>
              <a:ext cx="86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zh-CN" altLang="en-US" sz="16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972359" y="5013866"/>
              <a:ext cx="86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  <a:endParaRPr lang="zh-CN" altLang="en-US" sz="16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972359" y="5373112"/>
              <a:ext cx="86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GPRs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出端</a:t>
              </a: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972359" y="5733947"/>
              <a:ext cx="86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ALU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出端</a:t>
              </a:r>
            </a:p>
          </p:txBody>
        </p:sp>
        <p:cxnSp>
          <p:nvCxnSpPr>
            <p:cNvPr id="199" name="直接连接符 198"/>
            <p:cNvCxnSpPr/>
            <p:nvPr/>
          </p:nvCxnSpPr>
          <p:spPr>
            <a:xfrm>
              <a:off x="1836359" y="5012276"/>
              <a:ext cx="1224136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/>
            <p:cNvCxnSpPr/>
            <p:nvPr/>
          </p:nvCxnSpPr>
          <p:spPr>
            <a:xfrm flipV="1">
              <a:off x="1836359" y="5362922"/>
              <a:ext cx="2142728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>
            <a:xfrm flipV="1">
              <a:off x="1836359" y="5588340"/>
              <a:ext cx="2160240" cy="2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>
              <a:off x="1836359" y="5732356"/>
              <a:ext cx="2952000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>
            <a:xfrm>
              <a:off x="1836359" y="5948380"/>
              <a:ext cx="2952000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>
              <a:off x="1980375" y="6308421"/>
              <a:ext cx="1224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>
            <a:xfrm>
              <a:off x="4788719" y="573235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>
            <a:xfrm flipH="1">
              <a:off x="4784022" y="573235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>
              <a:off x="5076718" y="5732356"/>
              <a:ext cx="3096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>
              <a:off x="5076718" y="5948380"/>
              <a:ext cx="3096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TextBox 208"/>
            <p:cNvSpPr txBox="1"/>
            <p:nvPr/>
          </p:nvSpPr>
          <p:spPr>
            <a:xfrm>
              <a:off x="5148727" y="573235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</a:p>
          </p:txBody>
        </p:sp>
        <p:cxnSp>
          <p:nvCxnSpPr>
            <p:cNvPr id="210" name="直接连接符 209"/>
            <p:cNvCxnSpPr/>
            <p:nvPr/>
          </p:nvCxnSpPr>
          <p:spPr>
            <a:xfrm flipH="1">
              <a:off x="3060496" y="501227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3060495" y="5012276"/>
              <a:ext cx="144000" cy="10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>
              <a:off x="3060495" y="465223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 flipH="1">
              <a:off x="3060496" y="465223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213"/>
            <p:cNvSpPr txBox="1"/>
            <p:nvPr/>
          </p:nvSpPr>
          <p:spPr>
            <a:xfrm>
              <a:off x="2412423" y="465223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旧值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412423" y="501227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旧值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2412423" y="537231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旧值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2412423" y="573235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旧值</a:t>
              </a:r>
            </a:p>
          </p:txBody>
        </p:sp>
        <p:cxnSp>
          <p:nvCxnSpPr>
            <p:cNvPr id="218" name="直接连接符 217"/>
            <p:cNvCxnSpPr/>
            <p:nvPr/>
          </p:nvCxnSpPr>
          <p:spPr>
            <a:xfrm>
              <a:off x="8173047" y="4652236"/>
              <a:ext cx="0" cy="154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>
            <a:xfrm flipV="1">
              <a:off x="8028526" y="4760260"/>
              <a:ext cx="144521" cy="108000"/>
            </a:xfrm>
            <a:prstGeom prst="line">
              <a:avLst/>
            </a:prstGeom>
            <a:ln w="158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>
              <a:off x="8029047" y="5012276"/>
              <a:ext cx="144000" cy="10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/>
            <p:cNvCxnSpPr/>
            <p:nvPr/>
          </p:nvCxnSpPr>
          <p:spPr>
            <a:xfrm>
              <a:off x="8029047" y="4652236"/>
              <a:ext cx="144000" cy="10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/>
            <p:cNvCxnSpPr/>
            <p:nvPr/>
          </p:nvCxnSpPr>
          <p:spPr>
            <a:xfrm flipH="1">
              <a:off x="4932010" y="4580316"/>
              <a:ext cx="693" cy="1800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>
              <a:off x="1980375" y="4580316"/>
              <a:ext cx="0" cy="1800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08"/>
            <p:cNvSpPr txBox="1"/>
            <p:nvPr/>
          </p:nvSpPr>
          <p:spPr>
            <a:xfrm>
              <a:off x="3419872" y="5013200"/>
              <a:ext cx="540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771999" y="728720"/>
            <a:ext cx="2844001" cy="180000"/>
            <a:chOff x="2771999" y="648000"/>
            <a:chExt cx="2844001" cy="180000"/>
          </a:xfrm>
        </p:grpSpPr>
        <p:cxnSp>
          <p:nvCxnSpPr>
            <p:cNvPr id="136" name="直接连接符 135"/>
            <p:cNvCxnSpPr/>
            <p:nvPr/>
          </p:nvCxnSpPr>
          <p:spPr>
            <a:xfrm flipV="1">
              <a:off x="2772000" y="648000"/>
              <a:ext cx="0" cy="144000"/>
            </a:xfrm>
            <a:prstGeom prst="line">
              <a:avLst/>
            </a:prstGeom>
            <a:ln w="12700">
              <a:solidFill>
                <a:srgbClr val="9900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2771999" y="648000"/>
              <a:ext cx="2844000" cy="0"/>
            </a:xfrm>
            <a:prstGeom prst="line">
              <a:avLst/>
            </a:prstGeom>
            <a:ln w="12700">
              <a:solidFill>
                <a:srgbClr val="9900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5616000" y="648000"/>
              <a:ext cx="0" cy="180000"/>
            </a:xfrm>
            <a:prstGeom prst="line">
              <a:avLst/>
            </a:prstGeom>
            <a:ln w="12700">
              <a:solidFill>
                <a:srgbClr val="9900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5" presetClass="entr" presetSubtype="1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61" grpId="0"/>
      <p:bldP spid="121" grpId="0" bldLvl="0" animBg="1"/>
      <p:bldP spid="8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37</a:t>
            </a:fld>
            <a:endParaRPr lang="en-US" altLang="zh-CN"/>
          </a:p>
        </p:txBody>
      </p:sp>
      <p:sp>
        <p:nvSpPr>
          <p:cNvPr id="3" name="Text Box 116"/>
          <p:cNvSpPr txBox="1">
            <a:spLocks noChangeArrowheads="1"/>
          </p:cNvSpPr>
          <p:nvPr/>
        </p:nvSpPr>
        <p:spPr bwMode="auto">
          <a:xfrm>
            <a:off x="179513" y="332656"/>
            <a:ext cx="5472608" cy="3322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ori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200" b="1" dirty="0" err="1">
                <a:latin typeface="宋体" panose="02010600030101010101" pitchFamily="2" charset="-122"/>
              </a:rPr>
              <a:t>rt</a:t>
            </a:r>
            <a:r>
              <a:rPr lang="zh-CN" altLang="en-US" sz="2200" b="1" dirty="0">
                <a:latin typeface="宋体" panose="02010600030101010101" pitchFamily="2" charset="-122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rs</a:t>
            </a:r>
            <a:r>
              <a:rPr lang="en-US" altLang="zh-CN" sz="2200" b="1" dirty="0">
                <a:latin typeface="宋体" panose="02010600030101010101" pitchFamily="2" charset="-122"/>
              </a:rPr>
              <a:t>)|</a:t>
            </a:r>
            <a:r>
              <a:rPr lang="en-US" altLang="zh-CN" sz="2200" b="1" baseline="-25000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err="1">
                <a:latin typeface="宋体" panose="02010600030101010101" pitchFamily="2" charset="-122"/>
              </a:rPr>
              <a:t>ZExt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imme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数据路径设计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时序组织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40000" y="1303322"/>
            <a:ext cx="5400600" cy="1656184"/>
            <a:chOff x="2483768" y="4005064"/>
            <a:chExt cx="5400600" cy="1656184"/>
          </a:xfrm>
        </p:grpSpPr>
        <p:sp>
          <p:nvSpPr>
            <p:cNvPr id="5" name="Text Box 323"/>
            <p:cNvSpPr txBox="1">
              <a:spLocks noChangeArrowheads="1"/>
            </p:cNvSpPr>
            <p:nvPr/>
          </p:nvSpPr>
          <p:spPr bwMode="auto">
            <a:xfrm>
              <a:off x="4856494" y="4149080"/>
              <a:ext cx="720000" cy="64807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" name="直接连接符 8"/>
            <p:cNvCxnSpPr/>
            <p:nvPr/>
          </p:nvCxnSpPr>
          <p:spPr>
            <a:xfrm flipV="1">
              <a:off x="5580112" y="4207078"/>
              <a:ext cx="432048" cy="34139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 Box 363"/>
            <p:cNvSpPr txBox="1">
              <a:spLocks noChangeArrowheads="1"/>
            </p:cNvSpPr>
            <p:nvPr/>
          </p:nvSpPr>
          <p:spPr bwMode="auto">
            <a:xfrm>
              <a:off x="3275856" y="4005064"/>
              <a:ext cx="360040" cy="72008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700"/>
                </a:spcBef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3278098" y="4149080"/>
              <a:ext cx="0" cy="108012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/>
          </p:nvCxnSpPr>
          <p:spPr>
            <a:xfrm>
              <a:off x="5580112" y="4725144"/>
              <a:ext cx="1295161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utoShape 15"/>
            <p:cNvSpPr>
              <a:spLocks noChangeArrowheads="1"/>
            </p:cNvSpPr>
            <p:nvPr/>
          </p:nvSpPr>
          <p:spPr bwMode="auto">
            <a:xfrm rot="16200000">
              <a:off x="6731749" y="4292605"/>
              <a:ext cx="648071" cy="361023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355976" y="4365104"/>
              <a:ext cx="500518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275856" y="4545124"/>
              <a:ext cx="1580638" cy="5524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3278098" y="4725144"/>
              <a:ext cx="1578396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35"/>
            <p:cNvCxnSpPr/>
            <p:nvPr/>
          </p:nvCxnSpPr>
          <p:spPr>
            <a:xfrm>
              <a:off x="4646250" y="4005064"/>
              <a:ext cx="211862" cy="187433"/>
            </a:xfrm>
            <a:prstGeom prst="bentConnector3">
              <a:avLst>
                <a:gd name="adj1" fmla="val -7547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82"/>
            <p:cNvCxnSpPr>
              <a:endCxn id="5" idx="2"/>
            </p:cNvCxnSpPr>
            <p:nvPr/>
          </p:nvCxnSpPr>
          <p:spPr bwMode="auto">
            <a:xfrm flipV="1">
              <a:off x="4572000" y="4797152"/>
              <a:ext cx="644494" cy="106076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 bwMode="auto">
            <a:xfrm flipV="1">
              <a:off x="5436096" y="4797152"/>
              <a:ext cx="0" cy="12363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" name="直接连接符 8"/>
            <p:cNvCxnSpPr>
              <a:stCxn id="10" idx="2"/>
            </p:cNvCxnSpPr>
            <p:nvPr/>
          </p:nvCxnSpPr>
          <p:spPr>
            <a:xfrm flipH="1" flipV="1">
              <a:off x="4646250" y="4005064"/>
              <a:ext cx="2590046" cy="468052"/>
            </a:xfrm>
            <a:prstGeom prst="bentConnector3">
              <a:avLst>
                <a:gd name="adj1" fmla="val -5541"/>
              </a:avLst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auto">
            <a:xfrm flipV="1">
              <a:off x="7092280" y="4725144"/>
              <a:ext cx="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9" name="直接连接符 18"/>
            <p:cNvCxnSpPr/>
            <p:nvPr/>
          </p:nvCxnSpPr>
          <p:spPr>
            <a:xfrm>
              <a:off x="7236296" y="4332038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236296" y="4581128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7604707" y="4198968"/>
              <a:ext cx="279661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OF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596336" y="4437112"/>
              <a:ext cx="279661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854328" y="5445224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239592" y="5445224"/>
              <a:ext cx="69244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2486010" y="4544942"/>
              <a:ext cx="792088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483768" y="4294212"/>
              <a:ext cx="720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</a:p>
          </p:txBody>
        </p:sp>
        <p:sp>
          <p:nvSpPr>
            <p:cNvPr id="27" name="Text Box 18"/>
            <p:cNvSpPr txBox="1">
              <a:spLocks noChangeArrowheads="1"/>
            </p:cNvSpPr>
            <p:nvPr/>
          </p:nvSpPr>
          <p:spPr bwMode="auto">
            <a:xfrm>
              <a:off x="3851921" y="4149080"/>
              <a:ext cx="504055" cy="28892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3851921" y="4336527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3860305" y="4178017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3278098" y="5120942"/>
              <a:ext cx="1569500" cy="0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3278098" y="4221088"/>
              <a:ext cx="571902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103"/>
            <p:cNvCxnSpPr/>
            <p:nvPr/>
          </p:nvCxnSpPr>
          <p:spPr>
            <a:xfrm flipV="1">
              <a:off x="3635896" y="4365104"/>
              <a:ext cx="214104" cy="185544"/>
            </a:xfrm>
            <a:prstGeom prst="bentConnector3">
              <a:avLst>
                <a:gd name="adj1" fmla="val -843"/>
              </a:avLst>
            </a:prstGeom>
            <a:ln w="15875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 Box 323"/>
            <p:cNvSpPr txBox="1">
              <a:spLocks noChangeArrowheads="1"/>
            </p:cNvSpPr>
            <p:nvPr/>
          </p:nvSpPr>
          <p:spPr bwMode="auto">
            <a:xfrm>
              <a:off x="4847598" y="4941168"/>
              <a:ext cx="720000" cy="324036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>
                  <a:latin typeface="宋体" panose="02010600030101010101" pitchFamily="2" charset="-122"/>
                </a:rPr>
                <a:t>ExtU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34" name="Text Box 18"/>
            <p:cNvSpPr txBox="1">
              <a:spLocks noChangeArrowheads="1"/>
            </p:cNvSpPr>
            <p:nvPr/>
          </p:nvSpPr>
          <p:spPr bwMode="auto">
            <a:xfrm>
              <a:off x="6012160" y="4149080"/>
              <a:ext cx="504055" cy="28892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35" name="矩形 34"/>
            <p:cNvSpPr/>
            <p:nvPr/>
          </p:nvSpPr>
          <p:spPr bwMode="auto">
            <a:xfrm>
              <a:off x="6012160" y="4336527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6020544" y="4178017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 flipV="1">
              <a:off x="6516216" y="4221088"/>
              <a:ext cx="359057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8"/>
            <p:cNvCxnSpPr>
              <a:stCxn id="33" idx="3"/>
            </p:cNvCxnSpPr>
            <p:nvPr/>
          </p:nvCxnSpPr>
          <p:spPr>
            <a:xfrm flipV="1">
              <a:off x="5567598" y="4356466"/>
              <a:ext cx="302788" cy="746720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5870386" y="4373488"/>
              <a:ext cx="149787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3316482" y="4869160"/>
              <a:ext cx="53543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 bwMode="auto">
            <a:xfrm flipV="1">
              <a:off x="3995936" y="4438006"/>
              <a:ext cx="0" cy="100721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2" name="直接连接符 41"/>
            <p:cNvCxnSpPr/>
            <p:nvPr/>
          </p:nvCxnSpPr>
          <p:spPr bwMode="auto">
            <a:xfrm flipV="1">
              <a:off x="5364088" y="5281270"/>
              <a:ext cx="0" cy="1639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3" name="直接连接符 42"/>
            <p:cNvCxnSpPr/>
            <p:nvPr/>
          </p:nvCxnSpPr>
          <p:spPr bwMode="auto">
            <a:xfrm flipV="1">
              <a:off x="6264187" y="4438006"/>
              <a:ext cx="0" cy="100721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44" name="TextBox 43"/>
            <p:cNvSpPr txBox="1"/>
            <p:nvPr/>
          </p:nvSpPr>
          <p:spPr>
            <a:xfrm>
              <a:off x="3350106" y="5445224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RegAsrc</a:t>
              </a:r>
              <a:endParaRPr lang="zh-CN" altLang="en-US" sz="18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004048" y="5445224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Extctr</a:t>
              </a:r>
              <a:endParaRPr lang="zh-CN" altLang="en-US" sz="18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6" name="直接连接符 45"/>
            <p:cNvCxnSpPr/>
            <p:nvPr/>
          </p:nvCxnSpPr>
          <p:spPr bwMode="auto">
            <a:xfrm flipV="1">
              <a:off x="4572000" y="4903227"/>
              <a:ext cx="2242" cy="5419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7" name="TextBox 46"/>
            <p:cNvSpPr txBox="1"/>
            <p:nvPr/>
          </p:nvSpPr>
          <p:spPr>
            <a:xfrm>
              <a:off x="5940152" y="5445224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ALUBsrc</a:t>
              </a:r>
              <a:endParaRPr lang="zh-CN" altLang="en-US" sz="18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Text Box 116"/>
          <p:cNvSpPr txBox="1">
            <a:spLocks noChangeArrowheads="1"/>
          </p:cNvSpPr>
          <p:nvPr/>
        </p:nvSpPr>
        <p:spPr bwMode="auto">
          <a:xfrm>
            <a:off x="2592000" y="3031322"/>
            <a:ext cx="2488898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sz="2200" b="1" dirty="0">
                <a:latin typeface="宋体" panose="02010600030101010101" pitchFamily="2" charset="-122"/>
              </a:rPr>
              <a:t>同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add/sub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指令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49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Text Box 5"/>
          <p:cNvSpPr txBox="1">
            <a:spLocks noChangeArrowheads="1"/>
          </p:cNvSpPr>
          <p:nvPr/>
        </p:nvSpPr>
        <p:spPr bwMode="auto">
          <a:xfrm>
            <a:off x="2736000" y="764656"/>
            <a:ext cx="6084472" cy="4628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增加</a:t>
            </a:r>
            <a:r>
              <a:rPr lang="en-US" altLang="zh-CN" sz="2200" b="1" dirty="0" err="1">
                <a:latin typeface="宋体" panose="02010600030101010101" pitchFamily="2" charset="-122"/>
              </a:rPr>
              <a:t>ExtU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rt</a:t>
            </a:r>
            <a:r>
              <a:rPr lang="zh-CN" altLang="en-US" sz="2200" b="1" dirty="0">
                <a:latin typeface="宋体" panose="02010600030101010101" pitchFamily="2" charset="-122"/>
              </a:rPr>
              <a:t>相关路径     </a:t>
            </a:r>
            <a:r>
              <a:rPr lang="zh-CN" altLang="en-US" sz="1800" b="1" dirty="0">
                <a:latin typeface="宋体" panose="02010600030101010101" pitchFamily="2" charset="-122"/>
              </a:rPr>
              <a:t>←相应的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r>
              <a:rPr lang="zh-CN" altLang="en-US" sz="1800" b="1" dirty="0">
                <a:latin typeface="宋体" panose="02010600030101010101" pitchFamily="2" charset="-122"/>
              </a:rPr>
              <a:t>为红色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1" grpId="0" bldLvl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38</a:t>
            </a:fld>
            <a:endParaRPr lang="en-US" altLang="zh-CN"/>
          </a:p>
        </p:txBody>
      </p:sp>
      <p:sp>
        <p:nvSpPr>
          <p:cNvPr id="3" name="Text Box 116"/>
          <p:cNvSpPr txBox="1">
            <a:spLocks noChangeArrowheads="1"/>
          </p:cNvSpPr>
          <p:nvPr/>
        </p:nvSpPr>
        <p:spPr bwMode="auto">
          <a:xfrm>
            <a:off x="179263" y="332656"/>
            <a:ext cx="6372465" cy="39382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lw</a:t>
            </a: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/</a:t>
            </a:r>
            <a:r>
              <a:rPr kumimoji="1"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sw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200" b="1" dirty="0" err="1">
                <a:latin typeface="宋体" panose="02010600030101010101" pitchFamily="2" charset="-122"/>
              </a:rPr>
              <a:t>rt</a:t>
            </a:r>
            <a:r>
              <a:rPr lang="zh-CN" altLang="en-US" sz="2200" b="1" dirty="0">
                <a:latin typeface="宋体" panose="02010600030101010101" pitchFamily="2" charset="-122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</a:rPr>
              <a:t>M[(</a:t>
            </a:r>
            <a:r>
              <a:rPr lang="en-US" altLang="zh-CN" sz="2200" b="1" dirty="0" err="1">
                <a:latin typeface="宋体" panose="02010600030101010101" pitchFamily="2" charset="-122"/>
              </a:rPr>
              <a:t>rs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dirty="0" err="1">
                <a:latin typeface="宋体" panose="02010600030101010101" pitchFamily="2" charset="-122"/>
              </a:rPr>
              <a:t>SExt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imme</a:t>
            </a:r>
            <a:r>
              <a:rPr lang="en-US" altLang="zh-CN" sz="2200" b="1" dirty="0">
                <a:latin typeface="宋体" panose="02010600030101010101" pitchFamily="2" charset="-122"/>
              </a:rPr>
              <a:t>)]</a:t>
            </a:r>
            <a:r>
              <a:rPr lang="zh-CN" altLang="en-US" sz="2200" b="1" dirty="0">
                <a:latin typeface="宋体" panose="02010600030101010101" pitchFamily="2" charset="-122"/>
              </a:rPr>
              <a:t>及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   M[(</a:t>
            </a:r>
            <a:r>
              <a:rPr lang="en-US" altLang="zh-CN" sz="2200" b="1" dirty="0" err="1">
                <a:latin typeface="宋体" panose="02010600030101010101" pitchFamily="2" charset="-122"/>
              </a:rPr>
              <a:t>rs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dirty="0" err="1">
                <a:latin typeface="宋体" panose="02010600030101010101" pitchFamily="2" charset="-122"/>
              </a:rPr>
              <a:t>SExt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imme</a:t>
            </a:r>
            <a:r>
              <a:rPr lang="en-US" altLang="zh-CN" sz="2200" b="1" dirty="0">
                <a:latin typeface="宋体" panose="02010600030101010101" pitchFamily="2" charset="-122"/>
              </a:rPr>
              <a:t>)]</a:t>
            </a:r>
            <a:r>
              <a:rPr lang="zh-CN" altLang="en-US" sz="2200" b="1" dirty="0">
                <a:latin typeface="宋体" panose="02010600030101010101" pitchFamily="2" charset="-122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rt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数据路径设计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时序组织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100" name="Text Box 116"/>
          <p:cNvSpPr txBox="1">
            <a:spLocks noChangeArrowheads="1"/>
          </p:cNvSpPr>
          <p:nvPr/>
        </p:nvSpPr>
        <p:spPr bwMode="auto">
          <a:xfrm>
            <a:off x="2628264" y="3789040"/>
            <a:ext cx="6336473" cy="7725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DMEM</a:t>
            </a:r>
            <a:r>
              <a:rPr lang="zh-CN" altLang="en-US" sz="2200" b="1" dirty="0">
                <a:latin typeface="宋体" panose="02010600030101010101" pitchFamily="2" charset="-122"/>
              </a:rPr>
              <a:t>操作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u="sng" baseline="-18000" dirty="0">
                <a:solidFill>
                  <a:srgbClr val="990099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中部</a:t>
            </a:r>
            <a:r>
              <a:rPr lang="zh-CN" altLang="en-US" sz="2200" b="1" dirty="0">
                <a:latin typeface="宋体" panose="02010600030101010101" pitchFamily="2" charset="-122"/>
              </a:rPr>
              <a:t>，写</a:t>
            </a:r>
            <a:r>
              <a:rPr lang="en-US" altLang="zh-CN" sz="2200" b="1" dirty="0">
                <a:latin typeface="宋体" panose="02010600030101010101" pitchFamily="2" charset="-122"/>
              </a:rPr>
              <a:t>GPRs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u="sng" baseline="-18000" dirty="0">
                <a:solidFill>
                  <a:srgbClr val="990099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结束时</a:t>
            </a:r>
            <a:endParaRPr kumimoji="1" lang="en-US" altLang="zh-CN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kumimoji="1" lang="en-US" altLang="zh-CN" sz="1800" b="1" dirty="0">
                <a:latin typeface="宋体" panose="02010600030101010101" pitchFamily="2" charset="-122"/>
              </a:rPr>
              <a:t>               </a:t>
            </a:r>
            <a:r>
              <a:rPr kumimoji="1"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←需</a:t>
            </a:r>
            <a:r>
              <a:rPr kumimoji="1" lang="zh-CN" altLang="en-US" sz="1800" b="1" dirty="0">
                <a:latin typeface="宋体" panose="02010600030101010101" pitchFamily="2" charset="-122"/>
              </a:rPr>
              <a:t>等待</a:t>
            </a:r>
            <a:r>
              <a:rPr lang="zh-CN" altLang="en-US" sz="1800" b="1" dirty="0">
                <a:latin typeface="宋体" panose="02010600030101010101" pitchFamily="2" charset="-122"/>
              </a:rPr>
              <a:t>地址计算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←需等待</a:t>
            </a:r>
            <a:r>
              <a:rPr lang="en-US" altLang="zh-CN" sz="1800" b="1" dirty="0">
                <a:latin typeface="宋体" panose="02010600030101010101" pitchFamily="2" charset="-122"/>
              </a:rPr>
              <a:t>DMEM</a:t>
            </a:r>
            <a:r>
              <a:rPr lang="zh-CN" altLang="en-US" sz="1800" b="1" dirty="0">
                <a:latin typeface="宋体" panose="02010600030101010101" pitchFamily="2" charset="-122"/>
              </a:rPr>
              <a:t>操作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210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7" name="组合 216"/>
          <p:cNvGrpSpPr/>
          <p:nvPr/>
        </p:nvGrpSpPr>
        <p:grpSpPr>
          <a:xfrm>
            <a:off x="2340000" y="1628656"/>
            <a:ext cx="6518067" cy="2088232"/>
            <a:chOff x="2339752" y="1700808"/>
            <a:chExt cx="6518067" cy="2088232"/>
          </a:xfrm>
        </p:grpSpPr>
        <p:cxnSp>
          <p:nvCxnSpPr>
            <p:cNvPr id="195" name="直接连接符 194"/>
            <p:cNvCxnSpPr/>
            <p:nvPr/>
          </p:nvCxnSpPr>
          <p:spPr>
            <a:xfrm flipH="1">
              <a:off x="7236309" y="2593674"/>
              <a:ext cx="2" cy="347540"/>
            </a:xfrm>
            <a:prstGeom prst="line">
              <a:avLst/>
            </a:prstGeom>
            <a:ln w="1905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 Box 323"/>
            <p:cNvSpPr txBox="1">
              <a:spLocks noChangeArrowheads="1"/>
            </p:cNvSpPr>
            <p:nvPr/>
          </p:nvSpPr>
          <p:spPr bwMode="auto">
            <a:xfrm>
              <a:off x="4712478" y="2276872"/>
              <a:ext cx="720000" cy="64807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" name="直接连接符 8"/>
            <p:cNvCxnSpPr/>
            <p:nvPr/>
          </p:nvCxnSpPr>
          <p:spPr>
            <a:xfrm flipV="1">
              <a:off x="5436096" y="2341813"/>
              <a:ext cx="432048" cy="343662"/>
            </a:xfrm>
            <a:prstGeom prst="bentConnector3">
              <a:avLst>
                <a:gd name="adj1" fmla="val 32363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 Box 363"/>
            <p:cNvSpPr txBox="1">
              <a:spLocks noChangeArrowheads="1"/>
            </p:cNvSpPr>
            <p:nvPr/>
          </p:nvSpPr>
          <p:spPr bwMode="auto">
            <a:xfrm>
              <a:off x="3131840" y="2132856"/>
              <a:ext cx="360040" cy="72008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700"/>
                </a:spcBef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3134082" y="2276872"/>
              <a:ext cx="0" cy="108012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/>
          </p:nvCxnSpPr>
          <p:spPr>
            <a:xfrm>
              <a:off x="5436096" y="2852936"/>
              <a:ext cx="1295161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utoShape 15"/>
            <p:cNvSpPr>
              <a:spLocks noChangeArrowheads="1"/>
            </p:cNvSpPr>
            <p:nvPr/>
          </p:nvSpPr>
          <p:spPr bwMode="auto">
            <a:xfrm rot="16200000">
              <a:off x="6587733" y="2420397"/>
              <a:ext cx="648071" cy="361023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211960" y="2492896"/>
              <a:ext cx="500518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134082" y="2681362"/>
              <a:ext cx="1578396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3134082" y="2852936"/>
              <a:ext cx="1578396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35"/>
            <p:cNvCxnSpPr>
              <a:stCxn id="49" idx="1"/>
            </p:cNvCxnSpPr>
            <p:nvPr/>
          </p:nvCxnSpPr>
          <p:spPr>
            <a:xfrm rot="10800000" flipV="1">
              <a:off x="4495832" y="2061295"/>
              <a:ext cx="292193" cy="287584"/>
            </a:xfrm>
            <a:prstGeom prst="bentConnector3">
              <a:avLst>
                <a:gd name="adj1" fmla="val 99984"/>
              </a:avLst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82"/>
            <p:cNvCxnSpPr>
              <a:endCxn id="5" idx="2"/>
            </p:cNvCxnSpPr>
            <p:nvPr/>
          </p:nvCxnSpPr>
          <p:spPr bwMode="auto">
            <a:xfrm flipV="1">
              <a:off x="4427984" y="2924944"/>
              <a:ext cx="644494" cy="106076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 bwMode="auto">
            <a:xfrm flipV="1">
              <a:off x="5292080" y="2924944"/>
              <a:ext cx="0" cy="12363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" name="直接连接符 8"/>
            <p:cNvCxnSpPr>
              <a:stCxn id="10" idx="2"/>
            </p:cNvCxnSpPr>
            <p:nvPr/>
          </p:nvCxnSpPr>
          <p:spPr>
            <a:xfrm flipH="1" flipV="1">
              <a:off x="5292080" y="2132857"/>
              <a:ext cx="1800200" cy="468051"/>
            </a:xfrm>
            <a:prstGeom prst="bentConnector3">
              <a:avLst>
                <a:gd name="adj1" fmla="val -7972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auto">
            <a:xfrm flipV="1">
              <a:off x="6948264" y="2852936"/>
              <a:ext cx="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9" name="直接连接符 18"/>
            <p:cNvCxnSpPr/>
            <p:nvPr/>
          </p:nvCxnSpPr>
          <p:spPr>
            <a:xfrm>
              <a:off x="7092280" y="2459830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092280" y="2708920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7460691" y="2326760"/>
              <a:ext cx="279661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OF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52320" y="2564904"/>
              <a:ext cx="279661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710312" y="3573016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095576" y="3573016"/>
              <a:ext cx="69244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2341994" y="2671352"/>
              <a:ext cx="792088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339752" y="2419352"/>
              <a:ext cx="720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</a:p>
          </p:txBody>
        </p:sp>
        <p:sp>
          <p:nvSpPr>
            <p:cNvPr id="27" name="Text Box 18"/>
            <p:cNvSpPr txBox="1">
              <a:spLocks noChangeArrowheads="1"/>
            </p:cNvSpPr>
            <p:nvPr/>
          </p:nvSpPr>
          <p:spPr bwMode="auto">
            <a:xfrm>
              <a:off x="3707905" y="2276872"/>
              <a:ext cx="504055" cy="28892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3707905" y="2464319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3716289" y="2305809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3134082" y="3247352"/>
              <a:ext cx="1569500" cy="0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3134082" y="2348880"/>
              <a:ext cx="571902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103"/>
            <p:cNvCxnSpPr/>
            <p:nvPr/>
          </p:nvCxnSpPr>
          <p:spPr>
            <a:xfrm flipV="1">
              <a:off x="3491880" y="2492896"/>
              <a:ext cx="214104" cy="185544"/>
            </a:xfrm>
            <a:prstGeom prst="bentConnector3">
              <a:avLst>
                <a:gd name="adj1" fmla="val -843"/>
              </a:avLst>
            </a:prstGeom>
            <a:ln w="15875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 Box 323"/>
            <p:cNvSpPr txBox="1">
              <a:spLocks noChangeArrowheads="1"/>
            </p:cNvSpPr>
            <p:nvPr/>
          </p:nvSpPr>
          <p:spPr bwMode="auto">
            <a:xfrm>
              <a:off x="4703582" y="3068960"/>
              <a:ext cx="720000" cy="324036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>
                  <a:latin typeface="宋体" panose="02010600030101010101" pitchFamily="2" charset="-122"/>
                </a:rPr>
                <a:t>ExtU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34" name="Text Box 18"/>
            <p:cNvSpPr txBox="1">
              <a:spLocks noChangeArrowheads="1"/>
            </p:cNvSpPr>
            <p:nvPr/>
          </p:nvSpPr>
          <p:spPr bwMode="auto">
            <a:xfrm>
              <a:off x="5868144" y="2276872"/>
              <a:ext cx="504055" cy="28892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35" name="矩形 34"/>
            <p:cNvSpPr/>
            <p:nvPr/>
          </p:nvSpPr>
          <p:spPr bwMode="auto">
            <a:xfrm>
              <a:off x="5868144" y="2464319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5876528" y="2305809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 flipV="1">
              <a:off x="6372200" y="2348880"/>
              <a:ext cx="359057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8"/>
            <p:cNvCxnSpPr>
              <a:stCxn id="33" idx="3"/>
            </p:cNvCxnSpPr>
            <p:nvPr/>
          </p:nvCxnSpPr>
          <p:spPr>
            <a:xfrm flipV="1">
              <a:off x="5423582" y="2501280"/>
              <a:ext cx="302788" cy="729698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5726370" y="2501280"/>
              <a:ext cx="149787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3172466" y="2996952"/>
              <a:ext cx="53543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 bwMode="auto">
            <a:xfrm flipV="1">
              <a:off x="3851920" y="2565798"/>
              <a:ext cx="0" cy="100721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2" name="直接连接符 41"/>
            <p:cNvCxnSpPr/>
            <p:nvPr/>
          </p:nvCxnSpPr>
          <p:spPr bwMode="auto">
            <a:xfrm flipV="1">
              <a:off x="5220072" y="3409062"/>
              <a:ext cx="0" cy="1639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3" name="直接连接符 42"/>
            <p:cNvCxnSpPr/>
            <p:nvPr/>
          </p:nvCxnSpPr>
          <p:spPr bwMode="auto">
            <a:xfrm flipV="1">
              <a:off x="6120171" y="2565798"/>
              <a:ext cx="0" cy="100721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44" name="TextBox 43"/>
            <p:cNvSpPr txBox="1"/>
            <p:nvPr/>
          </p:nvSpPr>
          <p:spPr>
            <a:xfrm>
              <a:off x="3206090" y="3573016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RegAsrc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860032" y="3573016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Extctr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6" name="直接连接符 45"/>
            <p:cNvCxnSpPr/>
            <p:nvPr/>
          </p:nvCxnSpPr>
          <p:spPr bwMode="auto">
            <a:xfrm flipV="1">
              <a:off x="4427984" y="3031019"/>
              <a:ext cx="2242" cy="5419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7" name="TextBox 46"/>
            <p:cNvSpPr txBox="1"/>
            <p:nvPr/>
          </p:nvSpPr>
          <p:spPr>
            <a:xfrm>
              <a:off x="5796136" y="3573016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ALUBsrc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9" name="Text Box 18"/>
            <p:cNvSpPr txBox="1">
              <a:spLocks noChangeArrowheads="1"/>
            </p:cNvSpPr>
            <p:nvPr/>
          </p:nvSpPr>
          <p:spPr bwMode="auto">
            <a:xfrm>
              <a:off x="4788024" y="1916832"/>
              <a:ext cx="504055" cy="28892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5211687" y="1951634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5220071" y="2095650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55" name="直接连接符 54"/>
            <p:cNvCxnSpPr/>
            <p:nvPr/>
          </p:nvCxnSpPr>
          <p:spPr>
            <a:xfrm flipV="1">
              <a:off x="4502234" y="2348880"/>
              <a:ext cx="213782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 Box 323"/>
            <p:cNvSpPr txBox="1">
              <a:spLocks noChangeArrowheads="1"/>
            </p:cNvSpPr>
            <p:nvPr/>
          </p:nvSpPr>
          <p:spPr bwMode="auto">
            <a:xfrm>
              <a:off x="7884368" y="2780928"/>
              <a:ext cx="648072" cy="504056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DMEM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8" name="直接连接符 8"/>
            <p:cNvCxnSpPr/>
            <p:nvPr/>
          </p:nvCxnSpPr>
          <p:spPr>
            <a:xfrm>
              <a:off x="5580112" y="2685475"/>
              <a:ext cx="2304256" cy="455493"/>
            </a:xfrm>
            <a:prstGeom prst="bentConnector3">
              <a:avLst>
                <a:gd name="adj1" fmla="val -76"/>
              </a:avLst>
            </a:prstGeom>
            <a:ln w="190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8"/>
            <p:cNvCxnSpPr>
              <a:stCxn id="66" idx="3"/>
            </p:cNvCxnSpPr>
            <p:nvPr/>
          </p:nvCxnSpPr>
          <p:spPr>
            <a:xfrm flipH="1" flipV="1">
              <a:off x="5292080" y="1987638"/>
              <a:ext cx="3240360" cy="1045318"/>
            </a:xfrm>
            <a:prstGeom prst="bentConnector3">
              <a:avLst>
                <a:gd name="adj1" fmla="val -4311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 bwMode="auto">
            <a:xfrm flipV="1">
              <a:off x="8388424" y="3284984"/>
              <a:ext cx="0" cy="28803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84" name="TextBox 83"/>
            <p:cNvSpPr txBox="1"/>
            <p:nvPr/>
          </p:nvSpPr>
          <p:spPr>
            <a:xfrm>
              <a:off x="7557150" y="3573016"/>
              <a:ext cx="68566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MEMW</a:t>
              </a:r>
              <a:endParaRPr lang="zh-CN" altLang="en-US" sz="18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172152" y="3573016"/>
              <a:ext cx="68566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MEMR</a:t>
              </a:r>
              <a:endParaRPr lang="zh-CN" altLang="en-US" sz="18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7" name="直接连接符 86"/>
            <p:cNvCxnSpPr/>
            <p:nvPr/>
          </p:nvCxnSpPr>
          <p:spPr bwMode="auto">
            <a:xfrm flipV="1">
              <a:off x="8028384" y="3284984"/>
              <a:ext cx="0" cy="28803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88" name="直接连接符 87"/>
            <p:cNvCxnSpPr/>
            <p:nvPr/>
          </p:nvCxnSpPr>
          <p:spPr bwMode="auto">
            <a:xfrm>
              <a:off x="4040312" y="1792754"/>
              <a:ext cx="1035744" cy="124078"/>
            </a:xfrm>
            <a:prstGeom prst="bentConnector3">
              <a:avLst>
                <a:gd name="adj1" fmla="val 99966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3195176" y="1700808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RegDsrc</a:t>
              </a:r>
              <a:endParaRPr lang="zh-CN" altLang="en-US" sz="18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5" name="直接连接符 94"/>
            <p:cNvCxnSpPr/>
            <p:nvPr/>
          </p:nvCxnSpPr>
          <p:spPr bwMode="auto">
            <a:xfrm flipV="1">
              <a:off x="8172400" y="3346898"/>
              <a:ext cx="0" cy="1541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96" name="椭圆 95"/>
            <p:cNvSpPr/>
            <p:nvPr/>
          </p:nvSpPr>
          <p:spPr bwMode="auto">
            <a:xfrm>
              <a:off x="8137797" y="3284984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96" name="直接连接符 8"/>
            <p:cNvCxnSpPr/>
            <p:nvPr/>
          </p:nvCxnSpPr>
          <p:spPr>
            <a:xfrm flipV="1">
              <a:off x="7236309" y="2937644"/>
              <a:ext cx="648059" cy="357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Text Box 5"/>
          <p:cNvSpPr txBox="1">
            <a:spLocks noChangeArrowheads="1"/>
          </p:cNvSpPr>
          <p:nvPr/>
        </p:nvSpPr>
        <p:spPr bwMode="auto">
          <a:xfrm>
            <a:off x="2736000" y="1160656"/>
            <a:ext cx="3419887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增加</a:t>
            </a:r>
            <a:r>
              <a:rPr lang="en-US" altLang="zh-CN" sz="2200" b="1" dirty="0">
                <a:latin typeface="宋体" panose="02010600030101010101" pitchFamily="2" charset="-122"/>
              </a:rPr>
              <a:t>DMEM</a:t>
            </a:r>
            <a:r>
              <a:rPr lang="zh-CN" altLang="en-US" sz="2200" b="1" dirty="0">
                <a:latin typeface="宋体" panose="02010600030101010101" pitchFamily="2" charset="-122"/>
              </a:rPr>
              <a:t>读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写相关路径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1043608" y="4653136"/>
            <a:ext cx="6532834" cy="792088"/>
            <a:chOff x="1279526" y="4437112"/>
            <a:chExt cx="6532834" cy="792088"/>
          </a:xfrm>
        </p:grpSpPr>
        <p:cxnSp>
          <p:nvCxnSpPr>
            <p:cNvPr id="102" name="直接连接符 101"/>
            <p:cNvCxnSpPr/>
            <p:nvPr/>
          </p:nvCxnSpPr>
          <p:spPr>
            <a:xfrm>
              <a:off x="5356498" y="4725144"/>
              <a:ext cx="20947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>
              <a:off x="5356498" y="4441882"/>
              <a:ext cx="0" cy="278789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>
              <a:off x="2257550" y="4437112"/>
              <a:ext cx="3098948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2263552" y="4441882"/>
              <a:ext cx="1588" cy="283262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2096022" y="4725144"/>
              <a:ext cx="16312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>
              <a:off x="7444729" y="4437112"/>
              <a:ext cx="1" cy="283559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>
              <a:off x="7444730" y="4437112"/>
              <a:ext cx="36763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>
              <a:off x="2257550" y="4796356"/>
              <a:ext cx="0" cy="432844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>
              <a:off x="3481686" y="4796356"/>
              <a:ext cx="0" cy="432844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/>
            <p:cNvSpPr txBox="1"/>
            <p:nvPr/>
          </p:nvSpPr>
          <p:spPr>
            <a:xfrm>
              <a:off x="2259142" y="4814014"/>
              <a:ext cx="1217334" cy="19916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取指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+CU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</a:p>
          </p:txBody>
        </p:sp>
        <p:cxnSp>
          <p:nvCxnSpPr>
            <p:cNvPr id="112" name="直接连接符 111"/>
            <p:cNvCxnSpPr/>
            <p:nvPr/>
          </p:nvCxnSpPr>
          <p:spPr>
            <a:xfrm>
              <a:off x="4492402" y="4797152"/>
              <a:ext cx="0" cy="432048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3491880" y="4797152"/>
              <a:ext cx="96275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GPR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读延迟</a:t>
              </a:r>
            </a:p>
          </p:txBody>
        </p:sp>
        <p:cxnSp>
          <p:nvCxnSpPr>
            <p:cNvPr id="114" name="直接连接符 113"/>
            <p:cNvCxnSpPr/>
            <p:nvPr/>
          </p:nvCxnSpPr>
          <p:spPr>
            <a:xfrm>
              <a:off x="3491879" y="5085184"/>
              <a:ext cx="996363" cy="3177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/>
            <p:cNvSpPr txBox="1"/>
            <p:nvPr/>
          </p:nvSpPr>
          <p:spPr>
            <a:xfrm>
              <a:off x="1279526" y="4437112"/>
              <a:ext cx="762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/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17" name="直接连接符 116"/>
            <p:cNvCxnSpPr/>
            <p:nvPr/>
          </p:nvCxnSpPr>
          <p:spPr>
            <a:xfrm>
              <a:off x="2257550" y="5085184"/>
              <a:ext cx="123433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组合 126"/>
          <p:cNvGrpSpPr/>
          <p:nvPr/>
        </p:nvGrpSpPr>
        <p:grpSpPr>
          <a:xfrm>
            <a:off x="4264074" y="5013176"/>
            <a:ext cx="769627" cy="648072"/>
            <a:chOff x="4499992" y="5229200"/>
            <a:chExt cx="769627" cy="648072"/>
          </a:xfrm>
        </p:grpSpPr>
        <p:cxnSp>
          <p:nvCxnSpPr>
            <p:cNvPr id="128" name="直接连接符 127"/>
            <p:cNvCxnSpPr/>
            <p:nvPr/>
          </p:nvCxnSpPr>
          <p:spPr>
            <a:xfrm flipH="1">
              <a:off x="5241776" y="5229200"/>
              <a:ext cx="794" cy="648072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/>
            <p:cNvSpPr txBox="1"/>
            <p:nvPr/>
          </p:nvSpPr>
          <p:spPr>
            <a:xfrm>
              <a:off x="4499992" y="5229200"/>
              <a:ext cx="76962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ALU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</a:p>
          </p:txBody>
        </p:sp>
        <p:cxnSp>
          <p:nvCxnSpPr>
            <p:cNvPr id="130" name="直接连接符 129"/>
            <p:cNvCxnSpPr/>
            <p:nvPr/>
          </p:nvCxnSpPr>
          <p:spPr>
            <a:xfrm>
              <a:off x="4500785" y="5515575"/>
              <a:ext cx="739316" cy="1657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4976563" y="4981425"/>
            <a:ext cx="2599879" cy="679823"/>
            <a:chOff x="4976563" y="5535423"/>
            <a:chExt cx="2599879" cy="679823"/>
          </a:xfrm>
        </p:grpSpPr>
        <p:cxnSp>
          <p:nvCxnSpPr>
            <p:cNvPr id="122" name="直接连接符 121"/>
            <p:cNvCxnSpPr/>
            <p:nvPr/>
          </p:nvCxnSpPr>
          <p:spPr>
            <a:xfrm flipH="1" flipV="1">
              <a:off x="5118972" y="5537080"/>
              <a:ext cx="1608" cy="390134"/>
            </a:xfrm>
            <a:prstGeom prst="line">
              <a:avLst/>
            </a:prstGeom>
            <a:ln w="19050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/>
            <p:cNvSpPr txBox="1"/>
            <p:nvPr/>
          </p:nvSpPr>
          <p:spPr>
            <a:xfrm>
              <a:off x="4976563" y="5930390"/>
              <a:ext cx="1152129" cy="28485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zh-CN" altLang="en-US" sz="18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8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8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DMEM</a:t>
              </a:r>
              <a:endParaRPr lang="zh-CN" altLang="en-US" sz="18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4" name="直接连接符 123"/>
            <p:cNvCxnSpPr/>
            <p:nvPr/>
          </p:nvCxnSpPr>
          <p:spPr>
            <a:xfrm>
              <a:off x="6496322" y="5567174"/>
              <a:ext cx="0" cy="432048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/>
            <p:cNvSpPr txBox="1"/>
            <p:nvPr/>
          </p:nvSpPr>
          <p:spPr>
            <a:xfrm>
              <a:off x="5166270" y="5567174"/>
              <a:ext cx="1295161" cy="21562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Mem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写延迟</a:t>
              </a:r>
            </a:p>
          </p:txBody>
        </p:sp>
        <p:cxnSp>
          <p:nvCxnSpPr>
            <p:cNvPr id="126" name="直接连接符 125"/>
            <p:cNvCxnSpPr/>
            <p:nvPr/>
          </p:nvCxnSpPr>
          <p:spPr>
            <a:xfrm>
              <a:off x="5128170" y="5853549"/>
              <a:ext cx="1368152" cy="1657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V="1">
              <a:off x="7206112" y="5535423"/>
              <a:ext cx="1" cy="391791"/>
            </a:xfrm>
            <a:prstGeom prst="line">
              <a:avLst/>
            </a:prstGeom>
            <a:ln w="19050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/>
            <p:cNvSpPr txBox="1"/>
            <p:nvPr/>
          </p:nvSpPr>
          <p:spPr>
            <a:xfrm>
              <a:off x="6760492" y="5927214"/>
              <a:ext cx="808360" cy="28485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GPRs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3" name="直接连接符 132"/>
            <p:cNvCxnSpPr/>
            <p:nvPr/>
          </p:nvCxnSpPr>
          <p:spPr>
            <a:xfrm>
              <a:off x="7568852" y="5566378"/>
              <a:ext cx="3274" cy="645692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V="1">
              <a:off x="7208812" y="5858382"/>
              <a:ext cx="367630" cy="1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39</a:t>
            </a:fld>
            <a:endParaRPr lang="en-US" altLang="zh-CN" dirty="0"/>
          </a:p>
        </p:txBody>
      </p:sp>
      <p:sp>
        <p:nvSpPr>
          <p:cNvPr id="3" name="Text Box 116"/>
          <p:cNvSpPr txBox="1">
            <a:spLocks noChangeArrowheads="1"/>
          </p:cNvSpPr>
          <p:nvPr/>
        </p:nvSpPr>
        <p:spPr bwMode="auto">
          <a:xfrm>
            <a:off x="179705" y="4509120"/>
            <a:ext cx="4248150" cy="17837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j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200" b="1" kern="100" spc="-100" dirty="0">
                <a:latin typeface="+mn-ea"/>
              </a:rPr>
              <a:t>PC</a:t>
            </a:r>
            <a:r>
              <a:rPr lang="zh-CN" altLang="en-US" sz="2200" b="1" kern="100" spc="-100" dirty="0">
                <a:latin typeface="+mn-ea"/>
              </a:rPr>
              <a:t>＝</a:t>
            </a:r>
            <a:r>
              <a:rPr lang="en-US" altLang="zh-CN" sz="2200" b="1" dirty="0">
                <a:latin typeface="+mn-ea"/>
              </a:rPr>
              <a:t>PC</a:t>
            </a:r>
            <a:r>
              <a:rPr lang="zh-CN" altLang="en-US" sz="2200" b="1" baseline="-16000" dirty="0">
                <a:latin typeface="+mn-ea"/>
              </a:rPr>
              <a:t>高</a:t>
            </a:r>
            <a:r>
              <a:rPr lang="en-US" altLang="zh-CN" sz="2200" b="1" baseline="-16000" dirty="0">
                <a:latin typeface="+mn-ea"/>
              </a:rPr>
              <a:t>4</a:t>
            </a:r>
            <a:r>
              <a:rPr lang="zh-CN" altLang="en-US" sz="2200" b="1" baseline="-16000" dirty="0">
                <a:latin typeface="+mn-ea"/>
              </a:rPr>
              <a:t>位</a:t>
            </a:r>
            <a:r>
              <a:rPr lang="en-US" altLang="zh-CN" sz="2200" b="1" kern="100" dirty="0">
                <a:latin typeface="+mn-ea"/>
              </a:rPr>
              <a:t>‖</a:t>
            </a:r>
            <a:r>
              <a:rPr lang="pt-BR" altLang="zh-CN" sz="2200" b="1" kern="100" dirty="0">
                <a:latin typeface="+mn-ea"/>
              </a:rPr>
              <a:t>addr&lt;&lt;2</a:t>
            </a:r>
          </a:p>
          <a:p>
            <a:pPr indent="0" algn="l">
              <a:lnSpc>
                <a:spcPct val="125000"/>
              </a:lnSpc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数据路径设计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indent="0" algn="l">
              <a:lnSpc>
                <a:spcPct val="125000"/>
              </a:lnSpc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时序组织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indent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*取指令数据通路：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179264" y="332656"/>
            <a:ext cx="8407978" cy="35502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beq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200" b="1" kern="100" spc="-100" dirty="0">
                <a:latin typeface="+mn-ea"/>
              </a:rPr>
              <a:t>PC</a:t>
            </a:r>
            <a:r>
              <a:rPr lang="zh-CN" altLang="en-US" sz="2200" b="1" kern="100" spc="-100" dirty="0">
                <a:latin typeface="+mn-ea"/>
              </a:rPr>
              <a:t>＝</a:t>
            </a:r>
            <a:r>
              <a:rPr lang="en-US" altLang="zh-CN" sz="2200" b="1" kern="100" spc="-100" dirty="0">
                <a:latin typeface="+mn-ea"/>
              </a:rPr>
              <a:t>((</a:t>
            </a:r>
            <a:r>
              <a:rPr lang="en-US" altLang="zh-CN" sz="2200" b="1" kern="100" spc="-100" dirty="0" err="1">
                <a:latin typeface="+mn-ea"/>
              </a:rPr>
              <a:t>rs</a:t>
            </a:r>
            <a:r>
              <a:rPr lang="en-US" altLang="zh-CN" sz="2200" b="1" kern="100" spc="-100" dirty="0">
                <a:latin typeface="+mn-ea"/>
              </a:rPr>
              <a:t>)=(</a:t>
            </a:r>
            <a:r>
              <a:rPr lang="en-US" altLang="zh-CN" sz="2200" b="1" kern="100" spc="-100" dirty="0" err="1">
                <a:latin typeface="+mn-ea"/>
              </a:rPr>
              <a:t>rt</a:t>
            </a:r>
            <a:r>
              <a:rPr lang="en-US" altLang="zh-CN" sz="2200" b="1" kern="100" spc="-100" dirty="0">
                <a:latin typeface="+mn-ea"/>
              </a:rPr>
              <a:t>))</a:t>
            </a:r>
            <a:r>
              <a:rPr lang="zh-CN" altLang="en-US" sz="2200" b="1" kern="100" spc="-100" dirty="0">
                <a:latin typeface="+mn-ea"/>
              </a:rPr>
              <a:t>？</a:t>
            </a:r>
            <a:r>
              <a:rPr lang="en-US" altLang="zh-CN" sz="2200" b="1" kern="100" spc="-100" dirty="0">
                <a:latin typeface="+mn-ea"/>
              </a:rPr>
              <a:t>(PC)</a:t>
            </a:r>
            <a:r>
              <a:rPr lang="zh-CN" altLang="zh-CN" sz="2200" b="1" kern="100" spc="-100" dirty="0">
                <a:latin typeface="+mn-ea"/>
              </a:rPr>
              <a:t>＋</a:t>
            </a:r>
            <a:r>
              <a:rPr lang="en-US" altLang="zh-CN" sz="2200" b="1" kern="100" spc="-100" dirty="0">
                <a:latin typeface="+mn-ea"/>
              </a:rPr>
              <a:t>4</a:t>
            </a:r>
            <a:r>
              <a:rPr lang="zh-CN" altLang="zh-CN" sz="2200" b="1" kern="100" spc="-100" dirty="0">
                <a:latin typeface="+mn-ea"/>
              </a:rPr>
              <a:t>＋</a:t>
            </a:r>
            <a:r>
              <a:rPr lang="en-US" altLang="zh-CN" sz="2200" b="1" kern="100" spc="-100" dirty="0" err="1">
                <a:latin typeface="+mn-ea"/>
              </a:rPr>
              <a:t>SExt</a:t>
            </a:r>
            <a:r>
              <a:rPr lang="en-US" altLang="zh-CN" sz="2200" b="1" kern="100" spc="-100" dirty="0">
                <a:latin typeface="+mn-ea"/>
              </a:rPr>
              <a:t>(</a:t>
            </a:r>
            <a:r>
              <a:rPr lang="en-US" altLang="zh-CN" sz="2200" b="1" kern="100" spc="-100" dirty="0" err="1">
                <a:latin typeface="+mn-ea"/>
              </a:rPr>
              <a:t>imme</a:t>
            </a:r>
            <a:r>
              <a:rPr lang="en-US" altLang="zh-CN" sz="2200" b="1" kern="100" spc="-100" dirty="0">
                <a:latin typeface="+mn-ea"/>
              </a:rPr>
              <a:t>)&lt;&lt;2 :(PC)</a:t>
            </a:r>
            <a:r>
              <a:rPr lang="zh-CN" altLang="zh-CN" sz="2200" b="1" kern="100" spc="-100" dirty="0">
                <a:latin typeface="+mn-ea"/>
              </a:rPr>
              <a:t>＋</a:t>
            </a:r>
            <a:r>
              <a:rPr lang="en-US" altLang="zh-CN" sz="2200" b="1" kern="100" spc="-100" dirty="0">
                <a:latin typeface="+mn-ea"/>
              </a:rPr>
              <a:t>4</a:t>
            </a:r>
            <a:endParaRPr lang="zh-CN" altLang="zh-CN" sz="2200" b="1" kern="100" spc="-100" dirty="0"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数据路径设计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时序组织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5" name="Text Box 116"/>
          <p:cNvSpPr txBox="1">
            <a:spLocks noChangeArrowheads="1"/>
          </p:cNvSpPr>
          <p:nvPr/>
        </p:nvSpPr>
        <p:spPr bwMode="auto">
          <a:xfrm>
            <a:off x="2628000" y="3356992"/>
            <a:ext cx="6408496" cy="11603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写</a:t>
            </a:r>
            <a:r>
              <a:rPr lang="en-US" altLang="zh-CN" sz="2200" b="1" dirty="0">
                <a:latin typeface="宋体" panose="02010600030101010101" pitchFamily="2" charset="-122"/>
              </a:rPr>
              <a:t>PC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u="sng" baseline="-18000" dirty="0">
                <a:solidFill>
                  <a:srgbClr val="990099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中部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不影响</a:t>
            </a:r>
            <a:r>
              <a:rPr lang="en-US" altLang="zh-CN" sz="1800" b="1" dirty="0">
                <a:highlight>
                  <a:srgbClr val="CCCCFF"/>
                </a:highlight>
                <a:latin typeface="宋体" panose="02010600030101010101" pitchFamily="2" charset="-122"/>
              </a:rPr>
              <a:t>T</a:t>
            </a:r>
            <a:r>
              <a:rPr lang="en-US" altLang="zh-CN" sz="1800" b="1" baseline="-18000" dirty="0">
                <a:highlight>
                  <a:srgbClr val="CCCCFF"/>
                </a:highlight>
                <a:latin typeface="宋体" panose="02010600030101010101" pitchFamily="2" charset="-122"/>
              </a:rPr>
              <a:t>C</a:t>
            </a:r>
            <a:r>
              <a:rPr lang="zh-CN" altLang="en-US" sz="1800" b="1" dirty="0">
                <a:highlight>
                  <a:srgbClr val="CCCCFF"/>
                </a:highlight>
                <a:latin typeface="宋体" panose="02010600030101010101" pitchFamily="2" charset="-122"/>
              </a:rPr>
              <a:t>开始时读</a:t>
            </a:r>
            <a:r>
              <a:rPr lang="en-US" altLang="zh-CN" sz="1800" b="1" dirty="0">
                <a:highlight>
                  <a:srgbClr val="CCCCFF"/>
                </a:highlight>
                <a:latin typeface="宋体" panose="02010600030101010101" pitchFamily="2" charset="-122"/>
              </a:rPr>
              <a:t>IMEM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solidFill>
                  <a:srgbClr val="FF3399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不同</a:t>
            </a:r>
            <a:r>
              <a:rPr lang="zh-CN" altLang="en-US" sz="1800" b="1" dirty="0">
                <a:latin typeface="宋体" panose="02010600030101010101" pitchFamily="2" charset="-122"/>
              </a:rPr>
              <a:t>于教材</a:t>
            </a:r>
            <a:endParaRPr lang="en-US" altLang="zh-CN" sz="1800" b="1" dirty="0">
              <a:solidFill>
                <a:srgbClr val="FF3399"/>
              </a:solidFill>
              <a:highlight>
                <a:srgbClr val="FFFF00"/>
              </a:highlight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              (</a:t>
            </a:r>
            <a:r>
              <a:rPr lang="zh-CN" altLang="en-US" sz="1800" b="1" dirty="0">
                <a:latin typeface="宋体" panose="02010600030101010101" pitchFamily="2" charset="-122"/>
              </a:rPr>
              <a:t>示例为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同步</a:t>
            </a:r>
            <a:r>
              <a:rPr lang="en-US" altLang="zh-CN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MEM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              (</a:t>
            </a:r>
            <a:r>
              <a:rPr lang="zh-CN" altLang="en-US" sz="1800" b="1" dirty="0">
                <a:latin typeface="宋体" panose="02010600030101010101" pitchFamily="2" charset="-122"/>
              </a:rPr>
              <a:t>教材为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异步</a:t>
            </a:r>
            <a:r>
              <a:rPr lang="en-US" altLang="zh-CN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MEM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84" name="Text Box 116"/>
          <p:cNvSpPr txBox="1">
            <a:spLocks noChangeArrowheads="1"/>
          </p:cNvSpPr>
          <p:nvPr/>
        </p:nvSpPr>
        <p:spPr bwMode="auto">
          <a:xfrm>
            <a:off x="2771800" y="754410"/>
            <a:ext cx="6228520" cy="4221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tIns="10800" rIns="0">
            <a:spAutoFit/>
          </a:bodyPr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2200" b="1" dirty="0">
                <a:latin typeface="宋体" panose="02010600030101010101" pitchFamily="2" charset="-122"/>
              </a:rPr>
              <a:t>ALU</a:t>
            </a:r>
            <a:r>
              <a:rPr lang="zh-CN" altLang="en-US" sz="2200" b="1" dirty="0">
                <a:latin typeface="宋体" panose="02010600030101010101" pitchFamily="2" charset="-122"/>
              </a:rPr>
              <a:t>可实现</a:t>
            </a:r>
            <a:r>
              <a:rPr lang="zh-CN" altLang="en-US" sz="2200" b="1" u="sng" dirty="0">
                <a:latin typeface="宋体" panose="02010600030101010101" pitchFamily="2" charset="-122"/>
              </a:rPr>
              <a:t>相等比较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产生</a:t>
            </a:r>
            <a:r>
              <a:rPr lang="en-US" altLang="zh-CN" sz="1800" b="1" dirty="0">
                <a:latin typeface="宋体" panose="02010600030101010101" pitchFamily="2" charset="-122"/>
              </a:rPr>
              <a:t>ZF)</a:t>
            </a:r>
            <a:r>
              <a:rPr lang="zh-CN" altLang="en-US" sz="2200" b="1" dirty="0">
                <a:latin typeface="宋体" panose="02010600030101010101" pitchFamily="2" charset="-122"/>
              </a:rPr>
              <a:t>，增设</a:t>
            </a:r>
            <a:r>
              <a:rPr lang="en-US" altLang="zh-CN" sz="2200" b="1" dirty="0">
                <a:latin typeface="宋体" panose="02010600030101010101" pitchFamily="2" charset="-122"/>
              </a:rPr>
              <a:t>ACU</a:t>
            </a:r>
            <a:r>
              <a:rPr lang="zh-CN" altLang="en-US" sz="2200" b="1" dirty="0">
                <a:latin typeface="宋体" panose="02010600030101010101" pitchFamily="2" charset="-122"/>
              </a:rPr>
              <a:t>相关路径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23" name="Text Box 116"/>
          <p:cNvSpPr txBox="1">
            <a:spLocks noChangeArrowheads="1"/>
          </p:cNvSpPr>
          <p:nvPr/>
        </p:nvSpPr>
        <p:spPr bwMode="auto">
          <a:xfrm>
            <a:off x="2592070" y="4941168"/>
            <a:ext cx="3348082" cy="13608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同</a:t>
            </a:r>
            <a:r>
              <a:rPr lang="en-US" altLang="zh-CN" sz="2200" b="1" dirty="0" err="1">
                <a:latin typeface="宋体" panose="02010600030101010101" pitchFamily="2" charset="-122"/>
              </a:rPr>
              <a:t>beq</a:t>
            </a:r>
            <a:r>
              <a:rPr lang="zh-CN" altLang="en-US" sz="2200" b="1" dirty="0">
                <a:latin typeface="宋体" panose="02010600030101010101" pitchFamily="2" charset="-122"/>
              </a:rPr>
              <a:t>指令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无数据操作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latin typeface="宋体" panose="02010600030101010101" pitchFamily="2" charset="-122"/>
              </a:rPr>
              <a:t> 同</a:t>
            </a:r>
            <a:r>
              <a:rPr lang="en-US" altLang="zh-CN" sz="2200" b="1" dirty="0" err="1">
                <a:latin typeface="宋体" panose="02010600030101010101" pitchFamily="2" charset="-122"/>
              </a:rPr>
              <a:t>beq</a:t>
            </a:r>
            <a:r>
              <a:rPr lang="zh-CN" altLang="en-US" sz="2200" b="1" dirty="0">
                <a:latin typeface="宋体" panose="02010600030101010101" pitchFamily="2" charset="-122"/>
              </a:rPr>
              <a:t>指令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均需写</a:t>
            </a:r>
            <a:r>
              <a:rPr lang="en-US" altLang="zh-CN" sz="1800" b="1" dirty="0">
                <a:latin typeface="宋体" panose="02010600030101010101" pitchFamily="2" charset="-122"/>
              </a:rPr>
              <a:t>PC)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增设</a:t>
            </a:r>
            <a:r>
              <a:rPr lang="en-US" altLang="zh-CN" sz="2200" b="1" dirty="0">
                <a:latin typeface="宋体" panose="02010600030101010101" pitchFamily="2" charset="-122"/>
              </a:rPr>
              <a:t>IMEM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示例为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同步</a:t>
            </a:r>
            <a:r>
              <a:rPr lang="en-US" altLang="zh-CN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MEM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24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000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1358797" y="3861048"/>
            <a:ext cx="5229427" cy="576040"/>
            <a:chOff x="2015580" y="4221088"/>
            <a:chExt cx="5229427" cy="576040"/>
          </a:xfrm>
        </p:grpSpPr>
        <p:sp>
          <p:nvSpPr>
            <p:cNvPr id="132" name="TextBox 131"/>
            <p:cNvSpPr txBox="1"/>
            <p:nvPr/>
          </p:nvSpPr>
          <p:spPr>
            <a:xfrm>
              <a:off x="2015580" y="4221088"/>
              <a:ext cx="381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/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3" name="直接连接符 132"/>
            <p:cNvCxnSpPr/>
            <p:nvPr/>
          </p:nvCxnSpPr>
          <p:spPr>
            <a:xfrm>
              <a:off x="4717137" y="4437112"/>
              <a:ext cx="2088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>
              <a:off x="4724727" y="4225858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>
              <a:off x="2627784" y="4221088"/>
              <a:ext cx="2088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2626196" y="4225858"/>
              <a:ext cx="1588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2483784" y="4437112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6812958" y="4221112"/>
              <a:ext cx="1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6805369" y="4221088"/>
              <a:ext cx="432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3275856" y="4293096"/>
              <a:ext cx="0" cy="144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2627784" y="4365104"/>
              <a:ext cx="648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/>
            <p:cNvSpPr txBox="1"/>
            <p:nvPr/>
          </p:nvSpPr>
          <p:spPr>
            <a:xfrm>
              <a:off x="6525007" y="4581128"/>
              <a:ext cx="720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GPRs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43" name="直接连接符 142"/>
            <p:cNvCxnSpPr/>
            <p:nvPr/>
          </p:nvCxnSpPr>
          <p:spPr>
            <a:xfrm flipV="1">
              <a:off x="6798470" y="4437112"/>
              <a:ext cx="1" cy="144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 flipV="1">
              <a:off x="4720933" y="4437112"/>
              <a:ext cx="0" cy="144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/>
            <p:cNvSpPr txBox="1"/>
            <p:nvPr/>
          </p:nvSpPr>
          <p:spPr>
            <a:xfrm>
              <a:off x="4139952" y="4581128"/>
              <a:ext cx="1080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DMEM</a:t>
              </a:r>
              <a:endParaRPr lang="zh-CN" altLang="en-US" sz="16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46" name="直接连接符 145"/>
            <p:cNvCxnSpPr/>
            <p:nvPr/>
          </p:nvCxnSpPr>
          <p:spPr>
            <a:xfrm>
              <a:off x="7100991" y="4293096"/>
              <a:ext cx="0" cy="246773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 flipV="1">
              <a:off x="6805369" y="4365104"/>
              <a:ext cx="288000" cy="1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3635896" y="4293096"/>
              <a:ext cx="0" cy="144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3275856" y="4365104"/>
              <a:ext cx="360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3635896" y="4365104"/>
              <a:ext cx="1080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组合 150"/>
          <p:cNvGrpSpPr/>
          <p:nvPr/>
        </p:nvGrpSpPr>
        <p:grpSpPr>
          <a:xfrm>
            <a:off x="1538873" y="4077048"/>
            <a:ext cx="3636248" cy="360016"/>
            <a:chOff x="2483768" y="4437112"/>
            <a:chExt cx="3636248" cy="360016"/>
          </a:xfrm>
        </p:grpSpPr>
        <p:sp>
          <p:nvSpPr>
            <p:cNvPr id="152" name="TextBox 151"/>
            <p:cNvSpPr txBox="1"/>
            <p:nvPr/>
          </p:nvSpPr>
          <p:spPr>
            <a:xfrm>
              <a:off x="5400016" y="4581128"/>
              <a:ext cx="720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>
                  <a:solidFill>
                    <a:srgbClr val="FF3399"/>
                  </a:solidFill>
                </a:rPr>
                <a:t>、写</a:t>
              </a:r>
              <a:r>
                <a:rPr lang="en-US" altLang="zh-CN" dirty="0">
                  <a:solidFill>
                    <a:srgbClr val="FF3399"/>
                  </a:solidFill>
                </a:rPr>
                <a:t>PC</a:t>
              </a:r>
              <a:endParaRPr lang="zh-CN" altLang="en-US" dirty="0">
                <a:solidFill>
                  <a:srgbClr val="FF3399"/>
                </a:solidFill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>
            <a:xfrm flipH="1" flipV="1">
              <a:off x="2914696" y="4437112"/>
              <a:ext cx="1120" cy="144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53"/>
            <p:cNvSpPr txBox="1"/>
            <p:nvPr/>
          </p:nvSpPr>
          <p:spPr>
            <a:xfrm>
              <a:off x="2483768" y="4581128"/>
              <a:ext cx="792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>
                  <a:solidFill>
                    <a:srgbClr val="FF3399"/>
                  </a:solidFill>
                </a:rPr>
                <a:t>读</a:t>
              </a:r>
              <a:r>
                <a:rPr lang="en-US" altLang="zh-CN" dirty="0">
                  <a:solidFill>
                    <a:srgbClr val="FF3399"/>
                  </a:solidFill>
                </a:rPr>
                <a:t>IMEM</a:t>
              </a:r>
              <a:endParaRPr lang="zh-CN" altLang="en-US" dirty="0">
                <a:solidFill>
                  <a:srgbClr val="FF3399"/>
                </a:solidFill>
              </a:endParaRPr>
            </a:p>
          </p:txBody>
        </p:sp>
      </p:grpSp>
      <p:sp>
        <p:nvSpPr>
          <p:cNvPr id="155" name="Text Box 8"/>
          <p:cNvSpPr txBox="1">
            <a:spLocks noChangeArrowheads="1"/>
          </p:cNvSpPr>
          <p:nvPr/>
        </p:nvSpPr>
        <p:spPr bwMode="auto">
          <a:xfrm>
            <a:off x="4860464" y="4581128"/>
            <a:ext cx="388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若</a:t>
            </a:r>
            <a:r>
              <a:rPr lang="en-US" altLang="zh-CN" sz="1800" b="1" dirty="0">
                <a:latin typeface="宋体" panose="02010600030101010101" pitchFamily="2" charset="-122"/>
              </a:rPr>
              <a:t>IMEM</a:t>
            </a:r>
            <a:r>
              <a:rPr lang="zh-CN" altLang="en-US" sz="1800" b="1" dirty="0">
                <a:latin typeface="宋体" panose="02010600030101010101" pitchFamily="2" charset="-122"/>
              </a:rPr>
              <a:t>为</a:t>
            </a:r>
            <a:r>
              <a:rPr lang="zh-CN" altLang="en-US" sz="1800" b="1" u="sng" dirty="0">
                <a:latin typeface="宋体" panose="02010600030101010101" pitchFamily="2" charset="-122"/>
              </a:rPr>
              <a:t>异步</a:t>
            </a:r>
            <a:r>
              <a:rPr lang="en-US" altLang="zh-CN" sz="1800" b="1" dirty="0">
                <a:latin typeface="宋体" panose="02010600030101010101" pitchFamily="2" charset="-122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</a:rPr>
              <a:t>，何时写</a:t>
            </a:r>
            <a:r>
              <a:rPr lang="en-US" altLang="zh-CN" sz="1800" b="1" dirty="0">
                <a:latin typeface="宋体" panose="02010600030101010101" pitchFamily="2" charset="-122"/>
              </a:rPr>
              <a:t>PC</a:t>
            </a:r>
            <a:r>
              <a:rPr lang="zh-CN" altLang="en-US" sz="1800" b="1" dirty="0">
                <a:latin typeface="宋体" panose="02010600030101010101" pitchFamily="2" charset="-122"/>
              </a:rPr>
              <a:t>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6372000" y="4941168"/>
            <a:ext cx="2232448" cy="288000"/>
          </a:xfrm>
          <a:prstGeom prst="rect">
            <a:avLst/>
          </a:prstGeom>
          <a:noFill/>
        </p:spPr>
        <p:txBody>
          <a:bodyPr wrap="square" lIns="18000" tIns="10800" rIns="18000" bIns="10800" rtlCol="0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1600" b="1" dirty="0">
                <a:latin typeface="+mn-ea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zh-CN" sz="1600" b="1" baseline="-18000" dirty="0">
                <a:latin typeface="+mn-ea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结束时</a:t>
            </a:r>
            <a:r>
              <a:rPr lang="en-US" altLang="zh-CN" sz="1600" b="1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600" b="1" dirty="0">
                <a:latin typeface="+mn-lt"/>
                <a:ea typeface="+mn-ea"/>
                <a:cs typeface="Times New Roman" panose="02020603050405020304" pitchFamily="18" charset="0"/>
              </a:rPr>
              <a:t>↑</a:t>
            </a: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后开始读</a:t>
            </a:r>
            <a:r>
              <a:rPr lang="en-US" altLang="zh-CN" sz="16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zh-CN" altLang="en-US" sz="16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1836000" y="2204760"/>
            <a:ext cx="935800" cy="792042"/>
            <a:chOff x="1836000" y="2204760"/>
            <a:chExt cx="935800" cy="792042"/>
          </a:xfrm>
        </p:grpSpPr>
        <p:cxnSp>
          <p:nvCxnSpPr>
            <p:cNvPr id="120" name="直接连接符 199"/>
            <p:cNvCxnSpPr/>
            <p:nvPr/>
          </p:nvCxnSpPr>
          <p:spPr bwMode="auto">
            <a:xfrm flipV="1">
              <a:off x="1836000" y="2851200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1" name="直接连接符 199"/>
            <p:cNvCxnSpPr/>
            <p:nvPr/>
          </p:nvCxnSpPr>
          <p:spPr bwMode="auto">
            <a:xfrm>
              <a:off x="1836000" y="2599200"/>
              <a:ext cx="0" cy="25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cxnSp>
          <p:nvCxnSpPr>
            <p:cNvPr id="156" name="直接连接符 187"/>
            <p:cNvCxnSpPr/>
            <p:nvPr/>
          </p:nvCxnSpPr>
          <p:spPr>
            <a:xfrm rot="10800000" flipV="1">
              <a:off x="1979712" y="2204760"/>
              <a:ext cx="648072" cy="220220"/>
            </a:xfrm>
            <a:prstGeom prst="bentConnector3">
              <a:avLst>
                <a:gd name="adj1" fmla="val 29"/>
              </a:avLst>
            </a:prstGeom>
            <a:ln w="1905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 Box 323"/>
            <p:cNvSpPr txBox="1">
              <a:spLocks noChangeArrowheads="1"/>
            </p:cNvSpPr>
            <p:nvPr/>
          </p:nvSpPr>
          <p:spPr bwMode="auto">
            <a:xfrm>
              <a:off x="2123728" y="2564802"/>
              <a:ext cx="648072" cy="432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IMEM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9" name="直接连接符 187"/>
            <p:cNvCxnSpPr/>
            <p:nvPr/>
          </p:nvCxnSpPr>
          <p:spPr>
            <a:xfrm rot="16200000" flipH="1">
              <a:off x="1943471" y="2461220"/>
              <a:ext cx="211832" cy="139350"/>
            </a:xfrm>
            <a:prstGeom prst="bentConnector3">
              <a:avLst>
                <a:gd name="adj1" fmla="val 99461"/>
              </a:avLst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组合 87"/>
          <p:cNvGrpSpPr/>
          <p:nvPr/>
        </p:nvGrpSpPr>
        <p:grpSpPr>
          <a:xfrm>
            <a:off x="683568" y="1268760"/>
            <a:ext cx="8246507" cy="2016224"/>
            <a:chOff x="683568" y="1268760"/>
            <a:chExt cx="8246507" cy="2016224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7236309" y="2161626"/>
              <a:ext cx="2" cy="347540"/>
            </a:xfrm>
            <a:prstGeom prst="line">
              <a:avLst/>
            </a:prstGeom>
            <a:ln w="1905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8"/>
            <p:cNvCxnSpPr/>
            <p:nvPr/>
          </p:nvCxnSpPr>
          <p:spPr>
            <a:xfrm flipV="1">
              <a:off x="7236309" y="2505596"/>
              <a:ext cx="648059" cy="357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 Box 323"/>
            <p:cNvSpPr txBox="1">
              <a:spLocks noChangeArrowheads="1"/>
            </p:cNvSpPr>
            <p:nvPr/>
          </p:nvSpPr>
          <p:spPr bwMode="auto">
            <a:xfrm>
              <a:off x="4712478" y="1844824"/>
              <a:ext cx="720000" cy="64807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0" name="直接连接符 8"/>
            <p:cNvCxnSpPr/>
            <p:nvPr/>
          </p:nvCxnSpPr>
          <p:spPr>
            <a:xfrm flipV="1">
              <a:off x="5436096" y="1909765"/>
              <a:ext cx="432048" cy="334873"/>
            </a:xfrm>
            <a:prstGeom prst="bentConnector3">
              <a:avLst>
                <a:gd name="adj1" fmla="val 32363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 Box 363"/>
            <p:cNvSpPr txBox="1">
              <a:spLocks noChangeArrowheads="1"/>
            </p:cNvSpPr>
            <p:nvPr/>
          </p:nvSpPr>
          <p:spPr bwMode="auto">
            <a:xfrm>
              <a:off x="3131840" y="1700808"/>
              <a:ext cx="360040" cy="72008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700"/>
                </a:spcBef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 bwMode="auto">
            <a:xfrm>
              <a:off x="3134082" y="1360706"/>
              <a:ext cx="0" cy="156423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>
            <a:xfrm>
              <a:off x="5436096" y="2420888"/>
              <a:ext cx="1295161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AutoShape 15"/>
            <p:cNvSpPr>
              <a:spLocks noChangeArrowheads="1"/>
            </p:cNvSpPr>
            <p:nvPr/>
          </p:nvSpPr>
          <p:spPr bwMode="auto">
            <a:xfrm rot="16200000">
              <a:off x="6587733" y="1988349"/>
              <a:ext cx="648071" cy="361023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4211960" y="2060848"/>
              <a:ext cx="500518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3134082" y="2249314"/>
              <a:ext cx="1578396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3134082" y="2420888"/>
              <a:ext cx="1578396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35"/>
            <p:cNvCxnSpPr>
              <a:stCxn id="51" idx="1"/>
            </p:cNvCxnSpPr>
            <p:nvPr/>
          </p:nvCxnSpPr>
          <p:spPr>
            <a:xfrm rot="10800000" flipV="1">
              <a:off x="4495832" y="1629247"/>
              <a:ext cx="292193" cy="287584"/>
            </a:xfrm>
            <a:prstGeom prst="bentConnector3">
              <a:avLst>
                <a:gd name="adj1" fmla="val 99984"/>
              </a:avLst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82"/>
            <p:cNvCxnSpPr>
              <a:endCxn id="9" idx="2"/>
            </p:cNvCxnSpPr>
            <p:nvPr/>
          </p:nvCxnSpPr>
          <p:spPr bwMode="auto">
            <a:xfrm flipV="1">
              <a:off x="4427984" y="2492896"/>
              <a:ext cx="644494" cy="106076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0" name="直接连接符 19"/>
            <p:cNvCxnSpPr/>
            <p:nvPr/>
          </p:nvCxnSpPr>
          <p:spPr bwMode="auto">
            <a:xfrm flipV="1">
              <a:off x="5292080" y="2492896"/>
              <a:ext cx="0" cy="12363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" name="直接连接符 8"/>
            <p:cNvCxnSpPr>
              <a:stCxn id="14" idx="2"/>
            </p:cNvCxnSpPr>
            <p:nvPr/>
          </p:nvCxnSpPr>
          <p:spPr>
            <a:xfrm flipH="1" flipV="1">
              <a:off x="5292080" y="1700809"/>
              <a:ext cx="1800200" cy="468051"/>
            </a:xfrm>
            <a:prstGeom prst="bentConnector3">
              <a:avLst>
                <a:gd name="adj1" fmla="val -7972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auto">
            <a:xfrm flipV="1">
              <a:off x="6948264" y="2420888"/>
              <a:ext cx="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3" name="直接连接符 22"/>
            <p:cNvCxnSpPr/>
            <p:nvPr/>
          </p:nvCxnSpPr>
          <p:spPr>
            <a:xfrm>
              <a:off x="7092280" y="2027782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7092280" y="2276872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460691" y="1894712"/>
              <a:ext cx="279661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OF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452320" y="2132856"/>
              <a:ext cx="279661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10312" y="3068960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095576" y="3068960"/>
              <a:ext cx="69244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23495" y="1844824"/>
              <a:ext cx="308345" cy="710598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</a:p>
          </p:txBody>
        </p:sp>
        <p:sp>
          <p:nvSpPr>
            <p:cNvPr id="30" name="Text Box 18"/>
            <p:cNvSpPr txBox="1">
              <a:spLocks noChangeArrowheads="1"/>
            </p:cNvSpPr>
            <p:nvPr/>
          </p:nvSpPr>
          <p:spPr bwMode="auto">
            <a:xfrm>
              <a:off x="3707905" y="1844824"/>
              <a:ext cx="504055" cy="28892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3707905" y="2032271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矩形 31"/>
            <p:cNvSpPr/>
            <p:nvPr/>
          </p:nvSpPr>
          <p:spPr bwMode="auto">
            <a:xfrm>
              <a:off x="3716289" y="1873761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134082" y="2780928"/>
              <a:ext cx="1569500" cy="0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3134082" y="1916832"/>
              <a:ext cx="571902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103"/>
            <p:cNvCxnSpPr/>
            <p:nvPr/>
          </p:nvCxnSpPr>
          <p:spPr>
            <a:xfrm flipV="1">
              <a:off x="3491880" y="2060848"/>
              <a:ext cx="214104" cy="185544"/>
            </a:xfrm>
            <a:prstGeom prst="bentConnector3">
              <a:avLst>
                <a:gd name="adj1" fmla="val -843"/>
              </a:avLst>
            </a:prstGeom>
            <a:ln w="15875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 Box 323"/>
            <p:cNvSpPr txBox="1">
              <a:spLocks noChangeArrowheads="1"/>
            </p:cNvSpPr>
            <p:nvPr/>
          </p:nvSpPr>
          <p:spPr bwMode="auto">
            <a:xfrm>
              <a:off x="4703582" y="2636912"/>
              <a:ext cx="720000" cy="288032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>
                  <a:latin typeface="宋体" panose="02010600030101010101" pitchFamily="2" charset="-122"/>
                </a:rPr>
                <a:t>ExtU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37" name="Text Box 18"/>
            <p:cNvSpPr txBox="1">
              <a:spLocks noChangeArrowheads="1"/>
            </p:cNvSpPr>
            <p:nvPr/>
          </p:nvSpPr>
          <p:spPr bwMode="auto">
            <a:xfrm>
              <a:off x="5868144" y="1844824"/>
              <a:ext cx="504055" cy="28892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5868144" y="2032271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5876528" y="1873761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0" name="直接连接符 39"/>
            <p:cNvCxnSpPr/>
            <p:nvPr/>
          </p:nvCxnSpPr>
          <p:spPr>
            <a:xfrm flipV="1">
              <a:off x="6372200" y="1916832"/>
              <a:ext cx="359057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8"/>
            <p:cNvCxnSpPr>
              <a:stCxn id="36" idx="3"/>
            </p:cNvCxnSpPr>
            <p:nvPr/>
          </p:nvCxnSpPr>
          <p:spPr>
            <a:xfrm flipV="1">
              <a:off x="5423582" y="2069232"/>
              <a:ext cx="302788" cy="711696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5726370" y="2069232"/>
              <a:ext cx="149787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3172466" y="2564904"/>
              <a:ext cx="53543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 bwMode="auto">
            <a:xfrm flipV="1">
              <a:off x="3851920" y="2133750"/>
              <a:ext cx="0" cy="93521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5" name="直接连接符 44"/>
            <p:cNvCxnSpPr/>
            <p:nvPr/>
          </p:nvCxnSpPr>
          <p:spPr bwMode="auto">
            <a:xfrm flipV="1">
              <a:off x="5220073" y="2924944"/>
              <a:ext cx="0" cy="14401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6" name="直接连接符 45"/>
            <p:cNvCxnSpPr/>
            <p:nvPr/>
          </p:nvCxnSpPr>
          <p:spPr bwMode="auto">
            <a:xfrm flipV="1">
              <a:off x="6120171" y="2133750"/>
              <a:ext cx="0" cy="93521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47" name="TextBox 46"/>
            <p:cNvSpPr txBox="1"/>
            <p:nvPr/>
          </p:nvSpPr>
          <p:spPr>
            <a:xfrm>
              <a:off x="3206090" y="3068960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RegAsrc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860032" y="3068960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Extctr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 flipH="1" flipV="1">
              <a:off x="4430226" y="2598972"/>
              <a:ext cx="0" cy="46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50" name="TextBox 49"/>
            <p:cNvSpPr txBox="1"/>
            <p:nvPr/>
          </p:nvSpPr>
          <p:spPr>
            <a:xfrm>
              <a:off x="5796136" y="3068960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ALUBsrc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18"/>
            <p:cNvSpPr txBox="1">
              <a:spLocks noChangeArrowheads="1"/>
            </p:cNvSpPr>
            <p:nvPr/>
          </p:nvSpPr>
          <p:spPr bwMode="auto">
            <a:xfrm>
              <a:off x="4788024" y="1484784"/>
              <a:ext cx="504055" cy="28892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5211687" y="1519586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5220071" y="1663602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54" name="直接连接符 53"/>
            <p:cNvCxnSpPr/>
            <p:nvPr/>
          </p:nvCxnSpPr>
          <p:spPr>
            <a:xfrm flipV="1">
              <a:off x="4502234" y="1916832"/>
              <a:ext cx="213782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 Box 323"/>
            <p:cNvSpPr txBox="1">
              <a:spLocks noChangeArrowheads="1"/>
            </p:cNvSpPr>
            <p:nvPr/>
          </p:nvSpPr>
          <p:spPr bwMode="auto">
            <a:xfrm>
              <a:off x="7884368" y="2348880"/>
              <a:ext cx="648072" cy="504056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DMEM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6" name="直接连接符 8"/>
            <p:cNvCxnSpPr/>
            <p:nvPr/>
          </p:nvCxnSpPr>
          <p:spPr>
            <a:xfrm>
              <a:off x="5580112" y="2241916"/>
              <a:ext cx="2304256" cy="467004"/>
            </a:xfrm>
            <a:prstGeom prst="bentConnector3">
              <a:avLst>
                <a:gd name="adj1" fmla="val 160"/>
              </a:avLst>
            </a:prstGeom>
            <a:ln w="190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8"/>
            <p:cNvCxnSpPr>
              <a:stCxn id="55" idx="3"/>
            </p:cNvCxnSpPr>
            <p:nvPr/>
          </p:nvCxnSpPr>
          <p:spPr>
            <a:xfrm flipH="1" flipV="1">
              <a:off x="5292080" y="1555590"/>
              <a:ext cx="3240360" cy="1045318"/>
            </a:xfrm>
            <a:prstGeom prst="bentConnector3">
              <a:avLst>
                <a:gd name="adj1" fmla="val -4311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 bwMode="auto">
            <a:xfrm flipV="1">
              <a:off x="8388424" y="2852936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59" name="TextBox 58"/>
            <p:cNvSpPr txBox="1"/>
            <p:nvPr/>
          </p:nvSpPr>
          <p:spPr>
            <a:xfrm>
              <a:off x="7557150" y="3068960"/>
              <a:ext cx="68566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MEMWr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244408" y="3068960"/>
              <a:ext cx="68566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MEMRd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61" name="直接连接符 60"/>
            <p:cNvCxnSpPr/>
            <p:nvPr/>
          </p:nvCxnSpPr>
          <p:spPr bwMode="auto">
            <a:xfrm flipV="1">
              <a:off x="8028384" y="2852936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2" name="直接连接符 87"/>
            <p:cNvCxnSpPr/>
            <p:nvPr/>
          </p:nvCxnSpPr>
          <p:spPr bwMode="auto">
            <a:xfrm>
              <a:off x="4040312" y="1360706"/>
              <a:ext cx="1035744" cy="124078"/>
            </a:xfrm>
            <a:prstGeom prst="bentConnector3">
              <a:avLst>
                <a:gd name="adj1" fmla="val 99966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63" name="TextBox 62"/>
            <p:cNvSpPr txBox="1"/>
            <p:nvPr/>
          </p:nvSpPr>
          <p:spPr>
            <a:xfrm>
              <a:off x="3195176" y="1268760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RegDsrc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64" name="直接连接符 63"/>
            <p:cNvCxnSpPr/>
            <p:nvPr/>
          </p:nvCxnSpPr>
          <p:spPr bwMode="auto">
            <a:xfrm flipV="1">
              <a:off x="8172400" y="2914850"/>
              <a:ext cx="0" cy="15411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65" name="椭圆 64"/>
            <p:cNvSpPr/>
            <p:nvPr/>
          </p:nvSpPr>
          <p:spPr bwMode="auto">
            <a:xfrm>
              <a:off x="8137797" y="2852936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Text Box 323"/>
            <p:cNvSpPr txBox="1">
              <a:spLocks noChangeArrowheads="1"/>
            </p:cNvSpPr>
            <p:nvPr/>
          </p:nvSpPr>
          <p:spPr bwMode="auto">
            <a:xfrm>
              <a:off x="1760150" y="1412776"/>
              <a:ext cx="720000" cy="57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ACU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7" name="直接连接符 66"/>
            <p:cNvCxnSpPr/>
            <p:nvPr/>
          </p:nvCxnSpPr>
          <p:spPr>
            <a:xfrm flipH="1" flipV="1">
              <a:off x="2483768" y="1512723"/>
              <a:ext cx="650314" cy="1202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2555776" y="1268760"/>
              <a:ext cx="535438" cy="49408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addr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69" name="直接连接符 68"/>
            <p:cNvCxnSpPr/>
            <p:nvPr/>
          </p:nvCxnSpPr>
          <p:spPr>
            <a:xfrm flipH="1" flipV="1">
              <a:off x="2483768" y="1732947"/>
              <a:ext cx="650314" cy="1202"/>
            </a:xfrm>
            <a:prstGeom prst="line">
              <a:avLst/>
            </a:prstGeom>
            <a:ln w="1905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 Box 323"/>
            <p:cNvSpPr txBox="1">
              <a:spLocks noChangeArrowheads="1"/>
            </p:cNvSpPr>
            <p:nvPr/>
          </p:nvSpPr>
          <p:spPr bwMode="auto">
            <a:xfrm>
              <a:off x="1757253" y="2132856"/>
              <a:ext cx="72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PC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1" name="直接连接符 70"/>
            <p:cNvCxnSpPr/>
            <p:nvPr/>
          </p:nvCxnSpPr>
          <p:spPr>
            <a:xfrm>
              <a:off x="2483768" y="2204864"/>
              <a:ext cx="14401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187"/>
            <p:cNvCxnSpPr/>
            <p:nvPr/>
          </p:nvCxnSpPr>
          <p:spPr>
            <a:xfrm rot="16200000" flipV="1">
              <a:off x="2411159" y="1988239"/>
              <a:ext cx="289234" cy="144016"/>
            </a:xfrm>
            <a:prstGeom prst="bentConnector3">
              <a:avLst>
                <a:gd name="adj1" fmla="val 100809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V="1">
              <a:off x="1619672" y="1916832"/>
              <a:ext cx="144016" cy="894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187"/>
            <p:cNvCxnSpPr/>
            <p:nvPr/>
          </p:nvCxnSpPr>
          <p:spPr>
            <a:xfrm rot="16200000" flipH="1">
              <a:off x="1540914" y="1988525"/>
              <a:ext cx="295097" cy="137579"/>
            </a:xfrm>
            <a:prstGeom prst="bentConnector3">
              <a:avLst>
                <a:gd name="adj1" fmla="val 103258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199"/>
            <p:cNvCxnSpPr/>
            <p:nvPr/>
          </p:nvCxnSpPr>
          <p:spPr bwMode="auto">
            <a:xfrm flipV="1">
              <a:off x="1547664" y="2599200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76" name="直接连接符 75"/>
            <p:cNvCxnSpPr/>
            <p:nvPr/>
          </p:nvCxnSpPr>
          <p:spPr>
            <a:xfrm>
              <a:off x="1547663" y="1772816"/>
              <a:ext cx="216025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1547664" y="1628800"/>
              <a:ext cx="216025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246"/>
            <p:cNvCxnSpPr/>
            <p:nvPr/>
          </p:nvCxnSpPr>
          <p:spPr>
            <a:xfrm>
              <a:off x="1547663" y="1268760"/>
              <a:ext cx="216026" cy="216024"/>
            </a:xfrm>
            <a:prstGeom prst="bentConnector3">
              <a:avLst>
                <a:gd name="adj1" fmla="val -1307"/>
              </a:avLst>
            </a:prstGeom>
            <a:ln w="12700">
              <a:solidFill>
                <a:srgbClr val="9900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683568" y="1484784"/>
              <a:ext cx="823470" cy="39895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Branch</a:t>
              </a:r>
            </a:p>
            <a:p>
              <a:pPr algn="r">
                <a:lnSpc>
                  <a:spcPct val="70000"/>
                </a:lnSpc>
              </a:pP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Jump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0" name="直接连接符 79"/>
            <p:cNvCxnSpPr/>
            <p:nvPr/>
          </p:nvCxnSpPr>
          <p:spPr>
            <a:xfrm flipV="1">
              <a:off x="7308304" y="1268760"/>
              <a:ext cx="1" cy="1008112"/>
            </a:xfrm>
            <a:prstGeom prst="line">
              <a:avLst/>
            </a:prstGeom>
            <a:ln w="12700">
              <a:solidFill>
                <a:srgbClr val="990099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1547664" y="1268760"/>
              <a:ext cx="5760640" cy="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130552" y="2422800"/>
              <a:ext cx="417111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0" name="直接连接符 129"/>
            <p:cNvCxnSpPr/>
            <p:nvPr/>
          </p:nvCxnSpPr>
          <p:spPr>
            <a:xfrm>
              <a:off x="2771800" y="2780827"/>
              <a:ext cx="36004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椭圆 117"/>
            <p:cNvSpPr/>
            <p:nvPr/>
          </p:nvSpPr>
          <p:spPr bwMode="auto">
            <a:xfrm>
              <a:off x="1800000" y="2350800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60" name="直接连接符 199"/>
            <p:cNvCxnSpPr/>
            <p:nvPr/>
          </p:nvCxnSpPr>
          <p:spPr bwMode="auto">
            <a:xfrm flipV="1">
              <a:off x="1836000" y="2419200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4" grpId="0"/>
      <p:bldP spid="155" grpId="0" bldLvl="0" animBg="1"/>
      <p:bldP spid="15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40</a:t>
            </a:fld>
            <a:endParaRPr lang="en-US" altLang="zh-CN"/>
          </a:p>
        </p:txBody>
      </p:sp>
      <p:sp>
        <p:nvSpPr>
          <p:cNvPr id="109" name="Text Box 116"/>
          <p:cNvSpPr txBox="1">
            <a:spLocks noChangeArrowheads="1"/>
          </p:cNvSpPr>
          <p:nvPr/>
        </p:nvSpPr>
        <p:spPr bwMode="auto">
          <a:xfrm>
            <a:off x="179263" y="332656"/>
            <a:ext cx="4106145" cy="43815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*设计结果汇总： </a:t>
            </a:r>
            <a:r>
              <a:rPr kumimoji="1" lang="en-US" altLang="zh-CN" sz="1800" b="1" dirty="0">
                <a:latin typeface="宋体" panose="02010600030101010101" pitchFamily="2" charset="-122"/>
              </a:rPr>
              <a:t>(</a:t>
            </a:r>
            <a:r>
              <a:rPr kumimoji="1" lang="zh-CN" altLang="en-US" sz="1800" b="1" dirty="0">
                <a:latin typeface="宋体" panose="02010600030101010101" pitchFamily="2" charset="-122"/>
              </a:rPr>
              <a:t>单周期</a:t>
            </a:r>
            <a:r>
              <a:rPr kumimoji="1" lang="en-US" altLang="zh-CN" sz="1800" b="1" dirty="0">
                <a:latin typeface="宋体" panose="02010600030101010101" pitchFamily="2" charset="-122"/>
              </a:rPr>
              <a:t>DP)</a:t>
            </a:r>
            <a:endParaRPr lang="en-US" altLang="zh-CN" sz="2200" b="1" kern="100" spc="-100" dirty="0"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电路组成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接口信号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操作时序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273" name="Text Box 116"/>
          <p:cNvSpPr txBox="1">
            <a:spLocks noChangeArrowheads="1"/>
          </p:cNvSpPr>
          <p:nvPr/>
        </p:nvSpPr>
        <p:spPr bwMode="auto">
          <a:xfrm>
            <a:off x="2195830" y="3789040"/>
            <a:ext cx="6615430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OPCmd</a:t>
            </a:r>
            <a:r>
              <a:rPr lang="en-US" altLang="zh-CN" sz="1600" b="1" dirty="0">
                <a:latin typeface="宋体" panose="02010600030101010101" pitchFamily="2" charset="-122"/>
              </a:rPr>
              <a:t>(10</a:t>
            </a:r>
            <a:r>
              <a:rPr lang="zh-CN" altLang="en-US" sz="1600" b="1" dirty="0">
                <a:latin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，工作脉冲</a:t>
            </a:r>
            <a:r>
              <a:rPr lang="en-US" altLang="zh-CN" sz="1600" b="1" dirty="0">
                <a:latin typeface="宋体" panose="02010600030101010101" pitchFamily="2" charset="-122"/>
              </a:rPr>
              <a:t>(2</a:t>
            </a:r>
            <a:r>
              <a:rPr lang="zh-CN" altLang="en-US" sz="1600" b="1" dirty="0">
                <a:latin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，操作码</a:t>
            </a: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与</a:t>
            </a:r>
            <a:r>
              <a:rPr lang="en-US" altLang="zh-CN" sz="1800" b="1" dirty="0">
                <a:latin typeface="宋体" panose="02010600030101010101" pitchFamily="2" charset="-122"/>
              </a:rPr>
              <a:t>CU</a:t>
            </a:r>
            <a:r>
              <a:rPr lang="zh-CN" altLang="en-US" sz="1800" b="1" dirty="0">
                <a:latin typeface="宋体" panose="02010600030101010101" pitchFamily="2" charset="-122"/>
              </a:rPr>
              <a:t>之间</a:t>
            </a:r>
          </a:p>
        </p:txBody>
      </p:sp>
      <p:sp>
        <p:nvSpPr>
          <p:cNvPr id="131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" name="AutoShape 49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" name="AutoShape 499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8" name="组合 87"/>
          <p:cNvGrpSpPr/>
          <p:nvPr/>
        </p:nvGrpSpPr>
        <p:grpSpPr>
          <a:xfrm>
            <a:off x="2304000" y="4437112"/>
            <a:ext cx="5688000" cy="1333688"/>
            <a:chOff x="1403688" y="4797152"/>
            <a:chExt cx="5688000" cy="1333688"/>
          </a:xfrm>
        </p:grpSpPr>
        <p:sp>
          <p:nvSpPr>
            <p:cNvPr id="245" name="TextBox 244"/>
            <p:cNvSpPr txBox="1"/>
            <p:nvPr/>
          </p:nvSpPr>
          <p:spPr>
            <a:xfrm>
              <a:off x="1403688" y="4797176"/>
              <a:ext cx="360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P0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>
            <a:xfrm flipV="1">
              <a:off x="4283968" y="5013176"/>
              <a:ext cx="2304256" cy="1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>
            <a:xfrm>
              <a:off x="4283968" y="4801922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>
              <a:off x="1979712" y="4797152"/>
              <a:ext cx="230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/>
          </p:nvCxnSpPr>
          <p:spPr>
            <a:xfrm flipH="1">
              <a:off x="1979712" y="4801922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>
              <a:off x="1835712" y="5013176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>
              <a:off x="6580632" y="4797176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/>
            <p:nvPr/>
          </p:nvCxnSpPr>
          <p:spPr>
            <a:xfrm>
              <a:off x="6580634" y="4797152"/>
              <a:ext cx="216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TextBox 267"/>
            <p:cNvSpPr txBox="1"/>
            <p:nvPr/>
          </p:nvSpPr>
          <p:spPr>
            <a:xfrm>
              <a:off x="6299688" y="5626840"/>
              <a:ext cx="792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GPRs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69" name="直接连接符 268"/>
            <p:cNvCxnSpPr/>
            <p:nvPr/>
          </p:nvCxnSpPr>
          <p:spPr>
            <a:xfrm flipV="1">
              <a:off x="6588224" y="5337240"/>
              <a:ext cx="0" cy="288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/>
            <p:cNvCxnSpPr/>
            <p:nvPr/>
          </p:nvCxnSpPr>
          <p:spPr>
            <a:xfrm flipV="1">
              <a:off x="4283968" y="5337240"/>
              <a:ext cx="0" cy="288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TextBox 271"/>
            <p:cNvSpPr txBox="1"/>
            <p:nvPr/>
          </p:nvSpPr>
          <p:spPr>
            <a:xfrm>
              <a:off x="3707688" y="5626840"/>
              <a:ext cx="1224000" cy="504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DMEM</a:t>
              </a:r>
            </a:p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   写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PC</a:t>
              </a:r>
              <a:endParaRPr lang="zh-CN" altLang="en-US" sz="18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79" name="直接连接符 278"/>
            <p:cNvCxnSpPr/>
            <p:nvPr/>
          </p:nvCxnSpPr>
          <p:spPr>
            <a:xfrm flipV="1">
              <a:off x="1979688" y="5337240"/>
              <a:ext cx="0" cy="540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TextBox 279"/>
            <p:cNvSpPr txBox="1"/>
            <p:nvPr/>
          </p:nvSpPr>
          <p:spPr>
            <a:xfrm>
              <a:off x="1691688" y="5878840"/>
              <a:ext cx="792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IMEM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1403688" y="5085184"/>
              <a:ext cx="360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P1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95" name="直接连接符 194"/>
            <p:cNvCxnSpPr/>
            <p:nvPr/>
          </p:nvCxnSpPr>
          <p:spPr>
            <a:xfrm>
              <a:off x="4283968" y="5085184"/>
              <a:ext cx="230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>
              <a:off x="4283968" y="508518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>
            <a:xfrm flipV="1">
              <a:off x="1979712" y="5301208"/>
              <a:ext cx="230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>
            <a:xfrm flipH="1">
              <a:off x="1979712" y="508518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>
            <a:xfrm>
              <a:off x="1835712" y="5085184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>
              <a:off x="6588224" y="508518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>
            <a:xfrm>
              <a:off x="6588224" y="5301208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TextBox 210"/>
            <p:cNvSpPr txBox="1"/>
            <p:nvPr/>
          </p:nvSpPr>
          <p:spPr>
            <a:xfrm>
              <a:off x="2087688" y="5373240"/>
              <a:ext cx="2014562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取指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+CU+GPR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+ALU)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32000" y="1268760"/>
            <a:ext cx="8460000" cy="2448024"/>
            <a:chOff x="432000" y="1241416"/>
            <a:chExt cx="8460000" cy="2448024"/>
          </a:xfrm>
        </p:grpSpPr>
        <p:sp>
          <p:nvSpPr>
            <p:cNvPr id="122" name="Text Box 323"/>
            <p:cNvSpPr txBox="1">
              <a:spLocks noChangeArrowheads="1"/>
            </p:cNvSpPr>
            <p:nvPr/>
          </p:nvSpPr>
          <p:spPr bwMode="auto">
            <a:xfrm>
              <a:off x="1584128" y="1565416"/>
              <a:ext cx="7272808" cy="183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3" name="直接连接符 122"/>
            <p:cNvCxnSpPr/>
            <p:nvPr/>
          </p:nvCxnSpPr>
          <p:spPr>
            <a:xfrm flipH="1">
              <a:off x="7344781" y="2458330"/>
              <a:ext cx="2" cy="347540"/>
            </a:xfrm>
            <a:prstGeom prst="line">
              <a:avLst/>
            </a:prstGeom>
            <a:ln w="1905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8"/>
            <p:cNvCxnSpPr/>
            <p:nvPr/>
          </p:nvCxnSpPr>
          <p:spPr>
            <a:xfrm flipV="1">
              <a:off x="7344781" y="2802300"/>
              <a:ext cx="648059" cy="357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 Box 323"/>
            <p:cNvSpPr txBox="1">
              <a:spLocks noChangeArrowheads="1"/>
            </p:cNvSpPr>
            <p:nvPr/>
          </p:nvSpPr>
          <p:spPr bwMode="auto">
            <a:xfrm>
              <a:off x="4824000" y="2141528"/>
              <a:ext cx="720000" cy="64807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6" name="直接连接符 8"/>
            <p:cNvCxnSpPr/>
            <p:nvPr/>
          </p:nvCxnSpPr>
          <p:spPr>
            <a:xfrm flipV="1">
              <a:off x="5544568" y="2213416"/>
              <a:ext cx="432048" cy="324000"/>
            </a:xfrm>
            <a:prstGeom prst="bentConnector3">
              <a:avLst>
                <a:gd name="adj1" fmla="val 32363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 Box 363"/>
            <p:cNvSpPr txBox="1">
              <a:spLocks noChangeArrowheads="1"/>
            </p:cNvSpPr>
            <p:nvPr/>
          </p:nvSpPr>
          <p:spPr bwMode="auto">
            <a:xfrm>
              <a:off x="3240312" y="1997512"/>
              <a:ext cx="360040" cy="72008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700"/>
                </a:spcBef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8" name="直接连接符 127"/>
            <p:cNvCxnSpPr/>
            <p:nvPr/>
          </p:nvCxnSpPr>
          <p:spPr bwMode="auto">
            <a:xfrm>
              <a:off x="3240000" y="1745416"/>
              <a:ext cx="0" cy="1512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直接连接符 128"/>
            <p:cNvCxnSpPr/>
            <p:nvPr/>
          </p:nvCxnSpPr>
          <p:spPr>
            <a:xfrm>
              <a:off x="5544568" y="2717592"/>
              <a:ext cx="1295161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AutoShape 15"/>
            <p:cNvSpPr>
              <a:spLocks noChangeArrowheads="1"/>
            </p:cNvSpPr>
            <p:nvPr/>
          </p:nvSpPr>
          <p:spPr bwMode="auto">
            <a:xfrm rot="16200000">
              <a:off x="6696205" y="2285053"/>
              <a:ext cx="648071" cy="361023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132" name="直接连接符 131"/>
            <p:cNvCxnSpPr/>
            <p:nvPr/>
          </p:nvCxnSpPr>
          <p:spPr>
            <a:xfrm>
              <a:off x="4320432" y="2357552"/>
              <a:ext cx="500518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3242554" y="2546018"/>
              <a:ext cx="1578396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>
              <a:off x="3242554" y="2717592"/>
              <a:ext cx="1578396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35"/>
            <p:cNvCxnSpPr>
              <a:stCxn id="168" idx="1"/>
            </p:cNvCxnSpPr>
            <p:nvPr/>
          </p:nvCxnSpPr>
          <p:spPr>
            <a:xfrm rot="10800000" flipV="1">
              <a:off x="4604304" y="1925951"/>
              <a:ext cx="292193" cy="287584"/>
            </a:xfrm>
            <a:prstGeom prst="bentConnector3">
              <a:avLst>
                <a:gd name="adj1" fmla="val 99984"/>
              </a:avLst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82"/>
            <p:cNvCxnSpPr>
              <a:endCxn id="125" idx="2"/>
            </p:cNvCxnSpPr>
            <p:nvPr/>
          </p:nvCxnSpPr>
          <p:spPr bwMode="auto">
            <a:xfrm flipV="1">
              <a:off x="4539506" y="2789600"/>
              <a:ext cx="644494" cy="106076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37" name="直接连接符 136"/>
            <p:cNvCxnSpPr/>
            <p:nvPr/>
          </p:nvCxnSpPr>
          <p:spPr bwMode="auto">
            <a:xfrm flipV="1">
              <a:off x="5400552" y="2789600"/>
              <a:ext cx="0" cy="12363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8" name="直接连接符 8"/>
            <p:cNvCxnSpPr>
              <a:stCxn id="130" idx="2"/>
            </p:cNvCxnSpPr>
            <p:nvPr/>
          </p:nvCxnSpPr>
          <p:spPr>
            <a:xfrm flipH="1" flipV="1">
              <a:off x="5400552" y="1997513"/>
              <a:ext cx="1800200" cy="468051"/>
            </a:xfrm>
            <a:prstGeom prst="bentConnector3">
              <a:avLst>
                <a:gd name="adj1" fmla="val -7972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 bwMode="auto">
            <a:xfrm flipV="1">
              <a:off x="7056736" y="2717592"/>
              <a:ext cx="0" cy="75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40" name="直接连接符 139"/>
            <p:cNvCxnSpPr/>
            <p:nvPr/>
          </p:nvCxnSpPr>
          <p:spPr>
            <a:xfrm>
              <a:off x="7200752" y="2324486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7200752" y="2573576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217"/>
            <p:cNvSpPr txBox="1"/>
            <p:nvPr/>
          </p:nvSpPr>
          <p:spPr>
            <a:xfrm>
              <a:off x="7569163" y="2191416"/>
              <a:ext cx="279661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OF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3" name="TextBox 218"/>
            <p:cNvSpPr txBox="1"/>
            <p:nvPr/>
          </p:nvSpPr>
          <p:spPr>
            <a:xfrm>
              <a:off x="7560792" y="2429560"/>
              <a:ext cx="279661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4" name="TextBox 219"/>
            <p:cNvSpPr txBox="1"/>
            <p:nvPr/>
          </p:nvSpPr>
          <p:spPr>
            <a:xfrm>
              <a:off x="6732000" y="3473416"/>
              <a:ext cx="79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</a:p>
          </p:txBody>
        </p:sp>
        <p:sp>
          <p:nvSpPr>
            <p:cNvPr id="145" name="TextBox 220"/>
            <p:cNvSpPr txBox="1"/>
            <p:nvPr/>
          </p:nvSpPr>
          <p:spPr>
            <a:xfrm>
              <a:off x="4212000" y="3473416"/>
              <a:ext cx="684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</a:p>
          </p:txBody>
        </p:sp>
        <p:sp>
          <p:nvSpPr>
            <p:cNvPr id="146" name="TextBox 221"/>
            <p:cNvSpPr txBox="1"/>
            <p:nvPr/>
          </p:nvSpPr>
          <p:spPr>
            <a:xfrm>
              <a:off x="2931967" y="2141528"/>
              <a:ext cx="308345" cy="710598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</a:p>
          </p:txBody>
        </p:sp>
        <p:sp>
          <p:nvSpPr>
            <p:cNvPr id="147" name="Text Box 18"/>
            <p:cNvSpPr txBox="1">
              <a:spLocks noChangeArrowheads="1"/>
            </p:cNvSpPr>
            <p:nvPr/>
          </p:nvSpPr>
          <p:spPr bwMode="auto">
            <a:xfrm>
              <a:off x="3816377" y="2141528"/>
              <a:ext cx="504055" cy="28892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148" name="矩形 147"/>
            <p:cNvSpPr/>
            <p:nvPr/>
          </p:nvSpPr>
          <p:spPr bwMode="auto">
            <a:xfrm>
              <a:off x="3816377" y="2328975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9" name="矩形 148"/>
            <p:cNvSpPr/>
            <p:nvPr/>
          </p:nvSpPr>
          <p:spPr bwMode="auto">
            <a:xfrm>
              <a:off x="3824761" y="2170465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50" name="直接连接符 149"/>
            <p:cNvCxnSpPr/>
            <p:nvPr/>
          </p:nvCxnSpPr>
          <p:spPr>
            <a:xfrm>
              <a:off x="3242554" y="3077632"/>
              <a:ext cx="1569500" cy="0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>
              <a:off x="3242554" y="2213536"/>
              <a:ext cx="571902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03"/>
            <p:cNvCxnSpPr/>
            <p:nvPr/>
          </p:nvCxnSpPr>
          <p:spPr>
            <a:xfrm flipV="1">
              <a:off x="3600352" y="2357552"/>
              <a:ext cx="214104" cy="185544"/>
            </a:xfrm>
            <a:prstGeom prst="bentConnector3">
              <a:avLst>
                <a:gd name="adj1" fmla="val -843"/>
              </a:avLst>
            </a:prstGeom>
            <a:ln w="15875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 Box 323"/>
            <p:cNvSpPr txBox="1">
              <a:spLocks noChangeArrowheads="1"/>
            </p:cNvSpPr>
            <p:nvPr/>
          </p:nvSpPr>
          <p:spPr bwMode="auto">
            <a:xfrm>
              <a:off x="4788000" y="2969416"/>
              <a:ext cx="720000" cy="25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>
                  <a:latin typeface="宋体" panose="02010600030101010101" pitchFamily="2" charset="-122"/>
                </a:rPr>
                <a:t>ExtU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154" name="Text Box 18"/>
            <p:cNvSpPr txBox="1">
              <a:spLocks noChangeArrowheads="1"/>
            </p:cNvSpPr>
            <p:nvPr/>
          </p:nvSpPr>
          <p:spPr bwMode="auto">
            <a:xfrm>
              <a:off x="5976616" y="2141528"/>
              <a:ext cx="504055" cy="28892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155" name="矩形 154"/>
            <p:cNvSpPr/>
            <p:nvPr/>
          </p:nvSpPr>
          <p:spPr bwMode="auto">
            <a:xfrm>
              <a:off x="5976616" y="2328975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6" name="矩形 155"/>
            <p:cNvSpPr/>
            <p:nvPr/>
          </p:nvSpPr>
          <p:spPr bwMode="auto">
            <a:xfrm>
              <a:off x="5985000" y="2170465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57" name="直接连接符 156"/>
            <p:cNvCxnSpPr/>
            <p:nvPr/>
          </p:nvCxnSpPr>
          <p:spPr>
            <a:xfrm flipV="1">
              <a:off x="6480672" y="2213536"/>
              <a:ext cx="359057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8"/>
            <p:cNvCxnSpPr/>
            <p:nvPr/>
          </p:nvCxnSpPr>
          <p:spPr>
            <a:xfrm flipV="1">
              <a:off x="5508000" y="2357416"/>
              <a:ext cx="290274" cy="756000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5795999" y="2357416"/>
              <a:ext cx="180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235"/>
            <p:cNvSpPr txBox="1"/>
            <p:nvPr/>
          </p:nvSpPr>
          <p:spPr>
            <a:xfrm>
              <a:off x="3280938" y="2861608"/>
              <a:ext cx="53543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61" name="直接连接符 160"/>
            <p:cNvCxnSpPr/>
            <p:nvPr/>
          </p:nvCxnSpPr>
          <p:spPr bwMode="auto">
            <a:xfrm flipV="1">
              <a:off x="3947592" y="2439530"/>
              <a:ext cx="0" cy="10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62" name="直接连接符 161"/>
            <p:cNvCxnSpPr/>
            <p:nvPr/>
          </p:nvCxnSpPr>
          <p:spPr bwMode="auto">
            <a:xfrm flipH="1" flipV="1">
              <a:off x="5328000" y="3221416"/>
              <a:ext cx="0" cy="25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63" name="直接连接符 162"/>
            <p:cNvCxnSpPr/>
            <p:nvPr/>
          </p:nvCxnSpPr>
          <p:spPr bwMode="auto">
            <a:xfrm flipV="1">
              <a:off x="6228643" y="2430454"/>
              <a:ext cx="0" cy="10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64" name="TextBox 240"/>
            <p:cNvSpPr txBox="1"/>
            <p:nvPr/>
          </p:nvSpPr>
          <p:spPr>
            <a:xfrm>
              <a:off x="3312000" y="3473416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RegAsrc</a:t>
              </a:r>
            </a:p>
          </p:txBody>
        </p:sp>
        <p:sp>
          <p:nvSpPr>
            <p:cNvPr id="165" name="TextBox 241"/>
            <p:cNvSpPr txBox="1"/>
            <p:nvPr/>
          </p:nvSpPr>
          <p:spPr>
            <a:xfrm>
              <a:off x="4968504" y="3473416"/>
              <a:ext cx="79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Extctr</a:t>
              </a:r>
            </a:p>
          </p:txBody>
        </p:sp>
        <p:cxnSp>
          <p:nvCxnSpPr>
            <p:cNvPr id="166" name="直接连接符 165"/>
            <p:cNvCxnSpPr/>
            <p:nvPr/>
          </p:nvCxnSpPr>
          <p:spPr bwMode="auto">
            <a:xfrm flipH="1" flipV="1">
              <a:off x="4538698" y="2895676"/>
              <a:ext cx="0" cy="57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67" name="TextBox 243"/>
            <p:cNvSpPr txBox="1"/>
            <p:nvPr/>
          </p:nvSpPr>
          <p:spPr>
            <a:xfrm>
              <a:off x="5796000" y="3473416"/>
              <a:ext cx="900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ALUBsrc</a:t>
              </a:r>
            </a:p>
          </p:txBody>
        </p:sp>
        <p:sp>
          <p:nvSpPr>
            <p:cNvPr id="168" name="Text Box 18"/>
            <p:cNvSpPr txBox="1">
              <a:spLocks noChangeArrowheads="1"/>
            </p:cNvSpPr>
            <p:nvPr/>
          </p:nvSpPr>
          <p:spPr bwMode="auto">
            <a:xfrm>
              <a:off x="4896496" y="1781488"/>
              <a:ext cx="504055" cy="28892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169" name="矩形 168"/>
            <p:cNvSpPr/>
            <p:nvPr/>
          </p:nvSpPr>
          <p:spPr bwMode="auto">
            <a:xfrm>
              <a:off x="5320159" y="181629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1" name="矩形 170"/>
            <p:cNvSpPr/>
            <p:nvPr/>
          </p:nvSpPr>
          <p:spPr bwMode="auto">
            <a:xfrm>
              <a:off x="5328543" y="1960306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73" name="直接连接符 172"/>
            <p:cNvCxnSpPr/>
            <p:nvPr/>
          </p:nvCxnSpPr>
          <p:spPr>
            <a:xfrm flipV="1">
              <a:off x="4610706" y="2213536"/>
              <a:ext cx="213782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Text Box 323"/>
            <p:cNvSpPr txBox="1">
              <a:spLocks noChangeArrowheads="1"/>
            </p:cNvSpPr>
            <p:nvPr/>
          </p:nvSpPr>
          <p:spPr bwMode="auto">
            <a:xfrm>
              <a:off x="7992840" y="2645584"/>
              <a:ext cx="648072" cy="504056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DMEM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75" name="直接连接符 8"/>
            <p:cNvCxnSpPr/>
            <p:nvPr/>
          </p:nvCxnSpPr>
          <p:spPr>
            <a:xfrm>
              <a:off x="5688584" y="2538620"/>
              <a:ext cx="2304256" cy="467004"/>
            </a:xfrm>
            <a:prstGeom prst="bentConnector3">
              <a:avLst>
                <a:gd name="adj1" fmla="val 160"/>
              </a:avLst>
            </a:prstGeom>
            <a:ln w="190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8"/>
            <p:cNvCxnSpPr>
              <a:stCxn id="174" idx="3"/>
            </p:cNvCxnSpPr>
            <p:nvPr/>
          </p:nvCxnSpPr>
          <p:spPr>
            <a:xfrm flipH="1" flipV="1">
              <a:off x="5400552" y="1852294"/>
              <a:ext cx="3240360" cy="1045318"/>
            </a:xfrm>
            <a:prstGeom prst="bentConnector3">
              <a:avLst>
                <a:gd name="adj1" fmla="val -4311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 bwMode="auto">
            <a:xfrm flipV="1">
              <a:off x="8496896" y="3149640"/>
              <a:ext cx="0" cy="32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79" name="TextBox 266"/>
            <p:cNvSpPr txBox="1"/>
            <p:nvPr/>
          </p:nvSpPr>
          <p:spPr>
            <a:xfrm>
              <a:off x="7740000" y="3473416"/>
              <a:ext cx="576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MEMW</a:t>
              </a:r>
            </a:p>
          </p:txBody>
        </p:sp>
        <p:sp>
          <p:nvSpPr>
            <p:cNvPr id="180" name="TextBox 273"/>
            <p:cNvSpPr txBox="1"/>
            <p:nvPr/>
          </p:nvSpPr>
          <p:spPr>
            <a:xfrm>
              <a:off x="8316000" y="3473416"/>
              <a:ext cx="576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MEMR</a:t>
              </a:r>
            </a:p>
          </p:txBody>
        </p:sp>
        <p:cxnSp>
          <p:nvCxnSpPr>
            <p:cNvPr id="181" name="直接连接符 180"/>
            <p:cNvCxnSpPr/>
            <p:nvPr/>
          </p:nvCxnSpPr>
          <p:spPr bwMode="auto">
            <a:xfrm flipV="1">
              <a:off x="8136856" y="3149640"/>
              <a:ext cx="0" cy="32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83" name="直接连接符 87"/>
            <p:cNvCxnSpPr/>
            <p:nvPr/>
          </p:nvCxnSpPr>
          <p:spPr bwMode="auto">
            <a:xfrm>
              <a:off x="5148522" y="1493416"/>
              <a:ext cx="2" cy="28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88" name="TextBox 276"/>
            <p:cNvSpPr txBox="1"/>
            <p:nvPr/>
          </p:nvSpPr>
          <p:spPr>
            <a:xfrm>
              <a:off x="4788000" y="1241416"/>
              <a:ext cx="864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RegDsrc</a:t>
              </a:r>
            </a:p>
          </p:txBody>
        </p:sp>
        <p:cxnSp>
          <p:nvCxnSpPr>
            <p:cNvPr id="190" name="直接连接符 189"/>
            <p:cNvCxnSpPr/>
            <p:nvPr/>
          </p:nvCxnSpPr>
          <p:spPr bwMode="auto">
            <a:xfrm flipV="1">
              <a:off x="8280872" y="3149641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91" name="Text Box 323"/>
            <p:cNvSpPr txBox="1">
              <a:spLocks noChangeArrowheads="1"/>
            </p:cNvSpPr>
            <p:nvPr/>
          </p:nvSpPr>
          <p:spPr bwMode="auto">
            <a:xfrm>
              <a:off x="1872000" y="1781416"/>
              <a:ext cx="720000" cy="504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ACU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92" name="直接连接符 191"/>
            <p:cNvCxnSpPr/>
            <p:nvPr/>
          </p:nvCxnSpPr>
          <p:spPr>
            <a:xfrm flipH="1" flipV="1">
              <a:off x="2592240" y="1853416"/>
              <a:ext cx="650314" cy="1202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TextBox 282"/>
            <p:cNvSpPr txBox="1"/>
            <p:nvPr/>
          </p:nvSpPr>
          <p:spPr>
            <a:xfrm>
              <a:off x="2664248" y="1637416"/>
              <a:ext cx="535438" cy="49408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addr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96" name="直接连接符 195"/>
            <p:cNvCxnSpPr/>
            <p:nvPr/>
          </p:nvCxnSpPr>
          <p:spPr>
            <a:xfrm flipH="1" flipV="1">
              <a:off x="2592240" y="2069416"/>
              <a:ext cx="650314" cy="1202"/>
            </a:xfrm>
            <a:prstGeom prst="line">
              <a:avLst/>
            </a:prstGeom>
            <a:ln w="1905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Text Box 323"/>
            <p:cNvSpPr txBox="1">
              <a:spLocks noChangeArrowheads="1"/>
            </p:cNvSpPr>
            <p:nvPr/>
          </p:nvSpPr>
          <p:spPr bwMode="auto">
            <a:xfrm>
              <a:off x="1872000" y="2429560"/>
              <a:ext cx="72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PC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8" name="直接连接符 237"/>
            <p:cNvCxnSpPr/>
            <p:nvPr/>
          </p:nvCxnSpPr>
          <p:spPr>
            <a:xfrm>
              <a:off x="2592240" y="2501568"/>
              <a:ext cx="14401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187"/>
            <p:cNvCxnSpPr/>
            <p:nvPr/>
          </p:nvCxnSpPr>
          <p:spPr>
            <a:xfrm rot="16200000" flipV="1">
              <a:off x="2519631" y="2284943"/>
              <a:ext cx="289234" cy="144016"/>
            </a:xfrm>
            <a:prstGeom prst="bentConnector3">
              <a:avLst>
                <a:gd name="adj1" fmla="val 100809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/>
          </p:nvCxnSpPr>
          <p:spPr>
            <a:xfrm flipV="1">
              <a:off x="1728144" y="2213536"/>
              <a:ext cx="144016" cy="894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187"/>
            <p:cNvCxnSpPr/>
            <p:nvPr/>
          </p:nvCxnSpPr>
          <p:spPr>
            <a:xfrm rot="16200000" flipH="1">
              <a:off x="1649386" y="2285229"/>
              <a:ext cx="295097" cy="137579"/>
            </a:xfrm>
            <a:prstGeom prst="bentConnector3">
              <a:avLst>
                <a:gd name="adj1" fmla="val 103258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/>
          </p:nvCxnSpPr>
          <p:spPr>
            <a:xfrm flipV="1">
              <a:off x="792040" y="2069520"/>
              <a:ext cx="1080120" cy="894"/>
            </a:xfrm>
            <a:prstGeom prst="line">
              <a:avLst/>
            </a:prstGeom>
            <a:ln w="12700">
              <a:solidFill>
                <a:srgbClr val="FF33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/>
            <p:cNvCxnSpPr/>
            <p:nvPr/>
          </p:nvCxnSpPr>
          <p:spPr>
            <a:xfrm>
              <a:off x="1440112" y="1961416"/>
              <a:ext cx="432049" cy="0"/>
            </a:xfrm>
            <a:prstGeom prst="line">
              <a:avLst/>
            </a:prstGeom>
            <a:ln w="12700">
              <a:solidFill>
                <a:srgbClr val="FF33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46"/>
            <p:cNvCxnSpPr/>
            <p:nvPr/>
          </p:nvCxnSpPr>
          <p:spPr>
            <a:xfrm>
              <a:off x="1656135" y="1637416"/>
              <a:ext cx="216026" cy="216024"/>
            </a:xfrm>
            <a:prstGeom prst="bentConnector3">
              <a:avLst>
                <a:gd name="adj1" fmla="val -1307"/>
              </a:avLst>
            </a:prstGeom>
            <a:ln w="12700">
              <a:solidFill>
                <a:srgbClr val="9900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TextBox 293"/>
            <p:cNvSpPr txBox="1"/>
            <p:nvPr/>
          </p:nvSpPr>
          <p:spPr>
            <a:xfrm>
              <a:off x="432001" y="1241416"/>
              <a:ext cx="1332148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l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Branch Jump</a:t>
              </a:r>
            </a:p>
          </p:txBody>
        </p:sp>
        <p:cxnSp>
          <p:nvCxnSpPr>
            <p:cNvPr id="310" name="直接连接符 309"/>
            <p:cNvCxnSpPr/>
            <p:nvPr/>
          </p:nvCxnSpPr>
          <p:spPr>
            <a:xfrm flipV="1">
              <a:off x="7416776" y="1637416"/>
              <a:ext cx="1" cy="936000"/>
            </a:xfrm>
            <a:prstGeom prst="line">
              <a:avLst/>
            </a:prstGeom>
            <a:ln w="12700">
              <a:solidFill>
                <a:srgbClr val="990099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/>
            <p:cNvCxnSpPr/>
            <p:nvPr/>
          </p:nvCxnSpPr>
          <p:spPr>
            <a:xfrm flipH="1">
              <a:off x="1656136" y="1637416"/>
              <a:ext cx="5760640" cy="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2" name="TextBox 296"/>
            <p:cNvSpPr txBox="1"/>
            <p:nvPr/>
          </p:nvSpPr>
          <p:spPr>
            <a:xfrm>
              <a:off x="432000" y="2682000"/>
              <a:ext cx="1008112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=)P0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13" name="直接连接符 187"/>
            <p:cNvCxnSpPr/>
            <p:nvPr/>
          </p:nvCxnSpPr>
          <p:spPr>
            <a:xfrm rot="10800000" flipV="1">
              <a:off x="2088184" y="2501565"/>
              <a:ext cx="648072" cy="220220"/>
            </a:xfrm>
            <a:prstGeom prst="bentConnector3">
              <a:avLst>
                <a:gd name="adj1" fmla="val 29"/>
              </a:avLst>
            </a:prstGeom>
            <a:ln w="1905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Text Box 323"/>
            <p:cNvSpPr txBox="1">
              <a:spLocks noChangeArrowheads="1"/>
            </p:cNvSpPr>
            <p:nvPr/>
          </p:nvSpPr>
          <p:spPr bwMode="auto">
            <a:xfrm>
              <a:off x="2232200" y="2825416"/>
              <a:ext cx="648072" cy="360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IMEM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15" name="直接连接符 314"/>
            <p:cNvCxnSpPr/>
            <p:nvPr/>
          </p:nvCxnSpPr>
          <p:spPr>
            <a:xfrm>
              <a:off x="2880272" y="3005416"/>
              <a:ext cx="36004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接连接符 187"/>
            <p:cNvCxnSpPr/>
            <p:nvPr/>
          </p:nvCxnSpPr>
          <p:spPr>
            <a:xfrm rot="16200000" flipH="1">
              <a:off x="2051943" y="2758025"/>
              <a:ext cx="211832" cy="139350"/>
            </a:xfrm>
            <a:prstGeom prst="bentConnector3">
              <a:avLst>
                <a:gd name="adj1" fmla="val 99461"/>
              </a:avLst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连接符 316"/>
            <p:cNvCxnSpPr/>
            <p:nvPr/>
          </p:nvCxnSpPr>
          <p:spPr bwMode="auto">
            <a:xfrm>
              <a:off x="1440112" y="3329416"/>
              <a:ext cx="684076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8" name="TextBox 302"/>
            <p:cNvSpPr txBox="1"/>
            <p:nvPr/>
          </p:nvSpPr>
          <p:spPr>
            <a:xfrm>
              <a:off x="432000" y="3149640"/>
              <a:ext cx="1008112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=)P1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19" name="直接连接符 318"/>
            <p:cNvCxnSpPr/>
            <p:nvPr/>
          </p:nvCxnSpPr>
          <p:spPr bwMode="auto">
            <a:xfrm>
              <a:off x="594000" y="3191168"/>
              <a:ext cx="32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0" name="直接连接符 319"/>
            <p:cNvCxnSpPr/>
            <p:nvPr/>
          </p:nvCxnSpPr>
          <p:spPr>
            <a:xfrm flipH="1">
              <a:off x="2880000" y="3221416"/>
              <a:ext cx="360000" cy="360000"/>
            </a:xfrm>
            <a:prstGeom prst="line">
              <a:avLst/>
            </a:prstGeom>
            <a:ln w="15875">
              <a:solidFill>
                <a:srgbClr val="9900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05"/>
            <p:cNvSpPr txBox="1"/>
            <p:nvPr/>
          </p:nvSpPr>
          <p:spPr>
            <a:xfrm>
              <a:off x="1347791" y="3473416"/>
              <a:ext cx="1604489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指令译码器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ID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22" name="直接连接符 321"/>
            <p:cNvCxnSpPr/>
            <p:nvPr/>
          </p:nvCxnSpPr>
          <p:spPr bwMode="auto">
            <a:xfrm flipV="1">
              <a:off x="1440112" y="1493416"/>
              <a:ext cx="1" cy="46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23" name="直接连接符 322"/>
            <p:cNvCxnSpPr/>
            <p:nvPr/>
          </p:nvCxnSpPr>
          <p:spPr bwMode="auto">
            <a:xfrm flipV="1">
              <a:off x="792040" y="1493416"/>
              <a:ext cx="1" cy="57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0" name="直接连接符 199"/>
            <p:cNvCxnSpPr/>
            <p:nvPr/>
          </p:nvCxnSpPr>
          <p:spPr bwMode="auto">
            <a:xfrm flipV="1">
              <a:off x="1764000" y="3078000"/>
              <a:ext cx="46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7" name="直接连接符 199"/>
            <p:cNvCxnSpPr/>
            <p:nvPr/>
          </p:nvCxnSpPr>
          <p:spPr bwMode="auto">
            <a:xfrm>
              <a:off x="1764000" y="2862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182" name="直接连接符 199"/>
            <p:cNvCxnSpPr/>
            <p:nvPr/>
          </p:nvCxnSpPr>
          <p:spPr bwMode="auto">
            <a:xfrm flipV="1">
              <a:off x="1440000" y="2862000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85" name="直接连接符 199"/>
            <p:cNvCxnSpPr/>
            <p:nvPr/>
          </p:nvCxnSpPr>
          <p:spPr bwMode="auto">
            <a:xfrm flipV="1">
              <a:off x="1944000" y="2646000"/>
              <a:ext cx="0" cy="68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41</a:t>
            </a:fld>
            <a:endParaRPr lang="en-US" altLang="zh-CN"/>
          </a:p>
        </p:txBody>
      </p:sp>
      <p:sp>
        <p:nvSpPr>
          <p:cNvPr id="82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AutoShape 499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Text Box 5"/>
          <p:cNvSpPr txBox="1">
            <a:spLocks noChangeArrowheads="1"/>
          </p:cNvSpPr>
          <p:nvPr/>
        </p:nvSpPr>
        <p:spPr bwMode="auto">
          <a:xfrm>
            <a:off x="179705" y="332656"/>
            <a:ext cx="6696189" cy="42661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(4)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指令执行过程的组织   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形成各指令执行的</a:t>
            </a:r>
            <a:r>
              <a:rPr lang="zh-CN" altLang="en-US" sz="1800" b="1" u="sng" dirty="0">
                <a:solidFill>
                  <a:srgbClr val="990099"/>
                </a:solidFill>
                <a:latin typeface="+mn-ea"/>
                <a:ea typeface="+mn-ea"/>
              </a:rPr>
              <a:t>控制需求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*指令执行的步骤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&amp;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操作：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kern="100" spc="-50" dirty="0">
                <a:latin typeface="+mn-ea"/>
              </a:rPr>
              <a:t>     </a:t>
            </a:r>
            <a:r>
              <a:rPr lang="zh-CN" altLang="en-US" sz="2000" b="1" kern="100" spc="-50" dirty="0">
                <a:latin typeface="+mn-ea"/>
              </a:rPr>
              <a:t>指令周期＝</a:t>
            </a:r>
            <a:r>
              <a:rPr lang="en-US" altLang="zh-CN" sz="2000" b="1" kern="100" spc="-50" dirty="0">
                <a:latin typeface="+mn-ea"/>
              </a:rPr>
              <a:t>1T</a:t>
            </a:r>
            <a:r>
              <a:rPr lang="en-US" altLang="zh-CN" sz="2000" b="1" kern="100" spc="-50" baseline="-18000" dirty="0">
                <a:latin typeface="+mn-ea"/>
              </a:rPr>
              <a:t>C</a:t>
            </a:r>
            <a:r>
              <a:rPr lang="zh-CN" altLang="en-US" sz="2000" b="1" kern="100" spc="-50" dirty="0">
                <a:latin typeface="+mn-ea"/>
              </a:rPr>
              <a:t>＝</a:t>
            </a:r>
            <a:r>
              <a:rPr lang="en-US" altLang="zh-CN" sz="2000" b="1" spc="-50" dirty="0">
                <a:latin typeface="+mn-ea"/>
              </a:rPr>
              <a:t>max{T</a:t>
            </a:r>
            <a:r>
              <a:rPr lang="zh-CN" altLang="en-US" sz="2000" b="1" spc="-50" baseline="-18000" dirty="0">
                <a:latin typeface="+mn-ea"/>
              </a:rPr>
              <a:t>指令</a:t>
            </a:r>
            <a:r>
              <a:rPr lang="en-US" altLang="zh-CN" sz="2000" b="1" spc="-50" baseline="-18000" dirty="0" err="1">
                <a:latin typeface="+mn-ea"/>
                <a:ea typeface="+mn-ea"/>
              </a:rPr>
              <a:t>i</a:t>
            </a:r>
            <a:r>
              <a:rPr lang="en-US" altLang="zh-CN" sz="2000" b="1" spc="-50" dirty="0">
                <a:latin typeface="+mn-ea"/>
              </a:rPr>
              <a:t>}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*各指令周期的</a:t>
            </a:r>
            <a:r>
              <a:rPr lang="en-US" altLang="zh-CN" sz="2200" dirty="0" err="1">
                <a:solidFill>
                  <a:srgbClr val="C00000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2200" b="1" dirty="0" err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序列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数据通路的状态转换图：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</a:p>
        </p:txBody>
      </p:sp>
      <p:grpSp>
        <p:nvGrpSpPr>
          <p:cNvPr id="114" name="组合 113"/>
          <p:cNvGrpSpPr/>
          <p:nvPr/>
        </p:nvGrpSpPr>
        <p:grpSpPr>
          <a:xfrm>
            <a:off x="3780488" y="908720"/>
            <a:ext cx="5184000" cy="673730"/>
            <a:chOff x="1223616" y="1448776"/>
            <a:chExt cx="5184000" cy="673730"/>
          </a:xfrm>
        </p:grpSpPr>
        <p:sp>
          <p:nvSpPr>
            <p:cNvPr id="115" name="Text Box 65"/>
            <p:cNvSpPr txBox="1">
              <a:spLocks noChangeArrowheads="1"/>
            </p:cNvSpPr>
            <p:nvPr/>
          </p:nvSpPr>
          <p:spPr bwMode="auto">
            <a:xfrm>
              <a:off x="1691616" y="1700776"/>
              <a:ext cx="115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</a:rPr>
                <a:t>(PC)</a:t>
              </a:r>
              <a:r>
                <a:rPr lang="zh-CN" altLang="en-US" sz="1600" b="1" dirty="0">
                  <a:latin typeface="+mn-ea"/>
                </a:rPr>
                <a:t>→</a:t>
              </a:r>
              <a:r>
                <a:rPr lang="en-US" altLang="zh-CN" sz="1600" b="1" dirty="0">
                  <a:latin typeface="+mn-ea"/>
                </a:rPr>
                <a:t>IMEM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6" name="Text Box 66"/>
            <p:cNvSpPr txBox="1">
              <a:spLocks noChangeArrowheads="1"/>
            </p:cNvSpPr>
            <p:nvPr/>
          </p:nvSpPr>
          <p:spPr bwMode="auto">
            <a:xfrm>
              <a:off x="4499616" y="1700776"/>
              <a:ext cx="180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完成数据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7" name="Text Box 65"/>
            <p:cNvSpPr txBox="1">
              <a:spLocks noChangeArrowheads="1"/>
            </p:cNvSpPr>
            <p:nvPr/>
          </p:nvSpPr>
          <p:spPr bwMode="auto">
            <a:xfrm>
              <a:off x="2843616" y="1700776"/>
              <a:ext cx="1656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→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CU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→</a:t>
              </a:r>
              <a:r>
                <a:rPr lang="en-US" altLang="zh-CN" sz="1600" dirty="0"/>
                <a:t> 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OPCmd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8" name="Text Box 65"/>
            <p:cNvSpPr txBox="1">
              <a:spLocks noChangeArrowheads="1"/>
            </p:cNvSpPr>
            <p:nvPr/>
          </p:nvSpPr>
          <p:spPr bwMode="auto">
            <a:xfrm>
              <a:off x="4505928" y="1916832"/>
              <a:ext cx="821568" cy="20567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</a:rPr>
                <a:t>ACU</a:t>
              </a:r>
              <a:r>
                <a:rPr lang="zh-CN" altLang="en-US" sz="1600" b="1" dirty="0">
                  <a:latin typeface="+mn-ea"/>
                </a:rPr>
                <a:t>→</a:t>
              </a:r>
              <a:r>
                <a:rPr lang="en-US" altLang="zh-CN" sz="1600" b="1" dirty="0">
                  <a:latin typeface="+mn-ea"/>
                </a:rPr>
                <a:t>PC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223616" y="1448776"/>
              <a:ext cx="360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0" name="直接连接符 119"/>
            <p:cNvCxnSpPr/>
            <p:nvPr/>
          </p:nvCxnSpPr>
          <p:spPr>
            <a:xfrm>
              <a:off x="5039616" y="1628800"/>
              <a:ext cx="12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>
              <a:off x="5039616" y="1448776"/>
              <a:ext cx="0" cy="180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>
              <a:off x="1691680" y="1448776"/>
              <a:ext cx="3348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1691680" y="1448776"/>
              <a:ext cx="1588" cy="180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>
              <a:off x="1583616" y="1628800"/>
              <a:ext cx="108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>
              <a:off x="6299616" y="1448776"/>
              <a:ext cx="1" cy="180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>
              <a:off x="6299616" y="1448776"/>
              <a:ext cx="108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Text Box 116"/>
          <p:cNvSpPr txBox="1">
            <a:spLocks noChangeArrowheads="1"/>
          </p:cNvSpPr>
          <p:nvPr/>
        </p:nvSpPr>
        <p:spPr bwMode="auto">
          <a:xfrm>
            <a:off x="3888105" y="1628800"/>
            <a:ext cx="5118100" cy="4639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tIns="468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latin typeface="宋体" panose="02010600030101010101" pitchFamily="2" charset="-122"/>
              </a:rPr>
              <a:t>每条指令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仅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步   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</a:rPr>
              <a:t>←取指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译码无需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endParaRPr lang="en-US" altLang="zh-CN" sz="1600" b="1" kern="100" spc="-100" dirty="0">
              <a:latin typeface="宋体" panose="02010600030101010101" pitchFamily="2" charset="-122"/>
            </a:endParaRPr>
          </a:p>
        </p:txBody>
      </p:sp>
      <p:graphicFrame>
        <p:nvGraphicFramePr>
          <p:cNvPr id="128" name="表格 127"/>
          <p:cNvGraphicFramePr>
            <a:graphicFrameLocks noGrp="1"/>
          </p:cNvGraphicFramePr>
          <p:nvPr/>
        </p:nvGraphicFramePr>
        <p:xfrm>
          <a:off x="792000" y="2132856"/>
          <a:ext cx="8136905" cy="19284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066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Extctr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ALUBsrc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ALUctr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RegAsrc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RegDsrc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RegWr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MemRd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MemWr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kumimoji="1" lang="zh-CN" altLang="en-US" sz="16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</a:rPr>
                        <a:t>注意：</a:t>
                      </a:r>
                      <a:endParaRPr kumimoji="1" lang="en-US" altLang="zh-CN" sz="1600" b="1" dirty="0">
                        <a:solidFill>
                          <a:srgbClr val="990099"/>
                        </a:solidFill>
                        <a:latin typeface="宋体" panose="02010600030101010101" pitchFamily="2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与路径无关的信号中，</a:t>
                      </a:r>
                      <a:r>
                        <a:rPr kumimoji="1" lang="zh-CN" altLang="en-US" sz="1600" b="1" u="sng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</a:rPr>
                        <a:t>时序逻辑部件</a:t>
                      </a:r>
                      <a:r>
                        <a:rPr kumimoji="1"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的</a:t>
                      </a:r>
                      <a:r>
                        <a:rPr lang="en-US" altLang="zh-CN" sz="1600" b="0" dirty="0" err="1">
                          <a:solidFill>
                            <a:schemeClr val="tx1"/>
                          </a:solidFill>
                        </a:rPr>
                        <a:t>μ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OPCmd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为</a:t>
                      </a:r>
                      <a:r>
                        <a:rPr lang="zh-CN" altLang="en-US" sz="1600" b="1" u="sng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</a:rPr>
                        <a:t>无效值</a:t>
                      </a:r>
                      <a:endParaRPr lang="en-US" altLang="zh-CN" sz="1600" b="1" u="sng" dirty="0">
                        <a:solidFill>
                          <a:srgbClr val="0070C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951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79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ori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79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79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79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29" name="组合 128"/>
          <p:cNvGrpSpPr/>
          <p:nvPr/>
        </p:nvGrpSpPr>
        <p:grpSpPr>
          <a:xfrm>
            <a:off x="360000" y="4653136"/>
            <a:ext cx="8676496" cy="1237886"/>
            <a:chOff x="287880" y="2708952"/>
            <a:chExt cx="8676496" cy="1237886"/>
          </a:xfrm>
        </p:grpSpPr>
        <p:cxnSp>
          <p:nvCxnSpPr>
            <p:cNvPr id="130" name="直接箭头连接符 129"/>
            <p:cNvCxnSpPr/>
            <p:nvPr/>
          </p:nvCxnSpPr>
          <p:spPr bwMode="auto">
            <a:xfrm>
              <a:off x="287880" y="2830838"/>
              <a:ext cx="226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1" name="Text Box 132"/>
            <p:cNvSpPr txBox="1">
              <a:spLocks noChangeArrowheads="1"/>
            </p:cNvSpPr>
            <p:nvPr/>
          </p:nvSpPr>
          <p:spPr bwMode="auto">
            <a:xfrm>
              <a:off x="395672" y="3429032"/>
              <a:ext cx="122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add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2" name="直接箭头连接符 131"/>
            <p:cNvCxnSpPr/>
            <p:nvPr/>
          </p:nvCxnSpPr>
          <p:spPr bwMode="auto">
            <a:xfrm flipH="1">
              <a:off x="3633141" y="3213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3" name="Text Box 132"/>
            <p:cNvSpPr txBox="1">
              <a:spLocks noChangeArrowheads="1"/>
            </p:cNvSpPr>
            <p:nvPr/>
          </p:nvSpPr>
          <p:spPr bwMode="auto">
            <a:xfrm>
              <a:off x="1691816" y="3429032"/>
              <a:ext cx="122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sub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4" name="Text Box 132"/>
            <p:cNvSpPr txBox="1">
              <a:spLocks noChangeArrowheads="1"/>
            </p:cNvSpPr>
            <p:nvPr/>
          </p:nvSpPr>
          <p:spPr bwMode="auto">
            <a:xfrm>
              <a:off x="2987960" y="3429032"/>
              <a:ext cx="122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ori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5" name="Text Box 132"/>
            <p:cNvSpPr txBox="1">
              <a:spLocks noChangeArrowheads="1"/>
            </p:cNvSpPr>
            <p:nvPr/>
          </p:nvSpPr>
          <p:spPr bwMode="auto">
            <a:xfrm>
              <a:off x="4283936" y="3429032"/>
              <a:ext cx="1116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lw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132"/>
            <p:cNvSpPr txBox="1">
              <a:spLocks noChangeArrowheads="1"/>
            </p:cNvSpPr>
            <p:nvPr/>
          </p:nvSpPr>
          <p:spPr bwMode="auto">
            <a:xfrm>
              <a:off x="5472224" y="3429032"/>
              <a:ext cx="1116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sw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7" name="Text Box 132"/>
            <p:cNvSpPr txBox="1">
              <a:spLocks noChangeArrowheads="1"/>
            </p:cNvSpPr>
            <p:nvPr/>
          </p:nvSpPr>
          <p:spPr bwMode="auto">
            <a:xfrm>
              <a:off x="6660345" y="3429032"/>
              <a:ext cx="122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beq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8" name="Text Box 132"/>
            <p:cNvSpPr txBox="1">
              <a:spLocks noChangeArrowheads="1"/>
            </p:cNvSpPr>
            <p:nvPr/>
          </p:nvSpPr>
          <p:spPr bwMode="auto">
            <a:xfrm>
              <a:off x="7956376" y="3429032"/>
              <a:ext cx="100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j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9" name="Text Box 132"/>
            <p:cNvSpPr txBox="1">
              <a:spLocks noChangeArrowheads="1"/>
            </p:cNvSpPr>
            <p:nvPr/>
          </p:nvSpPr>
          <p:spPr bwMode="auto">
            <a:xfrm>
              <a:off x="2555776" y="2708952"/>
              <a:ext cx="424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取指令及译码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+mn-ea"/>
                  <a:ea typeface="+mn-ea"/>
                </a:rPr>
                <a:t>由</a:t>
              </a:r>
              <a:r>
                <a:rPr lang="en-US" altLang="zh-CN" sz="1600" b="1" dirty="0">
                  <a:latin typeface="+mn-ea"/>
                  <a:ea typeface="+mn-ea"/>
                </a:rPr>
                <a:t>PC</a:t>
              </a:r>
              <a:r>
                <a:rPr lang="zh-CN" altLang="en-US" sz="1600" b="1" dirty="0">
                  <a:latin typeface="+mn-ea"/>
                  <a:ea typeface="+mn-ea"/>
                </a:rPr>
                <a:t>值改变触发、没有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r>
                <a:rPr lang="en-US" altLang="zh-CN" sz="1600" b="1" dirty="0">
                  <a:latin typeface="+mn-ea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0" name="直接箭头连接符 139"/>
            <p:cNvCxnSpPr/>
            <p:nvPr/>
          </p:nvCxnSpPr>
          <p:spPr bwMode="auto">
            <a:xfrm>
              <a:off x="4860032" y="3212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1" name="直接箭头连接符 140"/>
            <p:cNvCxnSpPr/>
            <p:nvPr/>
          </p:nvCxnSpPr>
          <p:spPr bwMode="auto">
            <a:xfrm>
              <a:off x="6012048" y="3212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2" name="直接箭头连接符 141"/>
            <p:cNvCxnSpPr/>
            <p:nvPr/>
          </p:nvCxnSpPr>
          <p:spPr bwMode="auto">
            <a:xfrm>
              <a:off x="7308305" y="3212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3" name="直接箭头连接符 142"/>
            <p:cNvCxnSpPr/>
            <p:nvPr/>
          </p:nvCxnSpPr>
          <p:spPr bwMode="auto">
            <a:xfrm>
              <a:off x="1043777" y="3213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4" name="直接箭头连接符 143"/>
            <p:cNvCxnSpPr/>
            <p:nvPr/>
          </p:nvCxnSpPr>
          <p:spPr bwMode="auto">
            <a:xfrm>
              <a:off x="2339831" y="3213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5" name="直接箭头连接符 144"/>
            <p:cNvCxnSpPr/>
            <p:nvPr/>
          </p:nvCxnSpPr>
          <p:spPr bwMode="auto">
            <a:xfrm>
              <a:off x="8460320" y="3212976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6" name="Text Box 147"/>
            <p:cNvSpPr txBox="1">
              <a:spLocks noChangeArrowheads="1"/>
            </p:cNvSpPr>
            <p:nvPr/>
          </p:nvSpPr>
          <p:spPr bwMode="auto">
            <a:xfrm>
              <a:off x="539721" y="3213000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add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7" name="Text Box 147"/>
            <p:cNvSpPr txBox="1">
              <a:spLocks noChangeArrowheads="1"/>
            </p:cNvSpPr>
            <p:nvPr/>
          </p:nvSpPr>
          <p:spPr bwMode="auto">
            <a:xfrm>
              <a:off x="1835831" y="3213000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sub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8" name="Text Box 147"/>
            <p:cNvSpPr txBox="1">
              <a:spLocks noChangeArrowheads="1"/>
            </p:cNvSpPr>
            <p:nvPr/>
          </p:nvSpPr>
          <p:spPr bwMode="auto">
            <a:xfrm>
              <a:off x="3129085" y="3213000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ori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9" name="Text Box 147"/>
            <p:cNvSpPr txBox="1">
              <a:spLocks noChangeArrowheads="1"/>
            </p:cNvSpPr>
            <p:nvPr/>
          </p:nvSpPr>
          <p:spPr bwMode="auto">
            <a:xfrm>
              <a:off x="4497214" y="3213000"/>
              <a:ext cx="36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lw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0" name="Text Box 147"/>
            <p:cNvSpPr txBox="1">
              <a:spLocks noChangeArrowheads="1"/>
            </p:cNvSpPr>
            <p:nvPr/>
          </p:nvSpPr>
          <p:spPr bwMode="auto">
            <a:xfrm>
              <a:off x="5652048" y="3213000"/>
              <a:ext cx="36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1" name="Text Box 147"/>
            <p:cNvSpPr txBox="1">
              <a:spLocks noChangeArrowheads="1"/>
            </p:cNvSpPr>
            <p:nvPr/>
          </p:nvSpPr>
          <p:spPr bwMode="auto">
            <a:xfrm>
              <a:off x="6804249" y="3213000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beq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2" name="Text Box 147"/>
            <p:cNvSpPr txBox="1">
              <a:spLocks noChangeArrowheads="1"/>
            </p:cNvSpPr>
            <p:nvPr/>
          </p:nvSpPr>
          <p:spPr bwMode="auto">
            <a:xfrm>
              <a:off x="8172289" y="3213000"/>
              <a:ext cx="28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j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53" name="直接箭头连接符 152"/>
            <p:cNvCxnSpPr/>
            <p:nvPr/>
          </p:nvCxnSpPr>
          <p:spPr bwMode="auto">
            <a:xfrm>
              <a:off x="287880" y="3945416"/>
              <a:ext cx="8172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4" name="直接箭头连接符 153"/>
            <p:cNvCxnSpPr/>
            <p:nvPr/>
          </p:nvCxnSpPr>
          <p:spPr bwMode="auto">
            <a:xfrm>
              <a:off x="1031262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5" name="直接箭头连接符 154"/>
            <p:cNvCxnSpPr/>
            <p:nvPr/>
          </p:nvCxnSpPr>
          <p:spPr bwMode="auto">
            <a:xfrm>
              <a:off x="2339831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6" name="直接箭头连接符 155"/>
            <p:cNvCxnSpPr/>
            <p:nvPr/>
          </p:nvCxnSpPr>
          <p:spPr bwMode="auto">
            <a:xfrm>
              <a:off x="8460320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7" name="直接箭头连接符 156"/>
            <p:cNvCxnSpPr/>
            <p:nvPr/>
          </p:nvCxnSpPr>
          <p:spPr bwMode="auto">
            <a:xfrm>
              <a:off x="3633141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8" name="直接箭头连接符 157"/>
            <p:cNvCxnSpPr/>
            <p:nvPr/>
          </p:nvCxnSpPr>
          <p:spPr bwMode="auto">
            <a:xfrm>
              <a:off x="4860032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9" name="直接箭头连接符 158"/>
            <p:cNvCxnSpPr/>
            <p:nvPr/>
          </p:nvCxnSpPr>
          <p:spPr bwMode="auto">
            <a:xfrm>
              <a:off x="7308304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0" name="直接箭头连接符 159"/>
            <p:cNvCxnSpPr/>
            <p:nvPr/>
          </p:nvCxnSpPr>
          <p:spPr bwMode="auto">
            <a:xfrm>
              <a:off x="6012048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1" name="直接箭头连接符 160"/>
            <p:cNvCxnSpPr/>
            <p:nvPr/>
          </p:nvCxnSpPr>
          <p:spPr bwMode="auto">
            <a:xfrm>
              <a:off x="287880" y="2830838"/>
              <a:ext cx="0" cy="11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2" name="直接箭头连接符 161"/>
            <p:cNvCxnSpPr/>
            <p:nvPr/>
          </p:nvCxnSpPr>
          <p:spPr bwMode="auto">
            <a:xfrm>
              <a:off x="1044472" y="3212976"/>
              <a:ext cx="741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3" name="直接箭头连接符 162"/>
            <p:cNvCxnSpPr/>
            <p:nvPr/>
          </p:nvCxnSpPr>
          <p:spPr bwMode="auto">
            <a:xfrm>
              <a:off x="4716016" y="2996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64" name="Text Box 648"/>
          <p:cNvSpPr txBox="1">
            <a:spLocks noChangeArrowheads="1"/>
          </p:cNvSpPr>
          <p:nvPr/>
        </p:nvSpPr>
        <p:spPr bwMode="auto">
          <a:xfrm>
            <a:off x="827584" y="6048000"/>
            <a:ext cx="2988000" cy="3683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5-2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P237—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9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10</a:t>
            </a:r>
          </a:p>
        </p:txBody>
      </p:sp>
      <p:sp>
        <p:nvSpPr>
          <p:cNvPr id="3" name="Text Box 11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600000" y="4149080"/>
            <a:ext cx="5328903" cy="46281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>
                <a:latin typeface="宋体" panose="02010600030101010101" pitchFamily="2" charset="-122"/>
              </a:rPr>
              <a:t>每条指令仅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种状态 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</a:rPr>
              <a:t>←取指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译码无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endParaRPr lang="zh-CN" altLang="zh-CN" b="1" kern="100" spc="-1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64" grpId="0" bldLvl="0" animBg="1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79704" y="332656"/>
            <a:ext cx="8784784" cy="55100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4</a:t>
            </a:r>
            <a:r>
              <a:rPr lang="zh-CN" altLang="en-US" b="1" dirty="0">
                <a:solidFill>
                  <a:srgbClr val="FF3399"/>
                </a:solidFill>
                <a:latin typeface="+mn-ea"/>
                <a:ea typeface="+mn-ea"/>
              </a:rPr>
              <a:t>、多周期数据通路的设计</a:t>
            </a: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  </a:t>
            </a:r>
            <a:r>
              <a:rPr lang="en-US" altLang="zh-CN" sz="1800" b="1" dirty="0">
                <a:latin typeface="+mn-ea"/>
                <a:sym typeface="+mn-ea"/>
              </a:rPr>
              <a:t>(</a:t>
            </a:r>
            <a:r>
              <a:rPr lang="zh-CN" altLang="en-US" sz="1800" b="1" dirty="0">
                <a:latin typeface="+mn-ea"/>
                <a:sym typeface="+mn-ea"/>
              </a:rPr>
              <a:t>掌握设计过程</a:t>
            </a:r>
            <a:r>
              <a:rPr lang="en-US" altLang="zh-CN" sz="1800" b="1" dirty="0">
                <a:latin typeface="+mn-ea"/>
                <a:sym typeface="+mn-ea"/>
              </a:rPr>
              <a:t>)</a:t>
            </a:r>
            <a:endParaRPr lang="zh-CN" altLang="en-US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*设计思想：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   ⑴指令周期＝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个</a:t>
            </a:r>
            <a:r>
              <a:rPr lang="zh-CN" altLang="en-US" sz="2200" b="1" dirty="0">
                <a:latin typeface="+mn-ea"/>
                <a:ea typeface="+mn-ea"/>
              </a:rPr>
              <a:t>阶段，每个</a:t>
            </a:r>
            <a:r>
              <a:rPr lang="zh-CN" altLang="en-US" sz="2200" b="1" dirty="0">
                <a:latin typeface="宋体" panose="02010600030101010101" pitchFamily="2" charset="-122"/>
              </a:rPr>
              <a:t>阶段</a:t>
            </a:r>
            <a:r>
              <a:rPr lang="zh-CN" altLang="en-US" sz="2200" b="1" dirty="0">
                <a:latin typeface="+mn-ea"/>
              </a:rPr>
              <a:t>＝</a:t>
            </a:r>
            <a:r>
              <a:rPr lang="en-US" altLang="zh-CN" sz="2200" b="1" u="sng" dirty="0">
                <a:solidFill>
                  <a:srgbClr val="990099"/>
                </a:solidFill>
                <a:latin typeface="+mn-ea"/>
              </a:rPr>
              <a:t>1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</a:rPr>
              <a:t>个</a:t>
            </a:r>
            <a:r>
              <a:rPr lang="zh-CN" altLang="en-US" sz="2200" b="1" dirty="0">
                <a:latin typeface="+mn-ea"/>
              </a:rPr>
              <a:t>时钟周期   </a:t>
            </a:r>
            <a:r>
              <a:rPr lang="zh-CN" altLang="en-US" sz="1800" b="1" dirty="0">
                <a:latin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n</a:t>
            </a:r>
            <a:r>
              <a:rPr lang="zh-CN" altLang="en-US" sz="1800" b="1" dirty="0">
                <a:latin typeface="+mn-ea"/>
              </a:rPr>
              <a:t>随指令改变</a:t>
            </a:r>
            <a:endParaRPr lang="en-US" altLang="zh-CN" sz="2200" b="1" dirty="0"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</a:rPr>
              <a:t>    ⑵后续阶段所需的结果须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</a:rPr>
              <a:t>保存</a:t>
            </a:r>
            <a:r>
              <a:rPr lang="zh-CN" altLang="en-US" sz="2200" b="1" dirty="0">
                <a:latin typeface="+mn-ea"/>
              </a:rPr>
              <a:t>在状态部件中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如附加</a:t>
            </a:r>
            <a:r>
              <a:rPr lang="en-US" altLang="zh-CN" sz="1800" b="1" dirty="0">
                <a:latin typeface="+mn-ea"/>
              </a:rPr>
              <a:t>REG)</a:t>
            </a: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16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阶段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-</a:t>
            </a:r>
            <a:r>
              <a:rPr lang="en-US" altLang="zh-CN" sz="2200" dirty="0" err="1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时钟周期的关系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指令周期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通过</a:t>
            </a:r>
            <a:r>
              <a:rPr lang="en-US" altLang="zh-CN" sz="1800" u="sng" dirty="0" err="1">
                <a:solidFill>
                  <a:srgbClr val="0070C0"/>
                </a:solidFill>
                <a:sym typeface="+mn-ea"/>
              </a:rPr>
              <a:t>μ</a:t>
            </a:r>
            <a:r>
              <a:rPr lang="en-US" altLang="zh-CN" sz="1800" b="1" u="sng" dirty="0" err="1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实现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+mn-ea"/>
              </a:rPr>
              <a:t>      </a:t>
            </a:r>
            <a:r>
              <a:rPr lang="zh-CN" altLang="en-US" sz="2200" b="1" u="sng" dirty="0">
                <a:latin typeface="+mn-ea"/>
              </a:rPr>
              <a:t>每个阶段</a:t>
            </a:r>
            <a:r>
              <a:rPr lang="zh-CN" altLang="en-US" sz="2200" b="1" dirty="0">
                <a:latin typeface="+mn-ea"/>
              </a:rPr>
              <a:t>含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</a:rPr>
              <a:t>1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</a:rPr>
              <a:t>个</a:t>
            </a: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数据通路实现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每个</a:t>
            </a:r>
            <a:r>
              <a:rPr lang="en-US" altLang="zh-CN" sz="2200" u="sng" dirty="0" err="1">
                <a:sym typeface="+mn-ea"/>
              </a:rPr>
              <a:t>μ</a:t>
            </a:r>
            <a:r>
              <a:rPr lang="en-US" altLang="zh-CN" sz="2200" b="1" u="sng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占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≥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</a:rPr>
              <a:t>1</a:t>
            </a:r>
            <a:r>
              <a:rPr lang="en-US" altLang="zh-CN" sz="2200" b="1" dirty="0">
                <a:latin typeface="+mn-ea"/>
              </a:rPr>
              <a:t>T</a:t>
            </a:r>
            <a:r>
              <a:rPr lang="en-US" altLang="zh-CN" sz="2200" b="1" baseline="-25000" dirty="0">
                <a:latin typeface="+mn-ea"/>
              </a:rPr>
              <a:t>C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(CU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实现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后续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])</a:t>
            </a: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设计方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法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常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基于单周期数据通路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改进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①</a:t>
            </a:r>
            <a:r>
              <a:rPr lang="zh-CN" altLang="en-US" sz="2200" b="1" dirty="0">
                <a:latin typeface="宋体" panose="02010600030101010101" pitchFamily="2" charset="-122"/>
              </a:rPr>
              <a:t>基于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指令功能的</a:t>
            </a:r>
            <a:r>
              <a:rPr lang="en-US" altLang="zh-CN" sz="2200" u="sng" dirty="0" err="1">
                <a:sym typeface="+mn-ea"/>
              </a:rPr>
              <a:t>μ</a:t>
            </a:r>
            <a:r>
              <a:rPr lang="en-US" altLang="zh-CN" sz="2200" b="1" u="sng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划分</a:t>
            </a:r>
            <a:r>
              <a:rPr lang="zh-CN" altLang="en-US" sz="2200" b="1" dirty="0">
                <a:latin typeface="宋体" panose="02010600030101010101" pitchFamily="2" charset="-122"/>
              </a:rPr>
              <a:t>指令周期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个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阶段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②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基于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部件复用方案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组织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功能部件，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设置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附加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阶段结束时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③基于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指令功能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专用结构时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连接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功能部件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42</a:t>
            </a:fld>
            <a:endParaRPr lang="en-US" altLang="zh-CN"/>
          </a:p>
        </p:txBody>
      </p:sp>
      <p:sp>
        <p:nvSpPr>
          <p:cNvPr id="14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000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763688" y="2160000"/>
            <a:ext cx="4464480" cy="1008112"/>
            <a:chOff x="1763688" y="2160000"/>
            <a:chExt cx="4464480" cy="1008112"/>
          </a:xfrm>
        </p:grpSpPr>
        <p:sp>
          <p:nvSpPr>
            <p:cNvPr id="60" name="Text Box 42"/>
            <p:cNvSpPr txBox="1">
              <a:spLocks noChangeArrowheads="1"/>
            </p:cNvSpPr>
            <p:nvPr/>
          </p:nvSpPr>
          <p:spPr bwMode="auto">
            <a:xfrm>
              <a:off x="5976168" y="2664000"/>
              <a:ext cx="108000" cy="21600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9" name="Text Box 42"/>
            <p:cNvSpPr txBox="1">
              <a:spLocks noChangeArrowheads="1"/>
            </p:cNvSpPr>
            <p:nvPr/>
          </p:nvSpPr>
          <p:spPr bwMode="auto">
            <a:xfrm>
              <a:off x="4536008" y="2952000"/>
              <a:ext cx="108000" cy="21600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8" name="Text Box 42"/>
            <p:cNvSpPr txBox="1">
              <a:spLocks noChangeArrowheads="1"/>
            </p:cNvSpPr>
            <p:nvPr/>
          </p:nvSpPr>
          <p:spPr bwMode="auto">
            <a:xfrm>
              <a:off x="5256056" y="2664056"/>
              <a:ext cx="108000" cy="21600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9" name="Text Box 42"/>
            <p:cNvSpPr txBox="1">
              <a:spLocks noChangeArrowheads="1"/>
            </p:cNvSpPr>
            <p:nvPr/>
          </p:nvSpPr>
          <p:spPr bwMode="auto">
            <a:xfrm>
              <a:off x="3096008" y="2664056"/>
              <a:ext cx="108000" cy="21600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0" name="Text Box 42"/>
            <p:cNvSpPr txBox="1">
              <a:spLocks noChangeArrowheads="1"/>
            </p:cNvSpPr>
            <p:nvPr/>
          </p:nvSpPr>
          <p:spPr bwMode="auto">
            <a:xfrm>
              <a:off x="4535976" y="2664056"/>
              <a:ext cx="108000" cy="21600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1" name="Text Box 42"/>
            <p:cNvSpPr txBox="1">
              <a:spLocks noChangeArrowheads="1"/>
            </p:cNvSpPr>
            <p:nvPr/>
          </p:nvSpPr>
          <p:spPr bwMode="auto">
            <a:xfrm>
              <a:off x="2483880" y="2664056"/>
              <a:ext cx="720000" cy="216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dirty="0"/>
                <a:t>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kumimoji="0"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979752" y="2376048"/>
              <a:ext cx="360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2843808" y="238079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2483768" y="2376024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>
              <a:off x="2483768" y="237602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2339752" y="2592048"/>
              <a:ext cx="14401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3203848" y="237602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2843864" y="2592048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3563888" y="238079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3203848" y="2376024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3923928" y="237602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3563944" y="2592048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>
              <a:off x="4283968" y="238079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3923928" y="2376024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4644008" y="237602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>
              <a:off x="4284024" y="2592048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>
              <a:off x="5004048" y="238079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4644008" y="2376024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5364088" y="237602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5004104" y="2592048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5724128" y="238079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5364088" y="2376024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>
              <a:off x="6084168" y="237602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>
              <a:off x="5724128" y="2592048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>
              <a:off x="6084168" y="2376024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 Box 42"/>
            <p:cNvSpPr txBox="1">
              <a:spLocks noChangeArrowheads="1"/>
            </p:cNvSpPr>
            <p:nvPr/>
          </p:nvSpPr>
          <p:spPr bwMode="auto">
            <a:xfrm>
              <a:off x="3204008" y="2664056"/>
              <a:ext cx="1440000" cy="216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dirty="0"/>
                <a:t>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kumimoji="0" lang="en-US" altLang="zh-CN" sz="1600" b="1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97" name="Text Box 42"/>
            <p:cNvSpPr txBox="1">
              <a:spLocks noChangeArrowheads="1"/>
            </p:cNvSpPr>
            <p:nvPr/>
          </p:nvSpPr>
          <p:spPr bwMode="auto">
            <a:xfrm>
              <a:off x="4644088" y="2664056"/>
              <a:ext cx="720000" cy="216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prstDash val="solid"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dirty="0"/>
                <a:t>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OP3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8" name="直接连接符 97"/>
            <p:cNvCxnSpPr/>
            <p:nvPr/>
          </p:nvCxnSpPr>
          <p:spPr>
            <a:xfrm>
              <a:off x="2483768" y="2160024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>
              <a:off x="3203848" y="2160000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>
              <a:off x="3923928" y="2160024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>
              <a:off x="4644008" y="2160000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>
              <a:off x="5364088" y="2160024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>
              <a:off x="6084168" y="2160000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 Box 42"/>
            <p:cNvSpPr txBox="1">
              <a:spLocks noChangeArrowheads="1"/>
            </p:cNvSpPr>
            <p:nvPr/>
          </p:nvSpPr>
          <p:spPr bwMode="auto">
            <a:xfrm>
              <a:off x="2555776" y="2160000"/>
              <a:ext cx="576000" cy="18000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zh-CN" altLang="en-US" sz="1600" b="1" dirty="0">
                  <a:latin typeface="宋体" panose="02010600030101010101" pitchFamily="2" charset="-122"/>
                </a:rPr>
                <a:t>阶段</a:t>
              </a:r>
              <a:r>
                <a:rPr kumimoji="0"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05" name="Text Box 42"/>
            <p:cNvSpPr txBox="1">
              <a:spLocks noChangeArrowheads="1"/>
            </p:cNvSpPr>
            <p:nvPr/>
          </p:nvSpPr>
          <p:spPr bwMode="auto">
            <a:xfrm>
              <a:off x="3275856" y="2160000"/>
              <a:ext cx="576000" cy="18000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zh-CN" altLang="en-US" sz="1600" b="1" dirty="0">
                  <a:latin typeface="宋体" panose="02010600030101010101" pitchFamily="2" charset="-122"/>
                </a:rPr>
                <a:t>阶段</a:t>
              </a:r>
              <a:r>
                <a:rPr kumimoji="0" lang="en-US" altLang="zh-CN" sz="1600" b="1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106" name="Text Box 42"/>
            <p:cNvSpPr txBox="1">
              <a:spLocks noChangeArrowheads="1"/>
            </p:cNvSpPr>
            <p:nvPr/>
          </p:nvSpPr>
          <p:spPr bwMode="auto">
            <a:xfrm>
              <a:off x="3995936" y="2160000"/>
              <a:ext cx="576000" cy="18000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zh-CN" altLang="en-US" sz="1600" b="1" dirty="0">
                  <a:latin typeface="宋体" panose="02010600030101010101" pitchFamily="2" charset="-122"/>
                </a:rPr>
                <a:t>阶段</a:t>
              </a:r>
              <a:r>
                <a:rPr kumimoji="0" lang="en-US" altLang="zh-CN" sz="1600" b="1" dirty="0"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107" name="Text Box 42"/>
            <p:cNvSpPr txBox="1">
              <a:spLocks noChangeArrowheads="1"/>
            </p:cNvSpPr>
            <p:nvPr/>
          </p:nvSpPr>
          <p:spPr bwMode="auto">
            <a:xfrm>
              <a:off x="4716016" y="2160000"/>
              <a:ext cx="576000" cy="18000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zh-CN" altLang="en-US" sz="1600" b="1" dirty="0">
                  <a:latin typeface="宋体" panose="02010600030101010101" pitchFamily="2" charset="-122"/>
                </a:rPr>
                <a:t>阶段</a:t>
              </a:r>
              <a:r>
                <a:rPr kumimoji="0" lang="en-US" altLang="zh-CN" sz="1600" b="1" dirty="0">
                  <a:latin typeface="宋体" panose="02010600030101010101" pitchFamily="2" charset="-122"/>
                </a:rPr>
                <a:t>4</a:t>
              </a:r>
            </a:p>
          </p:txBody>
        </p:sp>
        <p:sp>
          <p:nvSpPr>
            <p:cNvPr id="108" name="Text Box 42"/>
            <p:cNvSpPr txBox="1">
              <a:spLocks noChangeArrowheads="1"/>
            </p:cNvSpPr>
            <p:nvPr/>
          </p:nvSpPr>
          <p:spPr bwMode="auto">
            <a:xfrm>
              <a:off x="5436096" y="2160000"/>
              <a:ext cx="576000" cy="18000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zh-CN" altLang="en-US" sz="1600" b="1" dirty="0">
                  <a:latin typeface="宋体" panose="02010600030101010101" pitchFamily="2" charset="-122"/>
                </a:rPr>
                <a:t>阶段</a:t>
              </a:r>
              <a:r>
                <a:rPr kumimoji="0" lang="en-US" altLang="zh-CN" sz="1600" b="1" dirty="0">
                  <a:latin typeface="宋体" panose="02010600030101010101" pitchFamily="2" charset="-122"/>
                </a:rPr>
                <a:t>5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1763752" y="2664080"/>
              <a:ext cx="576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指令</a:t>
              </a: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i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1763688" y="2952112"/>
              <a:ext cx="576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指令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j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1" name="Text Box 42"/>
            <p:cNvSpPr txBox="1">
              <a:spLocks noChangeArrowheads="1"/>
            </p:cNvSpPr>
            <p:nvPr/>
          </p:nvSpPr>
          <p:spPr bwMode="auto">
            <a:xfrm>
              <a:off x="3095848" y="2952112"/>
              <a:ext cx="108000" cy="21600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2" name="Text Box 42"/>
            <p:cNvSpPr txBox="1">
              <a:spLocks noChangeArrowheads="1"/>
            </p:cNvSpPr>
            <p:nvPr/>
          </p:nvSpPr>
          <p:spPr bwMode="auto">
            <a:xfrm>
              <a:off x="3815896" y="2952112"/>
              <a:ext cx="108000" cy="21600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3" name="Text Box 42"/>
            <p:cNvSpPr txBox="1">
              <a:spLocks noChangeArrowheads="1"/>
            </p:cNvSpPr>
            <p:nvPr/>
          </p:nvSpPr>
          <p:spPr bwMode="auto">
            <a:xfrm>
              <a:off x="2483768" y="2952112"/>
              <a:ext cx="720000" cy="216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dirty="0"/>
                <a:t>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kumimoji="0"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14" name="Text Box 42"/>
            <p:cNvSpPr txBox="1">
              <a:spLocks noChangeArrowheads="1"/>
            </p:cNvSpPr>
            <p:nvPr/>
          </p:nvSpPr>
          <p:spPr bwMode="auto">
            <a:xfrm>
              <a:off x="3203848" y="2952112"/>
              <a:ext cx="720000" cy="216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dirty="0"/>
                <a:t>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kumimoji="0" lang="en-US" altLang="zh-CN" sz="1600" b="1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115" name="Text Box 42"/>
            <p:cNvSpPr txBox="1">
              <a:spLocks noChangeArrowheads="1"/>
            </p:cNvSpPr>
            <p:nvPr/>
          </p:nvSpPr>
          <p:spPr bwMode="auto">
            <a:xfrm>
              <a:off x="3924008" y="2952112"/>
              <a:ext cx="720000" cy="216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prstDash val="solid"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dirty="0"/>
                <a:t>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OP3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6" name="Text Box 42"/>
            <p:cNvSpPr txBox="1">
              <a:spLocks noChangeArrowheads="1"/>
            </p:cNvSpPr>
            <p:nvPr/>
          </p:nvSpPr>
          <p:spPr bwMode="auto">
            <a:xfrm>
              <a:off x="5364168" y="2664056"/>
              <a:ext cx="720000" cy="216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prstDash val="solid"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dirty="0"/>
                <a:t>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OP4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</p:grpSp>
      <p:cxnSp>
        <p:nvCxnSpPr>
          <p:cNvPr id="63" name="直接连接符 62"/>
          <p:cNvCxnSpPr>
            <a:cxnSpLocks/>
          </p:cNvCxnSpPr>
          <p:nvPr/>
        </p:nvCxnSpPr>
        <p:spPr bwMode="auto">
          <a:xfrm flipH="1" flipV="1">
            <a:off x="4428000" y="2780928"/>
            <a:ext cx="2268000" cy="93610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sm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43</a:t>
            </a:fld>
            <a:endParaRPr lang="en-US" altLang="zh-CN"/>
          </a:p>
        </p:txBody>
      </p:sp>
      <p:sp>
        <p:nvSpPr>
          <p:cNvPr id="13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22887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000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62">
            <a:hlinkClick r:id="rId9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6696744" cy="3958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功能部件设计    </a:t>
            </a:r>
            <a:r>
              <a:rPr lang="en-US" altLang="zh-CN" sz="1800" b="1" dirty="0">
                <a:latin typeface="+mn-ea"/>
              </a:rPr>
              <a:t>--</a:t>
            </a:r>
            <a:r>
              <a:rPr lang="zh-CN" altLang="en-US" sz="1800" b="1" dirty="0">
                <a:latin typeface="+mn-ea"/>
              </a:rPr>
              <a:t>以</a:t>
            </a:r>
            <a:r>
              <a:rPr lang="en-US" altLang="zh-CN" sz="1800" b="1" dirty="0">
                <a:latin typeface="+mn-ea"/>
              </a:rPr>
              <a:t>MIPS</a:t>
            </a:r>
            <a:r>
              <a:rPr lang="zh-CN" altLang="en-US" sz="1800" b="1" dirty="0">
                <a:latin typeface="+mn-ea"/>
              </a:rPr>
              <a:t>为例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u="sng" dirty="0">
                <a:solidFill>
                  <a:srgbClr val="990099"/>
                </a:solidFill>
                <a:latin typeface="+mn-ea"/>
              </a:rPr>
              <a:t>改进</a:t>
            </a:r>
            <a:r>
              <a:rPr lang="zh-CN" altLang="en-US" sz="1800" b="1" dirty="0">
                <a:latin typeface="+mn-ea"/>
              </a:rPr>
              <a:t>单周期数据通路</a:t>
            </a:r>
            <a:r>
              <a:rPr lang="en-US" altLang="zh-CN" sz="1800" b="1" dirty="0">
                <a:latin typeface="+mn-ea"/>
              </a:rPr>
              <a:t>)</a:t>
            </a:r>
            <a:endParaRPr lang="en-US" altLang="zh-CN" sz="20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sym typeface="+mn-ea"/>
              </a:rPr>
              <a:t>指令周期的阶段划分：</a:t>
            </a:r>
            <a:endParaRPr lang="en-US" altLang="zh-CN" sz="1800" b="1" dirty="0">
              <a:latin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1500"/>
              </a:spcBef>
            </a:pPr>
            <a:endParaRPr lang="en-US" altLang="zh-CN" sz="1800" b="1" dirty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sym typeface="+mn-ea"/>
              </a:rPr>
              <a:t>操作部件的组织：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sym typeface="+mn-ea"/>
              </a:rPr>
              <a:t>复用方案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          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部件组成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*附加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REG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的组织：</a:t>
            </a: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理论上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实际上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—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368509" y="1268760"/>
            <a:ext cx="6299835" cy="540385"/>
            <a:chOff x="1871" y="2048"/>
            <a:chExt cx="9921" cy="851"/>
          </a:xfrm>
        </p:grpSpPr>
        <p:sp>
          <p:nvSpPr>
            <p:cNvPr id="57" name="Text Box 40"/>
            <p:cNvSpPr txBox="1">
              <a:spLocks noChangeArrowheads="1"/>
            </p:cNvSpPr>
            <p:nvPr/>
          </p:nvSpPr>
          <p:spPr bwMode="auto">
            <a:xfrm>
              <a:off x="4024" y="2048"/>
              <a:ext cx="158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zh-CN" altLang="en-US" sz="1800" b="1" dirty="0">
                  <a:latin typeface="宋体" panose="02010600030101010101" pitchFamily="2" charset="-122"/>
                </a:rPr>
                <a:t>读</a:t>
              </a:r>
              <a:r>
                <a:rPr kumimoji="0" lang="en-US" altLang="zh-CN" sz="1800" b="1" dirty="0">
                  <a:latin typeface="宋体" panose="02010600030101010101" pitchFamily="2" charset="-122"/>
                </a:rPr>
                <a:t>GPRs</a:t>
              </a:r>
              <a:endParaRPr kumimoji="0" lang="en-US" altLang="zh-CN" sz="1800" b="1" baseline="30000" dirty="0">
                <a:latin typeface="宋体" panose="02010600030101010101" pitchFamily="2" charset="-122"/>
              </a:endParaRPr>
            </a:p>
          </p:txBody>
        </p:sp>
        <p:sp>
          <p:nvSpPr>
            <p:cNvPr id="58" name="Text Box 42"/>
            <p:cNvSpPr txBox="1">
              <a:spLocks noChangeArrowheads="1"/>
            </p:cNvSpPr>
            <p:nvPr/>
          </p:nvSpPr>
          <p:spPr bwMode="auto">
            <a:xfrm>
              <a:off x="1871" y="2048"/>
              <a:ext cx="1700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zh-CN" altLang="en-US" sz="1800" b="1" dirty="0">
                  <a:latin typeface="宋体" panose="02010600030101010101" pitchFamily="2" charset="-122"/>
                </a:rPr>
                <a:t>取指令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9" name="Text Box 43"/>
            <p:cNvSpPr txBox="1">
              <a:spLocks noChangeArrowheads="1"/>
            </p:cNvSpPr>
            <p:nvPr/>
          </p:nvSpPr>
          <p:spPr bwMode="auto">
            <a:xfrm>
              <a:off x="8105" y="2048"/>
              <a:ext cx="158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prstDash val="solid"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60" name="Text Box 44"/>
            <p:cNvSpPr txBox="1">
              <a:spLocks noChangeArrowheads="1"/>
            </p:cNvSpPr>
            <p:nvPr/>
          </p:nvSpPr>
          <p:spPr bwMode="auto">
            <a:xfrm>
              <a:off x="6064" y="2048"/>
              <a:ext cx="158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latin typeface="宋体" panose="02010600030101010101" pitchFamily="2" charset="-122"/>
                </a:rPr>
                <a:t>ALU</a:t>
              </a:r>
            </a:p>
          </p:txBody>
        </p:sp>
        <p:sp>
          <p:nvSpPr>
            <p:cNvPr id="61" name="Text Box 45"/>
            <p:cNvSpPr txBox="1">
              <a:spLocks noChangeArrowheads="1"/>
            </p:cNvSpPr>
            <p:nvPr/>
          </p:nvSpPr>
          <p:spPr bwMode="auto">
            <a:xfrm>
              <a:off x="10151" y="2048"/>
              <a:ext cx="1474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prstDash val="solid"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zh-CN" altLang="en-US" sz="1800" b="1" dirty="0">
                  <a:latin typeface="宋体" panose="02010600030101010101" pitchFamily="2" charset="-122"/>
                </a:rPr>
                <a:t>写</a:t>
              </a:r>
              <a:r>
                <a:rPr kumimoji="0" lang="en-US" altLang="zh-CN" sz="1800" b="1" dirty="0">
                  <a:latin typeface="宋体" panose="02010600030101010101" pitchFamily="2" charset="-122"/>
                </a:rPr>
                <a:t>GPRs</a:t>
              </a:r>
            </a:p>
          </p:txBody>
        </p:sp>
        <p:sp>
          <p:nvSpPr>
            <p:cNvPr id="62" name="Line 46"/>
            <p:cNvSpPr>
              <a:spLocks noChangeShapeType="1"/>
            </p:cNvSpPr>
            <p:nvPr/>
          </p:nvSpPr>
          <p:spPr bwMode="auto">
            <a:xfrm flipV="1">
              <a:off x="9696" y="2275"/>
              <a:ext cx="45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pPr>
                <a:lnSpc>
                  <a:spcPct val="90000"/>
                </a:lnSpc>
              </a:pPr>
              <a:endParaRPr lang="zh-CN" altLang="en-US" sz="1800"/>
            </a:p>
          </p:txBody>
        </p:sp>
        <p:sp>
          <p:nvSpPr>
            <p:cNvPr id="63" name="Line 47"/>
            <p:cNvSpPr>
              <a:spLocks noChangeShapeType="1"/>
            </p:cNvSpPr>
            <p:nvPr/>
          </p:nvSpPr>
          <p:spPr bwMode="auto">
            <a:xfrm flipV="1">
              <a:off x="7654" y="2275"/>
              <a:ext cx="45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pPr>
                <a:lnSpc>
                  <a:spcPct val="90000"/>
                </a:lnSpc>
              </a:pPr>
              <a:endParaRPr lang="zh-CN" altLang="en-US" sz="1800"/>
            </a:p>
          </p:txBody>
        </p:sp>
        <p:sp>
          <p:nvSpPr>
            <p:cNvPr id="64" name="Line 48"/>
            <p:cNvSpPr>
              <a:spLocks noChangeShapeType="1"/>
            </p:cNvSpPr>
            <p:nvPr/>
          </p:nvSpPr>
          <p:spPr bwMode="auto">
            <a:xfrm flipV="1">
              <a:off x="5612" y="2275"/>
              <a:ext cx="45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pPr>
                <a:lnSpc>
                  <a:spcPct val="90000"/>
                </a:lnSpc>
              </a:pPr>
              <a:endParaRPr lang="zh-CN" altLang="en-US" sz="1800"/>
            </a:p>
          </p:txBody>
        </p:sp>
        <p:sp>
          <p:nvSpPr>
            <p:cNvPr id="65" name="Line 49"/>
            <p:cNvSpPr>
              <a:spLocks noChangeShapeType="1"/>
            </p:cNvSpPr>
            <p:nvPr/>
          </p:nvSpPr>
          <p:spPr bwMode="auto">
            <a:xfrm flipV="1">
              <a:off x="3571" y="2275"/>
              <a:ext cx="45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pPr>
                <a:lnSpc>
                  <a:spcPct val="90000"/>
                </a:lnSpc>
              </a:pPr>
              <a:endParaRPr lang="zh-CN" altLang="en-US" sz="1800"/>
            </a:p>
          </p:txBody>
        </p:sp>
        <p:sp>
          <p:nvSpPr>
            <p:cNvPr id="66" name="Text Box 42"/>
            <p:cNvSpPr txBox="1">
              <a:spLocks noChangeArrowheads="1"/>
            </p:cNvSpPr>
            <p:nvPr/>
          </p:nvSpPr>
          <p:spPr bwMode="auto">
            <a:xfrm>
              <a:off x="1871" y="2445"/>
              <a:ext cx="1701" cy="39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latin typeface="宋体" panose="02010600030101010101" pitchFamily="2" charset="-122"/>
                </a:rPr>
                <a:t>PC</a:t>
              </a:r>
              <a:r>
                <a:rPr kumimoji="0" lang="zh-CN" altLang="en-US" sz="1800" b="1" dirty="0">
                  <a:latin typeface="宋体" panose="02010600030101010101" pitchFamily="2" charset="-122"/>
                </a:rPr>
                <a:t>←</a:t>
              </a:r>
              <a:r>
                <a:rPr kumimoji="0" lang="en-US" altLang="zh-CN" sz="1800" b="1" dirty="0">
                  <a:latin typeface="宋体" panose="02010600030101010101" pitchFamily="2" charset="-122"/>
                </a:rPr>
                <a:t>PC+4</a:t>
              </a:r>
            </a:p>
          </p:txBody>
        </p:sp>
        <p:sp>
          <p:nvSpPr>
            <p:cNvPr id="67" name="Text Box 42"/>
            <p:cNvSpPr txBox="1">
              <a:spLocks noChangeArrowheads="1"/>
            </p:cNvSpPr>
            <p:nvPr/>
          </p:nvSpPr>
          <p:spPr bwMode="auto">
            <a:xfrm>
              <a:off x="4026" y="2445"/>
              <a:ext cx="3628" cy="39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latin typeface="宋体" panose="02010600030101010101" pitchFamily="2" charset="-122"/>
                </a:rPr>
                <a:t>PC</a:t>
              </a:r>
              <a:r>
                <a:rPr kumimoji="0" lang="zh-CN" altLang="en-US" sz="1800" b="1" dirty="0">
                  <a:latin typeface="宋体" panose="02010600030101010101" pitchFamily="2" charset="-122"/>
                </a:rPr>
                <a:t>←</a:t>
              </a:r>
              <a:r>
                <a:rPr kumimoji="0" lang="en-US" altLang="zh-CN" sz="1800" b="1" dirty="0" err="1">
                  <a:latin typeface="宋体" panose="02010600030101010101" pitchFamily="2" charset="-122"/>
                </a:rPr>
                <a:t>PC+disp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" name="Text Box 42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937" y="2502"/>
              <a:ext cx="3855" cy="397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kumimoji="0" 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注：</a:t>
              </a:r>
              <a:r>
                <a:rPr kumimoji="0" lang="zh-CN" altLang="en-US" sz="1600" b="1" dirty="0">
                  <a:latin typeface="宋体" panose="02010600030101010101" pitchFamily="2" charset="-122"/>
                </a:rPr>
                <a:t>同时的次要</a:t>
              </a:r>
              <a:r>
                <a:rPr lang="en-US" altLang="zh-CN" sz="1600" dirty="0" err="1">
                  <a:sym typeface="+mn-ea"/>
                </a:rPr>
                <a:t>μ</a:t>
              </a:r>
              <a:r>
                <a:rPr lang="en-US" altLang="zh-CN" sz="1600" b="1" dirty="0" err="1">
                  <a:latin typeface="+mn-ea"/>
                  <a:sym typeface="+mn-ea"/>
                </a:rPr>
                <a:t>OP</a:t>
              </a:r>
              <a:r>
                <a:rPr lang="zh-CN" altLang="en-US" sz="1600" b="1" dirty="0">
                  <a:latin typeface="+mn-ea"/>
                  <a:sym typeface="+mn-ea"/>
                </a:rPr>
                <a:t>未列出</a:t>
              </a:r>
              <a:endParaRPr kumimoji="0" lang="zh-CN" altLang="en-US" sz="1600" b="1" dirty="0"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1445930A-7EF9-4560-BEFC-80BE5C834C63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3764120"/>
              </p:ext>
            </p:extLst>
          </p:nvPr>
        </p:nvGraphicFramePr>
        <p:xfrm>
          <a:off x="755576" y="4509120"/>
          <a:ext cx="8064896" cy="1660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取指令</a:t>
                      </a: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读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GPR</a:t>
                      </a: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ALU</a:t>
                      </a: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写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GPR</a:t>
                      </a: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add/sub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IR←IM[PC]</a:t>
                      </a:r>
                    </a:p>
                    <a:p>
                      <a:pPr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PC</a:t>
                      </a:r>
                      <a:r>
                        <a:rPr lang="zh-CN" altLang="en-US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PC+4</a:t>
                      </a:r>
                      <a:endParaRPr lang="en-US" altLang="zh-CN" sz="1600" b="1" dirty="0">
                        <a:latin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A←GPR[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]</a:t>
                      </a:r>
                    </a:p>
                    <a:p>
                      <a:pPr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B←GPR[rt]</a:t>
                      </a:r>
                    </a:p>
                    <a:p>
                      <a:pPr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I←ExtU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</a:p>
                    <a:p>
                      <a:pPr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 err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ALUO←</a:t>
                      </a:r>
                      <a:r>
                        <a:rPr lang="en-US" altLang="zh-CN" sz="1600" b="1" dirty="0" err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PC+</a:t>
                      </a:r>
                      <a:r>
                        <a:rPr lang="en-US" altLang="zh-CN" sz="1600" b="1" dirty="0" err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ExtU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ALUO←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A±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B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GPR[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]←ALUO</a:t>
                      </a: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ori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ALUO←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A|</a:t>
                      </a:r>
                      <a:r>
                        <a:rPr lang="en-US" altLang="zh-CN" sz="1600" b="1" dirty="0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I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lw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ALUO←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A+</a:t>
                      </a:r>
                      <a:r>
                        <a:rPr lang="en-US" altLang="zh-CN" sz="1600" b="1" dirty="0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I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MDR←DM[ALUO]</a:t>
                      </a: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GPR[rt]←MDR</a:t>
                      </a:r>
                    </a:p>
                  </a:txBody>
                  <a:tcPr marL="36195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sw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DM[ALUO]←B</a:t>
                      </a: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</a:p>
                  </a:txBody>
                  <a:tcPr marL="36195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beq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ALUO←</a:t>
                      </a:r>
                      <a:r>
                        <a:rPr lang="en-US" altLang="zh-CN" sz="1600" b="1" dirty="0" err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CPC+</a:t>
                      </a:r>
                      <a:r>
                        <a:rPr lang="en-US" altLang="zh-CN" sz="1600" b="1" dirty="0" err="1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ExtU</a:t>
                      </a:r>
                      <a:r>
                        <a:rPr lang="en-US" altLang="zh-CN" sz="1600" b="1" dirty="0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(</a:t>
                      </a:r>
                      <a:r>
                        <a:rPr lang="en-US" altLang="zh-CN" sz="1600" b="1" dirty="0" err="1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Imm</a:t>
                      </a:r>
                      <a:r>
                        <a:rPr lang="en-US" altLang="zh-CN" sz="1600" b="1" dirty="0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)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A=B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时</a:t>
                      </a:r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PC←ALUO</a:t>
                      </a: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j</a:t>
                      </a: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旧</a:t>
                      </a:r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PC+</a:t>
                      </a:r>
                      <a:r>
                        <a:rPr lang="zh-CN" altLang="en-US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扩展的</a:t>
                      </a:r>
                      <a:r>
                        <a:rPr lang="en-US" altLang="zh-CN" sz="1600" b="1" dirty="0" err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imm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   </a:t>
                      </a:r>
                      <a:r>
                        <a:rPr lang="en-US" altLang="zh-CN" sz="1600" b="1" dirty="0" err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PC←Splice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</a:p>
                  </a:txBody>
                  <a:tcPr marL="36195" marR="0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Text Box 5">
            <a:extLst>
              <a:ext uri="{FF2B5EF4-FFF2-40B4-BE49-F238E27FC236}">
                <a16:creationId xmlns:a16="http://schemas.microsoft.com/office/drawing/2014/main" id="{2E10A44A-0696-4BDF-BED0-179FD0240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764704"/>
            <a:ext cx="7632848" cy="37802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sym typeface="+mn-ea"/>
              </a:rPr>
              <a:t>              基于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sym typeface="+mn-ea"/>
              </a:rPr>
              <a:t>最复杂指令</a:t>
            </a:r>
            <a:r>
              <a:rPr lang="zh-CN" altLang="en-US" sz="2200" b="1" dirty="0">
                <a:latin typeface="+mn-ea"/>
                <a:sym typeface="+mn-ea"/>
              </a:rPr>
              <a:t>的</a:t>
            </a: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+mn-ea"/>
                <a:sym typeface="+mn-ea"/>
              </a:rPr>
              <a:t>OP</a:t>
            </a:r>
            <a:r>
              <a:rPr lang="en-US" altLang="zh-CN" sz="1800" b="1" dirty="0">
                <a:latin typeface="+mn-ea"/>
                <a:sym typeface="+mn-ea"/>
              </a:rPr>
              <a:t>(</a:t>
            </a:r>
            <a:r>
              <a:rPr lang="zh-CN" altLang="en-US" sz="1800" b="1" dirty="0">
                <a:sym typeface="+mn-ea"/>
              </a:rPr>
              <a:t>用主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+mn-ea"/>
                <a:sym typeface="+mn-ea"/>
              </a:rPr>
              <a:t>OP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命名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同时可多个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]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)</a:t>
            </a:r>
          </a:p>
          <a:p>
            <a:pPr algn="l">
              <a:lnSpc>
                <a:spcPct val="125000"/>
              </a:lnSpc>
            </a:pPr>
            <a:endParaRPr lang="en-US" altLang="zh-CN" sz="18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</a:rPr>
              <a:t>如：</a:t>
            </a:r>
            <a:r>
              <a:rPr lang="en-US" altLang="zh-CN" sz="1800" b="1" dirty="0" err="1">
                <a:solidFill>
                  <a:srgbClr val="0070C0"/>
                </a:solidFill>
                <a:latin typeface="+mn-ea"/>
              </a:rPr>
              <a:t>lw</a:t>
            </a:r>
            <a:r>
              <a:rPr lang="zh-CN" altLang="en-US" sz="1800" b="1" dirty="0">
                <a:latin typeface="+mn-ea"/>
              </a:rPr>
              <a:t>含</a:t>
            </a:r>
            <a:r>
              <a:rPr lang="en-US" altLang="zh-CN" sz="1800" b="1" dirty="0">
                <a:latin typeface="+mn-ea"/>
              </a:rPr>
              <a:t>5</a:t>
            </a:r>
            <a:r>
              <a:rPr lang="zh-CN" altLang="en-US" sz="1800" b="1" dirty="0">
                <a:latin typeface="+mn-ea"/>
              </a:rPr>
              <a:t>个段，</a:t>
            </a:r>
            <a:r>
              <a:rPr lang="en-US" altLang="zh-CN" sz="1800" b="1" dirty="0">
                <a:solidFill>
                  <a:srgbClr val="0070C0"/>
                </a:solidFill>
                <a:latin typeface="+mn-ea"/>
              </a:rPr>
              <a:t>add</a:t>
            </a:r>
            <a:r>
              <a:rPr lang="zh-CN" altLang="en-US" sz="1800" b="1" dirty="0">
                <a:solidFill>
                  <a:srgbClr val="0070C0"/>
                </a:solidFill>
                <a:latin typeface="+mn-ea"/>
              </a:rPr>
              <a:t>等</a:t>
            </a:r>
            <a:r>
              <a:rPr lang="zh-CN" altLang="en-US" sz="1800" b="1" dirty="0">
                <a:latin typeface="+mn-ea"/>
              </a:rPr>
              <a:t>缺省</a:t>
            </a:r>
            <a:r>
              <a:rPr lang="en-US" altLang="zh-CN" sz="1800" b="1" dirty="0">
                <a:latin typeface="+mn-ea"/>
              </a:rPr>
              <a:t>MEM</a:t>
            </a:r>
            <a:r>
              <a:rPr lang="zh-CN" altLang="en-US" sz="1800" b="1" dirty="0">
                <a:latin typeface="+mn-ea"/>
              </a:rPr>
              <a:t>，</a:t>
            </a:r>
            <a:r>
              <a:rPr lang="en-US" altLang="zh-CN" sz="1800" b="1" dirty="0" err="1">
                <a:solidFill>
                  <a:srgbClr val="0070C0"/>
                </a:solidFill>
                <a:latin typeface="+mn-ea"/>
              </a:rPr>
              <a:t>sw</a:t>
            </a:r>
            <a:r>
              <a:rPr lang="zh-CN" altLang="en-US" sz="1800" b="1" dirty="0">
                <a:latin typeface="+mn-ea"/>
              </a:rPr>
              <a:t>缺省写</a:t>
            </a:r>
            <a:r>
              <a:rPr lang="en-US" altLang="zh-CN" sz="1800" b="1" dirty="0">
                <a:latin typeface="+mn-ea"/>
              </a:rPr>
              <a:t>GPRs</a:t>
            </a:r>
            <a:r>
              <a:rPr lang="zh-CN" altLang="en-US" sz="1800" b="1" dirty="0">
                <a:latin typeface="+mn-ea"/>
              </a:rPr>
              <a:t>，</a:t>
            </a:r>
            <a:r>
              <a:rPr lang="en-US" altLang="zh-CN" sz="1800" b="1" dirty="0" err="1">
                <a:solidFill>
                  <a:srgbClr val="0070C0"/>
                </a:solidFill>
                <a:latin typeface="+mn-ea"/>
              </a:rPr>
              <a:t>beq</a:t>
            </a:r>
            <a:r>
              <a:rPr lang="zh-CN" altLang="en-US" sz="1800" b="1" dirty="0">
                <a:latin typeface="+mn-ea"/>
              </a:rPr>
              <a:t>缺省</a:t>
            </a:r>
            <a:r>
              <a:rPr lang="en-US" altLang="zh-CN" sz="1800" b="1" dirty="0">
                <a:latin typeface="+mn-ea"/>
              </a:rPr>
              <a:t>MEM&amp;</a:t>
            </a:r>
            <a:r>
              <a:rPr lang="zh-CN" altLang="en-US" sz="1800" b="1" dirty="0">
                <a:latin typeface="+mn-ea"/>
              </a:rPr>
              <a:t>写</a:t>
            </a:r>
            <a:r>
              <a:rPr lang="en-US" altLang="zh-CN" sz="1800" b="1" dirty="0">
                <a:latin typeface="+mn-ea"/>
              </a:rPr>
              <a:t>GPRs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sym typeface="+mn-ea"/>
              </a:rPr>
              <a:t>                    有</a:t>
            </a:r>
            <a:r>
              <a:rPr lang="zh-CN" altLang="en-US" sz="2200" b="1" u="sng" dirty="0">
                <a:latin typeface="+mn-ea"/>
                <a:sym typeface="+mn-ea"/>
              </a:rPr>
              <a:t>多种</a:t>
            </a:r>
            <a:r>
              <a:rPr lang="zh-CN" altLang="en-US" sz="2200" b="1" dirty="0">
                <a:latin typeface="+mn-ea"/>
                <a:sym typeface="+mn-ea"/>
              </a:rPr>
              <a:t>  </a:t>
            </a:r>
            <a:r>
              <a:rPr lang="zh-CN" altLang="en-US" sz="1800" b="1" dirty="0">
                <a:solidFill>
                  <a:srgbClr val="0070C0"/>
                </a:solidFill>
                <a:latin typeface="+mn-ea"/>
                <a:sym typeface="+mn-ea"/>
              </a:rPr>
              <a:t>如：</a:t>
            </a:r>
            <a:r>
              <a:rPr lang="zh-CN" altLang="en-US" sz="1800" b="1" dirty="0">
                <a:latin typeface="+mn-ea"/>
                <a:sym typeface="+mn-ea"/>
              </a:rPr>
              <a:t>原</a:t>
            </a:r>
            <a:r>
              <a:rPr lang="en-US" altLang="zh-CN" sz="1800" b="1" dirty="0">
                <a:latin typeface="+mn-ea"/>
                <a:sym typeface="+mn-ea"/>
              </a:rPr>
              <a:t>ACU</a:t>
            </a:r>
            <a:r>
              <a:rPr lang="zh-CN" altLang="en-US" sz="1800" b="1" dirty="0">
                <a:latin typeface="+mn-ea"/>
                <a:sym typeface="+mn-ea"/>
              </a:rPr>
              <a:t>用</a:t>
            </a:r>
            <a:r>
              <a:rPr lang="en-US" altLang="zh-CN" sz="1800" b="1" dirty="0">
                <a:latin typeface="+mn-ea"/>
                <a:sym typeface="+mn-ea"/>
              </a:rPr>
              <a:t>ALU</a:t>
            </a:r>
            <a:r>
              <a:rPr lang="zh-CN" altLang="en-US" sz="1800" b="1" dirty="0">
                <a:latin typeface="+mn-ea"/>
                <a:sym typeface="+mn-ea"/>
              </a:rPr>
              <a:t>、</a:t>
            </a:r>
            <a:r>
              <a:rPr lang="en-US" altLang="zh-CN" sz="1800" b="1" dirty="0" err="1">
                <a:latin typeface="+mn-ea"/>
                <a:sym typeface="+mn-ea"/>
              </a:rPr>
              <a:t>ExtU</a:t>
            </a:r>
            <a:r>
              <a:rPr lang="zh-CN" altLang="en-US" sz="1800" b="1" dirty="0">
                <a:latin typeface="+mn-ea"/>
                <a:sym typeface="+mn-ea"/>
              </a:rPr>
              <a:t>实现</a:t>
            </a:r>
            <a:endParaRPr lang="en-US" altLang="zh-CN" sz="2200" b="1" dirty="0"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</a:rPr>
              <a:t>                    单周期中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</a:rPr>
              <a:t>删除</a:t>
            </a:r>
            <a:r>
              <a:rPr lang="en-US" altLang="zh-CN" sz="2200" b="1" dirty="0">
                <a:latin typeface="+mn-ea"/>
              </a:rPr>
              <a:t>ACU</a:t>
            </a:r>
            <a:r>
              <a:rPr lang="zh-CN" altLang="en-US" sz="2200" b="1" dirty="0">
                <a:latin typeface="+mn-ea"/>
              </a:rPr>
              <a:t>、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</a:rPr>
              <a:t>增加</a:t>
            </a:r>
            <a:r>
              <a:rPr lang="en-US" altLang="zh-CN" sz="2200" b="1" dirty="0">
                <a:latin typeface="+mn-ea"/>
              </a:rPr>
              <a:t>SL2</a:t>
            </a:r>
            <a:r>
              <a:rPr lang="zh-CN" altLang="en-US" sz="2200" b="1" dirty="0">
                <a:latin typeface="+mn-ea"/>
              </a:rPr>
              <a:t>、</a:t>
            </a:r>
            <a:r>
              <a:rPr lang="en-US" altLang="zh-CN" sz="2200" b="1" dirty="0">
                <a:latin typeface="+mn-ea"/>
              </a:rPr>
              <a:t>Splice</a:t>
            </a:r>
          </a:p>
          <a:p>
            <a:pPr algn="l"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  <a:sym typeface="+mn-ea"/>
              </a:rPr>
              <a:t>           </a:t>
            </a:r>
            <a:r>
              <a:rPr lang="en-US" altLang="zh-CN" sz="2000" b="1" dirty="0">
                <a:latin typeface="+mn-ea"/>
                <a:ea typeface="+mn-ea"/>
                <a:sym typeface="+mn-ea"/>
              </a:rPr>
              <a:t>[</a:t>
            </a:r>
            <a:r>
              <a:rPr lang="zh-CN" altLang="en-US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  <a:ea typeface="+mn-ea"/>
                <a:sym typeface="+mn-ea"/>
              </a:rPr>
              <a:t>提示：</a:t>
            </a:r>
            <a:r>
              <a:rPr lang="zh-CN" altLang="en-US" sz="2000" b="1" u="sng" dirty="0">
                <a:solidFill>
                  <a:srgbClr val="990099"/>
                </a:solidFill>
                <a:highlight>
                  <a:srgbClr val="FFFF00"/>
                </a:highlight>
                <a:latin typeface="+mn-ea"/>
                <a:ea typeface="+mn-ea"/>
                <a:sym typeface="+mn-ea"/>
              </a:rPr>
              <a:t>忽略</a:t>
            </a:r>
            <a:r>
              <a:rPr lang="zh-CN" altLang="en-US" sz="2000" b="1" dirty="0">
                <a:highlight>
                  <a:srgbClr val="FFFF00"/>
                </a:highlight>
                <a:latin typeface="+mn-ea"/>
                <a:ea typeface="+mn-ea"/>
                <a:sym typeface="+mn-ea"/>
              </a:rPr>
              <a:t>教材中的</a:t>
            </a:r>
            <a:r>
              <a:rPr lang="en-US" altLang="zh-CN" sz="2000" dirty="0" err="1">
                <a:highlight>
                  <a:srgbClr val="FFFF00"/>
                </a:highlight>
                <a:sym typeface="+mn-ea"/>
              </a:rPr>
              <a:t>μ</a:t>
            </a:r>
            <a:r>
              <a:rPr lang="en-US" altLang="zh-CN" sz="2000" b="1" dirty="0" err="1">
                <a:highlight>
                  <a:srgbClr val="FFFF00"/>
                </a:highlight>
                <a:latin typeface="+mn-ea"/>
                <a:sym typeface="+mn-ea"/>
              </a:rPr>
              <a:t>OP</a:t>
            </a:r>
            <a:r>
              <a:rPr lang="zh-CN" altLang="en-US" sz="2000" b="1" dirty="0">
                <a:highlight>
                  <a:srgbClr val="FFFF00"/>
                </a:highlight>
                <a:latin typeface="+mn-ea"/>
                <a:sym typeface="+mn-ea"/>
              </a:rPr>
              <a:t>定时</a:t>
            </a:r>
            <a:r>
              <a:rPr lang="en-US" altLang="zh-CN" sz="1800" b="1" dirty="0">
                <a:highlight>
                  <a:srgbClr val="FFFF00"/>
                </a:highlight>
                <a:latin typeface="+mn-ea"/>
                <a:sym typeface="+mn-ea"/>
              </a:rPr>
              <a:t>(</a:t>
            </a:r>
            <a:r>
              <a:rPr lang="zh-CN" altLang="en-US" sz="1800" b="1" dirty="0">
                <a:highlight>
                  <a:srgbClr val="FFFF00"/>
                </a:highlight>
                <a:latin typeface="+mn-ea"/>
                <a:sym typeface="+mn-ea"/>
              </a:rPr>
              <a:t>应放在</a:t>
            </a:r>
            <a:r>
              <a:rPr lang="en-US" altLang="zh-CN" sz="1800" b="1" u="sng" dirty="0">
                <a:solidFill>
                  <a:srgbClr val="990099"/>
                </a:solidFill>
                <a:highlight>
                  <a:srgbClr val="FFFF00"/>
                </a:highlight>
                <a:latin typeface="+mn-ea"/>
                <a:sym typeface="+mn-ea"/>
              </a:rPr>
              <a:t>CU</a:t>
            </a:r>
            <a:r>
              <a:rPr lang="zh-CN" altLang="en-US" sz="1800" b="1" u="sng" dirty="0">
                <a:solidFill>
                  <a:srgbClr val="990099"/>
                </a:solidFill>
                <a:highlight>
                  <a:srgbClr val="FFFF00"/>
                </a:highlight>
                <a:latin typeface="+mn-ea"/>
                <a:sym typeface="+mn-ea"/>
              </a:rPr>
              <a:t>中讨论</a:t>
            </a:r>
            <a:r>
              <a:rPr lang="en-US" altLang="zh-CN" sz="1800" b="1" dirty="0">
                <a:highlight>
                  <a:srgbClr val="FFFF00"/>
                </a:highlight>
                <a:latin typeface="+mn-ea"/>
                <a:sym typeface="+mn-ea"/>
              </a:rPr>
              <a:t>)</a:t>
            </a:r>
            <a:r>
              <a:rPr lang="en-US" altLang="zh-CN" sz="2000" b="1" dirty="0">
                <a:latin typeface="+mn-ea"/>
                <a:ea typeface="+mn-ea"/>
                <a:sym typeface="+mn-ea"/>
              </a:rPr>
              <a:t>]</a:t>
            </a:r>
            <a:endParaRPr lang="en-US" altLang="zh-CN" sz="22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保存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各阶段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的结果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如：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IR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A&amp;B&amp;I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ALUO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MDR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800" u="sng" dirty="0" err="1">
                <a:sym typeface="+mn-ea"/>
              </a:rPr>
              <a:t>μ</a:t>
            </a:r>
            <a:r>
              <a:rPr lang="en-US" altLang="zh-CN" sz="1800" b="1" u="sng" dirty="0" err="1">
                <a:latin typeface="+mn-ea"/>
                <a:sym typeface="+mn-ea"/>
              </a:rPr>
              <a:t>OP</a:t>
            </a:r>
            <a:r>
              <a:rPr lang="zh-CN" altLang="en-US" sz="1800" b="1" u="sng" dirty="0">
                <a:latin typeface="+mn-ea"/>
                <a:sym typeface="+mn-ea"/>
              </a:rPr>
              <a:t>结束时</a:t>
            </a:r>
            <a:r>
              <a:rPr lang="zh-CN" altLang="en-US" sz="1800" b="1" dirty="0">
                <a:latin typeface="+mn-ea"/>
                <a:sym typeface="+mn-ea"/>
              </a:rPr>
              <a:t>写</a:t>
            </a:r>
            <a:endParaRPr lang="en-US" altLang="zh-CN" sz="1800" b="1" dirty="0">
              <a:latin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可缺省</a:t>
            </a:r>
            <a:r>
              <a:rPr lang="zh-CN" altLang="en-US" sz="2200" b="1" u="sng" dirty="0">
                <a:latin typeface="宋体" panose="02010600030101010101" pitchFamily="2" charset="-122"/>
              </a:rPr>
              <a:t>仅</a:t>
            </a:r>
            <a:r>
              <a:rPr lang="zh-CN" altLang="zh-CN" sz="2200" b="1" u="sng" dirty="0">
                <a:latin typeface="宋体" panose="02010600030101010101" pitchFamily="2" charset="-122"/>
              </a:rPr>
              <a:t>改变</a:t>
            </a:r>
            <a:r>
              <a:rPr lang="en-US" altLang="zh-CN" sz="2200" b="1" u="sng" dirty="0">
                <a:latin typeface="宋体" panose="02010600030101010101" pitchFamily="2" charset="-122"/>
              </a:rPr>
              <a:t>1</a:t>
            </a:r>
            <a:r>
              <a:rPr lang="zh-CN" altLang="en-US" sz="2200" b="1" u="sng" dirty="0">
                <a:latin typeface="宋体" panose="02010600030101010101" pitchFamily="2" charset="-122"/>
              </a:rPr>
              <a:t>次、下个段使用</a:t>
            </a:r>
            <a:r>
              <a:rPr lang="zh-CN" altLang="en-US" sz="2200" b="1" dirty="0">
                <a:latin typeface="宋体" panose="02010600030101010101" pitchFamily="2" charset="-122"/>
              </a:rPr>
              <a:t>的附加</a:t>
            </a:r>
            <a:r>
              <a:rPr lang="en-US" altLang="zh-CN" sz="2200" b="1" dirty="0">
                <a:latin typeface="宋体" panose="02010600030101010101" pitchFamily="2" charset="-122"/>
              </a:rPr>
              <a:t>REG 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sym typeface="+mn-ea"/>
              </a:rPr>
              <a:t>如：</a:t>
            </a:r>
            <a:r>
              <a:rPr lang="en-US" altLang="zh-CN" sz="1800" b="1" dirty="0">
                <a:latin typeface="+mn-ea"/>
                <a:sym typeface="+mn-ea"/>
              </a:rPr>
              <a:t>I</a:t>
            </a:r>
            <a:r>
              <a:rPr lang="zh-CN" altLang="en-US" sz="1800" b="1" dirty="0">
                <a:latin typeface="+mn-ea"/>
                <a:sym typeface="+mn-ea"/>
              </a:rPr>
              <a:t>、</a:t>
            </a:r>
            <a:r>
              <a:rPr lang="en-US" altLang="zh-CN" sz="1800" b="1" dirty="0">
                <a:latin typeface="+mn-ea"/>
                <a:sym typeface="+mn-ea"/>
              </a:rPr>
              <a:t>MDR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en-US" altLang="zh-CN" sz="1800" b="1" dirty="0">
                <a:latin typeface="+mn-ea"/>
                <a:ea typeface="+mn-ea"/>
                <a:sym typeface="+mn-ea"/>
              </a:rPr>
              <a:t>        </a:t>
            </a:r>
            <a:r>
              <a:rPr lang="en-US" altLang="zh-CN" sz="1800" dirty="0">
                <a:latin typeface="+mn-ea"/>
                <a:ea typeface="+mn-ea"/>
                <a:sym typeface="+mn-ea"/>
              </a:rPr>
              <a:t>└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←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或</a:t>
            </a:r>
            <a:r>
              <a:rPr lang="zh-CN" altLang="en-US" sz="1800" b="1" u="sng" dirty="0">
                <a:latin typeface="+mn-ea"/>
                <a:ea typeface="+mn-ea"/>
                <a:sym typeface="+mn-ea"/>
              </a:rPr>
              <a:t>每个</a:t>
            </a:r>
            <a:r>
              <a:rPr lang="en-US" altLang="zh-CN" sz="1800" b="1" u="sng" dirty="0">
                <a:latin typeface="+mn-ea"/>
                <a:ea typeface="+mn-ea"/>
                <a:sym typeface="+mn-ea"/>
              </a:rPr>
              <a:t>CLK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写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无需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+mn-ea"/>
                <a:sym typeface="+mn-ea"/>
              </a:rPr>
              <a:t>OPCmd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控制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)</a:t>
            </a:r>
          </a:p>
        </p:txBody>
      </p:sp>
      <p:sp>
        <p:nvSpPr>
          <p:cNvPr id="29" name="线形标注 2 527">
            <a:extLst>
              <a:ext uri="{FF2B5EF4-FFF2-40B4-BE49-F238E27FC236}">
                <a16:creationId xmlns:a16="http://schemas.microsoft.com/office/drawing/2014/main" id="{7D114AAB-1457-4EB6-9587-D646BA6938D7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5220072" y="6237312"/>
            <a:ext cx="3168352" cy="252000"/>
          </a:xfrm>
          <a:prstGeom prst="borderCallout2">
            <a:avLst>
              <a:gd name="adj1" fmla="val 55577"/>
              <a:gd name="adj2" fmla="val -46"/>
              <a:gd name="adj3" fmla="val 54117"/>
              <a:gd name="adj4" fmla="val -6887"/>
              <a:gd name="adj5" fmla="val -149612"/>
              <a:gd name="adj6" fmla="val -8761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次写，需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种</a:t>
            </a:r>
            <a:r>
              <a:rPr lang="en-US" altLang="zh-CN" sz="1600" dirty="0" err="1">
                <a:sym typeface="+mn-ea"/>
              </a:rPr>
              <a:t>μ</a:t>
            </a:r>
            <a:r>
              <a:rPr lang="en-US" altLang="zh-CN" sz="1600" b="1" dirty="0" err="1">
                <a:latin typeface="+mn-ea"/>
                <a:sym typeface="+mn-ea"/>
              </a:rPr>
              <a:t>OP</a:t>
            </a:r>
            <a:r>
              <a:rPr lang="en-US" altLang="zh-CN" sz="16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Cmd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无条件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8983A63E-20B3-468C-8D55-CA2F6121DA93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215459482"/>
              </p:ext>
            </p:extLst>
          </p:nvPr>
        </p:nvGraphicFramePr>
        <p:xfrm>
          <a:off x="2627784" y="4504652"/>
          <a:ext cx="6192688" cy="1660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177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177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177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177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 rowSpan="6">
                  <a:txBody>
                    <a:bodyPr/>
                    <a:lstStyle/>
                    <a:p>
                      <a:pPr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A←GPR[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]</a:t>
                      </a:r>
                    </a:p>
                    <a:p>
                      <a:pPr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B←GPR[rt]</a:t>
                      </a:r>
                    </a:p>
                    <a:p>
                      <a:pPr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 err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ALUO←</a:t>
                      </a:r>
                      <a:r>
                        <a:rPr lang="en-US" altLang="zh-CN" sz="1600" b="1" dirty="0" err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PC+</a:t>
                      </a:r>
                      <a:r>
                        <a:rPr lang="en-US" altLang="zh-CN" sz="1600" b="1" dirty="0" err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ExtU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ALUO←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A|</a:t>
                      </a:r>
                      <a:r>
                        <a:rPr lang="en-US" altLang="zh-CN" sz="1600" b="1" dirty="0" err="1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ExtU</a:t>
                      </a:r>
                      <a:r>
                        <a:rPr lang="en-US" altLang="zh-CN" sz="1600" b="1" dirty="0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(</a:t>
                      </a:r>
                      <a:r>
                        <a:rPr lang="en-US" altLang="zh-CN" sz="1600" b="1" dirty="0" err="1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imm</a:t>
                      </a:r>
                      <a:r>
                        <a:rPr lang="en-US" altLang="zh-CN" sz="1600" b="1" dirty="0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)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ALUO←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A+</a:t>
                      </a:r>
                      <a:r>
                        <a:rPr lang="en-US" altLang="zh-CN" sz="1600" b="1" dirty="0" err="1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ExtU</a:t>
                      </a:r>
                      <a:r>
                        <a:rPr lang="en-US" altLang="zh-CN" sz="1600" b="1" dirty="0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(</a:t>
                      </a:r>
                      <a:r>
                        <a:rPr lang="en-US" altLang="zh-CN" sz="1600" b="1" dirty="0" err="1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imm</a:t>
                      </a:r>
                      <a:r>
                        <a:rPr lang="en-US" altLang="zh-CN" sz="1600" b="1" dirty="0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)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GPR[rt]←MDR</a:t>
                      </a:r>
                    </a:p>
                  </a:txBody>
                  <a:tcPr marL="36195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855">
                <a:tc vMerge="1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ALUO←</a:t>
                      </a:r>
                      <a:r>
                        <a:rPr lang="en-US" altLang="zh-CN" sz="1600" b="1" dirty="0" err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CPC+</a:t>
                      </a:r>
                      <a:r>
                        <a:rPr lang="en-US" altLang="zh-CN" sz="1600" b="1" dirty="0" err="1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ExtU</a:t>
                      </a:r>
                      <a:r>
                        <a:rPr lang="en-US" altLang="zh-CN" sz="1600" b="1" dirty="0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(</a:t>
                      </a:r>
                      <a:r>
                        <a:rPr lang="en-US" altLang="zh-CN" sz="1600" b="1" dirty="0" err="1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Imm</a:t>
                      </a:r>
                      <a:r>
                        <a:rPr lang="en-US" altLang="zh-CN" sz="1600" b="1" dirty="0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)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177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 err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855">
                <a:tc vMerge="1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旧</a:t>
                      </a:r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PC+</a:t>
                      </a:r>
                      <a:r>
                        <a:rPr lang="zh-CN" altLang="en-US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扩展的</a:t>
                      </a:r>
                      <a:r>
                        <a:rPr lang="en-US" altLang="zh-CN" sz="1600" b="1" dirty="0" err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+mn-ea"/>
                        </a:rPr>
                        <a:t>imm</a:t>
                      </a:r>
                      <a:endParaRPr lang="en-US" altLang="zh-CN" sz="1600" b="1" dirty="0">
                        <a:solidFill>
                          <a:srgbClr val="0070C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rgbClr val="0070C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0" marT="177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 err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0" marT="177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线形标注 2 527">
            <a:extLst>
              <a:ext uri="{FF2B5EF4-FFF2-40B4-BE49-F238E27FC236}">
                <a16:creationId xmlns:a16="http://schemas.microsoft.com/office/drawing/2014/main" id="{4D58577D-756E-4E44-8C4B-8FF97843425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971600" y="6237312"/>
            <a:ext cx="2448000" cy="252000"/>
          </a:xfrm>
          <a:prstGeom prst="borderCallout2">
            <a:avLst>
              <a:gd name="adj1" fmla="val 52909"/>
              <a:gd name="adj2" fmla="val 99858"/>
              <a:gd name="adj3" fmla="val 51449"/>
              <a:gd name="adj4" fmla="val 108136"/>
              <a:gd name="adj5" fmla="val -110782"/>
              <a:gd name="adj6" fmla="val 113722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不能为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PC+I(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结束时才写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I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8" name="线形标注 2 527">
            <a:extLst>
              <a:ext uri="{FF2B5EF4-FFF2-40B4-BE49-F238E27FC236}">
                <a16:creationId xmlns:a16="http://schemas.microsoft.com/office/drawing/2014/main" id="{C3C4BBFE-E5B1-443A-951B-A55E61E7973E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71728" y="4185112"/>
            <a:ext cx="2052000" cy="252000"/>
          </a:xfrm>
          <a:prstGeom prst="borderCallout2">
            <a:avLst>
              <a:gd name="adj1" fmla="val 49952"/>
              <a:gd name="adj2" fmla="val 100476"/>
              <a:gd name="adj3" fmla="val 51303"/>
              <a:gd name="adj4" fmla="val 109525"/>
              <a:gd name="adj5" fmla="val 305830"/>
              <a:gd name="adj6" fmla="val 13755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多余的读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运算无所谓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30" grpId="0" bldLvl="0" animBg="1"/>
      <p:bldP spid="28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3312368" cy="44442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部件互连设计</a:t>
            </a: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数据路径的修改：</a:t>
            </a: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9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*</a:t>
            </a:r>
            <a:r>
              <a:rPr lang="en-US" altLang="zh-CN" sz="2200" dirty="0" err="1">
                <a:solidFill>
                  <a:srgbClr val="C00000"/>
                </a:solidFill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时序的组织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：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44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699999" y="764704"/>
            <a:ext cx="6264389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latin typeface="+mn-ea"/>
                <a:ea typeface="+mn-ea"/>
              </a:rPr>
              <a:t>增加</a:t>
            </a:r>
            <a:r>
              <a:rPr lang="zh-CN" altLang="en-US" sz="2200" b="1" dirty="0">
                <a:latin typeface="+mn-ea"/>
                <a:ea typeface="+mn-ea"/>
              </a:rPr>
              <a:t>附加</a:t>
            </a:r>
            <a:r>
              <a:rPr lang="en-US" altLang="zh-CN" sz="2200" b="1" dirty="0">
                <a:latin typeface="+mn-ea"/>
                <a:ea typeface="+mn-ea"/>
              </a:rPr>
              <a:t>REG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设计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指令地址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计算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电路</a:t>
            </a:r>
            <a:endParaRPr lang="en-US" altLang="zh-CN" sz="2200" dirty="0">
              <a:solidFill>
                <a:srgbClr val="FF3399"/>
              </a:solidFill>
              <a:latin typeface="+mn-ea"/>
              <a:ea typeface="+mn-ea"/>
            </a:endParaRPr>
          </a:p>
        </p:txBody>
      </p:sp>
      <p:sp>
        <p:nvSpPr>
          <p:cNvPr id="137" name="Text Box 5"/>
          <p:cNvSpPr txBox="1">
            <a:spLocks noChangeArrowheads="1"/>
          </p:cNvSpPr>
          <p:nvPr/>
        </p:nvSpPr>
        <p:spPr bwMode="auto">
          <a:xfrm>
            <a:off x="2592000" y="4221088"/>
            <a:ext cx="6191672" cy="472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50" dirty="0">
                <a:latin typeface="+mn-ea"/>
                <a:ea typeface="+mn-ea"/>
              </a:rPr>
              <a:t>写附加</a:t>
            </a:r>
            <a:r>
              <a:rPr lang="en-US" altLang="zh-CN" sz="2200" b="1" spc="-50" dirty="0">
                <a:latin typeface="+mn-ea"/>
                <a:ea typeface="+mn-ea"/>
              </a:rPr>
              <a:t>REG</a:t>
            </a:r>
            <a:r>
              <a:rPr lang="zh-CN" altLang="en-US" sz="2200" b="1" spc="-50" dirty="0">
                <a:latin typeface="+mn-ea"/>
                <a:ea typeface="+mn-ea"/>
              </a:rPr>
              <a:t>在</a:t>
            </a:r>
            <a:r>
              <a:rPr lang="en-US" altLang="zh-CN" sz="2200" u="sng" dirty="0" err="1"/>
              <a:t>μ</a:t>
            </a:r>
            <a:r>
              <a:rPr lang="en-US" altLang="zh-CN" sz="2200" b="1" u="sng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u="sng" spc="-50" dirty="0">
                <a:latin typeface="+mn-ea"/>
                <a:ea typeface="+mn-ea"/>
              </a:rPr>
              <a:t>结束时</a:t>
            </a:r>
            <a:r>
              <a:rPr lang="zh-CN" altLang="en-US" sz="2200" b="1" spc="-50" dirty="0">
                <a:latin typeface="+mn-ea"/>
                <a:ea typeface="+mn-ea"/>
              </a:rPr>
              <a:t>，</a:t>
            </a:r>
            <a:r>
              <a:rPr lang="en-US" altLang="zh-CN" sz="2200" b="1" spc="-50" dirty="0">
                <a:latin typeface="+mn-ea"/>
                <a:ea typeface="+mn-ea"/>
              </a:rPr>
              <a:t>MEM</a:t>
            </a:r>
            <a:r>
              <a:rPr lang="zh-CN" altLang="en-US" sz="2200" b="1" spc="-50" dirty="0">
                <a:latin typeface="+mn-ea"/>
                <a:ea typeface="+mn-ea"/>
              </a:rPr>
              <a:t>操作在</a:t>
            </a:r>
            <a:r>
              <a:rPr lang="en-US" altLang="zh-CN" sz="2200" u="sng" dirty="0" err="1"/>
              <a:t>μ</a:t>
            </a:r>
            <a:r>
              <a:rPr lang="en-US" altLang="zh-CN" sz="2200" b="1" u="sng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u="sng" spc="-50" dirty="0">
                <a:latin typeface="+mn-ea"/>
                <a:ea typeface="+mn-ea"/>
              </a:rPr>
              <a:t>中部</a:t>
            </a:r>
            <a:endParaRPr lang="en-US" altLang="zh-CN" sz="2200" b="1" spc="-50" dirty="0">
              <a:latin typeface="+mn-ea"/>
              <a:ea typeface="+mn-ea"/>
            </a:endParaRPr>
          </a:p>
        </p:txBody>
      </p:sp>
      <p:grpSp>
        <p:nvGrpSpPr>
          <p:cNvPr id="249" name="组合 248"/>
          <p:cNvGrpSpPr/>
          <p:nvPr/>
        </p:nvGrpSpPr>
        <p:grpSpPr>
          <a:xfrm>
            <a:off x="1116000" y="4761088"/>
            <a:ext cx="5743433" cy="576064"/>
            <a:chOff x="1403648" y="4725144"/>
            <a:chExt cx="5743433" cy="576064"/>
          </a:xfrm>
        </p:grpSpPr>
        <p:sp>
          <p:nvSpPr>
            <p:cNvPr id="190" name="TextBox 189"/>
            <p:cNvSpPr txBox="1"/>
            <p:nvPr/>
          </p:nvSpPr>
          <p:spPr>
            <a:xfrm>
              <a:off x="1403648" y="5013176"/>
              <a:ext cx="381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/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91" name="直接连接符 190"/>
            <p:cNvCxnSpPr/>
            <p:nvPr/>
          </p:nvCxnSpPr>
          <p:spPr>
            <a:xfrm>
              <a:off x="2483768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/>
          </p:nvCxnSpPr>
          <p:spPr>
            <a:xfrm>
              <a:off x="1979712" y="5013176"/>
              <a:ext cx="5040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>
            <a:xfrm>
              <a:off x="1979712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>
            <a:xfrm>
              <a:off x="1835696" y="5301208"/>
              <a:ext cx="14401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>
            <a:xfrm>
              <a:off x="1979712" y="4761147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Box 195"/>
            <p:cNvSpPr txBox="1"/>
            <p:nvPr/>
          </p:nvSpPr>
          <p:spPr>
            <a:xfrm>
              <a:off x="2162342" y="4725144"/>
              <a:ext cx="4824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l"/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取指令  </a:t>
              </a:r>
              <a:r>
                <a:rPr lang="en-US" altLang="zh-CN" sz="1800" b="1" baseline="-25000" dirty="0"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GPRs    ALU      MEM    </a:t>
              </a: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GPRs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>
            <a:xfrm>
              <a:off x="2987824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/>
            <p:cNvCxnSpPr/>
            <p:nvPr/>
          </p:nvCxnSpPr>
          <p:spPr>
            <a:xfrm>
              <a:off x="2477770" y="5301208"/>
              <a:ext cx="5100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>
            <a:xfrm>
              <a:off x="3491880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>
              <a:off x="2987824" y="5013176"/>
              <a:ext cx="5040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>
            <a:xfrm>
              <a:off x="3995936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>
              <a:off x="3485882" y="5301208"/>
              <a:ext cx="5100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>
            <a:xfrm>
              <a:off x="4499992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>
            <a:xfrm>
              <a:off x="3995936" y="5013176"/>
              <a:ext cx="5040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>
              <a:off x="5004048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>
              <a:off x="4493994" y="5301208"/>
              <a:ext cx="5100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>
              <a:off x="5508104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>
            <a:xfrm>
              <a:off x="5004048" y="5013176"/>
              <a:ext cx="5040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6012160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>
              <a:off x="5502106" y="5301208"/>
              <a:ext cx="5100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>
              <a:off x="6516216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/>
            <p:nvPr/>
          </p:nvCxnSpPr>
          <p:spPr>
            <a:xfrm>
              <a:off x="6012160" y="5013176"/>
              <a:ext cx="5040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/>
            <p:cNvCxnSpPr/>
            <p:nvPr/>
          </p:nvCxnSpPr>
          <p:spPr>
            <a:xfrm>
              <a:off x="7020272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>
            <a:xfrm>
              <a:off x="6510218" y="5301208"/>
              <a:ext cx="5100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>
            <a:xfrm>
              <a:off x="7020272" y="5013176"/>
              <a:ext cx="126809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>
            <a:xfrm>
              <a:off x="2987824" y="4761147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>
              <a:off x="3995936" y="4761147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>
              <a:off x="5004048" y="4761147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>
              <a:off x="6012160" y="4761147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>
              <a:off x="7020272" y="4761147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4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228878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1907704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" name="AutoShape 499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30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0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50" name="线形标注 2 249"/>
          <p:cNvSpPr/>
          <p:nvPr/>
        </p:nvSpPr>
        <p:spPr bwMode="auto">
          <a:xfrm>
            <a:off x="5904392" y="5949280"/>
            <a:ext cx="2196000" cy="252000"/>
          </a:xfrm>
          <a:prstGeom prst="borderCallout2">
            <a:avLst>
              <a:gd name="adj1" fmla="val 51418"/>
              <a:gd name="adj2" fmla="val 155"/>
              <a:gd name="adj3" fmla="val 51785"/>
              <a:gd name="adj4" fmla="val -9694"/>
              <a:gd name="adj5" fmla="val -12037"/>
              <a:gd name="adj6" fmla="val -18225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需增设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有条件写</a:t>
            </a:r>
            <a:r>
              <a:rPr lang="en-US" altLang="zh-CN" sz="1600" dirty="0" err="1">
                <a:latin typeface="+mn-lt"/>
              </a:rPr>
              <a:t>μ</a:t>
            </a:r>
            <a:r>
              <a:rPr lang="en-US" altLang="zh-CN" sz="1600" b="1" dirty="0" err="1">
                <a:latin typeface="宋体" panose="02010600030101010101" pitchFamily="2" charset="-122"/>
              </a:rPr>
              <a:t>OPCmd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235" name="线形标注 2 234"/>
          <p:cNvSpPr/>
          <p:nvPr/>
        </p:nvSpPr>
        <p:spPr bwMode="auto">
          <a:xfrm>
            <a:off x="7308496" y="4761088"/>
            <a:ext cx="1728000" cy="252000"/>
          </a:xfrm>
          <a:prstGeom prst="borderCallout2">
            <a:avLst>
              <a:gd name="adj1" fmla="val 49940"/>
              <a:gd name="adj2" fmla="val 103"/>
              <a:gd name="adj3" fmla="val 50382"/>
              <a:gd name="adj4" fmla="val -10957"/>
              <a:gd name="adj5" fmla="val -54721"/>
              <a:gd name="adj6" fmla="val -12334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 algn="l">
              <a:lnSpc>
                <a:spcPct val="90000"/>
              </a:lnSpc>
            </a:pPr>
            <a:r>
              <a:rPr lang="zh-CN" sz="1600" b="1" dirty="0">
                <a:latin typeface="宋体" panose="02010600030101010101" pitchFamily="2" charset="-122"/>
              </a:rPr>
              <a:t>与</a:t>
            </a:r>
            <a:r>
              <a:rPr lang="en-US" altLang="zh-CN" sz="1600" b="1" dirty="0">
                <a:latin typeface="宋体" panose="02010600030101010101" pitchFamily="2" charset="-122"/>
              </a:rPr>
              <a:t>PC</a:t>
            </a:r>
            <a:r>
              <a:rPr lang="zh-CN" altLang="en-US" sz="1600" b="1" dirty="0">
                <a:latin typeface="宋体" panose="02010600030101010101" pitchFamily="2" charset="-122"/>
              </a:rPr>
              <a:t>、</a:t>
            </a:r>
            <a:r>
              <a:rPr lang="en-US" altLang="zh-CN" sz="1600" b="1" dirty="0" err="1">
                <a:latin typeface="宋体" panose="02010600030101010101" pitchFamily="2" charset="-122"/>
              </a:rPr>
              <a:t>ALUOut</a:t>
            </a:r>
            <a:r>
              <a:rPr lang="zh-CN" altLang="en-US" sz="1600" b="1" dirty="0">
                <a:latin typeface="宋体" panose="02010600030101010101" pitchFamily="2" charset="-122"/>
              </a:rPr>
              <a:t>错开</a:t>
            </a:r>
          </a:p>
        </p:txBody>
      </p:sp>
      <p:grpSp>
        <p:nvGrpSpPr>
          <p:cNvPr id="138" name="组合 137"/>
          <p:cNvGrpSpPr/>
          <p:nvPr/>
        </p:nvGrpSpPr>
        <p:grpSpPr>
          <a:xfrm>
            <a:off x="1692000" y="5337088"/>
            <a:ext cx="5400000" cy="655611"/>
            <a:chOff x="1845320" y="5581701"/>
            <a:chExt cx="5400000" cy="655611"/>
          </a:xfrm>
        </p:grpSpPr>
        <p:cxnSp>
          <p:nvCxnSpPr>
            <p:cNvPr id="237" name="直接连接符 236"/>
            <p:cNvCxnSpPr/>
            <p:nvPr/>
          </p:nvCxnSpPr>
          <p:spPr>
            <a:xfrm flipV="1">
              <a:off x="2339752" y="5581701"/>
              <a:ext cx="0" cy="144000"/>
            </a:xfrm>
            <a:prstGeom prst="line">
              <a:avLst/>
            </a:prstGeom>
            <a:ln w="12700">
              <a:solidFill>
                <a:srgbClr val="9900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TextBox 240"/>
            <p:cNvSpPr txBox="1"/>
            <p:nvPr/>
          </p:nvSpPr>
          <p:spPr>
            <a:xfrm>
              <a:off x="1845320" y="5733256"/>
              <a:ext cx="828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800" b="1" dirty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IMEM</a:t>
              </a:r>
              <a:endParaRPr lang="zh-CN" altLang="en-US" sz="18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42" name="直接连接符 241"/>
            <p:cNvCxnSpPr/>
            <p:nvPr/>
          </p:nvCxnSpPr>
          <p:spPr>
            <a:xfrm flipV="1">
              <a:off x="2843808" y="5581701"/>
              <a:ext cx="0" cy="43200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TextBox 242"/>
            <p:cNvSpPr txBox="1"/>
            <p:nvPr/>
          </p:nvSpPr>
          <p:spPr>
            <a:xfrm>
              <a:off x="2349320" y="6021288"/>
              <a:ext cx="97210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IR</a:t>
              </a: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及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PC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4869320" y="5733256"/>
              <a:ext cx="115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800" b="1" dirty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800" b="1" dirty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DMEM</a:t>
              </a:r>
              <a:endParaRPr lang="zh-CN" altLang="en-US" sz="18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45" name="直接连接符 244"/>
            <p:cNvCxnSpPr/>
            <p:nvPr/>
          </p:nvCxnSpPr>
          <p:spPr>
            <a:xfrm flipV="1">
              <a:off x="5364088" y="5581701"/>
              <a:ext cx="0" cy="144000"/>
            </a:xfrm>
            <a:prstGeom prst="line">
              <a:avLst/>
            </a:prstGeom>
            <a:ln w="12700">
              <a:solidFill>
                <a:srgbClr val="990099"/>
              </a:solidFill>
              <a:prstDash val="solid"/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/>
          </p:nvCxnSpPr>
          <p:spPr>
            <a:xfrm flipV="1">
              <a:off x="6876256" y="5581701"/>
              <a:ext cx="0" cy="14400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TextBox 246"/>
            <p:cNvSpPr txBox="1"/>
            <p:nvPr/>
          </p:nvSpPr>
          <p:spPr>
            <a:xfrm>
              <a:off x="6453320" y="5733256"/>
              <a:ext cx="79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GPRs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48" name="直接连接符 247"/>
            <p:cNvCxnSpPr/>
            <p:nvPr/>
          </p:nvCxnSpPr>
          <p:spPr>
            <a:xfrm flipH="1" flipV="1">
              <a:off x="3844769" y="5581701"/>
              <a:ext cx="1" cy="14400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TextBox 250"/>
            <p:cNvSpPr txBox="1"/>
            <p:nvPr/>
          </p:nvSpPr>
          <p:spPr>
            <a:xfrm>
              <a:off x="3429320" y="5733256"/>
              <a:ext cx="900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A&amp;B&amp;I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52" name="直接连接符 251"/>
            <p:cNvCxnSpPr/>
            <p:nvPr/>
          </p:nvCxnSpPr>
          <p:spPr>
            <a:xfrm flipV="1">
              <a:off x="4860032" y="5581701"/>
              <a:ext cx="0" cy="43200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TextBox 252"/>
            <p:cNvSpPr txBox="1"/>
            <p:nvPr/>
          </p:nvSpPr>
          <p:spPr>
            <a:xfrm>
              <a:off x="4185319" y="6021288"/>
              <a:ext cx="151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ALUOut</a:t>
              </a: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及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PC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AutoShape 499">
            <a:hlinkClick r:id="rId6" action="ppaction://hlinksldjump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0800000">
            <a:off x="2988000" y="650704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A3FFFB5-892B-44B7-8B1B-15CC1F4AEB31}"/>
              </a:ext>
            </a:extLst>
          </p:cNvPr>
          <p:cNvGrpSpPr/>
          <p:nvPr/>
        </p:nvGrpSpPr>
        <p:grpSpPr>
          <a:xfrm>
            <a:off x="251520" y="1268760"/>
            <a:ext cx="8568872" cy="2880000"/>
            <a:chOff x="251520" y="1268760"/>
            <a:chExt cx="8568872" cy="2880000"/>
          </a:xfrm>
        </p:grpSpPr>
        <p:sp>
          <p:nvSpPr>
            <p:cNvPr id="219" name="Text Box 323"/>
            <p:cNvSpPr txBox="1">
              <a:spLocks noChangeArrowheads="1"/>
            </p:cNvSpPr>
            <p:nvPr/>
          </p:nvSpPr>
          <p:spPr bwMode="auto">
            <a:xfrm>
              <a:off x="971520" y="1556760"/>
              <a:ext cx="7848872" cy="2304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220" name="Text Box 323"/>
            <p:cNvSpPr txBox="1">
              <a:spLocks noChangeArrowheads="1"/>
            </p:cNvSpPr>
            <p:nvPr/>
          </p:nvSpPr>
          <p:spPr bwMode="auto">
            <a:xfrm>
              <a:off x="3491520" y="2456760"/>
              <a:ext cx="720000" cy="72008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221" name="Text Box 363"/>
            <p:cNvSpPr txBox="1">
              <a:spLocks noChangeArrowheads="1"/>
            </p:cNvSpPr>
            <p:nvPr/>
          </p:nvSpPr>
          <p:spPr bwMode="auto">
            <a:xfrm>
              <a:off x="2447200" y="2384760"/>
              <a:ext cx="324000" cy="684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900"/>
                </a:spcBef>
              </a:pPr>
              <a:r>
                <a:rPr kumimoji="1"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  <a:spcBef>
                  <a:spcPts val="100"/>
                </a:spcBef>
              </a:pPr>
              <a:r>
                <a:rPr kumimoji="1"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22" name="直接连接符 221"/>
            <p:cNvCxnSpPr/>
            <p:nvPr/>
          </p:nvCxnSpPr>
          <p:spPr bwMode="auto">
            <a:xfrm>
              <a:off x="2447200" y="2204760"/>
              <a:ext cx="0" cy="154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3" name="直接连接符 222"/>
            <p:cNvCxnSpPr/>
            <p:nvPr/>
          </p:nvCxnSpPr>
          <p:spPr>
            <a:xfrm>
              <a:off x="3239520" y="2708937"/>
              <a:ext cx="25200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>
              <a:off x="2447200" y="2888760"/>
              <a:ext cx="104400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/>
            <p:cNvCxnSpPr/>
            <p:nvPr/>
          </p:nvCxnSpPr>
          <p:spPr>
            <a:xfrm>
              <a:off x="2449442" y="3068976"/>
              <a:ext cx="104400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35"/>
            <p:cNvCxnSpPr/>
            <p:nvPr/>
          </p:nvCxnSpPr>
          <p:spPr>
            <a:xfrm flipH="1">
              <a:off x="3347519" y="1808760"/>
              <a:ext cx="396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/>
            <p:cNvCxnSpPr/>
            <p:nvPr/>
          </p:nvCxnSpPr>
          <p:spPr bwMode="auto">
            <a:xfrm flipV="1">
              <a:off x="4031520" y="3176760"/>
              <a:ext cx="0" cy="1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57" name="直接连接符 8"/>
            <p:cNvCxnSpPr/>
            <p:nvPr/>
          </p:nvCxnSpPr>
          <p:spPr>
            <a:xfrm flipH="1" flipV="1">
              <a:off x="1151056" y="2024760"/>
              <a:ext cx="7236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8" name="TextBox 398"/>
            <p:cNvSpPr txBox="1"/>
            <p:nvPr/>
          </p:nvSpPr>
          <p:spPr>
            <a:xfrm>
              <a:off x="2159168" y="1628760"/>
              <a:ext cx="288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59" name="TextBox 400"/>
            <p:cNvSpPr txBox="1"/>
            <p:nvPr/>
          </p:nvSpPr>
          <p:spPr>
            <a:xfrm>
              <a:off x="2771520" y="3932760"/>
              <a:ext cx="576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</a:p>
          </p:txBody>
        </p:sp>
        <p:sp>
          <p:nvSpPr>
            <p:cNvPr id="260" name="TextBox 401"/>
            <p:cNvSpPr txBox="1"/>
            <p:nvPr/>
          </p:nvSpPr>
          <p:spPr>
            <a:xfrm>
              <a:off x="2159520" y="2852760"/>
              <a:ext cx="288000" cy="720000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</a:p>
          </p:txBody>
        </p:sp>
        <p:sp>
          <p:nvSpPr>
            <p:cNvPr id="261" name="矩形 260"/>
            <p:cNvSpPr/>
            <p:nvPr/>
          </p:nvSpPr>
          <p:spPr bwMode="auto">
            <a:xfrm>
              <a:off x="2952255" y="267276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" name="矩形 261"/>
            <p:cNvSpPr/>
            <p:nvPr/>
          </p:nvSpPr>
          <p:spPr bwMode="auto">
            <a:xfrm>
              <a:off x="2952511" y="2528760"/>
              <a:ext cx="72000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63" name="直接连接符 262"/>
            <p:cNvCxnSpPr/>
            <p:nvPr/>
          </p:nvCxnSpPr>
          <p:spPr>
            <a:xfrm>
              <a:off x="2447520" y="2564920"/>
              <a:ext cx="50400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103"/>
            <p:cNvCxnSpPr/>
            <p:nvPr/>
          </p:nvCxnSpPr>
          <p:spPr>
            <a:xfrm flipV="1">
              <a:off x="2771520" y="2708936"/>
              <a:ext cx="0" cy="180000"/>
            </a:xfrm>
            <a:prstGeom prst="straightConnector1">
              <a:avLst/>
            </a:prstGeom>
            <a:ln w="1270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/>
            <p:cNvCxnSpPr/>
            <p:nvPr/>
          </p:nvCxnSpPr>
          <p:spPr bwMode="auto">
            <a:xfrm flipH="1" flipV="1">
              <a:off x="3887520" y="3788760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66" name="TextBox 415"/>
            <p:cNvSpPr txBox="1"/>
            <p:nvPr/>
          </p:nvSpPr>
          <p:spPr>
            <a:xfrm>
              <a:off x="1439088" y="3968760"/>
              <a:ext cx="43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IRWr</a:t>
              </a:r>
            </a:p>
          </p:txBody>
        </p:sp>
        <p:sp>
          <p:nvSpPr>
            <p:cNvPr id="267" name="TextBox 416"/>
            <p:cNvSpPr txBox="1"/>
            <p:nvPr/>
          </p:nvSpPr>
          <p:spPr>
            <a:xfrm>
              <a:off x="3649408" y="3932760"/>
              <a:ext cx="684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Extctr</a:t>
              </a:r>
            </a:p>
          </p:txBody>
        </p:sp>
        <p:cxnSp>
          <p:nvCxnSpPr>
            <p:cNvPr id="268" name="直接连接符 46"/>
            <p:cNvCxnSpPr/>
            <p:nvPr/>
          </p:nvCxnSpPr>
          <p:spPr bwMode="auto">
            <a:xfrm flipV="1">
              <a:off x="3131520" y="3356760"/>
              <a:ext cx="0" cy="57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69" name="直接连接符 268"/>
            <p:cNvCxnSpPr/>
            <p:nvPr/>
          </p:nvCxnSpPr>
          <p:spPr>
            <a:xfrm flipV="1">
              <a:off x="3347520" y="2564922"/>
              <a:ext cx="144664" cy="892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8"/>
            <p:cNvCxnSpPr/>
            <p:nvPr/>
          </p:nvCxnSpPr>
          <p:spPr>
            <a:xfrm>
              <a:off x="7703892" y="2816760"/>
              <a:ext cx="826398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430"/>
            <p:cNvSpPr txBox="1"/>
            <p:nvPr/>
          </p:nvSpPr>
          <p:spPr>
            <a:xfrm>
              <a:off x="2735232" y="1268760"/>
              <a:ext cx="79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RegAsrc</a:t>
              </a:r>
            </a:p>
          </p:txBody>
        </p:sp>
        <p:cxnSp>
          <p:nvCxnSpPr>
            <p:cNvPr id="273" name="直接连接符 272"/>
            <p:cNvCxnSpPr/>
            <p:nvPr/>
          </p:nvCxnSpPr>
          <p:spPr>
            <a:xfrm flipV="1">
              <a:off x="1151056" y="3212760"/>
              <a:ext cx="144016" cy="894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Text Box 323"/>
            <p:cNvSpPr txBox="1">
              <a:spLocks noChangeArrowheads="1"/>
            </p:cNvSpPr>
            <p:nvPr/>
          </p:nvSpPr>
          <p:spPr bwMode="auto">
            <a:xfrm>
              <a:off x="1295072" y="2888760"/>
              <a:ext cx="648072" cy="432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IMEM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75" name="直接连接符 199"/>
            <p:cNvCxnSpPr/>
            <p:nvPr/>
          </p:nvCxnSpPr>
          <p:spPr bwMode="auto">
            <a:xfrm>
              <a:off x="899520" y="2996760"/>
              <a:ext cx="39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76" name="直接连接符 275"/>
            <p:cNvCxnSpPr/>
            <p:nvPr/>
          </p:nvCxnSpPr>
          <p:spPr>
            <a:xfrm>
              <a:off x="1943144" y="3572760"/>
              <a:ext cx="50405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/>
            <p:nvPr/>
          </p:nvCxnSpPr>
          <p:spPr>
            <a:xfrm flipH="1">
              <a:off x="1907520" y="1628760"/>
              <a:ext cx="4932000" cy="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Text Box 323"/>
            <p:cNvSpPr txBox="1">
              <a:spLocks noChangeArrowheads="1"/>
            </p:cNvSpPr>
            <p:nvPr/>
          </p:nvSpPr>
          <p:spPr bwMode="auto">
            <a:xfrm>
              <a:off x="4355520" y="2852760"/>
              <a:ext cx="216023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990099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A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279" name="Text Box 323"/>
            <p:cNvSpPr txBox="1">
              <a:spLocks noChangeArrowheads="1"/>
            </p:cNvSpPr>
            <p:nvPr/>
          </p:nvSpPr>
          <p:spPr bwMode="auto">
            <a:xfrm>
              <a:off x="4355520" y="2492912"/>
              <a:ext cx="216023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990099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B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0" name="直接连接符 279"/>
            <p:cNvCxnSpPr/>
            <p:nvPr/>
          </p:nvCxnSpPr>
          <p:spPr>
            <a:xfrm>
              <a:off x="4211520" y="2996760"/>
              <a:ext cx="144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/>
            <p:cNvCxnSpPr/>
            <p:nvPr/>
          </p:nvCxnSpPr>
          <p:spPr>
            <a:xfrm>
              <a:off x="4211520" y="2636760"/>
              <a:ext cx="144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/>
            <p:cNvCxnSpPr/>
            <p:nvPr/>
          </p:nvCxnSpPr>
          <p:spPr bwMode="auto">
            <a:xfrm flipV="1">
              <a:off x="4463520" y="3104760"/>
              <a:ext cx="0" cy="1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83" name="直接连接符 282"/>
            <p:cNvCxnSpPr/>
            <p:nvPr/>
          </p:nvCxnSpPr>
          <p:spPr bwMode="auto">
            <a:xfrm>
              <a:off x="4463424" y="2384760"/>
              <a:ext cx="0" cy="1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84" name="直接连接符 283"/>
            <p:cNvCxnSpPr/>
            <p:nvPr/>
          </p:nvCxnSpPr>
          <p:spPr bwMode="auto">
            <a:xfrm>
              <a:off x="1043520" y="3104760"/>
              <a:ext cx="0" cy="82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85" name="直接连接符 97"/>
            <p:cNvCxnSpPr/>
            <p:nvPr/>
          </p:nvCxnSpPr>
          <p:spPr>
            <a:xfrm>
              <a:off x="4571520" y="2996760"/>
              <a:ext cx="252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/>
            <p:cNvCxnSpPr/>
            <p:nvPr/>
          </p:nvCxnSpPr>
          <p:spPr>
            <a:xfrm>
              <a:off x="4571519" y="2636760"/>
              <a:ext cx="1080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/>
            <p:cNvCxnSpPr/>
            <p:nvPr/>
          </p:nvCxnSpPr>
          <p:spPr>
            <a:xfrm>
              <a:off x="4679520" y="2780944"/>
              <a:ext cx="972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9" name="Text Box 18"/>
            <p:cNvSpPr txBox="1">
              <a:spLocks noChangeArrowheads="1"/>
            </p:cNvSpPr>
            <p:nvPr/>
          </p:nvSpPr>
          <p:spPr bwMode="auto">
            <a:xfrm rot="16200000">
              <a:off x="2897823" y="2492760"/>
              <a:ext cx="396000" cy="288926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292" name="直接连接符 8"/>
            <p:cNvCxnSpPr/>
            <p:nvPr/>
          </p:nvCxnSpPr>
          <p:spPr>
            <a:xfrm flipH="1">
              <a:off x="4247400" y="1772760"/>
              <a:ext cx="4428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Text Box 323"/>
            <p:cNvSpPr txBox="1">
              <a:spLocks noChangeArrowheads="1"/>
            </p:cNvSpPr>
            <p:nvPr/>
          </p:nvSpPr>
          <p:spPr bwMode="auto">
            <a:xfrm>
              <a:off x="1295072" y="3428760"/>
              <a:ext cx="648072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IR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94" name="直接连接符 293"/>
            <p:cNvCxnSpPr/>
            <p:nvPr/>
          </p:nvCxnSpPr>
          <p:spPr>
            <a:xfrm flipH="1">
              <a:off x="1943520" y="3104760"/>
              <a:ext cx="144000" cy="0"/>
            </a:xfrm>
            <a:prstGeom prst="line">
              <a:avLst/>
            </a:prstGeom>
            <a:ln w="1905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/>
            <p:nvPr/>
          </p:nvCxnSpPr>
          <p:spPr bwMode="auto">
            <a:xfrm flipV="1">
              <a:off x="1655112" y="3680760"/>
              <a:ext cx="1" cy="25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96" name="直接连接符 295"/>
            <p:cNvCxnSpPr/>
            <p:nvPr/>
          </p:nvCxnSpPr>
          <p:spPr bwMode="auto">
            <a:xfrm flipV="1">
              <a:off x="3707520" y="3176760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97" name="直接连接符 296"/>
            <p:cNvCxnSpPr/>
            <p:nvPr/>
          </p:nvCxnSpPr>
          <p:spPr bwMode="auto">
            <a:xfrm>
              <a:off x="3095520" y="1484760"/>
              <a:ext cx="0" cy="95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98" name="直接连接符 297"/>
            <p:cNvCxnSpPr/>
            <p:nvPr/>
          </p:nvCxnSpPr>
          <p:spPr bwMode="auto">
            <a:xfrm flipV="1">
              <a:off x="1043520" y="3104760"/>
              <a:ext cx="252000" cy="107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99" name="Text Box 18"/>
            <p:cNvSpPr txBox="1">
              <a:spLocks noChangeArrowheads="1"/>
            </p:cNvSpPr>
            <p:nvPr/>
          </p:nvSpPr>
          <p:spPr bwMode="auto">
            <a:xfrm>
              <a:off x="3743520" y="1736760"/>
              <a:ext cx="504055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300" name="矩形 299"/>
            <p:cNvSpPr/>
            <p:nvPr/>
          </p:nvSpPr>
          <p:spPr bwMode="auto">
            <a:xfrm>
              <a:off x="4175520" y="173676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1" name="矩形 300"/>
            <p:cNvSpPr/>
            <p:nvPr/>
          </p:nvSpPr>
          <p:spPr bwMode="auto">
            <a:xfrm>
              <a:off x="4175392" y="1880760"/>
              <a:ext cx="72000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2" name="直接连接符 301"/>
            <p:cNvCxnSpPr/>
            <p:nvPr/>
          </p:nvCxnSpPr>
          <p:spPr bwMode="auto">
            <a:xfrm>
              <a:off x="4031375" y="1484760"/>
              <a:ext cx="1" cy="25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303" name="TextBox 499"/>
            <p:cNvSpPr txBox="1"/>
            <p:nvPr/>
          </p:nvSpPr>
          <p:spPr>
            <a:xfrm>
              <a:off x="3671520" y="1268760"/>
              <a:ext cx="79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RegDsrc</a:t>
              </a:r>
            </a:p>
          </p:txBody>
        </p:sp>
        <p:sp>
          <p:nvSpPr>
            <p:cNvPr id="304" name="TextBox 509"/>
            <p:cNvSpPr txBox="1"/>
            <p:nvPr/>
          </p:nvSpPr>
          <p:spPr>
            <a:xfrm>
              <a:off x="863024" y="3968760"/>
              <a:ext cx="43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IMRd</a:t>
              </a:r>
            </a:p>
          </p:txBody>
        </p:sp>
        <p:cxnSp>
          <p:nvCxnSpPr>
            <p:cNvPr id="305" name="直接连接符 199"/>
            <p:cNvCxnSpPr/>
            <p:nvPr/>
          </p:nvCxnSpPr>
          <p:spPr bwMode="auto">
            <a:xfrm flipV="1">
              <a:off x="1439088" y="368076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06" name="TextBox 515"/>
            <p:cNvSpPr txBox="1"/>
            <p:nvPr/>
          </p:nvSpPr>
          <p:spPr>
            <a:xfrm>
              <a:off x="251520" y="2240760"/>
              <a:ext cx="648000" cy="432000"/>
            </a:xfrm>
            <a:prstGeom prst="rect">
              <a:avLst/>
            </a:prstGeom>
            <a:noFill/>
          </p:spPr>
          <p:txBody>
            <a:bodyPr wrap="square" lIns="0" tIns="0" rIns="18000" bIns="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0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P0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=)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07" name="直接连接符 306"/>
            <p:cNvCxnSpPr/>
            <p:nvPr/>
          </p:nvCxnSpPr>
          <p:spPr>
            <a:xfrm>
              <a:off x="2447199" y="3752760"/>
              <a:ext cx="72000" cy="180000"/>
            </a:xfrm>
            <a:prstGeom prst="line">
              <a:avLst/>
            </a:prstGeom>
            <a:ln w="15875">
              <a:solidFill>
                <a:srgbClr val="9900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8" name="TextBox 519"/>
            <p:cNvSpPr txBox="1"/>
            <p:nvPr/>
          </p:nvSpPr>
          <p:spPr>
            <a:xfrm>
              <a:off x="2339520" y="3932760"/>
              <a:ext cx="324000" cy="1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ID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09" name="直接连接符 284"/>
            <p:cNvCxnSpPr/>
            <p:nvPr/>
          </p:nvCxnSpPr>
          <p:spPr>
            <a:xfrm flipV="1">
              <a:off x="4679520" y="2780760"/>
              <a:ext cx="0" cy="864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187"/>
            <p:cNvCxnSpPr/>
            <p:nvPr/>
          </p:nvCxnSpPr>
          <p:spPr>
            <a:xfrm>
              <a:off x="1151160" y="3572760"/>
              <a:ext cx="144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284"/>
            <p:cNvCxnSpPr/>
            <p:nvPr/>
          </p:nvCxnSpPr>
          <p:spPr>
            <a:xfrm flipH="1">
              <a:off x="1151160" y="3212760"/>
              <a:ext cx="0" cy="360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/>
            <p:cNvCxnSpPr/>
            <p:nvPr/>
          </p:nvCxnSpPr>
          <p:spPr>
            <a:xfrm>
              <a:off x="2771520" y="2708760"/>
              <a:ext cx="18000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284"/>
            <p:cNvCxnSpPr/>
            <p:nvPr/>
          </p:nvCxnSpPr>
          <p:spPr>
            <a:xfrm flipH="1">
              <a:off x="3347520" y="1808760"/>
              <a:ext cx="0" cy="756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连接符 313"/>
            <p:cNvCxnSpPr/>
            <p:nvPr/>
          </p:nvCxnSpPr>
          <p:spPr>
            <a:xfrm>
              <a:off x="2087896" y="2636760"/>
              <a:ext cx="1" cy="468000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接连接符 314"/>
            <p:cNvCxnSpPr/>
            <p:nvPr/>
          </p:nvCxnSpPr>
          <p:spPr bwMode="auto">
            <a:xfrm>
              <a:off x="1727520" y="2348760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316" name="Text Box 323"/>
            <p:cNvSpPr txBox="1">
              <a:spLocks noChangeArrowheads="1"/>
            </p:cNvSpPr>
            <p:nvPr/>
          </p:nvSpPr>
          <p:spPr bwMode="auto">
            <a:xfrm>
              <a:off x="1295520" y="2492760"/>
              <a:ext cx="64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PC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17" name="直接连接符 187"/>
            <p:cNvCxnSpPr/>
            <p:nvPr/>
          </p:nvCxnSpPr>
          <p:spPr>
            <a:xfrm>
              <a:off x="1151520" y="2636760"/>
              <a:ext cx="144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接连接符 199"/>
            <p:cNvCxnSpPr/>
            <p:nvPr/>
          </p:nvCxnSpPr>
          <p:spPr bwMode="auto">
            <a:xfrm>
              <a:off x="1439088" y="2348760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0" name="直接连接符 319"/>
            <p:cNvCxnSpPr/>
            <p:nvPr/>
          </p:nvCxnSpPr>
          <p:spPr>
            <a:xfrm>
              <a:off x="899520" y="2348760"/>
              <a:ext cx="54000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接连接符 284"/>
            <p:cNvCxnSpPr/>
            <p:nvPr/>
          </p:nvCxnSpPr>
          <p:spPr>
            <a:xfrm flipH="1">
              <a:off x="1151520" y="2024760"/>
              <a:ext cx="0" cy="612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/>
            <p:cNvCxnSpPr/>
            <p:nvPr/>
          </p:nvCxnSpPr>
          <p:spPr bwMode="auto">
            <a:xfrm>
              <a:off x="1908000" y="1628760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31" name="直接连接符 330"/>
            <p:cNvCxnSpPr/>
            <p:nvPr/>
          </p:nvCxnSpPr>
          <p:spPr>
            <a:xfrm>
              <a:off x="1943144" y="2636760"/>
              <a:ext cx="14401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连接符 432"/>
            <p:cNvCxnSpPr/>
            <p:nvPr/>
          </p:nvCxnSpPr>
          <p:spPr bwMode="auto">
            <a:xfrm>
              <a:off x="3131520" y="3356760"/>
              <a:ext cx="57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35" name="直接连接符 334"/>
            <p:cNvCxnSpPr/>
            <p:nvPr/>
          </p:nvCxnSpPr>
          <p:spPr>
            <a:xfrm>
              <a:off x="4823520" y="3356760"/>
              <a:ext cx="828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直接连接符 335"/>
            <p:cNvCxnSpPr/>
            <p:nvPr/>
          </p:nvCxnSpPr>
          <p:spPr>
            <a:xfrm flipV="1">
              <a:off x="4823520" y="2996760"/>
              <a:ext cx="0" cy="360000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直接连接符 8"/>
            <p:cNvCxnSpPr/>
            <p:nvPr/>
          </p:nvCxnSpPr>
          <p:spPr>
            <a:xfrm flipV="1">
              <a:off x="7703520" y="2996760"/>
              <a:ext cx="180000" cy="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直接连接符 337"/>
            <p:cNvCxnSpPr/>
            <p:nvPr/>
          </p:nvCxnSpPr>
          <p:spPr>
            <a:xfrm>
              <a:off x="5940980" y="3248760"/>
              <a:ext cx="215129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AutoShape 15"/>
            <p:cNvSpPr>
              <a:spLocks noChangeArrowheads="1"/>
            </p:cNvSpPr>
            <p:nvPr/>
          </p:nvSpPr>
          <p:spPr bwMode="auto">
            <a:xfrm rot="16200000">
              <a:off x="5868622" y="2744760"/>
              <a:ext cx="936000" cy="361023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flipV="1">
              <a:off x="8459520" y="3645040"/>
              <a:ext cx="0" cy="32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41" name="直接连接符 340"/>
            <p:cNvCxnSpPr/>
            <p:nvPr/>
          </p:nvCxnSpPr>
          <p:spPr>
            <a:xfrm>
              <a:off x="6517132" y="2708760"/>
              <a:ext cx="50400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连接符 341"/>
            <p:cNvCxnSpPr/>
            <p:nvPr/>
          </p:nvCxnSpPr>
          <p:spPr>
            <a:xfrm flipV="1">
              <a:off x="6517134" y="2780760"/>
              <a:ext cx="324000" cy="1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3" name="TextBox 399"/>
            <p:cNvSpPr txBox="1"/>
            <p:nvPr/>
          </p:nvSpPr>
          <p:spPr>
            <a:xfrm>
              <a:off x="6134181" y="3932760"/>
              <a:ext cx="720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</a:p>
          </p:txBody>
        </p:sp>
        <p:sp>
          <p:nvSpPr>
            <p:cNvPr id="344" name="Text Box 18"/>
            <p:cNvSpPr txBox="1">
              <a:spLocks noChangeArrowheads="1"/>
            </p:cNvSpPr>
            <p:nvPr/>
          </p:nvSpPr>
          <p:spPr bwMode="auto">
            <a:xfrm rot="16200000">
              <a:off x="5543520" y="2564760"/>
              <a:ext cx="504000" cy="288926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0" tIns="10800" rIns="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345" name="矩形 344"/>
            <p:cNvSpPr/>
            <p:nvPr/>
          </p:nvSpPr>
          <p:spPr bwMode="auto">
            <a:xfrm>
              <a:off x="5652053" y="288876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6" name="矩形 345"/>
            <p:cNvSpPr/>
            <p:nvPr/>
          </p:nvSpPr>
          <p:spPr bwMode="auto">
            <a:xfrm>
              <a:off x="5651520" y="2456760"/>
              <a:ext cx="72000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47" name="直接连接符 346"/>
            <p:cNvCxnSpPr/>
            <p:nvPr/>
          </p:nvCxnSpPr>
          <p:spPr>
            <a:xfrm flipV="1">
              <a:off x="5939477" y="2708760"/>
              <a:ext cx="216632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9" name="Text Box 323"/>
            <p:cNvSpPr txBox="1">
              <a:spLocks noChangeArrowheads="1"/>
            </p:cNvSpPr>
            <p:nvPr/>
          </p:nvSpPr>
          <p:spPr bwMode="auto">
            <a:xfrm>
              <a:off x="7883520" y="2924960"/>
              <a:ext cx="648072" cy="720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DMEM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51" name="直接连接符 350"/>
            <p:cNvCxnSpPr/>
            <p:nvPr/>
          </p:nvCxnSpPr>
          <p:spPr bwMode="auto">
            <a:xfrm>
              <a:off x="7451520" y="1484760"/>
              <a:ext cx="0" cy="140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352" name="TextBox 427"/>
            <p:cNvSpPr txBox="1"/>
            <p:nvPr/>
          </p:nvSpPr>
          <p:spPr>
            <a:xfrm>
              <a:off x="7631520" y="3968760"/>
              <a:ext cx="540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MEMW</a:t>
              </a:r>
            </a:p>
          </p:txBody>
        </p:sp>
        <p:sp>
          <p:nvSpPr>
            <p:cNvPr id="353" name="TextBox 428"/>
            <p:cNvSpPr txBox="1"/>
            <p:nvPr/>
          </p:nvSpPr>
          <p:spPr>
            <a:xfrm>
              <a:off x="8244341" y="3968760"/>
              <a:ext cx="540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MEMR</a:t>
              </a:r>
            </a:p>
          </p:txBody>
        </p:sp>
        <p:cxnSp>
          <p:nvCxnSpPr>
            <p:cNvPr id="354" name="直接连接符 353"/>
            <p:cNvCxnSpPr/>
            <p:nvPr/>
          </p:nvCxnSpPr>
          <p:spPr bwMode="auto">
            <a:xfrm flipV="1">
              <a:off x="7955520" y="3644760"/>
              <a:ext cx="0" cy="28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55" name="直接连接符 354"/>
            <p:cNvCxnSpPr/>
            <p:nvPr/>
          </p:nvCxnSpPr>
          <p:spPr bwMode="auto">
            <a:xfrm flipV="1">
              <a:off x="8207520" y="3644760"/>
              <a:ext cx="0" cy="1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59" name="直接连接符 358"/>
            <p:cNvCxnSpPr/>
            <p:nvPr/>
          </p:nvCxnSpPr>
          <p:spPr>
            <a:xfrm>
              <a:off x="6516149" y="2996760"/>
              <a:ext cx="282340" cy="71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0" name="Text Box 323"/>
            <p:cNvSpPr txBox="1">
              <a:spLocks noChangeArrowheads="1"/>
            </p:cNvSpPr>
            <p:nvPr/>
          </p:nvSpPr>
          <p:spPr bwMode="auto">
            <a:xfrm>
              <a:off x="6804180" y="2888760"/>
              <a:ext cx="75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err="1">
                  <a:latin typeface="宋体" panose="02010600030101010101" pitchFamily="2" charset="-122"/>
                </a:rPr>
                <a:t>ALUOut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361" name="Text Box 323"/>
            <p:cNvSpPr txBox="1">
              <a:spLocks noChangeArrowheads="1"/>
            </p:cNvSpPr>
            <p:nvPr/>
          </p:nvSpPr>
          <p:spPr bwMode="auto">
            <a:xfrm>
              <a:off x="7019520" y="2600760"/>
              <a:ext cx="32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OF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>
            <a:xfrm>
              <a:off x="5364916" y="3572760"/>
              <a:ext cx="2520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/>
            <p:cNvCxnSpPr/>
            <p:nvPr/>
          </p:nvCxnSpPr>
          <p:spPr>
            <a:xfrm>
              <a:off x="5363917" y="2636760"/>
              <a:ext cx="0" cy="936000"/>
            </a:xfrm>
            <a:prstGeom prst="line">
              <a:avLst/>
            </a:prstGeom>
            <a:ln w="19050">
              <a:solidFill>
                <a:schemeClr val="accent2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直接连接符 368"/>
            <p:cNvCxnSpPr/>
            <p:nvPr/>
          </p:nvCxnSpPr>
          <p:spPr>
            <a:xfrm flipV="1">
              <a:off x="6839520" y="1627200"/>
              <a:ext cx="0" cy="115200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连接符 369"/>
            <p:cNvCxnSpPr/>
            <p:nvPr/>
          </p:nvCxnSpPr>
          <p:spPr>
            <a:xfrm>
              <a:off x="7559520" y="2996968"/>
              <a:ext cx="143765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直接连接符 372"/>
            <p:cNvCxnSpPr/>
            <p:nvPr/>
          </p:nvCxnSpPr>
          <p:spPr>
            <a:xfrm>
              <a:off x="8675400" y="1772760"/>
              <a:ext cx="0" cy="97200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直接连接符 373"/>
            <p:cNvCxnSpPr/>
            <p:nvPr/>
          </p:nvCxnSpPr>
          <p:spPr>
            <a:xfrm>
              <a:off x="8531520" y="3248760"/>
              <a:ext cx="144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接连接符 380"/>
            <p:cNvCxnSpPr/>
            <p:nvPr/>
          </p:nvCxnSpPr>
          <p:spPr bwMode="auto">
            <a:xfrm flipV="1">
              <a:off x="6372133" y="3284760"/>
              <a:ext cx="0" cy="64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382" name="TextBox 506"/>
            <p:cNvSpPr txBox="1"/>
            <p:nvPr/>
          </p:nvSpPr>
          <p:spPr>
            <a:xfrm>
              <a:off x="7070285" y="1268760"/>
              <a:ext cx="720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ALUOWr</a:t>
              </a:r>
            </a:p>
          </p:txBody>
        </p:sp>
        <p:sp>
          <p:nvSpPr>
            <p:cNvPr id="383" name="TextBox 507"/>
            <p:cNvSpPr txBox="1"/>
            <p:nvPr/>
          </p:nvSpPr>
          <p:spPr>
            <a:xfrm>
              <a:off x="5397120" y="1268760"/>
              <a:ext cx="79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ALUBsrc</a:t>
              </a:r>
            </a:p>
          </p:txBody>
        </p:sp>
        <p:cxnSp>
          <p:nvCxnSpPr>
            <p:cNvPr id="384" name="直接连接符 383"/>
            <p:cNvCxnSpPr/>
            <p:nvPr/>
          </p:nvCxnSpPr>
          <p:spPr bwMode="auto">
            <a:xfrm flipH="1">
              <a:off x="5794476" y="1484760"/>
              <a:ext cx="1593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521" name="直接连接符 199"/>
            <p:cNvCxnSpPr/>
            <p:nvPr/>
          </p:nvCxnSpPr>
          <p:spPr bwMode="auto">
            <a:xfrm flipV="1">
              <a:off x="7451520" y="314076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22" name="直接连接符 199"/>
            <p:cNvCxnSpPr/>
            <p:nvPr/>
          </p:nvCxnSpPr>
          <p:spPr bwMode="auto">
            <a:xfrm>
              <a:off x="7163520" y="249276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23" name="TextBox 514"/>
            <p:cNvSpPr txBox="1"/>
            <p:nvPr/>
          </p:nvSpPr>
          <p:spPr>
            <a:xfrm>
              <a:off x="7523520" y="3644760"/>
              <a:ext cx="25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solidFill>
                    <a:srgbClr val="C0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P1</a:t>
              </a:r>
              <a:endParaRPr lang="zh-CN" altLang="en-US" sz="1600" b="1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26" name="直接连接符 525"/>
            <p:cNvCxnSpPr/>
            <p:nvPr/>
          </p:nvCxnSpPr>
          <p:spPr>
            <a:xfrm>
              <a:off x="7776333" y="3752760"/>
              <a:ext cx="43200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直接连接符 526"/>
            <p:cNvCxnSpPr/>
            <p:nvPr/>
          </p:nvCxnSpPr>
          <p:spPr>
            <a:xfrm>
              <a:off x="2449442" y="3644760"/>
              <a:ext cx="1080000" cy="0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8" name="Text Box 323"/>
            <p:cNvSpPr txBox="1">
              <a:spLocks noChangeArrowheads="1"/>
            </p:cNvSpPr>
            <p:nvPr/>
          </p:nvSpPr>
          <p:spPr bwMode="auto">
            <a:xfrm>
              <a:off x="3527520" y="3500760"/>
              <a:ext cx="648000" cy="288032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>
                  <a:latin typeface="宋体" panose="02010600030101010101" pitchFamily="2" charset="-122"/>
                </a:rPr>
                <a:t>ExtU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529" name="TextBox 412"/>
            <p:cNvSpPr txBox="1"/>
            <p:nvPr/>
          </p:nvSpPr>
          <p:spPr>
            <a:xfrm>
              <a:off x="2447520" y="3464760"/>
              <a:ext cx="504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31" name="直接连接符 530"/>
            <p:cNvCxnSpPr/>
            <p:nvPr/>
          </p:nvCxnSpPr>
          <p:spPr>
            <a:xfrm>
              <a:off x="4175520" y="3644760"/>
              <a:ext cx="504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" name="TextBox 514"/>
            <p:cNvSpPr txBox="1"/>
            <p:nvPr/>
          </p:nvSpPr>
          <p:spPr>
            <a:xfrm>
              <a:off x="3886376" y="3284760"/>
              <a:ext cx="288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solidFill>
                    <a:srgbClr val="C0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P0</a:t>
              </a:r>
              <a:endParaRPr lang="zh-CN" altLang="en-US" sz="1600" b="1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38" name="直接连接符 8"/>
            <p:cNvCxnSpPr/>
            <p:nvPr/>
          </p:nvCxnSpPr>
          <p:spPr>
            <a:xfrm flipH="1">
              <a:off x="4247520" y="1916760"/>
              <a:ext cx="4284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直接连接符 284"/>
            <p:cNvCxnSpPr/>
            <p:nvPr/>
          </p:nvCxnSpPr>
          <p:spPr>
            <a:xfrm flipH="1" flipV="1">
              <a:off x="8531520" y="1916760"/>
              <a:ext cx="0" cy="900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1" name="Text Box 323"/>
            <p:cNvSpPr txBox="1">
              <a:spLocks noChangeArrowheads="1"/>
            </p:cNvSpPr>
            <p:nvPr/>
          </p:nvSpPr>
          <p:spPr bwMode="auto">
            <a:xfrm>
              <a:off x="8604393" y="2744760"/>
              <a:ext cx="144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990099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42" name="直接连接符 284"/>
            <p:cNvCxnSpPr/>
            <p:nvPr/>
          </p:nvCxnSpPr>
          <p:spPr>
            <a:xfrm flipH="1" flipV="1">
              <a:off x="8675520" y="3032760"/>
              <a:ext cx="0" cy="216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3" name="TextBox 515"/>
            <p:cNvSpPr txBox="1"/>
            <p:nvPr/>
          </p:nvSpPr>
          <p:spPr>
            <a:xfrm>
              <a:off x="251520" y="2888760"/>
              <a:ext cx="648000" cy="432000"/>
            </a:xfrm>
            <a:prstGeom prst="rect">
              <a:avLst/>
            </a:prstGeom>
            <a:noFill/>
          </p:spPr>
          <p:txBody>
            <a:bodyPr wrap="square" lIns="0" tIns="0" rIns="18000" bIns="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0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P1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=)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44" name="直接连接符 543"/>
            <p:cNvCxnSpPr/>
            <p:nvPr/>
          </p:nvCxnSpPr>
          <p:spPr bwMode="auto">
            <a:xfrm>
              <a:off x="377520" y="3104760"/>
              <a:ext cx="27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2" name="直接连接符 411">
              <a:extLst>
                <a:ext uri="{FF2B5EF4-FFF2-40B4-BE49-F238E27FC236}">
                  <a16:creationId xmlns:a16="http://schemas.microsoft.com/office/drawing/2014/main" id="{28FDC800-7CB4-4FAA-B275-B82C13B279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34000" y="3247200"/>
              <a:ext cx="315600" cy="108000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12">
              <a:extLst>
                <a:ext uri="{FF2B5EF4-FFF2-40B4-BE49-F238E27FC236}">
                  <a16:creationId xmlns:a16="http://schemas.microsoft.com/office/drawing/2014/main" id="{747831B2-7AA7-417C-B614-BBA8C654AA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00576" y="2815200"/>
              <a:ext cx="0" cy="180000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5F24087-EDF6-4E8F-89AF-FA8D821A7B55}"/>
              </a:ext>
            </a:extLst>
          </p:cNvPr>
          <p:cNvGrpSpPr/>
          <p:nvPr/>
        </p:nvGrpSpPr>
        <p:grpSpPr>
          <a:xfrm>
            <a:off x="2087160" y="1268760"/>
            <a:ext cx="6409141" cy="2844000"/>
            <a:chOff x="2087160" y="1268760"/>
            <a:chExt cx="6409141" cy="2844000"/>
          </a:xfrm>
        </p:grpSpPr>
        <p:sp>
          <p:nvSpPr>
            <p:cNvPr id="234" name="TextBox 432">
              <a:extLst>
                <a:ext uri="{FF2B5EF4-FFF2-40B4-BE49-F238E27FC236}">
                  <a16:creationId xmlns:a16="http://schemas.microsoft.com/office/drawing/2014/main" id="{EFBB413A-6AC3-4727-8C73-37F73433189C}"/>
                </a:ext>
              </a:extLst>
            </p:cNvPr>
            <p:cNvSpPr txBox="1"/>
            <p:nvPr/>
          </p:nvSpPr>
          <p:spPr>
            <a:xfrm>
              <a:off x="2447200" y="2168760"/>
              <a:ext cx="504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addr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36" name="直接连接符 118">
              <a:extLst>
                <a:ext uri="{FF2B5EF4-FFF2-40B4-BE49-F238E27FC236}">
                  <a16:creationId xmlns:a16="http://schemas.microsoft.com/office/drawing/2014/main" id="{549F2F79-DB3A-469E-BA43-8E3D8A843095}"/>
                </a:ext>
              </a:extLst>
            </p:cNvPr>
            <p:cNvCxnSpPr/>
            <p:nvPr/>
          </p:nvCxnSpPr>
          <p:spPr>
            <a:xfrm>
              <a:off x="4931520" y="2132760"/>
              <a:ext cx="0" cy="1008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BB789A63-7A72-457E-AE15-BAA4E5408939}"/>
                </a:ext>
              </a:extLst>
            </p:cNvPr>
            <p:cNvCxnSpPr/>
            <p:nvPr/>
          </p:nvCxnSpPr>
          <p:spPr>
            <a:xfrm>
              <a:off x="2447519" y="2348760"/>
              <a:ext cx="3528000" cy="0"/>
            </a:xfrm>
            <a:prstGeom prst="line">
              <a:avLst/>
            </a:prstGeom>
            <a:ln w="1905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7AD8BA83-EFE7-4FE4-BCDF-2B0FD906103A}"/>
                </a:ext>
              </a:extLst>
            </p:cNvPr>
            <p:cNvCxnSpPr/>
            <p:nvPr/>
          </p:nvCxnSpPr>
          <p:spPr>
            <a:xfrm>
              <a:off x="2087161" y="2132760"/>
              <a:ext cx="3888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连接符 384">
              <a:extLst>
                <a:ext uri="{FF2B5EF4-FFF2-40B4-BE49-F238E27FC236}">
                  <a16:creationId xmlns:a16="http://schemas.microsoft.com/office/drawing/2014/main" id="{D8DA19C4-29D8-4BB3-8188-DB6D24C918CF}"/>
                </a:ext>
              </a:extLst>
            </p:cNvPr>
            <p:cNvCxnSpPr/>
            <p:nvPr/>
          </p:nvCxnSpPr>
          <p:spPr>
            <a:xfrm>
              <a:off x="2087160" y="2132760"/>
              <a:ext cx="1" cy="504000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连接符 385">
              <a:extLst>
                <a:ext uri="{FF2B5EF4-FFF2-40B4-BE49-F238E27FC236}">
                  <a16:creationId xmlns:a16="http://schemas.microsoft.com/office/drawing/2014/main" id="{C87084B4-C3C0-4B49-AA7B-F67E21E56AB6}"/>
                </a:ext>
              </a:extLst>
            </p:cNvPr>
            <p:cNvCxnSpPr/>
            <p:nvPr/>
          </p:nvCxnSpPr>
          <p:spPr>
            <a:xfrm>
              <a:off x="4931520" y="3140760"/>
              <a:ext cx="720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7" name="TextBox 418">
              <a:extLst>
                <a:ext uri="{FF2B5EF4-FFF2-40B4-BE49-F238E27FC236}">
                  <a16:creationId xmlns:a16="http://schemas.microsoft.com/office/drawing/2014/main" id="{30AFE09A-E25E-42DC-B563-67F7812E683B}"/>
                </a:ext>
              </a:extLst>
            </p:cNvPr>
            <p:cNvSpPr txBox="1"/>
            <p:nvPr/>
          </p:nvSpPr>
          <p:spPr>
            <a:xfrm>
              <a:off x="5244720" y="3932760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ALUAsrc</a:t>
              </a:r>
            </a:p>
          </p:txBody>
        </p:sp>
        <p:cxnSp>
          <p:nvCxnSpPr>
            <p:cNvPr id="388" name="直接连接符 8">
              <a:extLst>
                <a:ext uri="{FF2B5EF4-FFF2-40B4-BE49-F238E27FC236}">
                  <a16:creationId xmlns:a16="http://schemas.microsoft.com/office/drawing/2014/main" id="{F43D55F5-FDAA-4679-A1FD-1BA48F2DDE37}"/>
                </a:ext>
              </a:extLst>
            </p:cNvPr>
            <p:cNvCxnSpPr/>
            <p:nvPr/>
          </p:nvCxnSpPr>
          <p:spPr>
            <a:xfrm flipV="1">
              <a:off x="7703520" y="2636760"/>
              <a:ext cx="0" cy="360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Text Box 18">
              <a:extLst>
                <a:ext uri="{FF2B5EF4-FFF2-40B4-BE49-F238E27FC236}">
                  <a16:creationId xmlns:a16="http://schemas.microsoft.com/office/drawing/2014/main" id="{809478DA-BB75-4322-9BED-EB2482551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598516" y="3104760"/>
              <a:ext cx="396000" cy="288926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0" tIns="10800" rIns="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390" name="直接连接符 389">
              <a:extLst>
                <a:ext uri="{FF2B5EF4-FFF2-40B4-BE49-F238E27FC236}">
                  <a16:creationId xmlns:a16="http://schemas.microsoft.com/office/drawing/2014/main" id="{9C060B31-C9C7-48E9-9F55-B6D7FF45C0B4}"/>
                </a:ext>
              </a:extLst>
            </p:cNvPr>
            <p:cNvCxnSpPr/>
            <p:nvPr/>
          </p:nvCxnSpPr>
          <p:spPr>
            <a:xfrm>
              <a:off x="5471520" y="2922863"/>
              <a:ext cx="180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直接连接符 390">
              <a:extLst>
                <a:ext uri="{FF2B5EF4-FFF2-40B4-BE49-F238E27FC236}">
                  <a16:creationId xmlns:a16="http://schemas.microsoft.com/office/drawing/2014/main" id="{5D4B6097-2BD0-4051-97F8-224C8A5D635E}"/>
                </a:ext>
              </a:extLst>
            </p:cNvPr>
            <p:cNvCxnSpPr/>
            <p:nvPr/>
          </p:nvCxnSpPr>
          <p:spPr>
            <a:xfrm>
              <a:off x="5363520" y="2492912"/>
              <a:ext cx="288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2" name="Text Box 323">
              <a:extLst>
                <a:ext uri="{FF2B5EF4-FFF2-40B4-BE49-F238E27FC236}">
                  <a16:creationId xmlns:a16="http://schemas.microsoft.com/office/drawing/2014/main" id="{D55F564E-6E74-4DE9-9F41-7F357EC69E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5519" y="2096760"/>
              <a:ext cx="756000" cy="28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dirty="0">
                  <a:latin typeface="+mn-lt"/>
                </a:rPr>
                <a:t>Splice</a:t>
              </a:r>
              <a:endParaRPr kumimoji="1" lang="zh-CN" altLang="en-US" sz="2000" dirty="0">
                <a:latin typeface="+mn-lt"/>
              </a:endParaRPr>
            </a:p>
          </p:txBody>
        </p:sp>
        <p:cxnSp>
          <p:nvCxnSpPr>
            <p:cNvPr id="393" name="直接连接符 392">
              <a:extLst>
                <a:ext uri="{FF2B5EF4-FFF2-40B4-BE49-F238E27FC236}">
                  <a16:creationId xmlns:a16="http://schemas.microsoft.com/office/drawing/2014/main" id="{CC7C19D4-4F83-42D6-93F1-7F63018E86E2}"/>
                </a:ext>
              </a:extLst>
            </p:cNvPr>
            <p:cNvCxnSpPr/>
            <p:nvPr/>
          </p:nvCxnSpPr>
          <p:spPr>
            <a:xfrm>
              <a:off x="6731520" y="2240760"/>
              <a:ext cx="1224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4" name="Text Box 18">
              <a:extLst>
                <a:ext uri="{FF2B5EF4-FFF2-40B4-BE49-F238E27FC236}">
                  <a16:creationId xmlns:a16="http://schemas.microsoft.com/office/drawing/2014/main" id="{EE02AE98-0F80-416E-83E2-1107F7B54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829547" y="2294760"/>
              <a:ext cx="540000" cy="288926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395" name="直接连接符 8">
              <a:extLst>
                <a:ext uri="{FF2B5EF4-FFF2-40B4-BE49-F238E27FC236}">
                  <a16:creationId xmlns:a16="http://schemas.microsoft.com/office/drawing/2014/main" id="{13013FB4-066A-4551-ADF1-AEBA9C45A22D}"/>
                </a:ext>
              </a:extLst>
            </p:cNvPr>
            <p:cNvCxnSpPr/>
            <p:nvPr/>
          </p:nvCxnSpPr>
          <p:spPr>
            <a:xfrm flipV="1">
              <a:off x="6623520" y="2456760"/>
              <a:ext cx="0" cy="540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连接符 395">
              <a:extLst>
                <a:ext uri="{FF2B5EF4-FFF2-40B4-BE49-F238E27FC236}">
                  <a16:creationId xmlns:a16="http://schemas.microsoft.com/office/drawing/2014/main" id="{67D105F6-477C-4EAA-8F78-12880181537C}"/>
                </a:ext>
              </a:extLst>
            </p:cNvPr>
            <p:cNvCxnSpPr/>
            <p:nvPr/>
          </p:nvCxnSpPr>
          <p:spPr>
            <a:xfrm flipV="1">
              <a:off x="5471520" y="2924760"/>
              <a:ext cx="0" cy="720000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7" name="TextBox 486">
              <a:extLst>
                <a:ext uri="{FF2B5EF4-FFF2-40B4-BE49-F238E27FC236}">
                  <a16:creationId xmlns:a16="http://schemas.microsoft.com/office/drawing/2014/main" id="{CD37331F-C793-4336-BBFB-2BC0B4877DAB}"/>
                </a:ext>
              </a:extLst>
            </p:cNvPr>
            <p:cNvSpPr txBox="1"/>
            <p:nvPr/>
          </p:nvSpPr>
          <p:spPr>
            <a:xfrm>
              <a:off x="5147520" y="2384606"/>
              <a:ext cx="206785" cy="19869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4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98" name="直接连接符 397">
              <a:extLst>
                <a:ext uri="{FF2B5EF4-FFF2-40B4-BE49-F238E27FC236}">
                  <a16:creationId xmlns:a16="http://schemas.microsoft.com/office/drawing/2014/main" id="{0CB144EB-97CC-4A1D-BA69-3E42FC75F6FD}"/>
                </a:ext>
              </a:extLst>
            </p:cNvPr>
            <p:cNvCxnSpPr/>
            <p:nvPr/>
          </p:nvCxnSpPr>
          <p:spPr bwMode="auto">
            <a:xfrm flipH="1" flipV="1">
              <a:off x="5796070" y="3464760"/>
              <a:ext cx="0" cy="46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99" name="直接连接符 398">
              <a:extLst>
                <a:ext uri="{FF2B5EF4-FFF2-40B4-BE49-F238E27FC236}">
                  <a16:creationId xmlns:a16="http://schemas.microsoft.com/office/drawing/2014/main" id="{04621401-A824-4631-BD38-328F004399AA}"/>
                </a:ext>
              </a:extLst>
            </p:cNvPr>
            <p:cNvCxnSpPr/>
            <p:nvPr/>
          </p:nvCxnSpPr>
          <p:spPr bwMode="auto">
            <a:xfrm>
              <a:off x="8099520" y="1484760"/>
              <a:ext cx="0" cy="68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400" name="矩形 399">
              <a:extLst>
                <a:ext uri="{FF2B5EF4-FFF2-40B4-BE49-F238E27FC236}">
                  <a16:creationId xmlns:a16="http://schemas.microsoft.com/office/drawing/2014/main" id="{F5BD2DE5-E248-4B51-9DC4-61AED6DDCEA9}"/>
                </a:ext>
              </a:extLst>
            </p:cNvPr>
            <p:cNvSpPr/>
            <p:nvPr/>
          </p:nvSpPr>
          <p:spPr bwMode="auto">
            <a:xfrm>
              <a:off x="5652053" y="332076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1" name="矩形 400">
              <a:extLst>
                <a:ext uri="{FF2B5EF4-FFF2-40B4-BE49-F238E27FC236}">
                  <a16:creationId xmlns:a16="http://schemas.microsoft.com/office/drawing/2014/main" id="{A2C41EE5-5529-4A11-8C69-42B42E2161D1}"/>
                </a:ext>
              </a:extLst>
            </p:cNvPr>
            <p:cNvSpPr/>
            <p:nvPr/>
          </p:nvSpPr>
          <p:spPr bwMode="auto">
            <a:xfrm>
              <a:off x="5652037" y="3104760"/>
              <a:ext cx="72000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2" name="矩形 401">
              <a:extLst>
                <a:ext uri="{FF2B5EF4-FFF2-40B4-BE49-F238E27FC236}">
                  <a16:creationId xmlns:a16="http://schemas.microsoft.com/office/drawing/2014/main" id="{E54140D0-2C65-495F-8F3C-54223283282D}"/>
                </a:ext>
              </a:extLst>
            </p:cNvPr>
            <p:cNvSpPr/>
            <p:nvPr/>
          </p:nvSpPr>
          <p:spPr bwMode="auto">
            <a:xfrm>
              <a:off x="7955520" y="260076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3" name="矩形 402">
              <a:extLst>
                <a:ext uri="{FF2B5EF4-FFF2-40B4-BE49-F238E27FC236}">
                  <a16:creationId xmlns:a16="http://schemas.microsoft.com/office/drawing/2014/main" id="{50DB788C-70F7-4241-A625-9F7286F407AA}"/>
                </a:ext>
              </a:extLst>
            </p:cNvPr>
            <p:cNvSpPr/>
            <p:nvPr/>
          </p:nvSpPr>
          <p:spPr bwMode="auto">
            <a:xfrm>
              <a:off x="7955520" y="2204760"/>
              <a:ext cx="72000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4" name="TextBox 504">
              <a:extLst>
                <a:ext uri="{FF2B5EF4-FFF2-40B4-BE49-F238E27FC236}">
                  <a16:creationId xmlns:a16="http://schemas.microsoft.com/office/drawing/2014/main" id="{2B1F7CD5-5527-448F-9526-2CD2B3AD0EB1}"/>
                </a:ext>
              </a:extLst>
            </p:cNvPr>
            <p:cNvSpPr txBox="1"/>
            <p:nvPr/>
          </p:nvSpPr>
          <p:spPr>
            <a:xfrm>
              <a:off x="7884301" y="1268760"/>
              <a:ext cx="61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PCsrc</a:t>
              </a:r>
            </a:p>
          </p:txBody>
        </p:sp>
        <p:cxnSp>
          <p:nvCxnSpPr>
            <p:cNvPr id="405" name="直接连接符 284">
              <a:extLst>
                <a:ext uri="{FF2B5EF4-FFF2-40B4-BE49-F238E27FC236}">
                  <a16:creationId xmlns:a16="http://schemas.microsoft.com/office/drawing/2014/main" id="{FBE5D23F-0E7F-42B3-AAC6-980A724DF9A2}"/>
                </a:ext>
              </a:extLst>
            </p:cNvPr>
            <p:cNvCxnSpPr/>
            <p:nvPr/>
          </p:nvCxnSpPr>
          <p:spPr>
            <a:xfrm flipV="1">
              <a:off x="8243520" y="2456760"/>
              <a:ext cx="144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接连接符 284">
              <a:extLst>
                <a:ext uri="{FF2B5EF4-FFF2-40B4-BE49-F238E27FC236}">
                  <a16:creationId xmlns:a16="http://schemas.microsoft.com/office/drawing/2014/main" id="{7AC6FB94-4174-4B48-8847-795CA0C8A165}"/>
                </a:ext>
              </a:extLst>
            </p:cNvPr>
            <p:cNvCxnSpPr/>
            <p:nvPr/>
          </p:nvCxnSpPr>
          <p:spPr>
            <a:xfrm flipH="1" flipV="1">
              <a:off x="8387520" y="2024760"/>
              <a:ext cx="0" cy="432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7" name="Text Box 323">
              <a:extLst>
                <a:ext uri="{FF2B5EF4-FFF2-40B4-BE49-F238E27FC236}">
                  <a16:creationId xmlns:a16="http://schemas.microsoft.com/office/drawing/2014/main" id="{B6EEBE5E-8787-4063-8100-FC9C96A2C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3520" y="3500760"/>
              <a:ext cx="468000" cy="288032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SL2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08" name="直接连接符 284">
              <a:extLst>
                <a:ext uri="{FF2B5EF4-FFF2-40B4-BE49-F238E27FC236}">
                  <a16:creationId xmlns:a16="http://schemas.microsoft.com/office/drawing/2014/main" id="{EAF159B9-FAEA-4CE0-81DB-D581C5E40DC4}"/>
                </a:ext>
              </a:extLst>
            </p:cNvPr>
            <p:cNvCxnSpPr/>
            <p:nvPr/>
          </p:nvCxnSpPr>
          <p:spPr>
            <a:xfrm flipV="1">
              <a:off x="5291917" y="3644760"/>
              <a:ext cx="180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9E038ECF-CA21-4125-AE9A-87174EDDEA19}"/>
                </a:ext>
              </a:extLst>
            </p:cNvPr>
            <p:cNvCxnSpPr/>
            <p:nvPr/>
          </p:nvCxnSpPr>
          <p:spPr>
            <a:xfrm>
              <a:off x="4680000" y="3644760"/>
              <a:ext cx="144000" cy="0"/>
            </a:xfrm>
            <a:prstGeom prst="line">
              <a:avLst/>
            </a:prstGeom>
            <a:ln w="190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18BCA0AC-F4EC-495C-B654-B1E9C5065916}"/>
                </a:ext>
              </a:extLst>
            </p:cNvPr>
            <p:cNvCxnSpPr/>
            <p:nvPr/>
          </p:nvCxnSpPr>
          <p:spPr>
            <a:xfrm>
              <a:off x="6623520" y="2456760"/>
              <a:ext cx="1332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接连接符 410">
              <a:extLst>
                <a:ext uri="{FF2B5EF4-FFF2-40B4-BE49-F238E27FC236}">
                  <a16:creationId xmlns:a16="http://schemas.microsoft.com/office/drawing/2014/main" id="{F7CF1419-27A0-4BEB-9424-889CD1F71771}"/>
                </a:ext>
              </a:extLst>
            </p:cNvPr>
            <p:cNvCxnSpPr/>
            <p:nvPr/>
          </p:nvCxnSpPr>
          <p:spPr>
            <a:xfrm>
              <a:off x="7712292" y="2636760"/>
              <a:ext cx="252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F5F5F50-DA44-453E-9788-81E0FFA3A572}"/>
              </a:ext>
            </a:extLst>
          </p:cNvPr>
          <p:cNvGrpSpPr/>
          <p:nvPr/>
        </p:nvGrpSpPr>
        <p:grpSpPr>
          <a:xfrm>
            <a:off x="1079520" y="1268760"/>
            <a:ext cx="1115652" cy="1080000"/>
            <a:chOff x="1079520" y="1268760"/>
            <a:chExt cx="1115652" cy="1080000"/>
          </a:xfrm>
        </p:grpSpPr>
        <p:sp>
          <p:nvSpPr>
            <p:cNvPr id="414" name="TextBox 498">
              <a:extLst>
                <a:ext uri="{FF2B5EF4-FFF2-40B4-BE49-F238E27FC236}">
                  <a16:creationId xmlns:a16="http://schemas.microsoft.com/office/drawing/2014/main" id="{F628DE33-8763-4403-95D8-D8732D342513}"/>
                </a:ext>
              </a:extLst>
            </p:cNvPr>
            <p:cNvSpPr txBox="1"/>
            <p:nvPr/>
          </p:nvSpPr>
          <p:spPr>
            <a:xfrm>
              <a:off x="1583103" y="1268760"/>
              <a:ext cx="612069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PCWrB</a:t>
              </a:r>
            </a:p>
          </p:txBody>
        </p:sp>
        <p:sp>
          <p:nvSpPr>
            <p:cNvPr id="415" name="矩形 414">
              <a:extLst>
                <a:ext uri="{FF2B5EF4-FFF2-40B4-BE49-F238E27FC236}">
                  <a16:creationId xmlns:a16="http://schemas.microsoft.com/office/drawing/2014/main" id="{B3F5EF45-C78C-46FD-8F22-FCF4B0DE41C6}"/>
                </a:ext>
              </a:extLst>
            </p:cNvPr>
            <p:cNvSpPr/>
            <p:nvPr/>
          </p:nvSpPr>
          <p:spPr>
            <a:xfrm>
              <a:off x="1548000" y="2168760"/>
              <a:ext cx="360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dirty="0">
                  <a:solidFill>
                    <a:schemeClr val="tx1"/>
                  </a:solidFill>
                  <a:latin typeface="+mn-ea"/>
                </a:rPr>
                <a:t>≥</a:t>
              </a:r>
              <a:r>
                <a:rPr lang="en-US" altLang="zh-CN" sz="1200" b="1" dirty="0">
                  <a:solidFill>
                    <a:schemeClr val="tx1"/>
                  </a:solidFill>
                  <a:latin typeface="+mn-ea"/>
                </a:rPr>
                <a:t>1</a:t>
              </a:r>
              <a:endParaRPr lang="zh-CN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416" name="直接连接符 415">
              <a:extLst>
                <a:ext uri="{FF2B5EF4-FFF2-40B4-BE49-F238E27FC236}">
                  <a16:creationId xmlns:a16="http://schemas.microsoft.com/office/drawing/2014/main" id="{01D04C5C-F240-4464-8610-EF44CDBAB61D}"/>
                </a:ext>
              </a:extLst>
            </p:cNvPr>
            <p:cNvCxnSpPr/>
            <p:nvPr/>
          </p:nvCxnSpPr>
          <p:spPr bwMode="auto">
            <a:xfrm>
              <a:off x="1620000" y="1808760"/>
              <a:ext cx="0" cy="36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417" name="矩形 416">
              <a:extLst>
                <a:ext uri="{FF2B5EF4-FFF2-40B4-BE49-F238E27FC236}">
                  <a16:creationId xmlns:a16="http://schemas.microsoft.com/office/drawing/2014/main" id="{1F43EBB4-87B7-4F80-AEE7-1A20D5750DBC}"/>
                </a:ext>
              </a:extLst>
            </p:cNvPr>
            <p:cNvSpPr/>
            <p:nvPr/>
          </p:nvSpPr>
          <p:spPr>
            <a:xfrm>
              <a:off x="1692000" y="1772760"/>
              <a:ext cx="288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&amp;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418" name="直接连接符 417">
              <a:extLst>
                <a:ext uri="{FF2B5EF4-FFF2-40B4-BE49-F238E27FC236}">
                  <a16:creationId xmlns:a16="http://schemas.microsoft.com/office/drawing/2014/main" id="{C1255098-7794-4C37-89F0-11288BCAF31B}"/>
                </a:ext>
              </a:extLst>
            </p:cNvPr>
            <p:cNvCxnSpPr/>
            <p:nvPr/>
          </p:nvCxnSpPr>
          <p:spPr bwMode="auto">
            <a:xfrm>
              <a:off x="1836000" y="1952760"/>
              <a:ext cx="1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19" name="直接连接符 418">
              <a:extLst>
                <a:ext uri="{FF2B5EF4-FFF2-40B4-BE49-F238E27FC236}">
                  <a16:creationId xmlns:a16="http://schemas.microsoft.com/office/drawing/2014/main" id="{DB6B3457-03C3-4F50-8D84-9A6E27539E72}"/>
                </a:ext>
              </a:extLst>
            </p:cNvPr>
            <p:cNvCxnSpPr/>
            <p:nvPr/>
          </p:nvCxnSpPr>
          <p:spPr bwMode="auto">
            <a:xfrm>
              <a:off x="1800000" y="1484760"/>
              <a:ext cx="0" cy="28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20" name="直接连接符 432">
              <a:extLst>
                <a:ext uri="{FF2B5EF4-FFF2-40B4-BE49-F238E27FC236}">
                  <a16:creationId xmlns:a16="http://schemas.microsoft.com/office/drawing/2014/main" id="{D44294C6-0BDB-493C-9170-9C8D17350D96}"/>
                </a:ext>
              </a:extLst>
            </p:cNvPr>
            <p:cNvCxnSpPr/>
            <p:nvPr/>
          </p:nvCxnSpPr>
          <p:spPr bwMode="auto">
            <a:xfrm>
              <a:off x="1223520" y="1808760"/>
              <a:ext cx="39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21" name="TextBox 497">
              <a:extLst>
                <a:ext uri="{FF2B5EF4-FFF2-40B4-BE49-F238E27FC236}">
                  <a16:creationId xmlns:a16="http://schemas.microsoft.com/office/drawing/2014/main" id="{72DC404B-1F52-472F-A960-FAF2BCEF5763}"/>
                </a:ext>
              </a:extLst>
            </p:cNvPr>
            <p:cNvSpPr txBox="1"/>
            <p:nvPr/>
          </p:nvSpPr>
          <p:spPr>
            <a:xfrm>
              <a:off x="1079520" y="1268760"/>
              <a:ext cx="50405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PCWr</a:t>
              </a:r>
            </a:p>
          </p:txBody>
        </p: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78E09853-232B-4504-A08C-047DD45BA98F}"/>
                </a:ext>
              </a:extLst>
            </p:cNvPr>
            <p:cNvCxnSpPr/>
            <p:nvPr/>
          </p:nvCxnSpPr>
          <p:spPr bwMode="auto">
            <a:xfrm>
              <a:off x="1223520" y="1484760"/>
              <a:ext cx="0" cy="32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137" grpId="0" bldLvl="0"/>
      <p:bldP spid="250" grpId="0" bldLvl="0" animBg="1"/>
      <p:bldP spid="235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45</a:t>
            </a:fld>
            <a:endParaRPr lang="en-US" altLang="zh-CN"/>
          </a:p>
        </p:txBody>
      </p:sp>
      <p:sp>
        <p:nvSpPr>
          <p:cNvPr id="80" name="Text Box 5"/>
          <p:cNvSpPr txBox="1">
            <a:spLocks noChangeArrowheads="1"/>
          </p:cNvSpPr>
          <p:nvPr/>
        </p:nvSpPr>
        <p:spPr bwMode="auto">
          <a:xfrm>
            <a:off x="179705" y="332740"/>
            <a:ext cx="7048500" cy="57280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(3)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指令执行过程的组织   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数据通路的控制需求</a:t>
            </a:r>
            <a:r>
              <a:rPr lang="en-US" altLang="zh-CN" sz="1800" b="1" dirty="0">
                <a:latin typeface="+mn-ea"/>
              </a:rPr>
              <a:t>/</a:t>
            </a:r>
            <a:r>
              <a:rPr lang="zh-CN" altLang="en-US" sz="1800" b="1" dirty="0">
                <a:latin typeface="+mn-ea"/>
              </a:rPr>
              <a:t>设计验证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*取指令阶段的</a:t>
            </a:r>
            <a:r>
              <a:rPr lang="en-US" altLang="zh-CN" sz="2200" dirty="0" err="1">
                <a:solidFill>
                  <a:srgbClr val="C00000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2200" b="1" dirty="0" err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序列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*执行指令阶段的</a:t>
            </a:r>
            <a:r>
              <a:rPr lang="en-US" altLang="zh-CN" sz="2200" dirty="0" err="1">
                <a:solidFill>
                  <a:srgbClr val="C00000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序列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：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add/sub—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</a:t>
            </a:r>
            <a:r>
              <a:rPr lang="en-US" altLang="zh-CN" sz="2200" b="1" dirty="0" err="1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ori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*分析指令阶段的安排：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放在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t2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步，稍后讨论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)</a:t>
            </a:r>
          </a:p>
        </p:txBody>
      </p:sp>
      <p:sp>
        <p:nvSpPr>
          <p:cNvPr id="81" name="Text Box 5"/>
          <p:cNvSpPr txBox="1">
            <a:spLocks noChangeArrowheads="1"/>
          </p:cNvSpPr>
          <p:nvPr/>
        </p:nvSpPr>
        <p:spPr bwMode="auto">
          <a:xfrm>
            <a:off x="1188085" y="792000"/>
            <a:ext cx="7776210" cy="11935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dirty="0" err="1">
                <a:latin typeface="宋体" panose="02010600030101010101" pitchFamily="2" charset="-122"/>
                <a:sym typeface="+mn-ea"/>
              </a:rPr>
              <a:t>                     </a:t>
            </a:r>
            <a:r>
              <a:rPr lang="en-US" altLang="zh-CN" sz="2000" dirty="0" err="1">
                <a:sym typeface="+mn-ea"/>
              </a:rPr>
              <a:t>μ</a:t>
            </a:r>
            <a:r>
              <a:rPr lang="en-US" altLang="zh-CN" sz="20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  <a:sym typeface="+mn-ea"/>
              </a:rPr>
              <a:t>IR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  <a:sym typeface="+mn-ea"/>
              </a:rPr>
              <a:t>←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  <a:sym typeface="+mn-ea"/>
              </a:rPr>
              <a:t>M[(</a:t>
            </a:r>
            <a:r>
              <a:rPr lang="en-US" altLang="zh-CN" sz="2000" b="1" dirty="0" err="1">
                <a:highlight>
                  <a:srgbClr val="CCFFFF"/>
                </a:highlight>
                <a:latin typeface="+mn-ea"/>
                <a:sym typeface="+mn-ea"/>
              </a:rPr>
              <a:t>PC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  <a:sym typeface="+mn-ea"/>
              </a:rPr>
              <a:t>)]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  <a:sym typeface="+mn-ea"/>
              </a:rPr>
              <a:t>、</a:t>
            </a:r>
            <a:r>
              <a:rPr lang="en-US" altLang="zh-CN" sz="2000" b="1" dirty="0" err="1">
                <a:highlight>
                  <a:srgbClr val="CCFFFF"/>
                </a:highlight>
                <a:latin typeface="+mn-ea"/>
                <a:sym typeface="+mn-ea"/>
              </a:rPr>
              <a:t>PC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  <a:sym typeface="+mn-ea"/>
              </a:rPr>
              <a:t>←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  <a:sym typeface="+mn-ea"/>
              </a:rPr>
              <a:t>(PC)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  <a:sym typeface="+mn-ea"/>
              </a:rPr>
              <a:t>＋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  <a:sym typeface="+mn-ea"/>
              </a:rPr>
              <a:t>4</a:t>
            </a:r>
            <a:endParaRPr lang="en-US" altLang="zh-CN" sz="2000" b="1" dirty="0">
              <a:solidFill>
                <a:srgbClr val="990099"/>
              </a:solidFill>
              <a:highlight>
                <a:srgbClr val="CCFFFF"/>
              </a:highlight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t1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>
                <a:latin typeface="+mn-ea"/>
                <a:ea typeface="+mn-ea"/>
              </a:rPr>
              <a:t>IMRd</a:t>
            </a:r>
            <a:r>
              <a:rPr lang="zh-CN" altLang="zh-CN" sz="2000" b="1" strike="sngStrike" dirty="0">
                <a:solidFill>
                  <a:srgbClr val="FF3399"/>
                </a:solidFill>
                <a:latin typeface="+mn-ea"/>
                <a:ea typeface="+mn-ea"/>
              </a:rPr>
              <a:t>、</a:t>
            </a:r>
            <a:r>
              <a:rPr lang="en-US" altLang="zh-CN" sz="2000" b="1" strike="sngStrike" dirty="0">
                <a:solidFill>
                  <a:srgbClr val="FF33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IWMFC</a:t>
            </a:r>
            <a:r>
              <a:rPr lang="zh-CN" altLang="zh-CN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IRWr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>
                <a:latin typeface="+mn-ea"/>
                <a:ea typeface="+mn-ea"/>
              </a:rPr>
              <a:t>     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ea typeface="+mn-ea"/>
              </a:rPr>
              <a:t>←</a:t>
            </a:r>
            <a:r>
              <a:rPr lang="zh-CN" altLang="en-US" sz="1800" b="1" dirty="0">
                <a:solidFill>
                  <a:srgbClr val="FF3399"/>
                </a:solidFill>
                <a:latin typeface="+mn-ea"/>
                <a:ea typeface="+mn-ea"/>
              </a:rPr>
              <a:t>勘误：删除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</a:rPr>
              <a:t>IWMFC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已假设为</a:t>
            </a:r>
            <a:r>
              <a:rPr lang="zh-CN" altLang="en-US" sz="1600" b="1" dirty="0">
                <a:highlight>
                  <a:srgbClr val="FFFF00"/>
                </a:highlight>
                <a:latin typeface="+mn-ea"/>
              </a:rPr>
              <a:t>同步</a:t>
            </a:r>
            <a:r>
              <a:rPr lang="en-US" altLang="zh-CN" sz="1600" b="1" dirty="0">
                <a:highlight>
                  <a:srgbClr val="FFFF00"/>
                </a:highlight>
                <a:latin typeface="+mn-ea"/>
              </a:rPr>
              <a:t>MEM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+mn-ea"/>
                <a:ea typeface="+mn-ea"/>
              </a:rPr>
              <a:t>    </a:t>
            </a:r>
            <a:r>
              <a:rPr lang="en-US" altLang="zh-CN" sz="2000" b="1" spc="-40" dirty="0" err="1">
                <a:latin typeface="+mn-ea"/>
                <a:ea typeface="+mn-ea"/>
              </a:rPr>
              <a:t>ALUAsrc</a:t>
            </a:r>
            <a:r>
              <a:rPr lang="zh-CN" altLang="zh-CN" sz="2000" b="1" spc="-40" dirty="0">
                <a:latin typeface="+mn-ea"/>
                <a:ea typeface="+mn-ea"/>
              </a:rPr>
              <a:t>＝</a:t>
            </a:r>
            <a:r>
              <a:rPr lang="en-US" altLang="zh-CN" sz="2000" b="1" spc="-40" dirty="0">
                <a:latin typeface="+mn-ea"/>
                <a:ea typeface="+mn-ea"/>
              </a:rPr>
              <a:t>1</a:t>
            </a:r>
            <a:r>
              <a:rPr lang="zh-CN" altLang="zh-CN" sz="2000" b="1" spc="-40" dirty="0">
                <a:latin typeface="+mn-ea"/>
                <a:ea typeface="+mn-ea"/>
              </a:rPr>
              <a:t>、</a:t>
            </a:r>
            <a:r>
              <a:rPr lang="en-US" altLang="zh-CN" sz="2000" b="1" spc="-40" dirty="0" err="1">
                <a:latin typeface="+mn-ea"/>
                <a:ea typeface="+mn-ea"/>
              </a:rPr>
              <a:t>ALUBsrc</a:t>
            </a:r>
            <a:r>
              <a:rPr lang="zh-CN" altLang="zh-CN" sz="2000" b="1" spc="-40" dirty="0">
                <a:latin typeface="+mn-ea"/>
                <a:ea typeface="+mn-ea"/>
              </a:rPr>
              <a:t>＝</a:t>
            </a:r>
            <a:r>
              <a:rPr lang="en-US" altLang="zh-CN" sz="2000" b="1" spc="-40" dirty="0">
                <a:latin typeface="+mn-ea"/>
                <a:ea typeface="+mn-ea"/>
              </a:rPr>
              <a:t>3</a:t>
            </a:r>
            <a:r>
              <a:rPr lang="zh-CN" altLang="zh-CN" sz="2000" b="1" spc="-40" dirty="0">
                <a:latin typeface="+mn-ea"/>
                <a:ea typeface="+mn-ea"/>
              </a:rPr>
              <a:t>、</a:t>
            </a:r>
            <a:r>
              <a:rPr lang="en-US" altLang="zh-CN" sz="2000" b="1" spc="-40" dirty="0" err="1">
                <a:latin typeface="+mn-ea"/>
                <a:ea typeface="+mn-ea"/>
              </a:rPr>
              <a:t>ALUctr</a:t>
            </a:r>
            <a:r>
              <a:rPr lang="zh-CN" altLang="zh-CN" sz="2000" b="1" spc="-40" dirty="0">
                <a:latin typeface="+mn-ea"/>
                <a:ea typeface="+mn-ea"/>
              </a:rPr>
              <a:t>＝</a:t>
            </a:r>
            <a:r>
              <a:rPr lang="en-US" altLang="zh-CN" sz="2000" b="1" spc="-40" dirty="0">
                <a:latin typeface="+mn-ea"/>
                <a:ea typeface="+mn-ea"/>
              </a:rPr>
              <a:t>0</a:t>
            </a:r>
            <a:r>
              <a:rPr lang="zh-CN" altLang="zh-CN" sz="2000" b="1" spc="-40" dirty="0">
                <a:latin typeface="+mn-ea"/>
                <a:ea typeface="+mn-ea"/>
              </a:rPr>
              <a:t>、</a:t>
            </a:r>
            <a:r>
              <a:rPr lang="en-US" altLang="zh-CN" sz="2000" b="1" spc="-40" dirty="0" err="1">
                <a:latin typeface="+mn-ea"/>
                <a:ea typeface="+mn-ea"/>
              </a:rPr>
              <a:t>PCsrc</a:t>
            </a:r>
            <a:r>
              <a:rPr lang="zh-CN" altLang="zh-CN" sz="2000" b="1" spc="-40" dirty="0">
                <a:latin typeface="+mn-ea"/>
                <a:ea typeface="+mn-ea"/>
              </a:rPr>
              <a:t>＝</a:t>
            </a:r>
            <a:r>
              <a:rPr lang="en-US" altLang="zh-CN" sz="2000" b="1" spc="-40" dirty="0">
                <a:latin typeface="+mn-ea"/>
                <a:ea typeface="+mn-ea"/>
              </a:rPr>
              <a:t>1</a:t>
            </a:r>
            <a:r>
              <a:rPr lang="zh-CN" altLang="zh-CN" sz="2000" b="1" spc="-40" dirty="0">
                <a:latin typeface="+mn-ea"/>
                <a:ea typeface="+mn-ea"/>
              </a:rPr>
              <a:t>、</a:t>
            </a:r>
            <a:r>
              <a:rPr lang="en-US" altLang="zh-CN" sz="2000" b="1" spc="-40" dirty="0" err="1">
                <a:latin typeface="+mn-ea"/>
                <a:ea typeface="+mn-ea"/>
              </a:rPr>
              <a:t>PCWr</a:t>
            </a:r>
          </a:p>
        </p:txBody>
      </p:sp>
      <p:sp>
        <p:nvSpPr>
          <p:cNvPr id="83" name="Text Box 5"/>
          <p:cNvSpPr txBox="1">
            <a:spLocks noChangeArrowheads="1"/>
          </p:cNvSpPr>
          <p:nvPr/>
        </p:nvSpPr>
        <p:spPr bwMode="auto">
          <a:xfrm>
            <a:off x="1188000" y="2420888"/>
            <a:ext cx="7713345" cy="1476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  </a:t>
            </a:r>
            <a:r>
              <a:rPr lang="en-US" altLang="zh-CN" sz="2000" dirty="0" err="1"/>
              <a:t>μ</a:t>
            </a:r>
            <a:r>
              <a:rPr lang="en-US" altLang="zh-CN" sz="2000" b="1" dirty="0" err="1"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latin typeface="宋体" panose="02010600030101010101" pitchFamily="2" charset="-122"/>
              </a:rPr>
              <a:t>为</a:t>
            </a:r>
            <a:r>
              <a:rPr lang="en-US" altLang="zh-CN" sz="2000" b="1" dirty="0">
                <a:highlight>
                  <a:srgbClr val="CCFFFF"/>
                </a:highlight>
                <a:latin typeface="宋体" panose="02010600030101010101" pitchFamily="2" charset="-122"/>
              </a:rPr>
              <a:t>A&amp;B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GPRs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、</a:t>
            </a:r>
            <a:r>
              <a:rPr lang="en-US" altLang="zh-CN" sz="2000" b="1" dirty="0" err="1">
                <a:highlight>
                  <a:srgbClr val="CCFFFF"/>
                </a:highlight>
                <a:latin typeface="+mn-ea"/>
                <a:ea typeface="+mn-ea"/>
              </a:rPr>
              <a:t>ALUOut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  <a:ea typeface="+mn-ea"/>
              </a:rPr>
              <a:t>←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  <a:ea typeface="+mn-ea"/>
              </a:rPr>
              <a:t>(A)±(B)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  <a:ea typeface="+mn-ea"/>
              </a:rPr>
              <a:t>、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  <a:ea typeface="+mn-ea"/>
              </a:rPr>
              <a:t>GPRs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dirty="0" err="1">
                <a:highlight>
                  <a:srgbClr val="CCFFFF"/>
                </a:highlight>
                <a:latin typeface="+mn-ea"/>
              </a:rPr>
              <a:t>ALUOut</a:t>
            </a:r>
            <a:endParaRPr lang="en-US" altLang="zh-CN" sz="2200" b="1" dirty="0">
              <a:highlight>
                <a:srgbClr val="CCFFFF"/>
              </a:highlight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t2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zh-CN" sz="2000" b="1" dirty="0">
                <a:latin typeface="+mn-ea"/>
                <a:ea typeface="+mn-ea"/>
              </a:rPr>
              <a:t>无</a:t>
            </a:r>
            <a:r>
              <a:rPr lang="en-US" altLang="zh-CN" sz="2000" b="1" dirty="0">
                <a:latin typeface="+mn-ea"/>
                <a:ea typeface="+mn-ea"/>
              </a:rPr>
              <a:t>  </a:t>
            </a:r>
            <a:r>
              <a:rPr lang="zh-CN" altLang="zh-CN" sz="1800" b="1" dirty="0">
                <a:latin typeface="+mn-ea"/>
                <a:ea typeface="+mn-ea"/>
              </a:rPr>
              <a:t>；</a:t>
            </a:r>
            <a:r>
              <a:rPr lang="en-US" altLang="zh-CN" sz="1800" dirty="0" err="1">
                <a:latin typeface="+mn-lt"/>
                <a:ea typeface="+mn-ea"/>
              </a:rPr>
              <a:t>μ</a:t>
            </a:r>
            <a:r>
              <a:rPr lang="en-US" altLang="zh-CN" sz="1800" b="1" dirty="0" err="1">
                <a:latin typeface="+mn-ea"/>
                <a:ea typeface="+mn-ea"/>
              </a:rPr>
              <a:t>OP</a:t>
            </a:r>
            <a:r>
              <a:rPr lang="zh-CN" altLang="zh-CN" sz="1800" b="1" dirty="0">
                <a:latin typeface="+mn-ea"/>
                <a:ea typeface="+mn-ea"/>
              </a:rPr>
              <a:t>为</a:t>
            </a:r>
            <a:r>
              <a:rPr lang="en-US" altLang="zh-CN" sz="1800" b="1" dirty="0">
                <a:latin typeface="+mn-ea"/>
                <a:ea typeface="+mn-ea"/>
              </a:rPr>
              <a:t>A←(</a:t>
            </a:r>
            <a:r>
              <a:rPr lang="en-US" altLang="zh-CN" sz="1800" b="1" dirty="0" err="1">
                <a:latin typeface="+mn-ea"/>
                <a:ea typeface="+mn-ea"/>
              </a:rPr>
              <a:t>rs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zh-CN" sz="1800" b="1" dirty="0">
                <a:latin typeface="+mn-ea"/>
                <a:ea typeface="+mn-ea"/>
              </a:rPr>
              <a:t>、</a:t>
            </a:r>
            <a:r>
              <a:rPr lang="en-US" altLang="zh-CN" sz="1800" b="1" dirty="0">
                <a:latin typeface="+mn-ea"/>
                <a:ea typeface="+mn-ea"/>
              </a:rPr>
              <a:t>B←(rt)       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←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无控制信号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每个</a:t>
            </a:r>
            <a:r>
              <a:rPr lang="en-US" altLang="zh-CN" sz="1800" b="1" dirty="0" err="1">
                <a:solidFill>
                  <a:schemeClr val="tx1"/>
                </a:solidFill>
                <a:latin typeface="+mn-ea"/>
                <a:ea typeface="+mn-ea"/>
                <a:sym typeface="+mn-ea"/>
              </a:rPr>
              <a:t>Clk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写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)</a:t>
            </a:r>
            <a:endParaRPr lang="zh-CN" altLang="zh-CN" sz="18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t3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>
                <a:latin typeface="+mn-ea"/>
                <a:ea typeface="+mn-ea"/>
              </a:rPr>
              <a:t>ALUAsrc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0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ALUBsrc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2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ALUctr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0/1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ALUOWr</a:t>
            </a:r>
            <a:endParaRPr lang="zh-CN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t4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>
                <a:latin typeface="+mn-ea"/>
                <a:ea typeface="+mn-ea"/>
              </a:rPr>
              <a:t>RegAsrc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RegDsrc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RegWr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>
                <a:latin typeface="+mn-ea"/>
                <a:ea typeface="+mn-ea"/>
              </a:rPr>
              <a:t>End</a:t>
            </a:r>
          </a:p>
        </p:txBody>
      </p:sp>
      <p:sp>
        <p:nvSpPr>
          <p:cNvPr id="84" name="Text Box 5"/>
          <p:cNvSpPr txBox="1">
            <a:spLocks noChangeArrowheads="1"/>
          </p:cNvSpPr>
          <p:nvPr/>
        </p:nvSpPr>
        <p:spPr bwMode="auto">
          <a:xfrm>
            <a:off x="1188720" y="3861048"/>
            <a:ext cx="7712075" cy="1437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sz="2000" dirty="0" err="1"/>
              <a:t>μ</a:t>
            </a:r>
            <a:r>
              <a:rPr lang="en-US" altLang="zh-CN" sz="2000" b="1" dirty="0" err="1"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latin typeface="宋体" panose="02010600030101010101" pitchFamily="2" charset="-122"/>
              </a:rPr>
              <a:t>为</a:t>
            </a:r>
            <a:r>
              <a:rPr lang="en-US" altLang="zh-CN" sz="2000" b="1" dirty="0">
                <a:highlight>
                  <a:srgbClr val="CCFFFF"/>
                </a:highlight>
                <a:latin typeface="宋体" panose="02010600030101010101" pitchFamily="2" charset="-122"/>
              </a:rPr>
              <a:t>A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GPRs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、</a:t>
            </a:r>
            <a:r>
              <a:rPr lang="en-US" altLang="zh-CN" sz="2000" b="1" dirty="0" err="1">
                <a:highlight>
                  <a:srgbClr val="CCFFFF"/>
                </a:highlight>
                <a:latin typeface="+mn-ea"/>
              </a:rPr>
              <a:t>ALUOut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(A)|(</a:t>
            </a:r>
            <a:r>
              <a:rPr lang="en-US" altLang="zh-CN" sz="2000" b="1" dirty="0" err="1">
                <a:highlight>
                  <a:srgbClr val="CCFFFF"/>
                </a:highlight>
                <a:latin typeface="+mn-ea"/>
              </a:rPr>
              <a:t>ExtU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)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、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GPRs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dirty="0" err="1">
                <a:highlight>
                  <a:srgbClr val="CCFFFF"/>
                </a:highlight>
                <a:latin typeface="+mn-ea"/>
              </a:rPr>
              <a:t>ALUOut</a:t>
            </a:r>
            <a:endParaRPr lang="en-US" altLang="zh-CN" sz="2200" b="1" dirty="0">
              <a:solidFill>
                <a:schemeClr val="accent2"/>
              </a:solidFill>
              <a:highlight>
                <a:srgbClr val="CCFFFF"/>
              </a:highlight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t2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zh-CN" sz="2000" b="1" dirty="0">
                <a:latin typeface="+mn-ea"/>
                <a:ea typeface="+mn-ea"/>
              </a:rPr>
              <a:t>无</a:t>
            </a:r>
            <a:r>
              <a:rPr lang="en-US" altLang="zh-CN" sz="2000" b="1" dirty="0">
                <a:latin typeface="+mn-ea"/>
                <a:ea typeface="+mn-ea"/>
              </a:rPr>
              <a:t>  </a:t>
            </a:r>
            <a:r>
              <a:rPr lang="zh-CN" altLang="zh-CN" sz="1800" b="1" dirty="0">
                <a:latin typeface="+mn-ea"/>
                <a:ea typeface="+mn-ea"/>
              </a:rPr>
              <a:t>；</a:t>
            </a:r>
            <a:r>
              <a:rPr lang="en-US" altLang="zh-CN" sz="1800" dirty="0" err="1">
                <a:latin typeface="+mn-lt"/>
                <a:ea typeface="+mn-ea"/>
              </a:rPr>
              <a:t>μ</a:t>
            </a:r>
            <a:r>
              <a:rPr lang="en-US" altLang="zh-CN" sz="1800" b="1" dirty="0" err="1">
                <a:latin typeface="+mn-ea"/>
                <a:ea typeface="+mn-ea"/>
              </a:rPr>
              <a:t>OP</a:t>
            </a:r>
            <a:r>
              <a:rPr lang="zh-CN" altLang="zh-CN" sz="1800" b="1" dirty="0">
                <a:latin typeface="+mn-ea"/>
                <a:ea typeface="+mn-ea"/>
              </a:rPr>
              <a:t>为</a:t>
            </a:r>
            <a:r>
              <a:rPr lang="en-US" altLang="zh-CN" sz="1800" b="1" dirty="0">
                <a:latin typeface="+mn-ea"/>
                <a:ea typeface="+mn-ea"/>
              </a:rPr>
              <a:t>A←(</a:t>
            </a:r>
            <a:r>
              <a:rPr lang="en-US" altLang="zh-CN" sz="1800" b="1" dirty="0" err="1">
                <a:latin typeface="+mn-ea"/>
                <a:ea typeface="+mn-ea"/>
              </a:rPr>
              <a:t>rs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zh-CN" sz="1800" b="1" dirty="0">
                <a:latin typeface="+mn-ea"/>
                <a:ea typeface="+mn-ea"/>
                <a:sym typeface="+mn-ea"/>
              </a:rPr>
              <a:t>、</a:t>
            </a:r>
            <a:r>
              <a:rPr lang="en-US" altLang="zh-CN" sz="1800" b="1" dirty="0" err="1">
                <a:latin typeface="+mn-ea"/>
                <a:ea typeface="+mn-ea"/>
                <a:sym typeface="+mn-ea"/>
              </a:rPr>
              <a:t>ExtU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控制信号由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CU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直接给出</a:t>
            </a:r>
            <a:endParaRPr lang="zh-CN" altLang="zh-CN" sz="18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t3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>
                <a:latin typeface="+mn-ea"/>
                <a:ea typeface="+mn-ea"/>
              </a:rPr>
              <a:t>ALUAsrc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0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ALUBsrc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ALUctr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2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ALUOWr</a:t>
            </a:r>
            <a:endParaRPr lang="zh-CN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t4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>
                <a:latin typeface="+mn-ea"/>
                <a:ea typeface="+mn-ea"/>
              </a:rPr>
              <a:t>RegAsrc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0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RegDsrc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RegWr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>
                <a:latin typeface="+mn-ea"/>
                <a:ea typeface="+mn-ea"/>
              </a:rPr>
              <a:t>End</a:t>
            </a:r>
          </a:p>
        </p:txBody>
      </p:sp>
      <p:sp>
        <p:nvSpPr>
          <p:cNvPr id="85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1907705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线形标注 2 234"/>
          <p:cNvSpPr/>
          <p:nvPr/>
        </p:nvSpPr>
        <p:spPr bwMode="auto">
          <a:xfrm>
            <a:off x="5652120" y="1985596"/>
            <a:ext cx="576000" cy="252000"/>
          </a:xfrm>
          <a:prstGeom prst="borderCallout2">
            <a:avLst>
              <a:gd name="adj1" fmla="val 49940"/>
              <a:gd name="adj2" fmla="val 103"/>
              <a:gd name="adj3" fmla="val 50382"/>
              <a:gd name="adj4" fmla="val -35194"/>
              <a:gd name="adj5" fmla="val -168287"/>
              <a:gd name="adj6" fmla="val -5111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P192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9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000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A72158C-F7E7-450E-BCF4-861E381AA34C}"/>
              </a:ext>
            </a:extLst>
          </p:cNvPr>
          <p:cNvCxnSpPr>
            <a:cxnSpLocks/>
          </p:cNvCxnSpPr>
          <p:nvPr/>
        </p:nvCxnSpPr>
        <p:spPr>
          <a:xfrm flipV="1">
            <a:off x="4211960" y="4653136"/>
            <a:ext cx="576064" cy="1080120"/>
          </a:xfrm>
          <a:prstGeom prst="line">
            <a:avLst/>
          </a:prstGeom>
          <a:ln w="12700">
            <a:solidFill>
              <a:srgbClr val="0070C0"/>
            </a:solidFill>
            <a:prstDash val="sys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/>
      <p:bldP spid="83" grpId="0" bldLvl="0" animBg="1"/>
      <p:bldP spid="84" grpId="0" bldLvl="0" animBg="1"/>
      <p:bldP spid="8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1727200" cy="54972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en-US" altLang="zh-CN" sz="2200" b="1" dirty="0" err="1">
                <a:solidFill>
                  <a:schemeClr val="accent2"/>
                </a:solidFill>
                <a:latin typeface="+mn-ea"/>
                <a:ea typeface="+mn-ea"/>
              </a:rPr>
              <a:t>lw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21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en-US" altLang="zh-CN" sz="2200" b="1" dirty="0" err="1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sw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+mn-ea"/>
              <a:ea typeface="+mn-ea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en-US" altLang="zh-CN" sz="2200" b="1" dirty="0" err="1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beq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j—</a:t>
            </a: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46</a:t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073090" y="332656"/>
            <a:ext cx="7819390" cy="20185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dirty="0">
                <a:latin typeface="宋体" panose="02010600030101010101" pitchFamily="2" charset="-122"/>
              </a:rPr>
              <a:t>  </a:t>
            </a:r>
            <a:r>
              <a:rPr lang="en-US" altLang="zh-CN" sz="2000" dirty="0" err="1"/>
              <a:t>μ</a:t>
            </a:r>
            <a:r>
              <a:rPr lang="en-US" altLang="zh-CN" sz="2000" b="1" dirty="0" err="1"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latin typeface="宋体" panose="02010600030101010101" pitchFamily="2" charset="-122"/>
              </a:rPr>
              <a:t>为</a:t>
            </a:r>
            <a:r>
              <a:rPr lang="en-US" altLang="zh-CN" sz="2000" b="1" dirty="0">
                <a:highlight>
                  <a:srgbClr val="CCFFFF"/>
                </a:highlight>
                <a:latin typeface="宋体" panose="02010600030101010101" pitchFamily="2" charset="-122"/>
              </a:rPr>
              <a:t>A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GPRs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、</a:t>
            </a:r>
            <a:r>
              <a:rPr lang="en-US" altLang="zh-CN" sz="2000" b="1" dirty="0" err="1">
                <a:highlight>
                  <a:srgbClr val="CCFFFF"/>
                </a:highlight>
                <a:latin typeface="+mn-ea"/>
              </a:rPr>
              <a:t>ALUOut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(A)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＋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(</a:t>
            </a:r>
            <a:r>
              <a:rPr lang="en-US" altLang="zh-CN" sz="2000" b="1" dirty="0" err="1">
                <a:highlight>
                  <a:srgbClr val="CCFFFF"/>
                </a:highlight>
                <a:latin typeface="+mn-ea"/>
              </a:rPr>
              <a:t>ExtU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)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、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GPRs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M[(</a:t>
            </a:r>
            <a:r>
              <a:rPr lang="en-US" altLang="zh-CN" sz="2000" b="1" dirty="0" err="1">
                <a:highlight>
                  <a:srgbClr val="CCFFFF"/>
                </a:highlight>
                <a:latin typeface="+mn-ea"/>
              </a:rPr>
              <a:t>ALUOut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)]</a:t>
            </a:r>
            <a:endParaRPr lang="en-US" altLang="zh-CN" sz="2200" b="1" dirty="0">
              <a:highlight>
                <a:srgbClr val="CCFFFF"/>
              </a:highlight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t2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zh-CN" sz="2000" b="1" dirty="0">
                <a:latin typeface="+mn-ea"/>
                <a:ea typeface="+mn-ea"/>
              </a:rPr>
              <a:t>无</a:t>
            </a:r>
            <a:r>
              <a:rPr lang="en-US" altLang="zh-CN" sz="2000" b="1" dirty="0">
                <a:latin typeface="+mn-ea"/>
                <a:ea typeface="+mn-ea"/>
              </a:rPr>
              <a:t>      </a:t>
            </a:r>
            <a:r>
              <a:rPr lang="zh-CN" altLang="zh-CN" sz="1800" b="1" dirty="0">
                <a:latin typeface="+mn-ea"/>
                <a:ea typeface="+mn-ea"/>
              </a:rPr>
              <a:t>；</a:t>
            </a:r>
            <a:r>
              <a:rPr lang="en-US" altLang="zh-CN" sz="1800" dirty="0" err="1">
                <a:latin typeface="+mn-lt"/>
                <a:ea typeface="+mn-ea"/>
              </a:rPr>
              <a:t>μ</a:t>
            </a:r>
            <a:r>
              <a:rPr lang="en-US" altLang="zh-CN" sz="1800" b="1" dirty="0" err="1">
                <a:latin typeface="+mn-ea"/>
                <a:ea typeface="+mn-ea"/>
              </a:rPr>
              <a:t>OP</a:t>
            </a:r>
            <a:r>
              <a:rPr lang="zh-CN" altLang="zh-CN" sz="1800" b="1" dirty="0">
                <a:latin typeface="+mn-ea"/>
                <a:ea typeface="+mn-ea"/>
              </a:rPr>
              <a:t>为</a:t>
            </a:r>
            <a:r>
              <a:rPr lang="en-US" altLang="zh-CN" sz="1800" b="1" dirty="0">
                <a:latin typeface="+mn-ea"/>
                <a:ea typeface="+mn-ea"/>
              </a:rPr>
              <a:t>A←(</a:t>
            </a:r>
            <a:r>
              <a:rPr lang="en-US" altLang="zh-CN" sz="1800" b="1" dirty="0" err="1">
                <a:latin typeface="+mn-ea"/>
                <a:ea typeface="+mn-ea"/>
              </a:rPr>
              <a:t>rs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zh-CN" altLang="zh-CN" sz="18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t3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spc="-100" dirty="0" err="1">
                <a:latin typeface="+mn-ea"/>
                <a:ea typeface="+mn-ea"/>
              </a:rPr>
              <a:t>Extctr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ALUAsrc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0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ALUBsrc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1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ALUctr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0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ALUOWr</a:t>
            </a:r>
            <a:endParaRPr lang="zh-CN" altLang="zh-CN" sz="2000" b="1" spc="-100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t4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>
                <a:latin typeface="+mn-ea"/>
                <a:ea typeface="+mn-ea"/>
              </a:rPr>
              <a:t>MEMR</a:t>
            </a:r>
            <a:r>
              <a:rPr lang="zh-CN" altLang="zh-CN" sz="2000" b="1" strike="sngStrike" dirty="0">
                <a:solidFill>
                  <a:srgbClr val="FF3399"/>
                </a:solidFill>
                <a:latin typeface="+mn-ea"/>
                <a:ea typeface="+mn-ea"/>
              </a:rPr>
              <a:t>、</a:t>
            </a:r>
            <a:r>
              <a:rPr lang="en-US" altLang="zh-CN" sz="2000" b="1" strike="sngStrike" dirty="0">
                <a:solidFill>
                  <a:srgbClr val="FF3399"/>
                </a:solidFill>
                <a:uFillTx/>
                <a:latin typeface="宋体" panose="02010600030101010101" pitchFamily="2" charset="-122"/>
              </a:rPr>
              <a:t>WMFC</a:t>
            </a: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               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←</a:t>
            </a:r>
            <a:r>
              <a:rPr lang="zh-CN" altLang="en-US" sz="1800" b="1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勘误：删除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sym typeface="+mn-ea"/>
              </a:rPr>
              <a:t>WMFC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zh-CN" altLang="en-US" sz="1600" b="1" dirty="0">
                <a:latin typeface="+mn-ea"/>
              </a:rPr>
              <a:t>已假设为为</a:t>
            </a:r>
            <a:r>
              <a:rPr lang="zh-CN" altLang="en-US" sz="1600" b="1" dirty="0">
                <a:highlight>
                  <a:srgbClr val="FFFF00"/>
                </a:highlight>
                <a:latin typeface="+mn-ea"/>
              </a:rPr>
              <a:t>同步</a:t>
            </a:r>
            <a:r>
              <a:rPr lang="en-US" altLang="zh-CN" sz="1600" b="1" dirty="0">
                <a:highlight>
                  <a:srgbClr val="FFFF00"/>
                </a:highlight>
                <a:latin typeface="+mn-ea"/>
              </a:rPr>
              <a:t>MEM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t5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strike="sngStrike" dirty="0">
                <a:solidFill>
                  <a:srgbClr val="FF33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MEMR</a:t>
            </a:r>
            <a:r>
              <a:rPr lang="zh-CN" altLang="zh-CN" sz="2000" b="1" strike="sngStrike" dirty="0">
                <a:solidFill>
                  <a:srgbClr val="FF33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RegAsrc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0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RegDsrc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0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RegWr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>
                <a:latin typeface="+mn-ea"/>
                <a:ea typeface="+mn-ea"/>
              </a:rPr>
              <a:t>End</a:t>
            </a:r>
            <a:endParaRPr lang="en-US" altLang="zh-CN" sz="1600" b="1" dirty="0">
              <a:latin typeface="+mn-ea"/>
              <a:ea typeface="+mn-ea"/>
              <a:sym typeface="+mn-ea"/>
            </a:endParaRPr>
          </a:p>
          <a:p>
            <a:pPr algn="l">
              <a:spcBef>
                <a:spcPts val="200"/>
              </a:spcBef>
            </a:pPr>
            <a:r>
              <a:rPr lang="zh-CN" altLang="en-US" sz="1600" b="1" dirty="0">
                <a:latin typeface="+mn-ea"/>
                <a:ea typeface="+mn-ea"/>
                <a:sym typeface="+mn-ea"/>
              </a:rPr>
              <a:t>       </a:t>
            </a:r>
            <a:r>
              <a:rPr lang="zh-CN" altLang="en-US" sz="1600" dirty="0">
                <a:latin typeface="+mn-ea"/>
                <a:ea typeface="+mn-ea"/>
                <a:sym typeface="+mn-ea"/>
              </a:rPr>
              <a:t>└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←</a:t>
            </a:r>
            <a:r>
              <a:rPr lang="zh-CN" altLang="en-US" sz="1600" b="1" dirty="0">
                <a:highlight>
                  <a:srgbClr val="CCCCFF"/>
                </a:highlight>
                <a:sym typeface="+mn-ea"/>
              </a:rPr>
              <a:t>教材中</a:t>
            </a:r>
            <a:r>
              <a:rPr lang="zh-CN" altLang="en-US" sz="1600" b="1" dirty="0">
                <a:latin typeface="+mn-ea"/>
                <a:sym typeface="+mn-ea"/>
              </a:rPr>
              <a:t>合并</a:t>
            </a:r>
            <a:r>
              <a:rPr lang="en-US" altLang="zh-CN" sz="1600" dirty="0" err="1">
                <a:sym typeface="+mn-ea"/>
              </a:rPr>
              <a:t>μ</a:t>
            </a:r>
            <a:r>
              <a:rPr lang="en-US" altLang="zh-CN" sz="1600" b="1" dirty="0" err="1">
                <a:latin typeface="+mn-ea"/>
                <a:sym typeface="+mn-ea"/>
              </a:rPr>
              <a:t>OP</a:t>
            </a:r>
            <a:r>
              <a:rPr lang="zh-CN" altLang="en-US" sz="1600" b="1" dirty="0">
                <a:latin typeface="+mn-ea"/>
                <a:sym typeface="+mn-ea"/>
              </a:rPr>
              <a:t>，异步</a:t>
            </a:r>
            <a:r>
              <a:rPr lang="en-US" altLang="zh-CN" sz="1600" b="1" dirty="0">
                <a:latin typeface="+mn-ea"/>
                <a:sym typeface="+mn-ea"/>
              </a:rPr>
              <a:t>MEM</a:t>
            </a:r>
            <a:r>
              <a:rPr lang="zh-CN" altLang="en-US" sz="1600" b="1" dirty="0">
                <a:latin typeface="+mn-ea"/>
                <a:sym typeface="+mn-ea"/>
              </a:rPr>
              <a:t>的</a:t>
            </a:r>
            <a:r>
              <a:rPr lang="en-US" altLang="zh-CN" sz="16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Cmd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需保持；</a:t>
            </a:r>
            <a:r>
              <a:rPr lang="en-US" altLang="zh-CN" sz="1600" b="1" dirty="0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PPT</a:t>
            </a:r>
            <a:r>
              <a:rPr lang="zh-CN" altLang="en-US" sz="1600" b="1" dirty="0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中设置</a:t>
            </a:r>
            <a:r>
              <a:rPr lang="en-US" altLang="zh-CN" sz="1600" b="1" dirty="0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MDR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6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Cmd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无需保持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043608" y="2276872"/>
            <a:ext cx="7819390" cy="1437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</a:t>
            </a:r>
            <a:r>
              <a:rPr lang="en-US" altLang="zh-CN" sz="2000" dirty="0" err="1"/>
              <a:t>μ</a:t>
            </a:r>
            <a:r>
              <a:rPr lang="en-US" altLang="zh-CN" sz="2000" b="1" dirty="0" err="1"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latin typeface="宋体" panose="02010600030101010101" pitchFamily="2" charset="-122"/>
              </a:rPr>
              <a:t>为</a:t>
            </a:r>
            <a:r>
              <a:rPr lang="en-US" altLang="zh-CN" sz="2000" b="1" dirty="0">
                <a:highlight>
                  <a:srgbClr val="CCFFFF"/>
                </a:highlight>
                <a:latin typeface="宋体" panose="02010600030101010101" pitchFamily="2" charset="-122"/>
              </a:rPr>
              <a:t>A&amp;B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GPRs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、</a:t>
            </a:r>
            <a:r>
              <a:rPr lang="en-US" altLang="zh-CN" sz="2000" b="1" dirty="0" err="1">
                <a:highlight>
                  <a:srgbClr val="CCFFFF"/>
                </a:highlight>
                <a:latin typeface="+mn-ea"/>
              </a:rPr>
              <a:t>ALUOut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(A)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＋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(</a:t>
            </a:r>
            <a:r>
              <a:rPr lang="en-US" altLang="zh-CN" sz="2000" b="1" dirty="0" err="1">
                <a:highlight>
                  <a:srgbClr val="CCFFFF"/>
                </a:highlight>
                <a:latin typeface="+mn-ea"/>
              </a:rPr>
              <a:t>ExtU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)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、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M[(</a:t>
            </a:r>
            <a:r>
              <a:rPr lang="en-US" altLang="zh-CN" sz="2000" b="1" dirty="0" err="1">
                <a:highlight>
                  <a:srgbClr val="CCFFFF"/>
                </a:highlight>
                <a:latin typeface="+mn-ea"/>
              </a:rPr>
              <a:t>ALUOut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)]</a:t>
            </a:r>
            <a:r>
              <a:rPr lang="zh-CN" altLang="en-US" sz="2000" b="1" dirty="0"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dirty="0">
                <a:highlight>
                  <a:srgbClr val="CCFFFF"/>
                </a:highlight>
                <a:latin typeface="+mn-ea"/>
              </a:rPr>
              <a:t>(B)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t2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zh-CN" sz="2000" b="1" dirty="0">
                <a:latin typeface="+mn-ea"/>
                <a:ea typeface="+mn-ea"/>
              </a:rPr>
              <a:t>无</a:t>
            </a:r>
            <a:r>
              <a:rPr lang="en-US" altLang="zh-CN" sz="2000" b="1" dirty="0">
                <a:latin typeface="+mn-ea"/>
                <a:ea typeface="+mn-ea"/>
              </a:rPr>
              <a:t>      </a:t>
            </a:r>
            <a:r>
              <a:rPr lang="zh-CN" altLang="zh-CN" sz="2000" b="1" dirty="0">
                <a:latin typeface="+mn-ea"/>
                <a:ea typeface="+mn-ea"/>
              </a:rPr>
              <a:t>；</a:t>
            </a:r>
            <a:r>
              <a:rPr lang="en-US" altLang="zh-CN" sz="2000" dirty="0" err="1">
                <a:latin typeface="+mn-lt"/>
                <a:ea typeface="+mn-ea"/>
              </a:rPr>
              <a:t>μ</a:t>
            </a:r>
            <a:r>
              <a:rPr lang="en-US" altLang="zh-CN" sz="2000" b="1" dirty="0" err="1">
                <a:latin typeface="+mn-ea"/>
                <a:ea typeface="+mn-ea"/>
              </a:rPr>
              <a:t>OP</a:t>
            </a:r>
            <a:r>
              <a:rPr lang="zh-CN" altLang="zh-CN" sz="2000" b="1" dirty="0">
                <a:latin typeface="+mn-ea"/>
                <a:ea typeface="+mn-ea"/>
              </a:rPr>
              <a:t>为为</a:t>
            </a:r>
            <a:r>
              <a:rPr lang="en-US" altLang="zh-CN" sz="2000" b="1" dirty="0">
                <a:latin typeface="+mn-ea"/>
                <a:ea typeface="+mn-ea"/>
              </a:rPr>
              <a:t>A←(</a:t>
            </a:r>
            <a:r>
              <a:rPr lang="en-US" altLang="zh-CN" sz="2000" b="1" dirty="0" err="1">
                <a:latin typeface="+mn-ea"/>
                <a:ea typeface="+mn-ea"/>
              </a:rPr>
              <a:t>rs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B←(</a:t>
            </a:r>
            <a:r>
              <a:rPr lang="en-US" altLang="zh-CN" sz="2000" b="1" dirty="0" err="1">
                <a:latin typeface="+mn-ea"/>
                <a:ea typeface="+mn-ea"/>
              </a:rPr>
              <a:t>rt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zh-CN" sz="2000" b="1" dirty="0">
                <a:latin typeface="+mn-ea"/>
                <a:ea typeface="+mn-ea"/>
                <a:sym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  <a:sym typeface="+mn-ea"/>
              </a:rPr>
              <a:t>I←(ExtU)</a:t>
            </a:r>
            <a:endParaRPr lang="zh-CN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t3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spc="-100" dirty="0" err="1">
                <a:latin typeface="+mn-ea"/>
                <a:ea typeface="+mn-ea"/>
              </a:rPr>
              <a:t>Extctr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ALUAsrc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0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ALUBsrc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1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ALUctr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0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ALUOWr 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←</a:t>
            </a:r>
            <a:r>
              <a:rPr lang="en-US" altLang="zh-CN" sz="1600" b="1" dirty="0">
                <a:latin typeface="+mn-ea"/>
                <a:sym typeface="+mn-ea"/>
              </a:rPr>
              <a:t>(B)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值不变</a:t>
            </a:r>
            <a:endParaRPr lang="zh-CN" altLang="zh-CN" sz="2000" b="1" spc="-100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t4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>
                <a:latin typeface="+mn-ea"/>
                <a:ea typeface="+mn-ea"/>
              </a:rPr>
              <a:t>MEMW</a:t>
            </a:r>
            <a:r>
              <a:rPr lang="zh-CN" altLang="zh-CN" sz="2000" b="1" strike="sngStrike" dirty="0">
                <a:solidFill>
                  <a:srgbClr val="FF33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 b="1" strike="sngStrike" dirty="0">
                <a:solidFill>
                  <a:srgbClr val="FF33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WMFC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>
                <a:latin typeface="+mn-ea"/>
                <a:ea typeface="+mn-ea"/>
              </a:rPr>
              <a:t>End         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←</a:t>
            </a:r>
            <a:r>
              <a:rPr lang="zh-CN" altLang="en-US" sz="1800" b="1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勘误：删除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sym typeface="+mn-ea"/>
              </a:rPr>
              <a:t>WMFC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zh-CN" altLang="en-US" sz="1600" b="1" dirty="0">
                <a:latin typeface="+mn-ea"/>
                <a:sym typeface="+mn-ea"/>
              </a:rPr>
              <a:t>同</a:t>
            </a:r>
            <a:r>
              <a:rPr lang="en-US" altLang="zh-CN" sz="1600" b="1" dirty="0" err="1">
                <a:latin typeface="+mn-ea"/>
                <a:sym typeface="+mn-ea"/>
              </a:rPr>
              <a:t>lw</a:t>
            </a:r>
            <a:r>
              <a:rPr lang="zh-CN" altLang="en-US" sz="1600" b="1" dirty="0">
                <a:latin typeface="+mn-ea"/>
                <a:sym typeface="+mn-ea"/>
              </a:rPr>
              <a:t>指令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solidFill>
                <a:srgbClr val="FF3399"/>
              </a:solidFill>
              <a:latin typeface="+mn-ea"/>
              <a:sym typeface="+mn-ea"/>
            </a:endParaRPr>
          </a:p>
        </p:txBody>
      </p:sp>
      <p:sp>
        <p:nvSpPr>
          <p:cNvPr id="11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044000" y="3645024"/>
            <a:ext cx="7992496" cy="17312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>
                <a:latin typeface="+mn-ea"/>
              </a:rPr>
              <a:t>ZF</a:t>
            </a:r>
            <a:r>
              <a:rPr lang="zh-CN" altLang="en-US" sz="2000" b="1" dirty="0">
                <a:latin typeface="+mn-ea"/>
              </a:rPr>
              <a:t>＝</a:t>
            </a:r>
            <a:r>
              <a:rPr lang="en-US" altLang="zh-CN" sz="2000" b="1" dirty="0">
                <a:latin typeface="+mn-ea"/>
              </a:rPr>
              <a:t>0</a:t>
            </a:r>
            <a:r>
              <a:rPr lang="zh-CN" altLang="en-US" sz="2000" b="1" dirty="0">
                <a:latin typeface="+mn-ea"/>
              </a:rPr>
              <a:t>时无</a:t>
            </a:r>
            <a:r>
              <a:rPr lang="en-US" altLang="zh-CN" sz="2000" dirty="0" err="1"/>
              <a:t>μ</a:t>
            </a:r>
            <a:r>
              <a:rPr lang="en-US" altLang="zh-CN" sz="2000" b="1" dirty="0" err="1"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 ZF</a:t>
            </a:r>
            <a:r>
              <a:rPr lang="zh-CN" altLang="en-US" sz="2000" b="1" dirty="0">
                <a:latin typeface="+mn-ea"/>
              </a:rPr>
              <a:t>＝</a:t>
            </a:r>
            <a:r>
              <a:rPr lang="en-US" altLang="zh-CN" sz="2000" b="1" dirty="0">
                <a:latin typeface="+mn-ea"/>
              </a:rPr>
              <a:t>1</a:t>
            </a:r>
            <a:r>
              <a:rPr lang="zh-CN" altLang="en-US" sz="2000" b="1" dirty="0">
                <a:latin typeface="+mn-ea"/>
              </a:rPr>
              <a:t>时</a:t>
            </a:r>
            <a:r>
              <a:rPr lang="en-US" altLang="zh-CN" sz="2000" dirty="0" err="1"/>
              <a:t>μ</a:t>
            </a:r>
            <a:r>
              <a:rPr lang="en-US" altLang="zh-CN" sz="2000" b="1" dirty="0" err="1"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latin typeface="宋体" panose="02010600030101010101" pitchFamily="2" charset="-122"/>
              </a:rPr>
              <a:t>为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en-US" altLang="zh-CN" sz="2000" b="1" spc="-70" dirty="0">
                <a:highlight>
                  <a:srgbClr val="CCFFFF"/>
                </a:highlight>
                <a:latin typeface="宋体" panose="02010600030101010101" pitchFamily="2" charset="-122"/>
              </a:rPr>
              <a:t>A&amp;B</a:t>
            </a:r>
            <a:r>
              <a:rPr lang="zh-CN" altLang="en-US" sz="2000" b="1" spc="-70" dirty="0"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spc="-70" dirty="0">
                <a:highlight>
                  <a:srgbClr val="CCFFFF"/>
                </a:highlight>
                <a:latin typeface="+mn-ea"/>
              </a:rPr>
              <a:t>GPRs</a:t>
            </a:r>
            <a:r>
              <a:rPr lang="zh-CN" altLang="en-US" sz="2000" b="1" spc="-70" dirty="0">
                <a:highlight>
                  <a:srgbClr val="CCFFFF"/>
                </a:highlight>
                <a:latin typeface="+mn-ea"/>
              </a:rPr>
              <a:t>、</a:t>
            </a:r>
            <a:r>
              <a:rPr lang="en-US" altLang="zh-CN" sz="2000" b="1" spc="-70" dirty="0" err="1">
                <a:highlight>
                  <a:srgbClr val="CCFFFF"/>
                </a:highlight>
                <a:latin typeface="+mn-ea"/>
              </a:rPr>
              <a:t>ALUOut</a:t>
            </a:r>
            <a:r>
              <a:rPr lang="zh-CN" altLang="en-US" sz="2000" b="1" spc="-70" dirty="0"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spc="-70" dirty="0">
                <a:highlight>
                  <a:srgbClr val="CCFFFF"/>
                </a:highlight>
                <a:latin typeface="+mn-ea"/>
              </a:rPr>
              <a:t>(PC)+(</a:t>
            </a:r>
            <a:r>
              <a:rPr lang="en-US" altLang="zh-CN" sz="2000" b="1" spc="-70" dirty="0" err="1">
                <a:highlight>
                  <a:srgbClr val="CCFFFF"/>
                </a:highlight>
                <a:latin typeface="+mn-ea"/>
              </a:rPr>
              <a:t>ExtU</a:t>
            </a:r>
            <a:r>
              <a:rPr lang="en-US" altLang="zh-CN" sz="2000" b="1" spc="-70" dirty="0">
                <a:highlight>
                  <a:srgbClr val="CCFFFF"/>
                </a:highlight>
                <a:latin typeface="+mn-ea"/>
              </a:rPr>
              <a:t>)&lt;&lt;2</a:t>
            </a:r>
            <a:r>
              <a:rPr lang="zh-CN" altLang="en-US" sz="2000" b="1" spc="-70" dirty="0">
                <a:highlight>
                  <a:srgbClr val="CCFFFF"/>
                </a:highlight>
                <a:latin typeface="+mn-ea"/>
              </a:rPr>
              <a:t>、</a:t>
            </a:r>
            <a:r>
              <a:rPr lang="en-US" altLang="zh-CN" sz="2000" b="1" spc="-70" dirty="0">
                <a:highlight>
                  <a:srgbClr val="CCFFFF"/>
                </a:highlight>
                <a:latin typeface="+mn-ea"/>
              </a:rPr>
              <a:t>(A)-(B)</a:t>
            </a:r>
            <a:r>
              <a:rPr lang="zh-CN" altLang="en-US" sz="2000" b="1" spc="-70" dirty="0">
                <a:highlight>
                  <a:srgbClr val="CCFFFF"/>
                </a:highlight>
                <a:latin typeface="+mn-ea"/>
              </a:rPr>
              <a:t>＝</a:t>
            </a:r>
            <a:r>
              <a:rPr lang="en-US" altLang="zh-CN" sz="2000" b="1" spc="-70" dirty="0">
                <a:highlight>
                  <a:srgbClr val="CCFFFF"/>
                </a:highlight>
                <a:latin typeface="+mn-ea"/>
              </a:rPr>
              <a:t>0</a:t>
            </a:r>
            <a:r>
              <a:rPr lang="zh-CN" altLang="en-US" sz="2000" b="1" spc="-70" dirty="0">
                <a:highlight>
                  <a:srgbClr val="CCFFFF"/>
                </a:highlight>
                <a:latin typeface="+mn-ea"/>
              </a:rPr>
              <a:t>时</a:t>
            </a:r>
            <a:r>
              <a:rPr lang="en-US" altLang="zh-CN" sz="2000" b="1" spc="-70" dirty="0">
                <a:highlight>
                  <a:srgbClr val="CCFFFF"/>
                </a:highlight>
                <a:latin typeface="+mn-ea"/>
              </a:rPr>
              <a:t>PC</a:t>
            </a:r>
            <a:r>
              <a:rPr lang="zh-CN" altLang="en-US" sz="2000" b="1" spc="-70" dirty="0"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spc="-70" dirty="0">
                <a:highlight>
                  <a:srgbClr val="CCFFFF"/>
                </a:highlight>
                <a:latin typeface="+mn-ea"/>
              </a:rPr>
              <a:t>(</a:t>
            </a:r>
            <a:r>
              <a:rPr lang="en-US" altLang="zh-CN" sz="2000" b="1" spc="-70" dirty="0" err="1">
                <a:highlight>
                  <a:srgbClr val="CCFFFF"/>
                </a:highlight>
                <a:latin typeface="+mn-ea"/>
              </a:rPr>
              <a:t>ALUOut</a:t>
            </a:r>
            <a:r>
              <a:rPr lang="en-US" altLang="zh-CN" sz="2000" b="1" spc="-70" dirty="0">
                <a:highlight>
                  <a:srgbClr val="CCFFFF"/>
                </a:highlight>
                <a:latin typeface="+mn-ea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t2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spc="-100" dirty="0" err="1">
                <a:latin typeface="+mn-ea"/>
                <a:ea typeface="+mn-ea"/>
              </a:rPr>
              <a:t>Extctr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ALUAsrc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1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ALUBsrc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0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ALUctr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0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ALUOWr</a:t>
            </a:r>
            <a:endParaRPr lang="zh-CN" altLang="zh-CN" sz="2000" b="1" spc="-100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latin typeface="+mn-ea"/>
                <a:ea typeface="+mn-ea"/>
              </a:rPr>
              <a:t>                        </a:t>
            </a:r>
            <a:r>
              <a:rPr lang="zh-CN" altLang="zh-CN" sz="1800" b="1" dirty="0">
                <a:latin typeface="+mn-ea"/>
                <a:ea typeface="+mn-ea"/>
              </a:rPr>
              <a:t>；</a:t>
            </a:r>
            <a:r>
              <a:rPr lang="en-US" altLang="zh-CN" sz="1800" dirty="0" err="1">
                <a:latin typeface="+mn-lt"/>
                <a:ea typeface="+mn-ea"/>
              </a:rPr>
              <a:t>μ</a:t>
            </a:r>
            <a:r>
              <a:rPr lang="en-US" altLang="zh-CN" sz="1800" b="1" dirty="0" err="1">
                <a:latin typeface="+mn-ea"/>
                <a:ea typeface="+mn-ea"/>
              </a:rPr>
              <a:t>OP</a:t>
            </a:r>
            <a:r>
              <a:rPr lang="zh-CN" altLang="zh-CN" sz="1800" b="1" dirty="0">
                <a:latin typeface="+mn-ea"/>
                <a:ea typeface="+mn-ea"/>
              </a:rPr>
              <a:t>还包括</a:t>
            </a:r>
            <a:r>
              <a:rPr lang="en-US" altLang="zh-CN" sz="1800" b="1" dirty="0">
                <a:latin typeface="+mn-ea"/>
                <a:ea typeface="+mn-ea"/>
              </a:rPr>
              <a:t>A←(</a:t>
            </a:r>
            <a:r>
              <a:rPr lang="en-US" altLang="zh-CN" sz="1800" b="1" dirty="0" err="1">
                <a:latin typeface="+mn-ea"/>
                <a:ea typeface="+mn-ea"/>
              </a:rPr>
              <a:t>rs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zh-CN" sz="1800" b="1" dirty="0">
                <a:latin typeface="+mn-ea"/>
                <a:ea typeface="+mn-ea"/>
              </a:rPr>
              <a:t>、</a:t>
            </a:r>
            <a:r>
              <a:rPr lang="en-US" altLang="zh-CN" sz="1800" b="1" dirty="0">
                <a:latin typeface="+mn-ea"/>
                <a:ea typeface="+mn-ea"/>
              </a:rPr>
              <a:t>B←(</a:t>
            </a:r>
            <a:r>
              <a:rPr lang="en-US" altLang="zh-CN" sz="1800" b="1" dirty="0" err="1">
                <a:latin typeface="+mn-ea"/>
                <a:ea typeface="+mn-ea"/>
              </a:rPr>
              <a:t>rt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zh-CN" sz="1800" b="1" dirty="0">
                <a:latin typeface="+mn-ea"/>
                <a:ea typeface="+mn-ea"/>
                <a:sym typeface="+mn-ea"/>
              </a:rPr>
              <a:t>、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I←(ExtU)</a:t>
            </a:r>
            <a:r>
              <a:rPr lang="en-US" altLang="zh-CN" sz="1800" b="1" dirty="0">
                <a:latin typeface="+mn-ea"/>
                <a:ea typeface="+mn-ea"/>
              </a:rPr>
              <a:t> </a:t>
            </a:r>
            <a:endParaRPr lang="zh-CN" altLang="zh-CN" sz="18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t3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spc="-150" dirty="0" err="1">
                <a:latin typeface="+mn-ea"/>
                <a:ea typeface="+mn-ea"/>
              </a:rPr>
              <a:t>ALUAsrc</a:t>
            </a:r>
            <a:r>
              <a:rPr lang="zh-CN" altLang="zh-CN" sz="2000" b="1" spc="-150" dirty="0">
                <a:latin typeface="+mn-ea"/>
                <a:ea typeface="+mn-ea"/>
              </a:rPr>
              <a:t>＝</a:t>
            </a:r>
            <a:r>
              <a:rPr lang="en-US" altLang="zh-CN" sz="2000" b="1" spc="-150" dirty="0">
                <a:latin typeface="+mn-ea"/>
                <a:ea typeface="+mn-ea"/>
              </a:rPr>
              <a:t>0</a:t>
            </a:r>
            <a:r>
              <a:rPr lang="zh-CN" altLang="zh-CN" sz="2000" b="1" spc="-150" dirty="0">
                <a:latin typeface="+mn-ea"/>
                <a:ea typeface="+mn-ea"/>
              </a:rPr>
              <a:t>、</a:t>
            </a:r>
            <a:r>
              <a:rPr lang="en-US" altLang="zh-CN" sz="2000" b="1" spc="-150" dirty="0" err="1">
                <a:latin typeface="+mn-ea"/>
                <a:ea typeface="+mn-ea"/>
              </a:rPr>
              <a:t>ALUBsrc</a:t>
            </a:r>
            <a:r>
              <a:rPr lang="zh-CN" altLang="zh-CN" sz="2000" b="1" spc="-150" dirty="0">
                <a:latin typeface="+mn-ea"/>
                <a:ea typeface="+mn-ea"/>
              </a:rPr>
              <a:t>＝</a:t>
            </a:r>
            <a:r>
              <a:rPr lang="en-US" altLang="zh-CN" sz="2000" b="1" spc="-150" dirty="0">
                <a:latin typeface="+mn-ea"/>
                <a:ea typeface="+mn-ea"/>
              </a:rPr>
              <a:t>2</a:t>
            </a:r>
            <a:r>
              <a:rPr lang="zh-CN" altLang="zh-CN" sz="2000" b="1" spc="-150" dirty="0">
                <a:latin typeface="+mn-ea"/>
                <a:ea typeface="+mn-ea"/>
              </a:rPr>
              <a:t>、</a:t>
            </a:r>
            <a:r>
              <a:rPr lang="en-US" altLang="zh-CN" sz="2000" b="1" spc="-150" dirty="0" err="1">
                <a:latin typeface="+mn-ea"/>
                <a:ea typeface="+mn-ea"/>
              </a:rPr>
              <a:t>ALUctr</a:t>
            </a:r>
            <a:r>
              <a:rPr lang="zh-CN" altLang="zh-CN" sz="2000" b="1" spc="-150" dirty="0">
                <a:latin typeface="+mn-ea"/>
                <a:ea typeface="+mn-ea"/>
              </a:rPr>
              <a:t>＝</a:t>
            </a:r>
            <a:r>
              <a:rPr lang="en-US" altLang="zh-CN" sz="2000" b="1" spc="-150" dirty="0">
                <a:latin typeface="+mn-ea"/>
                <a:ea typeface="+mn-ea"/>
              </a:rPr>
              <a:t>3</a:t>
            </a:r>
            <a:r>
              <a:rPr lang="zh-CN" altLang="zh-CN" sz="2000" b="1" spc="-150" dirty="0">
                <a:latin typeface="+mn-ea"/>
                <a:ea typeface="+mn-ea"/>
              </a:rPr>
              <a:t>、</a:t>
            </a:r>
            <a:r>
              <a:rPr lang="en-US" altLang="zh-CN" sz="2000" b="1" spc="-150" dirty="0" err="1">
                <a:latin typeface="+mn-ea"/>
                <a:ea typeface="+mn-ea"/>
              </a:rPr>
              <a:t>PCsrc</a:t>
            </a:r>
            <a:r>
              <a:rPr lang="zh-CN" altLang="zh-CN" sz="2000" b="1" spc="-150" dirty="0">
                <a:latin typeface="+mn-ea"/>
                <a:ea typeface="+mn-ea"/>
              </a:rPr>
              <a:t>＝</a:t>
            </a:r>
            <a:r>
              <a:rPr lang="en-US" altLang="zh-CN" sz="2000" b="1" spc="-150" dirty="0">
                <a:latin typeface="+mn-ea"/>
                <a:ea typeface="+mn-ea"/>
              </a:rPr>
              <a:t>0</a:t>
            </a:r>
            <a:r>
              <a:rPr lang="zh-CN" altLang="zh-CN" sz="2000" b="1" spc="-150" dirty="0">
                <a:latin typeface="+mn-ea"/>
                <a:ea typeface="+mn-ea"/>
              </a:rPr>
              <a:t>、</a:t>
            </a:r>
            <a:r>
              <a:rPr lang="en-US" altLang="zh-CN" sz="2000" b="1" spc="-150" dirty="0" err="1">
                <a:latin typeface="+mn-ea"/>
                <a:ea typeface="+mn-ea"/>
              </a:rPr>
              <a:t>PCWrB</a:t>
            </a:r>
            <a:r>
              <a:rPr lang="zh-CN" altLang="zh-CN" sz="2000" b="1" spc="-150" dirty="0">
                <a:latin typeface="+mn-ea"/>
                <a:ea typeface="+mn-ea"/>
              </a:rPr>
              <a:t>，</a:t>
            </a:r>
            <a:r>
              <a:rPr lang="en-US" altLang="zh-CN" sz="2000" b="1" spc="-150" dirty="0">
                <a:latin typeface="+mn-ea"/>
                <a:ea typeface="+mn-ea"/>
              </a:rPr>
              <a:t>End</a:t>
            </a:r>
          </a:p>
        </p:txBody>
      </p:sp>
      <p:sp>
        <p:nvSpPr>
          <p:cNvPr id="9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43608" y="5301208"/>
            <a:ext cx="5782310" cy="1168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</a:rPr>
              <a:t>μ</a:t>
            </a:r>
            <a:r>
              <a:rPr lang="en-US" altLang="zh-CN" sz="20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为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</a:rPr>
              <a:t>PC</a:t>
            </a:r>
            <a:r>
              <a:rPr lang="zh-CN" altLang="en-US" sz="2000" b="1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</a:rPr>
              <a:t>←</a:t>
            </a:r>
            <a:r>
              <a:rPr lang="en-US" altLang="zh-CN" sz="2000" b="1" dirty="0">
                <a:solidFill>
                  <a:schemeClr val="tx1"/>
                </a:solidFill>
                <a:highlight>
                  <a:srgbClr val="CCFFFF"/>
                </a:highlight>
                <a:latin typeface="+mn-ea"/>
              </a:rPr>
              <a:t>(Splice)</a:t>
            </a:r>
            <a:endParaRPr lang="en-US" altLang="zh-CN" sz="2000" b="1" dirty="0">
              <a:solidFill>
                <a:schemeClr val="tx1"/>
              </a:solidFill>
              <a:highlight>
                <a:srgbClr val="CCFFFF"/>
              </a:highlight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t2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zh-CN" sz="2000" b="1" dirty="0">
                <a:latin typeface="+mn-ea"/>
                <a:ea typeface="+mn-ea"/>
              </a:rPr>
              <a:t>无</a:t>
            </a:r>
            <a:r>
              <a:rPr lang="en-US" altLang="zh-CN" sz="2000" b="1" dirty="0">
                <a:latin typeface="+mn-ea"/>
                <a:ea typeface="+mn-ea"/>
              </a:rPr>
              <a:t>    </a:t>
            </a:r>
            <a:r>
              <a:rPr lang="zh-CN" altLang="zh-CN" sz="2000" b="1" dirty="0">
                <a:latin typeface="+mn-ea"/>
                <a:ea typeface="+mn-ea"/>
              </a:rPr>
              <a:t>；等待指令译码结果</a:t>
            </a:r>
            <a:r>
              <a:rPr lang="en-US" altLang="zh-CN" sz="2000" b="1" dirty="0">
                <a:latin typeface="+mn-ea"/>
                <a:ea typeface="+mn-ea"/>
              </a:rPr>
              <a:t> </a:t>
            </a:r>
            <a:endParaRPr lang="zh-CN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t3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>
                <a:latin typeface="+mn-ea"/>
                <a:ea typeface="+mn-ea"/>
              </a:rPr>
              <a:t>PCsrc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2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PCWr</a:t>
            </a:r>
            <a:r>
              <a:rPr lang="zh-CN" altLang="zh-CN" sz="2000" b="1" spc="-100" dirty="0">
                <a:latin typeface="+mn-ea"/>
                <a:ea typeface="+mn-ea"/>
              </a:rPr>
              <a:t>，</a:t>
            </a:r>
            <a:r>
              <a:rPr lang="en-US" altLang="zh-CN" sz="2000" b="1" spc="-100" dirty="0">
                <a:latin typeface="+mn-ea"/>
                <a:ea typeface="+mn-ea"/>
              </a:rPr>
              <a:t>End</a:t>
            </a:r>
          </a:p>
        </p:txBody>
      </p:sp>
      <p:sp>
        <p:nvSpPr>
          <p:cNvPr id="10" name="线形标注 2 234"/>
          <p:cNvSpPr/>
          <p:nvPr/>
        </p:nvSpPr>
        <p:spPr bwMode="auto">
          <a:xfrm>
            <a:off x="6226477" y="836860"/>
            <a:ext cx="576000" cy="252000"/>
          </a:xfrm>
          <a:prstGeom prst="borderCallout2">
            <a:avLst>
              <a:gd name="adj1" fmla="val 49940"/>
              <a:gd name="adj2" fmla="val 103"/>
              <a:gd name="adj3" fmla="val 50382"/>
              <a:gd name="adj4" fmla="val -35194"/>
              <a:gd name="adj5" fmla="val 247980"/>
              <a:gd name="adj6" fmla="val -10742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P192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8" grpId="0" bldLvl="0" animBg="1"/>
      <p:bldP spid="9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47</a:t>
            </a:fld>
            <a:endParaRPr lang="en-US" altLang="zh-CN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2" name="AutoShape 499">
            <a:hlinkClick r:id="rId70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87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AutoShape 499">
            <a:hlinkClick r:id="rId7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4" y="332656"/>
            <a:ext cx="8837294" cy="12187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*分析指令阶段的安排：</a:t>
            </a:r>
            <a:r>
              <a:rPr lang="zh-CN" altLang="en-US" sz="2200" b="1" dirty="0">
                <a:latin typeface="+mn-ea"/>
                <a:ea typeface="+mn-ea"/>
              </a:rPr>
              <a:t>可放在</a:t>
            </a:r>
            <a:r>
              <a:rPr lang="en-US" altLang="zh-CN" sz="2200" b="1" dirty="0">
                <a:latin typeface="+mn-ea"/>
                <a:ea typeface="+mn-ea"/>
              </a:rPr>
              <a:t>t2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highlight>
                  <a:srgbClr val="FFCC99"/>
                </a:highlight>
                <a:latin typeface="+mn-ea"/>
                <a:ea typeface="+mn-ea"/>
              </a:rPr>
              <a:t>要求</a:t>
            </a:r>
            <a:r>
              <a:rPr lang="zh-CN" altLang="en-US" sz="1800" b="1" dirty="0">
                <a:latin typeface="+mn-ea"/>
                <a:ea typeface="+mn-ea"/>
              </a:rPr>
              <a:t>不影响</a:t>
            </a:r>
            <a:r>
              <a:rPr lang="en-US" altLang="zh-CN" sz="1800" b="1" u="sng" dirty="0">
                <a:solidFill>
                  <a:srgbClr val="990099"/>
                </a:solidFill>
                <a:latin typeface="+mn-ea"/>
                <a:ea typeface="+mn-ea"/>
              </a:rPr>
              <a:t>t2</a:t>
            </a:r>
            <a:r>
              <a:rPr lang="zh-CN" altLang="en-US" sz="1800" b="1" u="sng" dirty="0">
                <a:solidFill>
                  <a:srgbClr val="990099"/>
                </a:solidFill>
                <a:latin typeface="+mn-ea"/>
                <a:ea typeface="+mn-ea"/>
              </a:rPr>
              <a:t>的操作</a:t>
            </a:r>
            <a:r>
              <a:rPr lang="zh-CN" altLang="en-US" sz="1800" b="1" dirty="0">
                <a:latin typeface="+mn-ea"/>
                <a:ea typeface="+mn-ea"/>
              </a:rPr>
              <a:t>、对各指令通用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</a:p>
          <a:p>
            <a:pPr algn="l">
              <a:lnSpc>
                <a:spcPct val="105000"/>
              </a:lnSpc>
            </a:pPr>
            <a:r>
              <a:rPr lang="en-US" altLang="zh-CN" sz="1800" b="1" spc="-100" dirty="0">
                <a:latin typeface="+mn-ea"/>
              </a:rPr>
              <a:t>           A←(</a:t>
            </a:r>
            <a:r>
              <a:rPr lang="en-US" altLang="zh-CN" sz="1800" b="1" spc="-100" dirty="0" err="1">
                <a:latin typeface="+mn-ea"/>
              </a:rPr>
              <a:t>rs</a:t>
            </a:r>
            <a:r>
              <a:rPr lang="en-US" altLang="zh-CN" sz="1800" b="1" spc="-100" dirty="0">
                <a:latin typeface="+mn-ea"/>
              </a:rPr>
              <a:t>)</a:t>
            </a:r>
            <a:r>
              <a:rPr lang="zh-CN" altLang="zh-CN" sz="1800" b="1" spc="-100" dirty="0">
                <a:latin typeface="+mn-ea"/>
              </a:rPr>
              <a:t>、</a:t>
            </a:r>
            <a:r>
              <a:rPr lang="en-US" altLang="zh-CN" sz="1800" b="1" spc="-100" dirty="0">
                <a:latin typeface="+mn-ea"/>
              </a:rPr>
              <a:t>B←(rt)</a:t>
            </a:r>
            <a:r>
              <a:rPr lang="zh-CN" altLang="en-US" sz="1800" b="1" spc="-100" dirty="0">
                <a:latin typeface="+mn-ea"/>
              </a:rPr>
              <a:t>、</a:t>
            </a:r>
            <a:r>
              <a:rPr lang="en-US" altLang="zh-CN" sz="1800" b="1" spc="-100" dirty="0" err="1">
                <a:latin typeface="+mn-ea"/>
              </a:rPr>
              <a:t>ALUOut</a:t>
            </a:r>
            <a:r>
              <a:rPr lang="en-US" altLang="zh-CN" sz="1800" b="1" spc="-100" dirty="0">
                <a:latin typeface="+mn-ea"/>
              </a:rPr>
              <a:t>←(PC)</a:t>
            </a:r>
            <a:r>
              <a:rPr lang="zh-CN" altLang="zh-CN" sz="1800" b="1" spc="-100" dirty="0">
                <a:latin typeface="+mn-ea"/>
              </a:rPr>
              <a:t>＋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en-US" altLang="zh-CN" sz="1800" b="1" dirty="0" err="1">
                <a:latin typeface="+mn-ea"/>
              </a:rPr>
              <a:t>ExtU</a:t>
            </a:r>
            <a:r>
              <a:rPr lang="en-US" altLang="zh-CN" sz="1800" b="1" dirty="0">
                <a:latin typeface="+mn-ea"/>
              </a:rPr>
              <a:t>)</a:t>
            </a:r>
            <a:r>
              <a:rPr lang="en-US" altLang="zh-CN" sz="1800" b="1" spc="-100" dirty="0">
                <a:latin typeface="+mn-ea"/>
              </a:rPr>
              <a:t>&lt;&lt;2→</a:t>
            </a:r>
            <a:r>
              <a:rPr lang="en-US" altLang="zh-CN" sz="1800" spc="-100" dirty="0">
                <a:latin typeface="+mn-ea"/>
              </a:rPr>
              <a:t>┴</a:t>
            </a:r>
            <a:r>
              <a:rPr lang="en-US" altLang="zh-CN" sz="1800" b="1" spc="-100" dirty="0">
                <a:latin typeface="+mn-ea"/>
              </a:rPr>
              <a:t>→</a:t>
            </a:r>
            <a:r>
              <a:rPr lang="zh-CN" altLang="en-US" sz="1800" b="1" spc="-100" dirty="0">
                <a:solidFill>
                  <a:srgbClr val="FF3399"/>
                </a:solidFill>
                <a:latin typeface="+mn-ea"/>
              </a:rPr>
              <a:t>满足</a:t>
            </a:r>
            <a:r>
              <a:rPr lang="zh-CN" altLang="en-US" sz="1800" b="1" spc="-100" dirty="0">
                <a:latin typeface="+mn-ea"/>
              </a:rPr>
              <a:t>要求</a:t>
            </a:r>
            <a:endParaRPr lang="en-US" altLang="zh-CN" sz="18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t2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的</a:t>
            </a:r>
            <a:r>
              <a:rPr lang="en-US" altLang="zh-CN" sz="2200" dirty="0" err="1">
                <a:solidFill>
                  <a:srgbClr val="990099"/>
                </a:solidFill>
              </a:rPr>
              <a:t>μ</a:t>
            </a:r>
            <a:r>
              <a:rPr lang="en-US" altLang="zh-CN" sz="2200" b="1" dirty="0" err="1">
                <a:solidFill>
                  <a:srgbClr val="990099"/>
                </a:solidFill>
                <a:latin typeface="宋体" panose="02010600030101010101" pitchFamily="2" charset="-122"/>
              </a:rPr>
              <a:t>OPCmd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spc="-100" dirty="0">
              <a:latin typeface="+mn-ea"/>
              <a:ea typeface="+mn-ea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83768" y="1124744"/>
            <a:ext cx="6533230" cy="3888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spc="-100" dirty="0" err="1">
                <a:latin typeface="+mn-ea"/>
              </a:rPr>
              <a:t>Extctr</a:t>
            </a:r>
            <a:r>
              <a:rPr lang="zh-CN" altLang="zh-CN" sz="2000" b="1" spc="-100" dirty="0">
                <a:latin typeface="+mn-ea"/>
              </a:rPr>
              <a:t>、</a:t>
            </a:r>
            <a:r>
              <a:rPr lang="en-US" altLang="zh-CN" sz="2000" b="1" spc="-100" dirty="0" err="1">
                <a:latin typeface="+mn-ea"/>
              </a:rPr>
              <a:t>ALUAsrc</a:t>
            </a:r>
            <a:r>
              <a:rPr lang="zh-CN" altLang="zh-CN" sz="2000" b="1" spc="-100" dirty="0">
                <a:latin typeface="+mn-ea"/>
              </a:rPr>
              <a:t>＝</a:t>
            </a:r>
            <a:r>
              <a:rPr lang="en-US" altLang="zh-CN" sz="2000" b="1" spc="-100" dirty="0">
                <a:latin typeface="+mn-ea"/>
              </a:rPr>
              <a:t>1</a:t>
            </a:r>
            <a:r>
              <a:rPr lang="zh-CN" altLang="zh-CN" sz="2000" b="1" spc="-100" dirty="0">
                <a:latin typeface="+mn-ea"/>
              </a:rPr>
              <a:t>、</a:t>
            </a:r>
            <a:r>
              <a:rPr lang="en-US" altLang="zh-CN" sz="2000" b="1" spc="-100" dirty="0" err="1">
                <a:latin typeface="+mn-ea"/>
              </a:rPr>
              <a:t>ALUBsrc</a:t>
            </a:r>
            <a:r>
              <a:rPr lang="zh-CN" altLang="zh-CN" sz="2000" b="1" spc="-100" dirty="0">
                <a:latin typeface="+mn-ea"/>
              </a:rPr>
              <a:t>＝</a:t>
            </a:r>
            <a:r>
              <a:rPr lang="en-US" altLang="zh-CN" sz="2000" b="1" spc="-100" dirty="0">
                <a:latin typeface="+mn-ea"/>
              </a:rPr>
              <a:t>0</a:t>
            </a:r>
            <a:r>
              <a:rPr lang="zh-CN" altLang="zh-CN" sz="2000" b="1" spc="-100" dirty="0">
                <a:latin typeface="+mn-ea"/>
              </a:rPr>
              <a:t>、</a:t>
            </a:r>
            <a:r>
              <a:rPr lang="en-US" altLang="zh-CN" sz="2000" b="1" spc="-100" dirty="0" err="1">
                <a:latin typeface="+mn-ea"/>
              </a:rPr>
              <a:t>ALUctr</a:t>
            </a:r>
            <a:r>
              <a:rPr lang="zh-CN" altLang="zh-CN" sz="2000" b="1" spc="-100" dirty="0">
                <a:latin typeface="+mn-ea"/>
              </a:rPr>
              <a:t>＝</a:t>
            </a:r>
            <a:r>
              <a:rPr lang="en-US" altLang="zh-CN" sz="2000" b="1" spc="-100" dirty="0">
                <a:latin typeface="+mn-ea"/>
              </a:rPr>
              <a:t>0</a:t>
            </a:r>
            <a:r>
              <a:rPr lang="zh-CN" altLang="zh-CN" sz="2000" b="1" spc="-100" dirty="0">
                <a:latin typeface="+mn-ea"/>
              </a:rPr>
              <a:t>、</a:t>
            </a:r>
            <a:r>
              <a:rPr lang="en-US" altLang="zh-CN" sz="2000" b="1" spc="-100" dirty="0" err="1">
                <a:latin typeface="+mn-ea"/>
              </a:rPr>
              <a:t>ALUOWr</a:t>
            </a:r>
            <a:endParaRPr lang="en-US" altLang="zh-CN" sz="2000" b="1" spc="-100" dirty="0" err="1">
              <a:latin typeface="+mn-ea"/>
              <a:ea typeface="+mn-ea"/>
            </a:endParaRPr>
          </a:p>
        </p:txBody>
      </p:sp>
      <p:sp>
        <p:nvSpPr>
          <p:cNvPr id="11" name="Text Box 11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263" y="1628800"/>
            <a:ext cx="8785225" cy="4371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tIns="10800">
            <a:spAutoFit/>
          </a:bodyPr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*各指令周期的状态转换图：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汇总各指令的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OPCmd</a:t>
            </a:r>
            <a:r>
              <a:rPr lang="zh-CN" altLang="en-US" sz="2200" b="1" dirty="0">
                <a:latin typeface="宋体" panose="02010600030101010101" pitchFamily="2" charset="-122"/>
              </a:rPr>
              <a:t>序列</a:t>
            </a:r>
            <a:endParaRPr lang="zh-CN" altLang="zh-CN" sz="2200" b="1" kern="100" spc="-100" dirty="0">
              <a:latin typeface="+mn-ea"/>
            </a:endParaRPr>
          </a:p>
        </p:txBody>
      </p:sp>
      <p:sp>
        <p:nvSpPr>
          <p:cNvPr id="12" name="Text Box 11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513" y="5877272"/>
            <a:ext cx="3793462" cy="4221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tIns="10800">
            <a:spAutoFit/>
          </a:bodyPr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指令周期划分汇总</a:t>
            </a:r>
            <a:r>
              <a:rPr kumimoji="1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563887" y="5877272"/>
            <a:ext cx="5112569" cy="361274"/>
            <a:chOff x="2123728" y="5445223"/>
            <a:chExt cx="5112569" cy="361274"/>
          </a:xfrm>
        </p:grpSpPr>
        <p:sp>
          <p:nvSpPr>
            <p:cNvPr id="14" name="Text Box 40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059831" y="5518497"/>
              <a:ext cx="1295451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r>
                <a:rPr kumimoji="0" lang="zh-CN" altLang="en-US" sz="1800" b="1" dirty="0">
                  <a:latin typeface="宋体" panose="02010600030101010101" pitchFamily="2" charset="-122"/>
                </a:rPr>
                <a:t>译码</a:t>
              </a:r>
              <a:r>
                <a:rPr kumimoji="0" lang="en-US" altLang="zh-CN" sz="1800" b="1" dirty="0">
                  <a:latin typeface="宋体" panose="02010600030101010101" pitchFamily="2" charset="-122"/>
                </a:rPr>
                <a:t>/</a:t>
              </a:r>
              <a:r>
                <a:rPr kumimoji="0" lang="zh-CN" altLang="en-US" sz="1800" b="1" dirty="0">
                  <a:latin typeface="宋体" panose="02010600030101010101" pitchFamily="2" charset="-122"/>
                </a:rPr>
                <a:t>读</a:t>
              </a:r>
              <a:r>
                <a:rPr kumimoji="0" lang="en-US" altLang="zh-CN" sz="1800" b="1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15" name="Text Box 42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2123728" y="5516910"/>
              <a:ext cx="640781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r>
                <a:rPr kumimoji="0" lang="zh-CN" altLang="en-US" sz="1800" b="1" dirty="0">
                  <a:latin typeface="宋体" panose="02010600030101010101" pitchFamily="2" charset="-122"/>
                </a:rPr>
                <a:t>取指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43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5578450" y="5516910"/>
              <a:ext cx="649731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r>
                <a:rPr kumimoji="0" lang="zh-CN" altLang="en-US" sz="1800" b="1" dirty="0">
                  <a:latin typeface="宋体" panose="02010600030101010101" pitchFamily="2" charset="-122"/>
                </a:rPr>
                <a:t>访存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7" name="Text Box 44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4643363" y="5516910"/>
              <a:ext cx="65954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r>
                <a:rPr kumimoji="0" lang="zh-CN" altLang="en-US" sz="1800" b="1" dirty="0">
                  <a:latin typeface="宋体" panose="02010600030101010101" pitchFamily="2" charset="-122"/>
                </a:rPr>
                <a:t>执行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" name="Text Box 45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6517159" y="5516910"/>
              <a:ext cx="719138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r>
                <a:rPr kumimoji="0" lang="zh-CN" altLang="en-US" sz="1800" b="1" dirty="0">
                  <a:latin typeface="宋体" panose="02010600030101010101" pitchFamily="2" charset="-122"/>
                </a:rPr>
                <a:t>写</a:t>
              </a:r>
              <a:r>
                <a:rPr kumimoji="0" lang="en-US" altLang="zh-CN" sz="1800" b="1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19" name="Line 46"/>
            <p:cNvSpPr>
              <a:spLocks noChangeShapeType="1"/>
            </p:cNvSpPr>
            <p:nvPr>
              <p:custDataLst>
                <p:tags r:id="rId61"/>
              </p:custDataLst>
            </p:nvPr>
          </p:nvSpPr>
          <p:spPr bwMode="auto">
            <a:xfrm flipV="1">
              <a:off x="6228184" y="5661223"/>
              <a:ext cx="28733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47"/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 flipV="1">
              <a:off x="5292080" y="5661223"/>
              <a:ext cx="28733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48"/>
            <p:cNvSpPr>
              <a:spLocks noChangeShapeType="1"/>
            </p:cNvSpPr>
            <p:nvPr>
              <p:custDataLst>
                <p:tags r:id="rId63"/>
              </p:custDataLst>
            </p:nvPr>
          </p:nvSpPr>
          <p:spPr bwMode="auto">
            <a:xfrm flipV="1">
              <a:off x="4355976" y="5661223"/>
              <a:ext cx="28733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49"/>
            <p:cNvSpPr>
              <a:spLocks noChangeShapeType="1"/>
            </p:cNvSpPr>
            <p:nvPr>
              <p:custDataLst>
                <p:tags r:id="rId64"/>
              </p:custDataLst>
            </p:nvPr>
          </p:nvSpPr>
          <p:spPr bwMode="auto">
            <a:xfrm flipV="1">
              <a:off x="2771800" y="5661223"/>
              <a:ext cx="28733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47"/>
            <p:cNvSpPr>
              <a:spLocks noChangeShapeType="1"/>
            </p:cNvSpPr>
            <p:nvPr>
              <p:custDataLst>
                <p:tags r:id="rId65"/>
              </p:custDataLst>
            </p:nvPr>
          </p:nvSpPr>
          <p:spPr bwMode="auto">
            <a:xfrm flipH="1" flipV="1">
              <a:off x="5385040" y="5445223"/>
              <a:ext cx="81" cy="216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47"/>
            <p:cNvSpPr>
              <a:spLocks noChangeShapeType="1"/>
            </p:cNvSpPr>
            <p:nvPr>
              <p:custDataLst>
                <p:tags r:id="rId66"/>
              </p:custDataLst>
            </p:nvPr>
          </p:nvSpPr>
          <p:spPr bwMode="auto">
            <a:xfrm flipV="1">
              <a:off x="5385040" y="5445223"/>
              <a:ext cx="986461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none" w="sm" len="sm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46"/>
            <p:cNvSpPr>
              <a:spLocks noChangeShapeType="1"/>
            </p:cNvSpPr>
            <p:nvPr>
              <p:custDataLst>
                <p:tags r:id="rId67"/>
              </p:custDataLst>
            </p:nvPr>
          </p:nvSpPr>
          <p:spPr bwMode="auto">
            <a:xfrm flipH="1">
              <a:off x="6371501" y="5445223"/>
              <a:ext cx="1" cy="216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99795" y="2132856"/>
            <a:ext cx="7992745" cy="3569970"/>
            <a:chOff x="1417" y="1474"/>
            <a:chExt cx="12587" cy="5622"/>
          </a:xfrm>
        </p:grpSpPr>
        <p:cxnSp>
          <p:nvCxnSpPr>
            <p:cNvPr id="27" name="直接箭头连接符 26"/>
            <p:cNvCxnSpPr>
              <a:stCxn id="52" idx="3"/>
              <a:endCxn id="53" idx="1"/>
            </p:cNvCxnSpPr>
            <p:nvPr>
              <p:custDataLst>
                <p:tags r:id="rId5"/>
              </p:custDataLst>
            </p:nvPr>
          </p:nvCxnSpPr>
          <p:spPr bwMode="auto">
            <a:xfrm>
              <a:off x="5159" y="2410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" name="直接箭头连接符 27"/>
            <p:cNvCxnSpPr/>
            <p:nvPr>
              <p:custDataLst>
                <p:tags r:id="rId6"/>
              </p:custDataLst>
            </p:nvPr>
          </p:nvCxnSpPr>
          <p:spPr bwMode="auto">
            <a:xfrm flipH="1">
              <a:off x="5159" y="2948"/>
              <a:ext cx="1701" cy="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直接箭头连接符 28"/>
            <p:cNvCxnSpPr/>
            <p:nvPr>
              <p:custDataLst>
                <p:tags r:id="rId7"/>
              </p:custDataLst>
            </p:nvPr>
          </p:nvCxnSpPr>
          <p:spPr bwMode="auto">
            <a:xfrm>
              <a:off x="7654" y="2948"/>
              <a:ext cx="1020" cy="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" name="直接箭头连接符 29"/>
            <p:cNvCxnSpPr/>
            <p:nvPr>
              <p:custDataLst>
                <p:tags r:id="rId8"/>
              </p:custDataLst>
            </p:nvPr>
          </p:nvCxnSpPr>
          <p:spPr bwMode="auto">
            <a:xfrm>
              <a:off x="9355" y="2948"/>
              <a:ext cx="1937" cy="79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" name="直接箭头连接符 30"/>
            <p:cNvCxnSpPr>
              <a:stCxn id="53" idx="3"/>
              <a:endCxn id="54" idx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9355" y="2410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" name="直接箭头连接符 31"/>
            <p:cNvCxnSpPr/>
            <p:nvPr>
              <p:custDataLst>
                <p:tags r:id="rId10"/>
              </p:custDataLst>
            </p:nvPr>
          </p:nvCxnSpPr>
          <p:spPr bwMode="auto">
            <a:xfrm>
              <a:off x="2551" y="4989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11"/>
              </p:custDataLst>
            </p:nvPr>
          </p:nvCxnSpPr>
          <p:spPr bwMode="auto">
            <a:xfrm>
              <a:off x="2551" y="6691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12"/>
              </p:custDataLst>
            </p:nvPr>
          </p:nvCxnSpPr>
          <p:spPr bwMode="auto">
            <a:xfrm>
              <a:off x="5137" y="6699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13"/>
              </p:custDataLst>
            </p:nvPr>
          </p:nvCxnSpPr>
          <p:spPr bwMode="auto">
            <a:xfrm>
              <a:off x="2551" y="7087"/>
              <a:ext cx="1145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14004" y="1474"/>
              <a:ext cx="0" cy="56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15"/>
              </p:custDataLst>
            </p:nvPr>
          </p:nvCxnSpPr>
          <p:spPr bwMode="auto">
            <a:xfrm>
              <a:off x="3344" y="1474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8" name="Text Box 63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417" y="1531"/>
              <a:ext cx="526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if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9" name="Text Box 6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30" y="3231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0" name="Text Box 63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530" y="5203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wb_r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1" name="Text Box 63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252" y="5203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wb_i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" name="Text Box 63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252" y="3231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ex_i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3" name="Text Box 63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994" y="1531"/>
              <a:ext cx="526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id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" name="Text Box 6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860" y="3231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ex_m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" name="Text Box 63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1282" y="3231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ex_j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" name="Text Box 63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0262" y="1531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ex_b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7" name="Text Box 63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118" y="3062"/>
              <a:ext cx="1463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add/sub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8" name="Text Box 63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695" y="2948"/>
              <a:ext cx="73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ori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9" name="Text Box 63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7994" y="2948"/>
              <a:ext cx="1100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0" name="Text Box 63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9468" y="2687"/>
              <a:ext cx="283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j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" name="Text Box 63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9428" y="2041"/>
              <a:ext cx="645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beq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2" name="Text Box 323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417" y="1871"/>
              <a:ext cx="3742" cy="107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IMRd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IRWr</a:t>
              </a:r>
              <a:endParaRPr lang="en-US" altLang="zh-CN" sz="1600" b="1" spc="-100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(3),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53" name="Text Box 323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5953" y="1871"/>
              <a:ext cx="3402" cy="107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Extctr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54" name="Text Box 323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0262" y="1871"/>
              <a:ext cx="3402" cy="107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(3),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PCWrB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55" name="Text Box 323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530" y="3572"/>
              <a:ext cx="1928" cy="141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(0/1),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56" name="Text Box 323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530" y="5557"/>
              <a:ext cx="1928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</a:p>
          </p:txBody>
        </p:sp>
        <p:sp>
          <p:nvSpPr>
            <p:cNvPr id="57" name="Text Box 323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4252" y="3572"/>
              <a:ext cx="1814" cy="141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58" name="Text Box 323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4252" y="5557"/>
              <a:ext cx="1814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</a:p>
          </p:txBody>
        </p:sp>
        <p:sp>
          <p:nvSpPr>
            <p:cNvPr id="59" name="Text Box 323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832" y="3572"/>
              <a:ext cx="3742" cy="79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Extctr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61" name="Text Box 323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1291" y="3572"/>
              <a:ext cx="2381" cy="79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</a:p>
          </p:txBody>
        </p:sp>
        <p:cxnSp>
          <p:nvCxnSpPr>
            <p:cNvPr id="63" name="直接箭头连接符 62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3458" y="2948"/>
              <a:ext cx="2495" cy="79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4" name="直接箭头连接符 63"/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7994" y="4365"/>
              <a:ext cx="68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41"/>
              </p:custDataLst>
            </p:nvPr>
          </p:nvCxnSpPr>
          <p:spPr bwMode="auto">
            <a:xfrm>
              <a:off x="8674" y="4365"/>
              <a:ext cx="907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7" name="直接箭头连接符 66"/>
            <p:cNvCxnSpPr/>
            <p:nvPr>
              <p:custDataLst>
                <p:tags r:id="rId42"/>
              </p:custDataLst>
            </p:nvPr>
          </p:nvCxnSpPr>
          <p:spPr bwMode="auto">
            <a:xfrm flipH="1">
              <a:off x="12525" y="4365"/>
              <a:ext cx="0" cy="272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8" name="Text Box 63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6860" y="5669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wb_m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29" name="直接箭头连接符 128"/>
            <p:cNvCxnSpPr/>
            <p:nvPr>
              <p:custDataLst>
                <p:tags r:id="rId44"/>
              </p:custDataLst>
            </p:nvPr>
          </p:nvCxnSpPr>
          <p:spPr bwMode="auto">
            <a:xfrm>
              <a:off x="7994" y="5612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2" name="直接箭头连接符 131"/>
            <p:cNvCxnSpPr/>
            <p:nvPr>
              <p:custDataLst>
                <p:tags r:id="rId45"/>
              </p:custDataLst>
            </p:nvPr>
          </p:nvCxnSpPr>
          <p:spPr bwMode="auto">
            <a:xfrm>
              <a:off x="10489" y="5613"/>
              <a:ext cx="0" cy="147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46"/>
              </p:custDataLst>
            </p:nvPr>
          </p:nvCxnSpPr>
          <p:spPr bwMode="auto">
            <a:xfrm>
              <a:off x="7994" y="6746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9" name="Text Box 63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6856" y="4535"/>
              <a:ext cx="907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mem_r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0" name="Text Box 63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9804" y="4535"/>
              <a:ext cx="907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mem_w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1" name="Text Box 323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6868" y="4875"/>
              <a:ext cx="1814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>
                  <a:latin typeface="+mn-ea"/>
                  <a:ea typeface="+mn-ea"/>
                </a:rPr>
                <a:t>MEMR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42" name="Text Box 323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9110" y="4875"/>
              <a:ext cx="1701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>
                  <a:latin typeface="+mn-ea"/>
                  <a:ea typeface="+mn-ea"/>
                </a:rPr>
                <a:t>MEMW,</a:t>
              </a:r>
              <a:endParaRPr lang="zh-CN" altLang="en-US" sz="1600" b="1" spc="-100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>
                  <a:latin typeface="+mn-ea"/>
                  <a:ea typeface="+mn-ea"/>
                </a:rPr>
                <a:t>End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43" name="Text Box 323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6860" y="6009"/>
              <a:ext cx="3402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MemRd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</a:p>
          </p:txBody>
        </p:sp>
        <p:sp>
          <p:nvSpPr>
            <p:cNvPr id="144" name="Text Box 63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7922" y="4365"/>
              <a:ext cx="170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     </a:t>
              </a: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45" name="直接箭头连接符 100"/>
            <p:cNvCxnSpPr/>
            <p:nvPr>
              <p:custDataLst>
                <p:tags r:id="rId53"/>
              </p:custDataLst>
            </p:nvPr>
          </p:nvCxnSpPr>
          <p:spPr bwMode="auto">
            <a:xfrm rot="16200000" flipH="1">
              <a:off x="12926" y="2211"/>
              <a:ext cx="340" cy="1814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54"/>
              </p:custDataLst>
            </p:nvPr>
          </p:nvCxnSpPr>
          <p:spPr bwMode="auto">
            <a:xfrm flipH="1">
              <a:off x="3344" y="1477"/>
              <a:ext cx="1065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55"/>
              </p:custDataLst>
            </p:nvPr>
          </p:nvCxnSpPr>
          <p:spPr bwMode="auto">
            <a:xfrm>
              <a:off x="5159" y="4989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77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000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48</a:t>
            </a:fld>
            <a:endParaRPr lang="en-US" altLang="zh-CN" dirty="0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179705" y="332656"/>
            <a:ext cx="8784590" cy="616406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数据通路的组织小结：</a:t>
            </a: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目标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en-US" altLang="zh-CN" sz="2200" b="1" dirty="0">
                <a:latin typeface="+mn-ea"/>
                <a:ea typeface="+mn-ea"/>
              </a:rPr>
              <a:t> </a:t>
            </a:r>
            <a:endParaRPr lang="en-US" altLang="zh-CN" sz="2200" b="1" dirty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1800" b="1" dirty="0">
                <a:latin typeface="+mn-ea"/>
                <a:ea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数据通路的组成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     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流程的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</a:rPr>
              <a:t>硬件需求</a:t>
            </a:r>
            <a:r>
              <a:rPr lang="en-US" altLang="zh-CN" sz="1600" b="1" dirty="0">
                <a:latin typeface="+mn-ea"/>
              </a:rPr>
              <a:t>[</a:t>
            </a:r>
            <a:r>
              <a:rPr lang="zh-CN" altLang="en-US" sz="1600" b="1" dirty="0">
                <a:latin typeface="+mn-ea"/>
              </a:rPr>
              <a:t>基于执行过程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指令功能</a:t>
            </a:r>
            <a:r>
              <a:rPr lang="en-US" altLang="zh-CN" sz="1600" b="1" dirty="0">
                <a:latin typeface="+mn-ea"/>
              </a:rPr>
              <a:t>]</a:t>
            </a:r>
            <a:r>
              <a:rPr lang="en-US" altLang="zh-CN" sz="1800" b="1" dirty="0">
                <a:latin typeface="+mn-ea"/>
              </a:rPr>
              <a:t>)</a:t>
            </a:r>
            <a:endParaRPr lang="en-US" altLang="zh-CN" sz="20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部件：</a:t>
            </a:r>
            <a:r>
              <a:rPr lang="en-US" altLang="zh-CN" sz="2200" b="1" dirty="0">
                <a:latin typeface="+mn-ea"/>
                <a:ea typeface="+mn-ea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互连：</a:t>
            </a:r>
            <a:r>
              <a:rPr lang="en-US" altLang="zh-CN" sz="2200" b="1" dirty="0">
                <a:latin typeface="+mn-ea"/>
                <a:ea typeface="+mn-ea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</a:rPr>
              <a:t>              </a:t>
            </a:r>
            <a:endParaRPr lang="en-US" altLang="zh-CN" sz="2200" b="1" dirty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及其控制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en-US" altLang="zh-CN" sz="2200" b="1" dirty="0">
                <a:latin typeface="+mn-ea"/>
              </a:rPr>
              <a:t>        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操作的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</a:rPr>
              <a:t>实现方法</a:t>
            </a:r>
            <a:r>
              <a:rPr lang="en-US" altLang="zh-CN" sz="1600" b="1" dirty="0">
                <a:latin typeface="+mn-ea"/>
              </a:rPr>
              <a:t>[</a:t>
            </a:r>
            <a:r>
              <a:rPr lang="zh-CN" altLang="en-US" sz="1600" b="1" dirty="0">
                <a:latin typeface="+mn-ea"/>
              </a:rPr>
              <a:t>基于部件功能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控制</a:t>
            </a:r>
            <a:r>
              <a:rPr lang="en-US" altLang="zh-CN" sz="1600" b="1" dirty="0">
                <a:latin typeface="+mn-ea"/>
              </a:rPr>
              <a:t>]</a:t>
            </a:r>
            <a:r>
              <a:rPr lang="en-US" altLang="zh-CN" sz="1800" b="1" dirty="0">
                <a:latin typeface="+mn-ea"/>
              </a:rPr>
              <a:t>)</a:t>
            </a:r>
            <a:endParaRPr lang="en-US" altLang="zh-CN" b="1" dirty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</a:rPr>
              <a:t>      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</a:rPr>
              <a:t>的类型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基本操作</a:t>
            </a:r>
            <a:r>
              <a:rPr lang="en-US" altLang="zh-CN" sz="1800" b="1" dirty="0">
                <a:latin typeface="宋体" panose="02010600030101010101" pitchFamily="2" charset="-122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</a:rPr>
              <a:t>特殊操作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</a:rPr>
              <a:t>的实现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发送相应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指令执行过程的组织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 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流程的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</a:rPr>
              <a:t>控制需求</a:t>
            </a:r>
            <a:r>
              <a:rPr lang="en-US" altLang="zh-CN" sz="1600" b="1" dirty="0">
                <a:latin typeface="+mn-ea"/>
              </a:rPr>
              <a:t>[</a:t>
            </a:r>
            <a:r>
              <a:rPr lang="zh-CN" altLang="en-US" sz="1600" b="1" dirty="0">
                <a:latin typeface="+mn-ea"/>
              </a:rPr>
              <a:t>基于数据通路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指令功能</a:t>
            </a:r>
            <a:r>
              <a:rPr lang="en-US" altLang="zh-CN" sz="1600" b="1" dirty="0">
                <a:latin typeface="+mn-ea"/>
              </a:rPr>
              <a:t>]</a:t>
            </a:r>
            <a:r>
              <a:rPr lang="en-US" altLang="zh-CN" sz="1800" b="1" dirty="0">
                <a:latin typeface="+mn-ea"/>
              </a:rPr>
              <a:t>)</a:t>
            </a: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  </a:t>
            </a:r>
            <a:r>
              <a:rPr lang="zh-CN" altLang="en-US" sz="2200" b="1" dirty="0">
                <a:latin typeface="+mn-ea"/>
                <a:ea typeface="+mn-ea"/>
              </a:rPr>
              <a:t>基于</a:t>
            </a:r>
            <a:r>
              <a:rPr lang="zh-CN" altLang="en-US" sz="2200" b="1" u="sng" dirty="0">
                <a:latin typeface="+mn-ea"/>
                <a:ea typeface="+mn-ea"/>
              </a:rPr>
              <a:t>已有</a:t>
            </a:r>
            <a:r>
              <a:rPr lang="zh-CN" altLang="en-US" sz="2200" b="1" dirty="0">
                <a:latin typeface="+mn-ea"/>
              </a:rPr>
              <a:t>数据通路，</a:t>
            </a:r>
            <a:r>
              <a:rPr lang="zh-CN" altLang="en-US" sz="2200" b="1" u="sng" dirty="0">
                <a:latin typeface="+mn-ea"/>
              </a:rPr>
              <a:t>设计</a:t>
            </a:r>
            <a:r>
              <a:rPr lang="zh-CN" altLang="en-US" sz="2200" b="1" dirty="0">
                <a:latin typeface="+mn-ea"/>
              </a:rPr>
              <a:t>各指令周期的</a:t>
            </a:r>
            <a:r>
              <a:rPr lang="en-US" altLang="zh-CN" sz="2200" u="sng" dirty="0" err="1">
                <a:cs typeface="Times New Roman" panose="02020603050405020304" pitchFamily="18" charset="0"/>
              </a:rPr>
              <a:t>μ</a:t>
            </a:r>
            <a:r>
              <a:rPr lang="en-US" altLang="zh-CN" sz="2200" b="1" u="sng" dirty="0" err="1">
                <a:latin typeface="宋体" panose="02010600030101010101" pitchFamily="2" charset="-122"/>
              </a:rPr>
              <a:t>OPCmd</a:t>
            </a:r>
            <a:r>
              <a:rPr lang="zh-CN" altLang="en-US" sz="2200" b="1" u="sng" dirty="0">
                <a:latin typeface="宋体" panose="02010600030101010101" pitchFamily="2" charset="-122"/>
              </a:rPr>
              <a:t>序列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数据通路的设计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+mn-ea"/>
              </a:rPr>
              <a:t>步骤</a:t>
            </a:r>
            <a:r>
              <a:rPr lang="en-US" altLang="zh-CN" sz="1800" b="1" dirty="0">
                <a:latin typeface="+mn-ea"/>
                <a:ea typeface="+mn-ea"/>
              </a:rPr>
              <a:t>(ISA</a:t>
            </a:r>
            <a:r>
              <a:rPr lang="zh-CN" altLang="en-US" sz="1800" b="1" dirty="0">
                <a:latin typeface="+mn-ea"/>
                <a:ea typeface="+mn-ea"/>
              </a:rPr>
              <a:t>分析→部件设计→互连设计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  </a:t>
            </a:r>
            <a:r>
              <a:rPr lang="zh-CN" altLang="en-US" sz="2200" b="1" dirty="0">
                <a:latin typeface="+mn-ea"/>
                <a:ea typeface="+mn-ea"/>
              </a:rPr>
              <a:t>电路设计，指令执行过程组织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产生</a:t>
            </a:r>
            <a:r>
              <a:rPr lang="en-US" altLang="zh-CN" sz="1800" b="1" u="sng" dirty="0">
                <a:solidFill>
                  <a:srgbClr val="C00000"/>
                </a:solidFill>
                <a:latin typeface="+mn-ea"/>
                <a:cs typeface="Arial Unicode MS" panose="020B0604020202020204" charset="-122"/>
              </a:rPr>
              <a:t>CU</a:t>
            </a:r>
            <a:r>
              <a:rPr lang="zh-CN" altLang="en-US" sz="1800" b="1" u="sng" dirty="0">
                <a:solidFill>
                  <a:srgbClr val="C00000"/>
                </a:solidFill>
                <a:latin typeface="+mn-ea"/>
                <a:cs typeface="Arial Unicode MS" panose="020B0604020202020204" charset="-122"/>
              </a:rPr>
              <a:t>的功能需求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1477469" y="728611"/>
            <a:ext cx="7415009" cy="2567598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756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实现</a:t>
            </a:r>
            <a:r>
              <a:rPr lang="en-US" altLang="zh-CN" sz="2200" b="1" dirty="0">
                <a:latin typeface="+mn-ea"/>
                <a:ea typeface="+mn-ea"/>
              </a:rPr>
              <a:t>CPU</a:t>
            </a:r>
            <a:r>
              <a:rPr lang="zh-CN" altLang="en-US" sz="2200" b="1" dirty="0">
                <a:latin typeface="+mn-ea"/>
                <a:ea typeface="+mn-ea"/>
              </a:rPr>
              <a:t>工作流程</a:t>
            </a:r>
            <a:r>
              <a:rPr lang="zh-CN" altLang="en-US" sz="2200" b="1" dirty="0">
                <a:latin typeface="+mn-ea"/>
              </a:rPr>
              <a:t>所需的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</a:rPr>
              <a:t>操作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</a:rPr>
              <a:t> </a:t>
            </a:r>
            <a:r>
              <a:rPr lang="zh-CN" altLang="en-US" sz="1800" b="1" dirty="0">
                <a:latin typeface="+mn-ea"/>
                <a:ea typeface="+mn-ea"/>
              </a:rPr>
              <a:t>    ←流程＝</a:t>
            </a:r>
            <a:r>
              <a:rPr lang="zh-CN" altLang="en-US" sz="1800" b="1" dirty="0">
                <a:latin typeface="+mn-ea"/>
              </a:rPr>
              <a:t>指令执行＋</a:t>
            </a:r>
            <a:r>
              <a:rPr lang="zh-CN" altLang="en-US" sz="1800" b="1" dirty="0">
                <a:latin typeface="+mn-ea"/>
                <a:ea typeface="+mn-ea"/>
              </a:rPr>
              <a:t>中断响应</a:t>
            </a:r>
            <a:endParaRPr lang="en-US" altLang="zh-CN" sz="18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latin typeface="+mn-ea"/>
                <a:ea typeface="+mn-ea"/>
              </a:rPr>
              <a:t>   </a:t>
            </a:r>
            <a:r>
              <a:rPr lang="zh-CN" altLang="en-US" sz="2200" b="1" dirty="0">
                <a:latin typeface="+mn-ea"/>
                <a:ea typeface="+mn-ea"/>
              </a:rPr>
              <a:t>取指部件</a:t>
            </a:r>
            <a:r>
              <a:rPr lang="en-US" altLang="zh-CN" sz="1800" b="1" dirty="0">
                <a:latin typeface="+mn-ea"/>
                <a:ea typeface="+mn-ea"/>
              </a:rPr>
              <a:t>(PC/IR</a:t>
            </a:r>
            <a:r>
              <a:rPr lang="zh-CN" altLang="en-US" sz="1800" b="1" dirty="0">
                <a:latin typeface="+mn-ea"/>
                <a:ea typeface="+mn-ea"/>
              </a:rPr>
              <a:t>等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＋执行部件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满足指令功能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en-US" altLang="zh-CN" sz="1600" b="1" dirty="0">
                <a:latin typeface="+mn-ea"/>
                <a:ea typeface="+mn-ea"/>
              </a:rPr>
              <a:t>      </a:t>
            </a:r>
            <a:r>
              <a:rPr lang="en-US" altLang="zh-CN" sz="1600" dirty="0">
                <a:latin typeface="+mn-ea"/>
                <a:ea typeface="+mn-ea"/>
              </a:rPr>
              <a:t>└</a:t>
            </a:r>
            <a:r>
              <a:rPr lang="en-US" altLang="zh-CN" sz="1600" b="1" dirty="0">
                <a:latin typeface="+mn-ea"/>
                <a:ea typeface="+mn-ea"/>
              </a:rPr>
              <a:t>←</a:t>
            </a:r>
            <a:r>
              <a:rPr lang="zh-CN" altLang="en-US" sz="1600" b="1" dirty="0">
                <a:latin typeface="+mn-ea"/>
                <a:ea typeface="+mn-ea"/>
              </a:rPr>
              <a:t>～指令周期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互连结构等</a:t>
            </a:r>
            <a:r>
              <a:rPr lang="en-US" altLang="zh-CN" sz="1600" b="1" dirty="0">
                <a:latin typeface="+mn-ea"/>
                <a:ea typeface="+mn-ea"/>
              </a:rPr>
              <a:t>→</a:t>
            </a:r>
            <a:r>
              <a:rPr lang="en-US" altLang="zh-CN" sz="1600" dirty="0">
                <a:latin typeface="+mn-ea"/>
                <a:ea typeface="+mn-ea"/>
              </a:rPr>
              <a:t>┴</a:t>
            </a:r>
            <a:r>
              <a:rPr lang="zh-CN" altLang="en-US" sz="1600" b="1" dirty="0">
                <a:latin typeface="+mn-ea"/>
              </a:rPr>
              <a:t>～</a:t>
            </a:r>
            <a:r>
              <a:rPr lang="en-US" altLang="zh-CN" sz="1600" b="1" dirty="0">
                <a:latin typeface="+mn-ea"/>
                <a:ea typeface="+mn-ea"/>
              </a:rPr>
              <a:t>←</a:t>
            </a:r>
            <a:r>
              <a:rPr lang="zh-CN" altLang="en-US" sz="1600" b="1" dirty="0">
                <a:latin typeface="+mn-ea"/>
                <a:ea typeface="+mn-ea"/>
              </a:rPr>
              <a:t>指令系统</a:t>
            </a:r>
            <a:endParaRPr lang="en-US" altLang="zh-CN" sz="16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</a:rPr>
              <a:t>   </a:t>
            </a:r>
            <a:r>
              <a:rPr lang="zh-CN" altLang="en-US" sz="2200" b="1" dirty="0">
                <a:latin typeface="+mn-ea"/>
                <a:ea typeface="+mn-ea"/>
              </a:rPr>
              <a:t>结构有</a:t>
            </a:r>
            <a:r>
              <a:rPr lang="zh-CN" altLang="en-US" sz="2200" b="1" u="sng" dirty="0">
                <a:latin typeface="+mn-ea"/>
                <a:ea typeface="+mn-ea"/>
              </a:rPr>
              <a:t>总线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</a:rPr>
              <a:t>增设三态门</a:t>
            </a:r>
            <a:r>
              <a:rPr lang="en-US" altLang="zh-CN" sz="1800" b="1" dirty="0">
                <a:latin typeface="+mn-ea"/>
              </a:rPr>
              <a:t>&amp;</a:t>
            </a:r>
            <a:r>
              <a:rPr lang="zh-CN" altLang="en-US" sz="1800" b="1" dirty="0">
                <a:latin typeface="+mn-ea"/>
              </a:rPr>
              <a:t>暂存器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、</a:t>
            </a:r>
            <a:r>
              <a:rPr lang="zh-CN" altLang="en-US" sz="2200" b="1" u="sng" dirty="0">
                <a:latin typeface="+mn-ea"/>
                <a:ea typeface="+mn-ea"/>
              </a:rPr>
              <a:t>专用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</a:rPr>
              <a:t>增设选择器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</a:rPr>
              <a:t>   </a:t>
            </a:r>
            <a:r>
              <a:rPr lang="zh-CN" altLang="en-US" sz="2200" b="1" dirty="0">
                <a:latin typeface="+mn-ea"/>
                <a:ea typeface="+mn-ea"/>
              </a:rPr>
              <a:t>方法为</a:t>
            </a:r>
            <a:r>
              <a:rPr lang="zh-CN" altLang="en-US" sz="2200" b="1" u="sng" dirty="0">
                <a:latin typeface="+mn-ea"/>
                <a:ea typeface="+mn-ea"/>
              </a:rPr>
              <a:t>逐条增加</a:t>
            </a:r>
            <a:r>
              <a:rPr lang="zh-CN" altLang="en-US" sz="2200" b="1" dirty="0">
                <a:latin typeface="+mn-ea"/>
                <a:ea typeface="+mn-ea"/>
              </a:rPr>
              <a:t>各指令的数据路径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24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680251" y="1159140"/>
            <a:ext cx="215858" cy="3096266"/>
            <a:chOff x="7756" y="2209"/>
            <a:chExt cx="272" cy="4873"/>
          </a:xfrm>
        </p:grpSpPr>
        <p:cxnSp>
          <p:nvCxnSpPr>
            <p:cNvPr id="26" name="直接箭头连接符 25"/>
            <p:cNvCxnSpPr/>
            <p:nvPr/>
          </p:nvCxnSpPr>
          <p:spPr bwMode="auto">
            <a:xfrm flipV="1">
              <a:off x="7937" y="2209"/>
              <a:ext cx="91" cy="487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" name="直接箭头连接符 2"/>
            <p:cNvCxnSpPr/>
            <p:nvPr>
              <p:custDataLst>
                <p:tags r:id="rId2"/>
              </p:custDataLst>
            </p:nvPr>
          </p:nvCxnSpPr>
          <p:spPr bwMode="auto">
            <a:xfrm flipV="1">
              <a:off x="7756" y="2209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  <p:cxnSp>
        <p:nvCxnSpPr>
          <p:cNvPr id="20" name="直接箭头连接符 19"/>
          <p:cNvCxnSpPr/>
          <p:nvPr>
            <p:custDataLst>
              <p:tags r:id="rId1"/>
            </p:custDataLst>
          </p:nvPr>
        </p:nvCxnSpPr>
        <p:spPr bwMode="auto">
          <a:xfrm>
            <a:off x="4644008" y="3646800"/>
            <a:ext cx="0" cy="612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 Box 132"/>
          <p:cNvSpPr txBox="1">
            <a:spLocks noChangeArrowheads="1"/>
          </p:cNvSpPr>
          <p:nvPr/>
        </p:nvSpPr>
        <p:spPr bwMode="auto">
          <a:xfrm>
            <a:off x="179705" y="1700808"/>
            <a:ext cx="8817575" cy="47728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功能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产生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工作流程所需的</a:t>
            </a:r>
            <a:r>
              <a:rPr lang="zh-CN" altLang="en-US" sz="2000" b="1" u="sng" dirty="0">
                <a:latin typeface="宋体" panose="02010600030101010101" pitchFamily="2" charset="-122"/>
                <a:sym typeface="+mn-ea"/>
              </a:rPr>
              <a:t>操作控制信号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即</a:t>
            </a:r>
            <a:r>
              <a:rPr lang="zh-CN" altLang="en-US" sz="1800" b="1" dirty="0">
                <a:solidFill>
                  <a:srgbClr val="990099"/>
                </a:solidFill>
                <a:highlight>
                  <a:srgbClr val="CCFFFF"/>
                </a:highlight>
                <a:latin typeface="宋体" panose="02010600030101010101" pitchFamily="2" charset="-122"/>
                <a:sym typeface="+mn-ea"/>
              </a:rPr>
              <a:t>各</a:t>
            </a:r>
            <a:r>
              <a:rPr lang="en-US" altLang="zh-CN" sz="1800" dirty="0" err="1">
                <a:solidFill>
                  <a:srgbClr val="990099"/>
                </a:solidFill>
                <a:highlight>
                  <a:srgbClr val="CCFFFF"/>
                </a:highlight>
                <a:sym typeface="+mn-ea"/>
              </a:rPr>
              <a:t>μ</a:t>
            </a:r>
            <a:r>
              <a:rPr lang="en-US" altLang="zh-CN" sz="1800" b="1" dirty="0" err="1">
                <a:solidFill>
                  <a:srgbClr val="990099"/>
                </a:solidFill>
                <a:highlight>
                  <a:srgbClr val="CCFFFF"/>
                </a:highlight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>
                <a:solidFill>
                  <a:srgbClr val="990099"/>
                </a:solidFill>
                <a:highlight>
                  <a:srgbClr val="CCFFFF"/>
                </a:highlight>
                <a:latin typeface="宋体" panose="02010600030101010101" pitchFamily="2" charset="-122"/>
                <a:sym typeface="+mn-ea"/>
              </a:rPr>
              <a:t>序列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en-US" altLang="zh-CN" sz="1800" dirty="0" err="1">
                <a:solidFill>
                  <a:schemeClr val="tx1"/>
                </a:solidFill>
                <a:sym typeface="+mn-ea"/>
              </a:rPr>
              <a:t>μ</a:t>
            </a:r>
            <a:r>
              <a:rPr lang="en-US" altLang="zh-CN" sz="1800" b="1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基本组成：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spc="-140" dirty="0">
                <a:solidFill>
                  <a:srgbClr val="C00000"/>
                </a:solidFill>
                <a:latin typeface="宋体" panose="02010600030101010101" pitchFamily="2" charset="-122"/>
              </a:rPr>
              <a:t>工作原理：</a:t>
            </a:r>
            <a:endParaRPr lang="en-US" altLang="zh-CN" sz="2200" b="1" spc="-14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时序信号电路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循环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有序地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产生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各个时序信号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u="sng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     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表示不同的步骤→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┘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+mn-ea"/>
                <a:ea typeface="+mn-ea"/>
                <a:sym typeface="+mn-ea"/>
              </a:rPr>
              <a:t>    </a:t>
            </a:r>
            <a:r>
              <a:rPr lang="en-US" altLang="zh-CN" sz="2200" u="sng" dirty="0" err="1">
                <a:sym typeface="+mn-ea"/>
              </a:rPr>
              <a:t>μ</a:t>
            </a:r>
            <a:r>
              <a:rPr lang="en-US" altLang="zh-CN" sz="2200" b="1" u="sng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信号电路</a:t>
            </a:r>
            <a:r>
              <a:rPr lang="zh-CN" altLang="zh-CN" sz="22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zh-CN" sz="2200" b="1" dirty="0">
                <a:latin typeface="宋体" panose="02010600030101010101" pitchFamily="2" charset="-122"/>
                <a:sym typeface="+mn-ea"/>
              </a:rPr>
              <a:t>所有</a:t>
            </a: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控制信号的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逻辑函数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5000"/>
              </a:lnSpc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与相应时序信号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绑定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┘</a:t>
            </a:r>
            <a:endParaRPr lang="en-US" altLang="zh-CN" sz="1600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49</a:t>
            </a:fld>
            <a:endParaRPr lang="en-US" altLang="zh-CN"/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838200" y="288000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§5.3  </a:t>
            </a:r>
            <a:r>
              <a:rPr lang="zh-CN" altLang="en-US" sz="2800" b="1" dirty="0">
                <a:latin typeface="宋体" panose="02010600030101010101" pitchFamily="2" charset="-122"/>
              </a:rPr>
              <a:t>控制器的组成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9388" y="1339200"/>
            <a:ext cx="8785225" cy="391143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tIns="10800" bIns="10800" anchor="t" anchorCtr="0">
            <a:spAutoFit/>
          </a:bodyPr>
          <a:lstStyle/>
          <a:p>
            <a:pPr algn="l"/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一、控制器的基本结构</a:t>
            </a:r>
          </a:p>
        </p:txBody>
      </p:sp>
      <p:sp>
        <p:nvSpPr>
          <p:cNvPr id="199" name="Text Box 132"/>
          <p:cNvSpPr txBox="1">
            <a:spLocks noChangeArrowheads="1"/>
          </p:cNvSpPr>
          <p:nvPr/>
        </p:nvSpPr>
        <p:spPr bwMode="auto">
          <a:xfrm>
            <a:off x="1908000" y="2132608"/>
            <a:ext cx="7055763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仅控制单元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CU</a:t>
            </a: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指令部件</a:t>
            </a:r>
            <a:r>
              <a:rPr lang="en-US" altLang="zh-CN" sz="1800" b="1" dirty="0">
                <a:latin typeface="宋体" panose="02010600030101010101" pitchFamily="2" charset="-122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</a:rPr>
              <a:t>中断机构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划入</a:t>
            </a:r>
            <a:r>
              <a:rPr lang="zh-CN" altLang="en-US" sz="1800" b="1" dirty="0">
                <a:latin typeface="宋体" panose="02010600030101010101" pitchFamily="2" charset="-122"/>
              </a:rPr>
              <a:t>数据通路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路径重叠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259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000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>
                <a:latin typeface="宋体" panose="02010600030101010101" pitchFamily="2" charset="-122"/>
              </a:rPr>
              <a:t>基本结构</a:t>
            </a:r>
            <a:r>
              <a:rPr lang="zh-CN" altLang="en-US" sz="2000" b="1" spc="-80" dirty="0">
                <a:latin typeface="宋体" panose="02010600030101010101" pitchFamily="2" charset="-122"/>
              </a:rPr>
              <a:t>，时序信</a:t>
            </a:r>
            <a:r>
              <a:rPr lang="zh-CN" altLang="en-US" sz="2000" b="1" spc="-80" dirty="0">
                <a:latin typeface="+mn-ea"/>
              </a:rPr>
              <a:t>号的形成</a:t>
            </a:r>
            <a:r>
              <a:rPr lang="en-US" altLang="zh-CN" sz="1800" b="1" spc="-80" dirty="0">
                <a:latin typeface="+mn-ea"/>
              </a:rPr>
              <a:t>(</a:t>
            </a:r>
            <a:r>
              <a:rPr lang="zh-CN" altLang="en-US" sz="1800" b="1" spc="-80" dirty="0">
                <a:latin typeface="+mn-ea"/>
              </a:rPr>
              <a:t>组织</a:t>
            </a:r>
            <a:r>
              <a:rPr lang="en-US" altLang="zh-CN" sz="1800" b="1" spc="-80" dirty="0">
                <a:latin typeface="+mn-ea"/>
              </a:rPr>
              <a:t>/</a:t>
            </a:r>
            <a:r>
              <a:rPr lang="zh-CN" altLang="en-US" sz="1800" b="1" spc="-80" dirty="0">
                <a:latin typeface="+mn-ea"/>
              </a:rPr>
              <a:t>实现</a:t>
            </a:r>
            <a:r>
              <a:rPr lang="en-US" altLang="zh-CN" sz="1800" b="1" spc="-80" dirty="0">
                <a:latin typeface="+mn-ea"/>
              </a:rPr>
              <a:t>)</a:t>
            </a:r>
            <a:r>
              <a:rPr lang="zh-CN" altLang="en-US" sz="2000" b="1" spc="-80" dirty="0">
                <a:latin typeface="+mn-ea"/>
              </a:rPr>
              <a:t>，</a:t>
            </a:r>
            <a:r>
              <a:rPr lang="en-US" altLang="zh-CN" sz="2000" spc="-80" dirty="0" err="1"/>
              <a:t>μ</a:t>
            </a:r>
            <a:r>
              <a:rPr lang="en-US" altLang="zh-CN" sz="2000" b="1" spc="-80" dirty="0" err="1">
                <a:latin typeface="宋体" panose="02010600030101010101" pitchFamily="2" charset="-122"/>
              </a:rPr>
              <a:t>OP</a:t>
            </a:r>
            <a:r>
              <a:rPr lang="zh-CN" altLang="en-US" sz="2000" b="1" spc="-80" dirty="0">
                <a:latin typeface="宋体" panose="02010600030101010101" pitchFamily="2" charset="-122"/>
              </a:rPr>
              <a:t>控制信号的形成</a:t>
            </a:r>
            <a:endParaRPr lang="en-US" altLang="zh-CN" sz="2000" b="1" spc="-80" dirty="0">
              <a:latin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44685" y="2637128"/>
            <a:ext cx="7847795" cy="1944000"/>
            <a:chOff x="1044685" y="2637128"/>
            <a:chExt cx="7847795" cy="1944000"/>
          </a:xfrm>
        </p:grpSpPr>
        <p:sp>
          <p:nvSpPr>
            <p:cNvPr id="94" name="Text Box 255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044685" y="2637128"/>
              <a:ext cx="6804000" cy="194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5" name="Text Box 255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116685" y="4257128"/>
              <a:ext cx="6264000" cy="25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运算器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+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BIU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6" name="Rectangle 274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348685" y="2709128"/>
              <a:ext cx="2808000" cy="1260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Text Box 227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7092685" y="3069128"/>
              <a:ext cx="288000" cy="93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 cmpd="sng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中断机构</a:t>
              </a:r>
            </a:p>
          </p:txBody>
        </p:sp>
        <p:sp>
          <p:nvSpPr>
            <p:cNvPr id="98" name="Text Box 256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458065" y="3237203"/>
              <a:ext cx="286385" cy="36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99" name="Text Box 257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176250" y="2781128"/>
              <a:ext cx="1727835" cy="25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时序信号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形成电路</a:t>
              </a:r>
            </a:p>
          </p:txBody>
        </p:sp>
        <p:sp>
          <p:nvSpPr>
            <p:cNvPr id="100" name="Text Box 258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4320685" y="3213128"/>
              <a:ext cx="1296035" cy="54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>
                  <a:solidFill>
                    <a:srgbClr val="C00000"/>
                  </a:solidFill>
                  <a:latin typeface="+mn-lt"/>
                </a:rPr>
                <a:t>μ</a:t>
              </a:r>
              <a:r>
                <a:rPr lang="en-US" altLang="zh-CN" sz="1600" b="1" dirty="0" err="1">
                  <a:solidFill>
                    <a:srgbClr val="C00000"/>
                  </a:solidFill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控制信号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形成电路</a:t>
              </a:r>
            </a:p>
          </p:txBody>
        </p:sp>
        <p:sp>
          <p:nvSpPr>
            <p:cNvPr id="101" name="Text Box 271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4644685" y="4005128"/>
              <a:ext cx="50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+mn-ea"/>
                  <a:ea typeface="+mn-ea"/>
                </a:rPr>
                <a:t>……</a:t>
              </a:r>
            </a:p>
          </p:txBody>
        </p:sp>
        <p:sp>
          <p:nvSpPr>
            <p:cNvPr id="102" name="Text Box 392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3492685" y="2817128"/>
              <a:ext cx="32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CU</a:t>
              </a:r>
            </a:p>
          </p:txBody>
        </p:sp>
        <p:cxnSp>
          <p:nvCxnSpPr>
            <p:cNvPr id="103" name="直接箭头连接符 102"/>
            <p:cNvCxnSpPr/>
            <p:nvPr>
              <p:custDataLst>
                <p:tags r:id="rId47"/>
              </p:custDataLst>
            </p:nvPr>
          </p:nvCxnSpPr>
          <p:spPr bwMode="auto">
            <a:xfrm>
              <a:off x="3744450" y="3285128"/>
              <a:ext cx="57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4" name="直接箭头连接符 103"/>
            <p:cNvCxnSpPr/>
            <p:nvPr>
              <p:custDataLst>
                <p:tags r:id="rId48"/>
              </p:custDataLst>
            </p:nvPr>
          </p:nvCxnSpPr>
          <p:spPr bwMode="auto">
            <a:xfrm>
              <a:off x="3744450" y="3537128"/>
              <a:ext cx="57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5" name="Text Box 271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 rot="5400000">
              <a:off x="3762222" y="3339128"/>
              <a:ext cx="252000" cy="14478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C3300"/>
                  </a:solidFill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06" name="直接箭头连接符 105"/>
            <p:cNvCxnSpPr/>
            <p:nvPr>
              <p:custDataLst>
                <p:tags r:id="rId50"/>
              </p:custDataLst>
            </p:nvPr>
          </p:nvCxnSpPr>
          <p:spPr bwMode="auto">
            <a:xfrm>
              <a:off x="5112741" y="3033128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7" name="直接箭头连接符 106"/>
            <p:cNvCxnSpPr/>
            <p:nvPr>
              <p:custDataLst>
                <p:tags r:id="rId51"/>
              </p:custDataLst>
            </p:nvPr>
          </p:nvCxnSpPr>
          <p:spPr bwMode="auto">
            <a:xfrm>
              <a:off x="4680440" y="3033128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8" name="Text Box 271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4752830" y="3033128"/>
              <a:ext cx="29718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09" name="直接箭头连接符 108"/>
            <p:cNvCxnSpPr/>
            <p:nvPr>
              <p:custDataLst>
                <p:tags r:id="rId53"/>
              </p:custDataLst>
            </p:nvPr>
          </p:nvCxnSpPr>
          <p:spPr bwMode="auto">
            <a:xfrm flipH="1">
              <a:off x="5617700" y="3465128"/>
              <a:ext cx="147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0" name="直接箭头连接符 109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2196685" y="3429128"/>
              <a:ext cx="126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1" name="直接箭头连接符 110"/>
            <p:cNvCxnSpPr/>
            <p:nvPr>
              <p:custDataLst>
                <p:tags r:id="rId55"/>
              </p:custDataLst>
            </p:nvPr>
          </p:nvCxnSpPr>
          <p:spPr bwMode="auto">
            <a:xfrm>
              <a:off x="5184685" y="3753127"/>
              <a:ext cx="0" cy="50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12" name="直接箭头连接符 111"/>
            <p:cNvCxnSpPr/>
            <p:nvPr>
              <p:custDataLst>
                <p:tags r:id="rId56"/>
              </p:custDataLst>
            </p:nvPr>
          </p:nvCxnSpPr>
          <p:spPr bwMode="auto">
            <a:xfrm flipH="1">
              <a:off x="4608685" y="3753128"/>
              <a:ext cx="0" cy="50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13" name="直接箭头连接符 173"/>
            <p:cNvCxnSpPr/>
            <p:nvPr>
              <p:custDataLst>
                <p:tags r:id="rId57"/>
              </p:custDataLst>
            </p:nvPr>
          </p:nvCxnSpPr>
          <p:spPr bwMode="auto">
            <a:xfrm flipH="1">
              <a:off x="7380685" y="37188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4" name="直接箭头连接符 113"/>
            <p:cNvCxnSpPr/>
            <p:nvPr>
              <p:custDataLst>
                <p:tags r:id="rId58"/>
              </p:custDataLst>
            </p:nvPr>
          </p:nvCxnSpPr>
          <p:spPr bwMode="auto">
            <a:xfrm flipH="1">
              <a:off x="7380685" y="3178800"/>
              <a:ext cx="61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5" name="直接箭头连接符 114"/>
            <p:cNvCxnSpPr/>
            <p:nvPr>
              <p:custDataLst>
                <p:tags r:id="rId59"/>
              </p:custDataLst>
            </p:nvPr>
          </p:nvCxnSpPr>
          <p:spPr bwMode="auto">
            <a:xfrm>
              <a:off x="7380685" y="3394800"/>
              <a:ext cx="612000" cy="63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6" name="Text Box 392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7992685" y="3070800"/>
              <a:ext cx="899795" cy="46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中断请求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中断响应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7" name="Text Box 392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2376685" y="3717128"/>
              <a:ext cx="900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程序状态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8" name="直接箭头连接符 117"/>
            <p:cNvCxnSpPr/>
            <p:nvPr>
              <p:custDataLst>
                <p:tags r:id="rId62"/>
              </p:custDataLst>
            </p:nvPr>
          </p:nvCxnSpPr>
          <p:spPr bwMode="auto">
            <a:xfrm flipH="1" flipV="1">
              <a:off x="5760685" y="3028923"/>
              <a:ext cx="635" cy="79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19" name="Text Box 392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6156685" y="3249128"/>
              <a:ext cx="936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机器状态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392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7596000" y="3466800"/>
              <a:ext cx="252000" cy="90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异常请求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1" name="Text Box 392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5184685" y="4005128"/>
              <a:ext cx="165608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所有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控制信号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2" name="直接箭头连接符 121"/>
            <p:cNvCxnSpPr/>
            <p:nvPr>
              <p:custDataLst>
                <p:tags r:id="rId66"/>
              </p:custDataLst>
            </p:nvPr>
          </p:nvCxnSpPr>
          <p:spPr bwMode="auto">
            <a:xfrm>
              <a:off x="7164685" y="4005128"/>
              <a:ext cx="0" cy="25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7308685" y="4005128"/>
              <a:ext cx="0" cy="25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4" name="Text Box 255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2124685" y="4257128"/>
              <a:ext cx="432000" cy="25209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125" name="直接箭头连接符 173"/>
            <p:cNvCxnSpPr/>
            <p:nvPr>
              <p:custDataLst>
                <p:tags r:id="rId69"/>
              </p:custDataLst>
            </p:nvPr>
          </p:nvCxnSpPr>
          <p:spPr bwMode="auto">
            <a:xfrm>
              <a:off x="7380685" y="43308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箭头连接符 173"/>
            <p:cNvCxnSpPr/>
            <p:nvPr>
              <p:custDataLst>
                <p:tags r:id="rId70"/>
              </p:custDataLst>
            </p:nvPr>
          </p:nvCxnSpPr>
          <p:spPr bwMode="auto">
            <a:xfrm flipH="1" flipV="1">
              <a:off x="7560685" y="3718800"/>
              <a:ext cx="0" cy="61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7" name="Text Box 392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2376685" y="3213128"/>
              <a:ext cx="900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操作码等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8" name="直接箭头连接符 117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3888685" y="2817128"/>
              <a:ext cx="0" cy="46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29" name="直接箭头连接符 117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3888685" y="2817128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30" name="直接箭头连接符 117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3996685" y="2997128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31" name="直接箭头连接符 117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3996685" y="2997128"/>
              <a:ext cx="0" cy="54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32" name="直接箭头连接符 117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2340685" y="3681128"/>
              <a:ext cx="198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133" name="Text Box 255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1116685" y="3069128"/>
              <a:ext cx="1152000" cy="61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4" name="Text Box 255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1764685" y="3321128"/>
              <a:ext cx="432000" cy="25209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135" name="Text Box 255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1188685" y="3321128"/>
              <a:ext cx="432000" cy="25209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136" name="Text Box 392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1224685" y="3070800"/>
              <a:ext cx="936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指令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部件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7" name="直接箭头连接符 136"/>
            <p:cNvCxnSpPr/>
            <p:nvPr>
              <p:custDataLst>
                <p:tags r:id="rId81"/>
              </p:custDataLst>
            </p:nvPr>
          </p:nvCxnSpPr>
          <p:spPr bwMode="auto">
            <a:xfrm flipV="1">
              <a:off x="1980685" y="3573128"/>
              <a:ext cx="0" cy="68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1476685" y="3573128"/>
              <a:ext cx="0" cy="68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9" name="直接箭头连接符 138"/>
            <p:cNvCxnSpPr/>
            <p:nvPr>
              <p:custDataLst>
                <p:tags r:id="rId83"/>
              </p:custDataLst>
            </p:nvPr>
          </p:nvCxnSpPr>
          <p:spPr bwMode="auto">
            <a:xfrm>
              <a:off x="1368685" y="3573128"/>
              <a:ext cx="0" cy="68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0" name="直接箭头连接符 117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2340685" y="3681128"/>
              <a:ext cx="0" cy="57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41" name="直接箭头连接符 140"/>
            <p:cNvCxnSpPr/>
            <p:nvPr>
              <p:custDataLst>
                <p:tags r:id="rId85"/>
              </p:custDataLst>
            </p:nvPr>
          </p:nvCxnSpPr>
          <p:spPr bwMode="auto">
            <a:xfrm>
              <a:off x="5328685" y="3753128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2" name="直接箭头连接符 141"/>
            <p:cNvCxnSpPr/>
            <p:nvPr>
              <p:custDataLst>
                <p:tags r:id="rId86"/>
              </p:custDataLst>
            </p:nvPr>
          </p:nvCxnSpPr>
          <p:spPr bwMode="auto">
            <a:xfrm>
              <a:off x="5472685" y="3753128"/>
              <a:ext cx="0" cy="7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2" name="直接箭头连接符 171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5472685" y="3825128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3" name="直接箭头连接符 172"/>
            <p:cNvCxnSpPr/>
            <p:nvPr>
              <p:custDataLst>
                <p:tags r:id="rId88"/>
              </p:custDataLst>
            </p:nvPr>
          </p:nvCxnSpPr>
          <p:spPr bwMode="auto">
            <a:xfrm flipH="1">
              <a:off x="5904085" y="2925128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4" name="直接箭头连接符 117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6048685" y="2925128"/>
              <a:ext cx="0" cy="54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75" name="直接箭头连接符 174"/>
            <p:cNvCxnSpPr/>
            <p:nvPr>
              <p:custDataLst>
                <p:tags r:id="rId90"/>
              </p:custDataLst>
            </p:nvPr>
          </p:nvCxnSpPr>
          <p:spPr bwMode="auto">
            <a:xfrm>
              <a:off x="5328685" y="3897128"/>
              <a:ext cx="1764000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76" name="直接箭头连接符 175"/>
            <p:cNvCxnSpPr/>
            <p:nvPr>
              <p:custDataLst>
                <p:tags r:id="rId91"/>
              </p:custDataLst>
            </p:nvPr>
          </p:nvCxnSpPr>
          <p:spPr bwMode="auto">
            <a:xfrm>
              <a:off x="7380175" y="4437112"/>
              <a:ext cx="612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78" name="Text Box 392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7992000" y="4320000"/>
              <a:ext cx="899795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系统总线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48" name="组合 247">
            <a:extLst>
              <a:ext uri="{FF2B5EF4-FFF2-40B4-BE49-F238E27FC236}">
                <a16:creationId xmlns:a16="http://schemas.microsoft.com/office/drawing/2014/main" id="{0E80AFA2-DD08-4A19-8739-021034E4B2BC}"/>
              </a:ext>
            </a:extLst>
          </p:cNvPr>
          <p:cNvGrpSpPr/>
          <p:nvPr/>
        </p:nvGrpSpPr>
        <p:grpSpPr>
          <a:xfrm>
            <a:off x="6804248" y="4653136"/>
            <a:ext cx="2087880" cy="1115060"/>
            <a:chOff x="4536" y="2496"/>
            <a:chExt cx="3288" cy="1756"/>
          </a:xfrm>
        </p:grpSpPr>
        <p:sp>
          <p:nvSpPr>
            <p:cNvPr id="249" name="Text Box 520">
              <a:extLst>
                <a:ext uri="{FF2B5EF4-FFF2-40B4-BE49-F238E27FC236}">
                  <a16:creationId xmlns:a16="http://schemas.microsoft.com/office/drawing/2014/main" id="{55C1E517-2E25-4FE3-B351-4FCED42DDB44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4536" y="2496"/>
              <a:ext cx="1020" cy="170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节拍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85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节拍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  <a:endParaRPr lang="en-US" altLang="zh-CN" sz="1600" b="1" baseline="-18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85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节拍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3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85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节拍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4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85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节拍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5</a:t>
              </a:r>
            </a:p>
          </p:txBody>
        </p: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F202E3BE-28AF-4626-A3B2-43C385F8D691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 flipH="1">
              <a:off x="6351" y="2891"/>
              <a:ext cx="0" cy="22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99942027-4ADC-4373-B9EB-8CA34ED08F0E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>
              <a:off x="6011" y="2891"/>
              <a:ext cx="34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CD270A0F-04D4-437A-917E-E85308927CFD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 flipH="1">
              <a:off x="6009" y="2891"/>
              <a:ext cx="2" cy="22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66503278-B4B0-42B6-9398-3971FD93DC61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>
              <a:off x="5556" y="3118"/>
              <a:ext cx="454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18B3FF7F-0286-47DA-AC52-F4A88A10194C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6350" y="3118"/>
              <a:ext cx="1474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CB5D946F-AE5B-4E61-8954-8747F0B9BF38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 flipH="1">
              <a:off x="6009" y="2551"/>
              <a:ext cx="0" cy="22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DAFE6CB6-2A63-4491-9762-D7F29FDF61E3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>
              <a:off x="5669" y="2551"/>
              <a:ext cx="34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202B043C-E060-4157-813A-5176CF86B66F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 flipH="1">
              <a:off x="5667" y="2551"/>
              <a:ext cx="2" cy="22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BC573F69-CB31-46C4-9118-74E28AF1F5D9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5556" y="2778"/>
              <a:ext cx="113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C111F91C-4AA6-4B07-A6A2-0A79B9A2EDED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>
            <a:xfrm>
              <a:off x="6009" y="2778"/>
              <a:ext cx="1361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E1F75100-43D4-4CD3-9939-852A7F9646AB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>
            <a:xfrm flipH="1">
              <a:off x="7371" y="2551"/>
              <a:ext cx="2" cy="22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0E1D1728-D24C-4606-9197-AD7F32F3F980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7711" y="2778"/>
              <a:ext cx="113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1DBFD8AA-57BA-40AF-B2DD-DF1788F0BD17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>
            <a:xfrm flipH="1">
              <a:off x="7711" y="2551"/>
              <a:ext cx="0" cy="22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F5F81A91-C551-42F7-AFE7-26E29BA6FB53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>
            <a:xfrm>
              <a:off x="7371" y="2551"/>
              <a:ext cx="34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7317E4AD-906E-445E-845D-4D7B30F00E22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>
            <a:xfrm flipH="1">
              <a:off x="6692" y="3231"/>
              <a:ext cx="0" cy="22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504EBF16-55CD-4298-AF60-F5FAF21C45AC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>
            <a:xfrm>
              <a:off x="6352" y="3231"/>
              <a:ext cx="34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CF5525D5-7A71-468D-9AE1-7096934AED89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>
            <a:xfrm flipH="1">
              <a:off x="6350" y="3231"/>
              <a:ext cx="2" cy="22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953F5055-8714-4C2D-8BFC-4AEAC5DA7BF1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>
            <a:xfrm>
              <a:off x="5556" y="3458"/>
              <a:ext cx="794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23CA300A-D052-4258-9D03-7BD92BAA3207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>
            <a:xfrm>
              <a:off x="6690" y="3458"/>
              <a:ext cx="1134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621ADD84-08D0-4B98-A7F6-A681EB530776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>
            <a:xfrm flipH="1">
              <a:off x="7032" y="3572"/>
              <a:ext cx="0" cy="22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9543ABBF-49E1-4ED1-8D99-A2F05FED7363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>
            <a:xfrm>
              <a:off x="6692" y="3572"/>
              <a:ext cx="34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AC731540-840C-453C-BADB-0FD63FAE3D4D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>
            <a:xfrm flipH="1">
              <a:off x="6690" y="3572"/>
              <a:ext cx="2" cy="22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A6466E09-A546-4270-9AE7-B720FF5EC762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>
            <a:xfrm>
              <a:off x="5556" y="3798"/>
              <a:ext cx="1134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2EFFFEB6-E68A-4AFC-B8D7-9F1AD5F9034C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>
            <a:xfrm>
              <a:off x="7030" y="3798"/>
              <a:ext cx="794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5691EDEB-913B-4C97-BA58-4685AFD77CEF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>
            <a:xfrm flipH="1">
              <a:off x="7372" y="3912"/>
              <a:ext cx="0" cy="22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CED13320-6C57-49FD-8140-FD628070D9F8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>
            <a:xfrm>
              <a:off x="7032" y="3912"/>
              <a:ext cx="34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6D7ACF72-A543-4546-9C67-C255F2F321ED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>
            <a:xfrm flipH="1">
              <a:off x="7030" y="3912"/>
              <a:ext cx="2" cy="22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6355D6D9-6B21-4C0D-9939-CBEC8207C2FB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>
            <a:xfrm>
              <a:off x="5556" y="4139"/>
              <a:ext cx="1474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4FD0AD6F-D95A-41BB-A2F8-4D905C22B8CC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>
            <a:xfrm>
              <a:off x="7370" y="4139"/>
              <a:ext cx="454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BE07B29A-1E64-4DCE-9D36-8CC47E7DD23E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>
            <a:xfrm flipH="1">
              <a:off x="5669" y="2778"/>
              <a:ext cx="2" cy="1474"/>
            </a:xfrm>
            <a:prstGeom prst="line">
              <a:avLst/>
            </a:prstGeom>
            <a:ln w="9525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D7E63634-A192-4177-8547-5345723D3BF3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>
            <a:xfrm flipH="1">
              <a:off x="6009" y="2778"/>
              <a:ext cx="2" cy="1474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73E40E9F-0E27-4E8C-8086-09E5AF3DD069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>
            <a:xfrm flipH="1">
              <a:off x="6350" y="2778"/>
              <a:ext cx="2" cy="1474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220615F6-1D66-4948-8965-E56EEFEDAEE0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>
            <a:xfrm flipH="1">
              <a:off x="6690" y="2778"/>
              <a:ext cx="2" cy="1474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5A6B5700-B5FF-421F-85D6-2A63347ED482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>
            <a:xfrm flipH="1">
              <a:off x="7030" y="2778"/>
              <a:ext cx="2" cy="1474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7D1F6388-FA72-4017-9137-2D900FE75956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>
            <a:xfrm flipH="1">
              <a:off x="7371" y="2778"/>
              <a:ext cx="2" cy="1474"/>
            </a:xfrm>
            <a:prstGeom prst="line">
              <a:avLst/>
            </a:prstGeom>
            <a:ln w="9525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04AC6CD8-B7D1-43EE-803B-6109BF5991B0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>
            <a:xfrm flipH="1">
              <a:off x="7711" y="2778"/>
              <a:ext cx="2" cy="1474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1" name="组合 310">
            <a:extLst>
              <a:ext uri="{FF2B5EF4-FFF2-40B4-BE49-F238E27FC236}">
                <a16:creationId xmlns:a16="http://schemas.microsoft.com/office/drawing/2014/main" id="{DF173232-5815-48A6-8C5B-D390EE346193}"/>
              </a:ext>
            </a:extLst>
          </p:cNvPr>
          <p:cNvGrpSpPr/>
          <p:nvPr/>
        </p:nvGrpSpPr>
        <p:grpSpPr>
          <a:xfrm>
            <a:off x="6874501" y="5733256"/>
            <a:ext cx="2017294" cy="754528"/>
            <a:chOff x="2123792" y="2890480"/>
            <a:chExt cx="2017294" cy="754528"/>
          </a:xfrm>
        </p:grpSpPr>
        <p:sp>
          <p:nvSpPr>
            <p:cNvPr id="312" name="Line 511">
              <a:extLst>
                <a:ext uri="{FF2B5EF4-FFF2-40B4-BE49-F238E27FC236}">
                  <a16:creationId xmlns:a16="http://schemas.microsoft.com/office/drawing/2014/main" id="{EDD84F30-638F-4950-AA71-8B7A8EA1F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0474" y="2924920"/>
              <a:ext cx="0" cy="72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511">
              <a:extLst>
                <a:ext uri="{FF2B5EF4-FFF2-40B4-BE49-F238E27FC236}">
                  <a16:creationId xmlns:a16="http://schemas.microsoft.com/office/drawing/2014/main" id="{F5D4E37A-C368-4483-8869-D12C7C516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7824" y="2924920"/>
              <a:ext cx="0" cy="72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Line 511">
              <a:extLst>
                <a:ext uri="{FF2B5EF4-FFF2-40B4-BE49-F238E27FC236}">
                  <a16:creationId xmlns:a16="http://schemas.microsoft.com/office/drawing/2014/main" id="{FB5752AC-1E64-453C-9AC8-923A6561F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2594" y="2924920"/>
              <a:ext cx="0" cy="72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Line 511">
              <a:extLst>
                <a:ext uri="{FF2B5EF4-FFF2-40B4-BE49-F238E27FC236}">
                  <a16:creationId xmlns:a16="http://schemas.microsoft.com/office/drawing/2014/main" id="{7F1F19DD-57B6-464A-8962-FE8CD75104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9872" y="2924920"/>
              <a:ext cx="0" cy="72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Line 511">
              <a:extLst>
                <a:ext uri="{FF2B5EF4-FFF2-40B4-BE49-F238E27FC236}">
                  <a16:creationId xmlns:a16="http://schemas.microsoft.com/office/drawing/2014/main" id="{AF555B11-CDDF-42DA-B020-8DD08B357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896" y="2924920"/>
              <a:ext cx="0" cy="72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Line 511">
              <a:extLst>
                <a:ext uri="{FF2B5EF4-FFF2-40B4-BE49-F238E27FC236}">
                  <a16:creationId xmlns:a16="http://schemas.microsoft.com/office/drawing/2014/main" id="{1E3DD2E9-1805-4F27-AA72-6766906580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1920" y="2924920"/>
              <a:ext cx="0" cy="72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Line 511">
              <a:extLst>
                <a:ext uri="{FF2B5EF4-FFF2-40B4-BE49-F238E27FC236}">
                  <a16:creationId xmlns:a16="http://schemas.microsoft.com/office/drawing/2014/main" id="{273B8E82-D81E-4605-998B-5D658284E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7944" y="2924920"/>
              <a:ext cx="0" cy="72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Text Box 514">
              <a:extLst>
                <a:ext uri="{FF2B5EF4-FFF2-40B4-BE49-F238E27FC236}">
                  <a16:creationId xmlns:a16="http://schemas.microsoft.com/office/drawing/2014/main" id="{677D8738-8CB3-4B1D-9B9D-421EB8540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3792" y="3069008"/>
              <a:ext cx="576000" cy="57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18000" dirty="0" err="1">
                  <a:latin typeface="宋体" panose="02010600030101010101" pitchFamily="2" charset="-122"/>
                </a:rPr>
                <a:t>out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MEMR</a:t>
              </a:r>
            </a:p>
            <a:p>
              <a:pPr algn="l">
                <a:lnSpc>
                  <a:spcPct val="8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18000" dirty="0" err="1"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  <a:p>
              <a:pPr algn="l">
                <a:lnSpc>
                  <a:spcPct val="8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20" name="Text Box 520">
              <a:extLst>
                <a:ext uri="{FF2B5EF4-FFF2-40B4-BE49-F238E27FC236}">
                  <a16:creationId xmlns:a16="http://schemas.microsoft.com/office/drawing/2014/main" id="{0E9C97E1-B7B2-49C0-9FD5-4B551D1C1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800" y="2890480"/>
              <a:ext cx="136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2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t1</a:t>
              </a:r>
              <a:r>
                <a:rPr lang="en-US" altLang="zh-CN" sz="1200" b="1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t2 t3</a:t>
              </a:r>
              <a:r>
                <a:rPr lang="en-US" altLang="zh-CN" sz="1200" b="1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t4 t5 </a:t>
              </a:r>
              <a:r>
                <a:rPr lang="en-US" altLang="zh-CN" sz="12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t1</a:t>
              </a:r>
              <a:endParaRPr lang="en-US" altLang="zh-CN" sz="1200" b="1" baseline="-18000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21" name="直接连接符 320">
              <a:extLst>
                <a:ext uri="{FF2B5EF4-FFF2-40B4-BE49-F238E27FC236}">
                  <a16:creationId xmlns:a16="http://schemas.microsoft.com/office/drawing/2014/main" id="{B0EDBC4E-7F4F-476F-9DB1-7B50646D6368}"/>
                </a:ext>
              </a:extLst>
            </p:cNvPr>
            <p:cNvCxnSpPr/>
            <p:nvPr/>
          </p:nvCxnSpPr>
          <p:spPr>
            <a:xfrm flipH="1">
              <a:off x="2987824" y="3068960"/>
              <a:ext cx="0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BD18F99C-6BCA-4379-A207-C828DBAFC50A}"/>
                </a:ext>
              </a:extLst>
            </p:cNvPr>
            <p:cNvCxnSpPr/>
            <p:nvPr/>
          </p:nvCxnSpPr>
          <p:spPr>
            <a:xfrm>
              <a:off x="2771640" y="3068936"/>
              <a:ext cx="216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直接连接符 322">
              <a:extLst>
                <a:ext uri="{FF2B5EF4-FFF2-40B4-BE49-F238E27FC236}">
                  <a16:creationId xmlns:a16="http://schemas.microsoft.com/office/drawing/2014/main" id="{78ADDB1D-7407-488A-928E-E75F83F3A461}"/>
                </a:ext>
              </a:extLst>
            </p:cNvPr>
            <p:cNvCxnSpPr/>
            <p:nvPr/>
          </p:nvCxnSpPr>
          <p:spPr>
            <a:xfrm flipH="1">
              <a:off x="2770474" y="3068936"/>
              <a:ext cx="1166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连接符 323">
              <a:extLst>
                <a:ext uri="{FF2B5EF4-FFF2-40B4-BE49-F238E27FC236}">
                  <a16:creationId xmlns:a16="http://schemas.microsoft.com/office/drawing/2014/main" id="{7FBC92A3-2579-412E-BE82-EFDCA1C23F00}"/>
                </a:ext>
              </a:extLst>
            </p:cNvPr>
            <p:cNvCxnSpPr/>
            <p:nvPr/>
          </p:nvCxnSpPr>
          <p:spPr>
            <a:xfrm>
              <a:off x="2699720" y="3212952"/>
              <a:ext cx="72008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连接符 324">
              <a:extLst>
                <a:ext uri="{FF2B5EF4-FFF2-40B4-BE49-F238E27FC236}">
                  <a16:creationId xmlns:a16="http://schemas.microsoft.com/office/drawing/2014/main" id="{11292EB6-70F9-44E5-990B-83B6D1F9C828}"/>
                </a:ext>
              </a:extLst>
            </p:cNvPr>
            <p:cNvCxnSpPr/>
            <p:nvPr/>
          </p:nvCxnSpPr>
          <p:spPr>
            <a:xfrm>
              <a:off x="2987824" y="3212952"/>
              <a:ext cx="864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id="{1BC128BA-6B29-4FA3-A4D5-C812A6E236E4}"/>
                </a:ext>
              </a:extLst>
            </p:cNvPr>
            <p:cNvCxnSpPr/>
            <p:nvPr/>
          </p:nvCxnSpPr>
          <p:spPr>
            <a:xfrm flipH="1">
              <a:off x="3635896" y="3284976"/>
              <a:ext cx="0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>
              <a:extLst>
                <a:ext uri="{FF2B5EF4-FFF2-40B4-BE49-F238E27FC236}">
                  <a16:creationId xmlns:a16="http://schemas.microsoft.com/office/drawing/2014/main" id="{1D6AF772-CFBF-4819-989A-BD179564A981}"/>
                </a:ext>
              </a:extLst>
            </p:cNvPr>
            <p:cNvCxnSpPr/>
            <p:nvPr/>
          </p:nvCxnSpPr>
          <p:spPr>
            <a:xfrm>
              <a:off x="3419872" y="3284952"/>
              <a:ext cx="216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55BCEBD5-9254-4146-8821-FD4CB8E5BD11}"/>
                </a:ext>
              </a:extLst>
            </p:cNvPr>
            <p:cNvCxnSpPr/>
            <p:nvPr/>
          </p:nvCxnSpPr>
          <p:spPr>
            <a:xfrm flipH="1">
              <a:off x="3419872" y="3284952"/>
              <a:ext cx="1166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id="{672D6E4B-8A48-493B-9CE7-3E208B108E51}"/>
                </a:ext>
              </a:extLst>
            </p:cNvPr>
            <p:cNvCxnSpPr/>
            <p:nvPr/>
          </p:nvCxnSpPr>
          <p:spPr>
            <a:xfrm>
              <a:off x="2699720" y="3428968"/>
              <a:ext cx="720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8266C9BF-C9F7-4322-9C6F-CFC029AE3BCF}"/>
                </a:ext>
              </a:extLst>
            </p:cNvPr>
            <p:cNvCxnSpPr/>
            <p:nvPr/>
          </p:nvCxnSpPr>
          <p:spPr>
            <a:xfrm>
              <a:off x="3635896" y="3428968"/>
              <a:ext cx="504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A6C51C0F-3354-4CA6-8899-D775679971C8}"/>
                </a:ext>
              </a:extLst>
            </p:cNvPr>
            <p:cNvCxnSpPr/>
            <p:nvPr/>
          </p:nvCxnSpPr>
          <p:spPr>
            <a:xfrm flipH="1">
              <a:off x="3853086" y="3501000"/>
              <a:ext cx="0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762D9325-6A74-4479-AEDB-D7EB071B095A}"/>
                </a:ext>
              </a:extLst>
            </p:cNvPr>
            <p:cNvCxnSpPr/>
            <p:nvPr/>
          </p:nvCxnSpPr>
          <p:spPr>
            <a:xfrm>
              <a:off x="3637062" y="3500976"/>
              <a:ext cx="216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连接符 332">
              <a:extLst>
                <a:ext uri="{FF2B5EF4-FFF2-40B4-BE49-F238E27FC236}">
                  <a16:creationId xmlns:a16="http://schemas.microsoft.com/office/drawing/2014/main" id="{590A1D44-D442-4EF7-8E12-F9704898F176}"/>
                </a:ext>
              </a:extLst>
            </p:cNvPr>
            <p:cNvCxnSpPr/>
            <p:nvPr/>
          </p:nvCxnSpPr>
          <p:spPr>
            <a:xfrm flipH="1">
              <a:off x="3635896" y="3500976"/>
              <a:ext cx="1166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158BAE26-4DC5-49D3-BE01-C897BD6363CA}"/>
                </a:ext>
              </a:extLst>
            </p:cNvPr>
            <p:cNvCxnSpPr/>
            <p:nvPr/>
          </p:nvCxnSpPr>
          <p:spPr>
            <a:xfrm>
              <a:off x="2699848" y="3644992"/>
              <a:ext cx="936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接连接符 334">
              <a:extLst>
                <a:ext uri="{FF2B5EF4-FFF2-40B4-BE49-F238E27FC236}">
                  <a16:creationId xmlns:a16="http://schemas.microsoft.com/office/drawing/2014/main" id="{DCA1B6A1-8A75-4EFE-AB0D-251C98AC0716}"/>
                </a:ext>
              </a:extLst>
            </p:cNvPr>
            <p:cNvCxnSpPr/>
            <p:nvPr/>
          </p:nvCxnSpPr>
          <p:spPr>
            <a:xfrm>
              <a:off x="3853086" y="3644992"/>
              <a:ext cx="288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直接连接符 335">
              <a:extLst>
                <a:ext uri="{FF2B5EF4-FFF2-40B4-BE49-F238E27FC236}">
                  <a16:creationId xmlns:a16="http://schemas.microsoft.com/office/drawing/2014/main" id="{6CFB99B8-0935-4069-920A-06EEC35BF27B}"/>
                </a:ext>
              </a:extLst>
            </p:cNvPr>
            <p:cNvCxnSpPr/>
            <p:nvPr/>
          </p:nvCxnSpPr>
          <p:spPr>
            <a:xfrm flipH="1">
              <a:off x="3851920" y="3068936"/>
              <a:ext cx="1166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直接连接符 336">
              <a:extLst>
                <a:ext uri="{FF2B5EF4-FFF2-40B4-BE49-F238E27FC236}">
                  <a16:creationId xmlns:a16="http://schemas.microsoft.com/office/drawing/2014/main" id="{95E73DE0-F35B-4A25-838C-5F5241364304}"/>
                </a:ext>
              </a:extLst>
            </p:cNvPr>
            <p:cNvCxnSpPr/>
            <p:nvPr/>
          </p:nvCxnSpPr>
          <p:spPr>
            <a:xfrm>
              <a:off x="4067984" y="3212952"/>
              <a:ext cx="72008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直接连接符 337">
              <a:extLst>
                <a:ext uri="{FF2B5EF4-FFF2-40B4-BE49-F238E27FC236}">
                  <a16:creationId xmlns:a16="http://schemas.microsoft.com/office/drawing/2014/main" id="{1FA3FF7E-2EF0-4D2F-ACA7-39A8092B653A}"/>
                </a:ext>
              </a:extLst>
            </p:cNvPr>
            <p:cNvCxnSpPr/>
            <p:nvPr/>
          </p:nvCxnSpPr>
          <p:spPr>
            <a:xfrm flipH="1">
              <a:off x="4067944" y="3068960"/>
              <a:ext cx="0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直接连接符 338">
              <a:extLst>
                <a:ext uri="{FF2B5EF4-FFF2-40B4-BE49-F238E27FC236}">
                  <a16:creationId xmlns:a16="http://schemas.microsoft.com/office/drawing/2014/main" id="{FF300A95-1A33-4E97-9647-0624A8C4CD2C}"/>
                </a:ext>
              </a:extLst>
            </p:cNvPr>
            <p:cNvCxnSpPr/>
            <p:nvPr/>
          </p:nvCxnSpPr>
          <p:spPr>
            <a:xfrm>
              <a:off x="3851920" y="3068936"/>
              <a:ext cx="216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99" grpId="0" bldLvl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50</a:t>
            </a:fld>
            <a:endParaRPr lang="en-US" altLang="zh-CN"/>
          </a:p>
        </p:txBody>
      </p:sp>
      <p:sp>
        <p:nvSpPr>
          <p:cNvPr id="106" name="Text Box 303"/>
          <p:cNvSpPr txBox="1">
            <a:spLocks noChangeArrowheads="1"/>
          </p:cNvSpPr>
          <p:nvPr/>
        </p:nvSpPr>
        <p:spPr bwMode="auto">
          <a:xfrm>
            <a:off x="142844" y="360000"/>
            <a:ext cx="8785225" cy="4628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0"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控制器的类型： </a:t>
            </a:r>
            <a:r>
              <a:rPr 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基于</a:t>
            </a:r>
            <a:r>
              <a:rPr lang="en-US" altLang="zh-CN" sz="1800" spc="-140" dirty="0" err="1"/>
              <a:t>μ</a:t>
            </a:r>
            <a:r>
              <a:rPr lang="en-US" altLang="zh-CN" sz="1800" b="1" spc="-140" dirty="0" err="1">
                <a:latin typeface="+mn-ea"/>
              </a:rPr>
              <a:t>OP</a:t>
            </a:r>
            <a:r>
              <a:rPr lang="zh-CN" altLang="en-US" sz="1800" b="1" spc="-140" dirty="0">
                <a:latin typeface="+mn-ea"/>
              </a:rPr>
              <a:t>控制信号的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</a:rPr>
              <a:t>产生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18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000" y="6525145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499">
            <a:hlinkClick r:id="rId1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878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748006"/>
              </p:ext>
            </p:extLst>
          </p:nvPr>
        </p:nvGraphicFramePr>
        <p:xfrm>
          <a:off x="1332980" y="2924944"/>
          <a:ext cx="3816000" cy="1373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6" imgW="4165600" imgH="1076960" progId="Visio.Drawing.11">
                  <p:embed/>
                </p:oleObj>
              </mc:Choice>
              <mc:Fallback>
                <p:oleObj name="Visio" r:id="rId16" imgW="4165600" imgH="107696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2980" y="2924944"/>
                        <a:ext cx="3816000" cy="13736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4341740"/>
              </p:ext>
            </p:extLst>
          </p:nvPr>
        </p:nvGraphicFramePr>
        <p:xfrm>
          <a:off x="683568" y="915670"/>
          <a:ext cx="7629217" cy="1852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3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6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05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42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属性</a:t>
                      </a:r>
                    </a:p>
                    <a:p>
                      <a:pPr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类型</a:t>
                      </a: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-140" dirty="0" err="1">
                          <a:solidFill>
                            <a:schemeClr val="tx1"/>
                          </a:solidFill>
                          <a:sym typeface="+mn-ea"/>
                        </a:rPr>
                        <a:t>μ</a:t>
                      </a:r>
                      <a:r>
                        <a:rPr lang="en-US" altLang="zh-CN" sz="1800" spc="-140" dirty="0" err="1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OP</a:t>
                      </a:r>
                      <a:r>
                        <a:rPr lang="zh-CN" altLang="en-US" sz="1800" spc="-140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控制信号的</a:t>
                      </a:r>
                      <a:r>
                        <a:rPr lang="zh-CN" altLang="en-US" sz="1800" spc="-140" dirty="0">
                          <a:solidFill>
                            <a:srgbClr val="C00000"/>
                          </a:solidFill>
                          <a:latin typeface="+mn-ea"/>
                          <a:sym typeface="+mn-ea"/>
                        </a:rPr>
                        <a:t>描述方法</a:t>
                      </a:r>
                      <a:endParaRPr lang="zh-CN" altLang="en-US" sz="1800" b="1" spc="-140" dirty="0">
                        <a:solidFill>
                          <a:srgbClr val="C00000"/>
                        </a:solidFill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zh-CN" altLang="en-US" sz="18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时序信号的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zh-CN" altLang="en-US" sz="180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ea"/>
                          <a:sym typeface="+mn-ea"/>
                        </a:rPr>
                        <a:t>循环周期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-140" dirty="0" err="1">
                          <a:solidFill>
                            <a:schemeClr val="tx1"/>
                          </a:solidFill>
                          <a:sym typeface="+mn-ea"/>
                        </a:rPr>
                        <a:t>μ</a:t>
                      </a:r>
                      <a:r>
                        <a:rPr lang="en-US" altLang="zh-CN" sz="1800" spc="-140" dirty="0" err="1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OP</a:t>
                      </a:r>
                      <a:r>
                        <a:rPr lang="zh-CN" altLang="en-US" sz="1800" spc="-140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控制信号的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1" lang="zh-CN" altLang="en-US" sz="180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sym typeface="+mn-ea"/>
                        </a:rPr>
                        <a:t>产生方法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highlight>
                          <a:srgbClr val="FFFF00"/>
                        </a:highlight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+mn-ea"/>
                        </a:rPr>
                        <a:t>特点</a:t>
                      </a: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0" lvl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硬布线控制器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有限状态机</a:t>
                      </a: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1</a:t>
                      </a:r>
                      <a:r>
                        <a:rPr kumimoji="1" lang="zh-CN" altLang="en-US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个指令周期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72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1" lang="zh-CN" altLang="en-US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组合逻辑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+mn-ea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+mn-ea"/>
                        </a:rPr>
                        <a:t>速度快</a:t>
                      </a: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R="0" lvl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微程序控制器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+mn-ea"/>
                        <a:sym typeface="+mn-ea"/>
                      </a:endParaRP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665">
                <a:tc gridSpan="5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注：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500"/>
                        </a:spcBef>
                        <a:defRPr/>
                      </a:pPr>
                      <a:endParaRPr kumimoji="1" lang="zh-CN" altLang="en-US" sz="1800" b="1" i="0" u="none" strike="noStrike" cap="none" spc="-14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39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52854" y="1772815"/>
            <a:ext cx="7092000" cy="720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46800" rIns="18000" bIns="10800" anchor="t" anchorCtr="0"/>
          <a:lstStyle/>
          <a:p>
            <a:pPr algn="l">
              <a:lnSpc>
                <a:spcPct val="100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微程序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1800" b="1" dirty="0">
                <a:latin typeface="+mn-ea"/>
                <a:sym typeface="+mn-ea"/>
              </a:rPr>
              <a:t>1</a:t>
            </a:r>
            <a:r>
              <a:rPr lang="zh-CN" altLang="en-US" sz="1800" b="1" dirty="0">
                <a:latin typeface="+mn-ea"/>
                <a:sym typeface="+mn-ea"/>
              </a:rPr>
              <a:t>个微指令周期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存储逻辑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zh-CN" altLang="en-US" sz="1800" b="1" dirty="0">
                <a:latin typeface="+mn-ea"/>
                <a:sym typeface="+mn-ea"/>
              </a:rPr>
              <a:t>简单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zh-CN" altLang="en-US" sz="1800" b="1" dirty="0">
                <a:latin typeface="+mn-ea"/>
                <a:sym typeface="+mn-ea"/>
              </a:rPr>
              <a:t>⑴</a:t>
            </a:r>
            <a:r>
              <a:rPr lang="en-US" altLang="zh-CN" sz="1800" b="1" dirty="0">
                <a:latin typeface="+mn-ea"/>
                <a:sym typeface="+mn-ea"/>
              </a:rPr>
              <a:t>1</a:t>
            </a:r>
            <a:r>
              <a:rPr lang="zh-CN" altLang="en-US" sz="1800" b="1" dirty="0">
                <a:latin typeface="+mn-ea"/>
                <a:sym typeface="+mn-ea"/>
              </a:rPr>
              <a:t>个微程序</a:t>
            </a:r>
            <a:r>
              <a:rPr lang="zh-CN" altLang="en-US" sz="1800" b="1" spc="-140" dirty="0">
                <a:latin typeface="+mn-ea"/>
                <a:sym typeface="+mn-ea"/>
              </a:rPr>
              <a:t>＝</a:t>
            </a:r>
            <a:r>
              <a:rPr lang="en-US" altLang="zh-CN" sz="1800" b="1" dirty="0">
                <a:latin typeface="+mn-ea"/>
                <a:sym typeface="+mn-ea"/>
              </a:rPr>
              <a:t>1</a:t>
            </a:r>
            <a:r>
              <a:rPr lang="zh-CN" altLang="en-US" sz="1800" b="1" dirty="0">
                <a:latin typeface="+mn-ea"/>
                <a:sym typeface="+mn-ea"/>
              </a:rPr>
              <a:t>条指令的</a:t>
            </a:r>
            <a:r>
              <a:rPr lang="en-US" altLang="zh-CN" sz="1800" spc="-140" dirty="0" err="1">
                <a:sym typeface="+mn-ea"/>
              </a:rPr>
              <a:t>μ</a:t>
            </a:r>
            <a:r>
              <a:rPr lang="en-US" altLang="zh-CN" sz="1800" b="1" spc="-140" dirty="0" err="1">
                <a:latin typeface="+mn-ea"/>
                <a:sym typeface="+mn-ea"/>
              </a:rPr>
              <a:t>OPCmd</a:t>
            </a:r>
            <a:r>
              <a:rPr lang="zh-CN" altLang="en-US" sz="1800" b="1" spc="-140" dirty="0">
                <a:latin typeface="+mn-ea"/>
                <a:sym typeface="+mn-ea"/>
              </a:rPr>
              <a:t>序列</a:t>
            </a:r>
            <a:endParaRPr lang="en-US" altLang="zh-CN" sz="1800" b="1" spc="-140" dirty="0">
              <a:latin typeface="+mn-ea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zh-CN" altLang="en-US" sz="1800" b="1" dirty="0">
                <a:latin typeface="+mn-ea"/>
                <a:sym typeface="+mn-ea"/>
              </a:rPr>
              <a:t>⑵</a:t>
            </a:r>
            <a:r>
              <a:rPr lang="en-US" altLang="zh-CN" sz="1800" b="1" dirty="0">
                <a:latin typeface="+mn-ea"/>
                <a:sym typeface="+mn-ea"/>
              </a:rPr>
              <a:t>1</a:t>
            </a:r>
            <a:r>
              <a:rPr lang="zh-CN" altLang="en-US" sz="1800" b="1" dirty="0">
                <a:latin typeface="+mn-ea"/>
                <a:sym typeface="+mn-ea"/>
              </a:rPr>
              <a:t>个微指令周期</a:t>
            </a:r>
            <a:r>
              <a:rPr lang="zh-CN" altLang="en-US" sz="1800" b="1" spc="-140" dirty="0">
                <a:latin typeface="+mn-ea"/>
                <a:sym typeface="+mn-ea"/>
              </a:rPr>
              <a:t>＞</a:t>
            </a:r>
            <a:r>
              <a:rPr lang="en-US" altLang="zh-CN" sz="1800" b="1" dirty="0">
                <a:latin typeface="+mn-ea"/>
                <a:sym typeface="+mn-ea"/>
              </a:rPr>
              <a:t>1</a:t>
            </a:r>
            <a:r>
              <a:rPr lang="zh-CN" altLang="en-US" sz="1800" b="1" dirty="0">
                <a:latin typeface="+mn-ea"/>
                <a:sym typeface="+mn-ea"/>
              </a:rPr>
              <a:t>个</a:t>
            </a:r>
            <a:r>
              <a:rPr lang="en-US" altLang="zh-CN" sz="1800" spc="-140" dirty="0" err="1">
                <a:sym typeface="+mn-ea"/>
              </a:rPr>
              <a:t>μ</a:t>
            </a:r>
            <a:r>
              <a:rPr lang="en-US" altLang="zh-CN" sz="1800" b="1" spc="-140" dirty="0" err="1">
                <a:latin typeface="+mn-ea"/>
                <a:sym typeface="+mn-ea"/>
              </a:rPr>
              <a:t>OP</a:t>
            </a:r>
            <a:r>
              <a:rPr lang="zh-CN" altLang="en-US" sz="1800" b="1" spc="-140" dirty="0">
                <a:latin typeface="+mn-ea"/>
                <a:sym typeface="+mn-ea"/>
              </a:rPr>
              <a:t>的时延</a:t>
            </a:r>
            <a:endParaRPr lang="en-US" altLang="zh-CN" sz="1800" b="1" dirty="0">
              <a:latin typeface="+mn-ea"/>
              <a:ea typeface="+mn-ea"/>
              <a:sym typeface="+mn-ea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5795645" y="2947324"/>
            <a:ext cx="2663825" cy="1403985"/>
            <a:chOff x="8901" y="6520"/>
            <a:chExt cx="4195" cy="2211"/>
          </a:xfrm>
        </p:grpSpPr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8901" y="7200"/>
              <a:ext cx="1587" cy="1077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90000"/>
                </a:lnSpc>
              </a:pP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9128" y="6917"/>
              <a:ext cx="1134" cy="170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  </a:t>
              </a:r>
            </a:p>
            <a:p>
              <a:pPr algn="ctr">
                <a:lnSpc>
                  <a:spcPct val="8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</a:t>
              </a:r>
              <a:r>
                <a:rPr lang="zh-CN" sz="1600" b="1" dirty="0">
                  <a:latin typeface="宋体" panose="02010600030101010101" pitchFamily="2" charset="-122"/>
                </a:rPr>
                <a:t>指令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</a:t>
              </a:r>
              <a:r>
                <a:rPr lang="zh-CN" sz="1600" b="1" dirty="0">
                  <a:latin typeface="宋体" panose="02010600030101010101" pitchFamily="2" charset="-122"/>
                </a:rPr>
                <a:t>指令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</a:t>
              </a:r>
              <a:r>
                <a:rPr lang="zh-CN" sz="1600" b="1" dirty="0">
                  <a:latin typeface="宋体" panose="02010600030101010101" pitchFamily="2" charset="-122"/>
                </a:rPr>
                <a:t>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  </a:t>
              </a:r>
            </a:p>
          </p:txBody>
        </p:sp>
        <p:sp>
          <p:nvSpPr>
            <p:cNvPr id="25" name="Text Box 12"/>
            <p:cNvSpPr txBox="1">
              <a:spLocks noChangeArrowheads="1"/>
            </p:cNvSpPr>
            <p:nvPr/>
          </p:nvSpPr>
          <p:spPr bwMode="auto">
            <a:xfrm>
              <a:off x="8901" y="6520"/>
              <a:ext cx="1587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微程序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cxnSp>
          <p:nvCxnSpPr>
            <p:cNvPr id="56" name="直接箭头连接符 173"/>
            <p:cNvCxnSpPr/>
            <p:nvPr>
              <p:custDataLst>
                <p:tags r:id="rId4"/>
              </p:custDataLst>
            </p:nvPr>
          </p:nvCxnSpPr>
          <p:spPr bwMode="auto">
            <a:xfrm flipH="1" flipV="1">
              <a:off x="8901" y="6690"/>
              <a:ext cx="0" cy="204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直接箭头连接符 173"/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8901" y="6917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直接箭头连接符 173"/>
            <p:cNvCxnSpPr/>
            <p:nvPr>
              <p:custDataLst>
                <p:tags r:id="rId6"/>
              </p:custDataLst>
            </p:nvPr>
          </p:nvCxnSpPr>
          <p:spPr bwMode="auto">
            <a:xfrm flipH="1" flipV="1">
              <a:off x="10488" y="6690"/>
              <a:ext cx="0" cy="204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箭头连接符 173"/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8901" y="7200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直接箭头连接符 173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8901" y="7540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箭头连接符 173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8901" y="7880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箭头连接符 173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8901" y="8277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箭头连接符 173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8901" y="8617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右大括号 30"/>
            <p:cNvSpPr/>
            <p:nvPr/>
          </p:nvSpPr>
          <p:spPr>
            <a:xfrm>
              <a:off x="10545" y="7200"/>
              <a:ext cx="113" cy="1021"/>
            </a:xfrm>
            <a:prstGeom prst="rightBrace">
              <a:avLst>
                <a:gd name="adj1" fmla="val 37041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Text Box 1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0715" y="7484"/>
              <a:ext cx="2381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某指令的微程序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2" name="AutoShape 499">
            <a:hlinkClick r:id="rId18" action="ppaction://hlinksldjump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2988000" y="650794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51</a:t>
            </a:fld>
            <a:endParaRPr lang="en-US" altLang="zh-CN" dirty="0"/>
          </a:p>
        </p:txBody>
      </p:sp>
      <p:sp>
        <p:nvSpPr>
          <p:cNvPr id="563" name="Text Box 30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196752"/>
            <a:ext cx="5689276" cy="52186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、时序系统的组织</a:t>
            </a:r>
            <a:r>
              <a:rPr 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设计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*时序系统的组成：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满足各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</a:rPr>
              <a:t>序列的需求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时序信号类型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endParaRPr lang="en-US" altLang="zh-CN" sz="1800" b="1" dirty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+mn-ea"/>
                <a:sym typeface="+mn-ea"/>
              </a:rPr>
              <a:t>   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sym typeface="+mn-ea"/>
              </a:rPr>
              <a:t>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sym typeface="+mn-ea"/>
              </a:rPr>
              <a:t>信号同步：</a:t>
            </a:r>
            <a:endParaRPr lang="en-US" altLang="zh-CN" sz="2200" b="1" dirty="0">
              <a:solidFill>
                <a:srgbClr val="990099"/>
              </a:solidFill>
              <a:latin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时序信号序列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rgbClr val="990099"/>
              </a:solidFill>
              <a:latin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rgbClr val="990099"/>
              </a:solidFill>
              <a:latin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rgbClr val="990099"/>
              </a:solidFill>
              <a:latin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   时序信号的定时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—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339754" y="2060848"/>
            <a:ext cx="6729534" cy="163217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0000" tIns="46800" rIns="90000" bIns="4680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有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机器周期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节拍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对应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800" dirty="0" err="1">
                <a:solidFill>
                  <a:srgbClr val="990099"/>
                </a:solidFill>
                <a:sym typeface="+mn-ea"/>
              </a:rPr>
              <a:t>μ</a:t>
            </a:r>
            <a:r>
              <a:rPr lang="en-US" altLang="zh-CN" sz="1800" b="1" dirty="0" err="1">
                <a:solidFill>
                  <a:srgbClr val="990099"/>
                </a:solidFill>
                <a:latin typeface="+mn-ea"/>
                <a:sym typeface="+mn-ea"/>
              </a:rPr>
              <a:t>OP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工作脉冲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早已</a:t>
            </a:r>
            <a:r>
              <a:rPr lang="zh-CN" altLang="en-US" sz="1800" b="1" dirty="0">
                <a:highlight>
                  <a:srgbClr val="00FFFF"/>
                </a:highlight>
                <a:latin typeface="宋体" panose="02010600030101010101" pitchFamily="2" charset="-122"/>
                <a:sym typeface="+mn-ea"/>
              </a:rPr>
              <a:t>不用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                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对应</a:t>
            </a:r>
            <a:r>
              <a:rPr lang="en-US" altLang="zh-CN" sz="1800" dirty="0" err="1">
                <a:solidFill>
                  <a:srgbClr val="990099"/>
                </a:solidFill>
                <a:sym typeface="+mn-ea"/>
              </a:rPr>
              <a:t>μ</a:t>
            </a:r>
            <a:r>
              <a:rPr lang="en-US" altLang="zh-CN" sz="1800" b="1" dirty="0" err="1">
                <a:solidFill>
                  <a:srgbClr val="990099"/>
                </a:solidFill>
                <a:latin typeface="+mn-ea"/>
                <a:sym typeface="+mn-ea"/>
              </a:rPr>
              <a:t>OP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sym typeface="+mn-ea"/>
              </a:rPr>
              <a:t>的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  <a:sym typeface="+mn-ea"/>
              </a:rPr>
              <a:t>1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sym typeface="+mn-ea"/>
              </a:rPr>
              <a:t>个边沿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rgbClr val="990099"/>
              </a:solidFill>
              <a:latin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机器周期＝∑节拍</a:t>
            </a:r>
            <a:r>
              <a:rPr lang="en-US" altLang="zh-CN" sz="2200" b="1" baseline="-18000" dirty="0" err="1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i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，节拍＝∑工作脉冲</a:t>
            </a:r>
            <a:r>
              <a:rPr lang="en-US" altLang="zh-CN" sz="2200" b="1" baseline="-1800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j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类似时分秒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由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各级信号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组成，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有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多种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序列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部分信号缺省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1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388" y="348377"/>
            <a:ext cx="8785225" cy="391143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tIns="10800" bIns="10800" anchor="t" anchorCtr="0">
            <a:spAutoFit/>
          </a:bodyPr>
          <a:lstStyle>
            <a:defPPr>
              <a:defRPr lang="zh-CN"/>
            </a:defPPr>
            <a:lvl1pPr algn="l">
              <a:defRPr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>
                <a:latin typeface="+mn-ea"/>
                <a:ea typeface="+mn-ea"/>
                <a:cs typeface="+mn-ea"/>
              </a:rPr>
              <a:t>二、时序信号的形成      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--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时序信号形成电路的组织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2" name="Text Box 30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752200" y="1339248"/>
            <a:ext cx="4212000" cy="288000"/>
          </a:xfrm>
          <a:prstGeom prst="rect">
            <a:avLst/>
          </a:prstGeom>
          <a:noFill/>
          <a:ln w="12700">
            <a:solidFill>
              <a:srgbClr val="808080"/>
            </a:solidFill>
            <a:prstDash val="dashDot"/>
            <a:miter lim="800000"/>
          </a:ln>
          <a:effectLst/>
        </p:spPr>
        <p:txBody>
          <a:bodyPr wrap="square" lIns="36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时序系统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</a:rPr>
              <a:t>表示</a:t>
            </a:r>
            <a:r>
              <a:rPr lang="zh-CN" altLang="en-US" sz="1600" b="1" u="sng" dirty="0">
                <a:latin typeface="宋体" panose="02010600030101010101" pitchFamily="2" charset="-122"/>
              </a:rPr>
              <a:t>时间组成</a:t>
            </a:r>
            <a:r>
              <a:rPr lang="zh-CN" altLang="en-US" sz="1600" b="1" dirty="0">
                <a:latin typeface="宋体" panose="02010600030101010101" pitchFamily="2" charset="-122"/>
              </a:rPr>
              <a:t>的各种</a:t>
            </a:r>
            <a:r>
              <a:rPr lang="zh-CN" altLang="en-US" sz="1600" b="1" u="sng" dirty="0">
                <a:latin typeface="宋体" panose="02010600030101010101" pitchFamily="2" charset="-122"/>
              </a:rPr>
              <a:t>时序信号序列</a:t>
            </a:r>
            <a:endParaRPr lang="zh-CN" altLang="en-US" sz="1100" b="1" dirty="0">
              <a:latin typeface="+mn-ea"/>
            </a:endParaRPr>
          </a:p>
        </p:txBody>
      </p:sp>
      <p:grpSp>
        <p:nvGrpSpPr>
          <p:cNvPr id="358" name="组合 357"/>
          <p:cNvGrpSpPr/>
          <p:nvPr/>
        </p:nvGrpSpPr>
        <p:grpSpPr>
          <a:xfrm>
            <a:off x="1474650" y="3717032"/>
            <a:ext cx="5977670" cy="2088096"/>
            <a:chOff x="1475816" y="3068960"/>
            <a:chExt cx="5977670" cy="2088096"/>
          </a:xfrm>
        </p:grpSpPr>
        <p:sp>
          <p:nvSpPr>
            <p:cNvPr id="359" name="Text Box 108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1475816" y="3212976"/>
              <a:ext cx="1440000" cy="172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88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机器周期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取指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  <a:p>
              <a:pPr algn="l">
                <a:lnSpc>
                  <a:spcPct val="88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机器周期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译码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  <a:p>
              <a:pPr algn="l">
                <a:lnSpc>
                  <a:spcPct val="88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机器周期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执行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  <a:p>
              <a:pPr>
                <a:lnSpc>
                  <a:spcPct val="88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节拍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>
                  <a:latin typeface="宋体" panose="02010600030101010101" pitchFamily="2" charset="-122"/>
                </a:rPr>
                <a:t>0</a:t>
              </a:r>
            </a:p>
            <a:p>
              <a:pPr>
                <a:lnSpc>
                  <a:spcPct val="88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节拍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>
                  <a:latin typeface="宋体" panose="02010600030101010101" pitchFamily="2" charset="-122"/>
                </a:rPr>
                <a:t>1</a:t>
              </a:r>
            </a:p>
            <a:p>
              <a:pPr>
                <a:lnSpc>
                  <a:spcPct val="88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节拍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>
                  <a:latin typeface="宋体" panose="02010600030101010101" pitchFamily="2" charset="-122"/>
                </a:rPr>
                <a:t>2</a:t>
              </a:r>
            </a:p>
            <a:p>
              <a:pPr>
                <a:lnSpc>
                  <a:spcPct val="88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工作脉冲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</a:t>
              </a:r>
              <a:r>
                <a:rPr lang="en-US" altLang="zh-CN" sz="1600" b="1" baseline="-14000" dirty="0">
                  <a:latin typeface="宋体" panose="02010600030101010101" pitchFamily="2" charset="-122"/>
                </a:rPr>
                <a:t>0</a:t>
              </a:r>
            </a:p>
            <a:p>
              <a:pPr>
                <a:lnSpc>
                  <a:spcPct val="88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工作脉冲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</a:t>
              </a:r>
              <a:r>
                <a:rPr lang="en-US" altLang="zh-CN" sz="1600" b="1" baseline="-14000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360" name="直接连接符 359"/>
            <p:cNvCxnSpPr/>
            <p:nvPr>
              <p:custDataLst>
                <p:tags r:id="rId52"/>
              </p:custDataLst>
            </p:nvPr>
          </p:nvCxnSpPr>
          <p:spPr>
            <a:xfrm>
              <a:off x="2988990" y="3284984"/>
              <a:ext cx="0" cy="18720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直接连接符 360"/>
            <p:cNvCxnSpPr/>
            <p:nvPr>
              <p:custDataLst>
                <p:tags r:id="rId53"/>
              </p:custDataLst>
            </p:nvPr>
          </p:nvCxnSpPr>
          <p:spPr>
            <a:xfrm>
              <a:off x="6877422" y="3284984"/>
              <a:ext cx="0" cy="18720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直接连接符 362"/>
            <p:cNvCxnSpPr/>
            <p:nvPr>
              <p:custDataLst>
                <p:tags r:id="rId54"/>
              </p:custDataLst>
            </p:nvPr>
          </p:nvCxnSpPr>
          <p:spPr>
            <a:xfrm>
              <a:off x="4285134" y="3284984"/>
              <a:ext cx="0" cy="18720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直接连接符 364"/>
            <p:cNvCxnSpPr/>
            <p:nvPr>
              <p:custDataLst>
                <p:tags r:id="rId55"/>
              </p:custDataLst>
            </p:nvPr>
          </p:nvCxnSpPr>
          <p:spPr>
            <a:xfrm>
              <a:off x="5581278" y="3284984"/>
              <a:ext cx="0" cy="18720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/>
            <p:cNvCxnSpPr/>
            <p:nvPr>
              <p:custDataLst>
                <p:tags r:id="rId56"/>
              </p:custDataLst>
            </p:nvPr>
          </p:nvCxnSpPr>
          <p:spPr>
            <a:xfrm flipH="1">
              <a:off x="3419872" y="3933056"/>
              <a:ext cx="0" cy="12240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/>
            <p:cNvCxnSpPr/>
            <p:nvPr>
              <p:custDataLst>
                <p:tags r:id="rId57"/>
              </p:custDataLst>
            </p:nvPr>
          </p:nvCxnSpPr>
          <p:spPr>
            <a:xfrm flipH="1">
              <a:off x="3850990" y="3933056"/>
              <a:ext cx="0" cy="12240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TextBox 367"/>
            <p:cNvSpPr txBox="1"/>
            <p:nvPr>
              <p:custDataLst>
                <p:tags r:id="rId58"/>
              </p:custDataLst>
            </p:nvPr>
          </p:nvSpPr>
          <p:spPr>
            <a:xfrm>
              <a:off x="4427984" y="3068984"/>
              <a:ext cx="1008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指令周期</a:t>
              </a:r>
            </a:p>
          </p:txBody>
        </p:sp>
        <p:cxnSp>
          <p:nvCxnSpPr>
            <p:cNvPr id="369" name="直接连接符 368"/>
            <p:cNvCxnSpPr/>
            <p:nvPr>
              <p:custDataLst>
                <p:tags r:id="rId59"/>
              </p:custDataLst>
            </p:nvPr>
          </p:nvCxnSpPr>
          <p:spPr>
            <a:xfrm>
              <a:off x="2988990" y="3068960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连接符 369"/>
            <p:cNvCxnSpPr/>
            <p:nvPr>
              <p:custDataLst>
                <p:tags r:id="rId60"/>
              </p:custDataLst>
            </p:nvPr>
          </p:nvCxnSpPr>
          <p:spPr>
            <a:xfrm>
              <a:off x="3421038" y="3936787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直接连接符 370"/>
            <p:cNvCxnSpPr/>
            <p:nvPr>
              <p:custDataLst>
                <p:tags r:id="rId61"/>
              </p:custDataLst>
            </p:nvPr>
          </p:nvCxnSpPr>
          <p:spPr>
            <a:xfrm>
              <a:off x="2988990" y="393305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接连接符 371"/>
            <p:cNvCxnSpPr/>
            <p:nvPr>
              <p:custDataLst>
                <p:tags r:id="rId62"/>
              </p:custDataLst>
            </p:nvPr>
          </p:nvCxnSpPr>
          <p:spPr>
            <a:xfrm>
              <a:off x="2988990" y="3933056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直接连接符 372"/>
            <p:cNvCxnSpPr/>
            <p:nvPr>
              <p:custDataLst>
                <p:tags r:id="rId63"/>
              </p:custDataLst>
            </p:nvPr>
          </p:nvCxnSpPr>
          <p:spPr>
            <a:xfrm>
              <a:off x="2916982" y="4077072"/>
              <a:ext cx="7200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直接连接符 373"/>
            <p:cNvCxnSpPr/>
            <p:nvPr>
              <p:custDataLst>
                <p:tags r:id="rId64"/>
              </p:custDataLst>
            </p:nvPr>
          </p:nvCxnSpPr>
          <p:spPr>
            <a:xfrm>
              <a:off x="3421038" y="4077072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直接连接符 374"/>
            <p:cNvCxnSpPr/>
            <p:nvPr>
              <p:custDataLst>
                <p:tags r:id="rId65"/>
              </p:custDataLst>
            </p:nvPr>
          </p:nvCxnSpPr>
          <p:spPr>
            <a:xfrm>
              <a:off x="3853086" y="4152811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直接连接符 375"/>
            <p:cNvCxnSpPr/>
            <p:nvPr>
              <p:custDataLst>
                <p:tags r:id="rId66"/>
              </p:custDataLst>
            </p:nvPr>
          </p:nvCxnSpPr>
          <p:spPr>
            <a:xfrm>
              <a:off x="3416846" y="4149080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直接连接符 376"/>
            <p:cNvCxnSpPr/>
            <p:nvPr>
              <p:custDataLst>
                <p:tags r:id="rId67"/>
              </p:custDataLst>
            </p:nvPr>
          </p:nvCxnSpPr>
          <p:spPr>
            <a:xfrm>
              <a:off x="3416846" y="4149080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直接连接符 377"/>
            <p:cNvCxnSpPr/>
            <p:nvPr>
              <p:custDataLst>
                <p:tags r:id="rId68"/>
              </p:custDataLst>
            </p:nvPr>
          </p:nvCxnSpPr>
          <p:spPr>
            <a:xfrm>
              <a:off x="2916982" y="4293096"/>
              <a:ext cx="49986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接连接符 378"/>
            <p:cNvCxnSpPr/>
            <p:nvPr>
              <p:custDataLst>
                <p:tags r:id="rId69"/>
              </p:custDataLst>
            </p:nvPr>
          </p:nvCxnSpPr>
          <p:spPr>
            <a:xfrm>
              <a:off x="3848894" y="4293096"/>
              <a:ext cx="87248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接连接符 379"/>
            <p:cNvCxnSpPr/>
            <p:nvPr>
              <p:custDataLst>
                <p:tags r:id="rId70"/>
              </p:custDataLst>
            </p:nvPr>
          </p:nvCxnSpPr>
          <p:spPr>
            <a:xfrm>
              <a:off x="4285134" y="436883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接连接符 380"/>
            <p:cNvCxnSpPr/>
            <p:nvPr>
              <p:custDataLst>
                <p:tags r:id="rId71"/>
              </p:custDataLst>
            </p:nvPr>
          </p:nvCxnSpPr>
          <p:spPr>
            <a:xfrm>
              <a:off x="3853086" y="436510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直接连接符 381"/>
            <p:cNvCxnSpPr/>
            <p:nvPr>
              <p:custDataLst>
                <p:tags r:id="rId72"/>
              </p:custDataLst>
            </p:nvPr>
          </p:nvCxnSpPr>
          <p:spPr>
            <a:xfrm>
              <a:off x="3853086" y="436510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直接连接符 382"/>
            <p:cNvCxnSpPr/>
            <p:nvPr>
              <p:custDataLst>
                <p:tags r:id="rId73"/>
              </p:custDataLst>
            </p:nvPr>
          </p:nvCxnSpPr>
          <p:spPr>
            <a:xfrm>
              <a:off x="2916982" y="4509120"/>
              <a:ext cx="93191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直接连接符 383"/>
            <p:cNvCxnSpPr/>
            <p:nvPr>
              <p:custDataLst>
                <p:tags r:id="rId74"/>
              </p:custDataLst>
            </p:nvPr>
          </p:nvCxnSpPr>
          <p:spPr>
            <a:xfrm>
              <a:off x="4285134" y="4509120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连接符 384"/>
            <p:cNvCxnSpPr/>
            <p:nvPr>
              <p:custDataLst>
                <p:tags r:id="rId75"/>
              </p:custDataLst>
            </p:nvPr>
          </p:nvCxnSpPr>
          <p:spPr>
            <a:xfrm>
              <a:off x="4717182" y="3936787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连接符 385"/>
            <p:cNvCxnSpPr/>
            <p:nvPr>
              <p:custDataLst>
                <p:tags r:id="rId76"/>
              </p:custDataLst>
            </p:nvPr>
          </p:nvCxnSpPr>
          <p:spPr>
            <a:xfrm>
              <a:off x="4285134" y="393305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接连接符 386"/>
            <p:cNvCxnSpPr/>
            <p:nvPr>
              <p:custDataLst>
                <p:tags r:id="rId77"/>
              </p:custDataLst>
            </p:nvPr>
          </p:nvCxnSpPr>
          <p:spPr>
            <a:xfrm>
              <a:off x="4285134" y="3933056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直接连接符 387"/>
            <p:cNvCxnSpPr/>
            <p:nvPr>
              <p:custDataLst>
                <p:tags r:id="rId78"/>
              </p:custDataLst>
            </p:nvPr>
          </p:nvCxnSpPr>
          <p:spPr>
            <a:xfrm>
              <a:off x="4721374" y="4077072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直接连接符 388"/>
            <p:cNvCxnSpPr/>
            <p:nvPr>
              <p:custDataLst>
                <p:tags r:id="rId79"/>
              </p:custDataLst>
            </p:nvPr>
          </p:nvCxnSpPr>
          <p:spPr>
            <a:xfrm>
              <a:off x="5149230" y="4152811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直接连接符 389"/>
            <p:cNvCxnSpPr/>
            <p:nvPr>
              <p:custDataLst>
                <p:tags r:id="rId80"/>
              </p:custDataLst>
            </p:nvPr>
          </p:nvCxnSpPr>
          <p:spPr>
            <a:xfrm>
              <a:off x="4717182" y="4149080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直接连接符 390"/>
            <p:cNvCxnSpPr/>
            <p:nvPr>
              <p:custDataLst>
                <p:tags r:id="rId81"/>
              </p:custDataLst>
            </p:nvPr>
          </p:nvCxnSpPr>
          <p:spPr>
            <a:xfrm>
              <a:off x="4717182" y="4149080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连接符 391"/>
            <p:cNvCxnSpPr/>
            <p:nvPr>
              <p:custDataLst>
                <p:tags r:id="rId82"/>
              </p:custDataLst>
            </p:nvPr>
          </p:nvCxnSpPr>
          <p:spPr>
            <a:xfrm>
              <a:off x="5149230" y="4293096"/>
              <a:ext cx="86828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直接连接符 392"/>
            <p:cNvCxnSpPr/>
            <p:nvPr>
              <p:custDataLst>
                <p:tags r:id="rId83"/>
              </p:custDataLst>
            </p:nvPr>
          </p:nvCxnSpPr>
          <p:spPr>
            <a:xfrm>
              <a:off x="5581278" y="436883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直接连接符 393"/>
            <p:cNvCxnSpPr/>
            <p:nvPr>
              <p:custDataLst>
                <p:tags r:id="rId84"/>
              </p:custDataLst>
            </p:nvPr>
          </p:nvCxnSpPr>
          <p:spPr>
            <a:xfrm>
              <a:off x="5149230" y="436510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连接符 394"/>
            <p:cNvCxnSpPr/>
            <p:nvPr>
              <p:custDataLst>
                <p:tags r:id="rId85"/>
              </p:custDataLst>
            </p:nvPr>
          </p:nvCxnSpPr>
          <p:spPr>
            <a:xfrm>
              <a:off x="5149230" y="436510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连接符 395"/>
            <p:cNvCxnSpPr/>
            <p:nvPr>
              <p:custDataLst>
                <p:tags r:id="rId86"/>
              </p:custDataLst>
            </p:nvPr>
          </p:nvCxnSpPr>
          <p:spPr>
            <a:xfrm>
              <a:off x="5581278" y="4509120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直接连接符 396"/>
            <p:cNvCxnSpPr/>
            <p:nvPr>
              <p:custDataLst>
                <p:tags r:id="rId87"/>
              </p:custDataLst>
            </p:nvPr>
          </p:nvCxnSpPr>
          <p:spPr>
            <a:xfrm>
              <a:off x="6013326" y="3936787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连接符 397"/>
            <p:cNvCxnSpPr/>
            <p:nvPr>
              <p:custDataLst>
                <p:tags r:id="rId88"/>
              </p:custDataLst>
            </p:nvPr>
          </p:nvCxnSpPr>
          <p:spPr>
            <a:xfrm>
              <a:off x="5581278" y="393305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直接连接符 398"/>
            <p:cNvCxnSpPr/>
            <p:nvPr>
              <p:custDataLst>
                <p:tags r:id="rId89"/>
              </p:custDataLst>
            </p:nvPr>
          </p:nvCxnSpPr>
          <p:spPr>
            <a:xfrm>
              <a:off x="5581278" y="3933056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直接连接符 399"/>
            <p:cNvCxnSpPr/>
            <p:nvPr>
              <p:custDataLst>
                <p:tags r:id="rId90"/>
              </p:custDataLst>
            </p:nvPr>
          </p:nvCxnSpPr>
          <p:spPr>
            <a:xfrm>
              <a:off x="6017518" y="4077072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连接符 400"/>
            <p:cNvCxnSpPr/>
            <p:nvPr>
              <p:custDataLst>
                <p:tags r:id="rId91"/>
              </p:custDataLst>
            </p:nvPr>
          </p:nvCxnSpPr>
          <p:spPr>
            <a:xfrm>
              <a:off x="6445374" y="4152811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直接连接符 401"/>
            <p:cNvCxnSpPr/>
            <p:nvPr>
              <p:custDataLst>
                <p:tags r:id="rId92"/>
              </p:custDataLst>
            </p:nvPr>
          </p:nvCxnSpPr>
          <p:spPr>
            <a:xfrm>
              <a:off x="6013326" y="4149080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直接连接符 402"/>
            <p:cNvCxnSpPr/>
            <p:nvPr>
              <p:custDataLst>
                <p:tags r:id="rId93"/>
              </p:custDataLst>
            </p:nvPr>
          </p:nvCxnSpPr>
          <p:spPr>
            <a:xfrm>
              <a:off x="6013326" y="4149080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连接符 403"/>
            <p:cNvCxnSpPr/>
            <p:nvPr>
              <p:custDataLst>
                <p:tags r:id="rId94"/>
              </p:custDataLst>
            </p:nvPr>
          </p:nvCxnSpPr>
          <p:spPr>
            <a:xfrm>
              <a:off x="6445374" y="4293096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直接连接符 404"/>
            <p:cNvCxnSpPr/>
            <p:nvPr>
              <p:custDataLst>
                <p:tags r:id="rId95"/>
              </p:custDataLst>
            </p:nvPr>
          </p:nvCxnSpPr>
          <p:spPr>
            <a:xfrm>
              <a:off x="6877422" y="436883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接连接符 405"/>
            <p:cNvCxnSpPr/>
            <p:nvPr>
              <p:custDataLst>
                <p:tags r:id="rId96"/>
              </p:custDataLst>
            </p:nvPr>
          </p:nvCxnSpPr>
          <p:spPr>
            <a:xfrm>
              <a:off x="6445374" y="436510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连接符 406"/>
            <p:cNvCxnSpPr/>
            <p:nvPr>
              <p:custDataLst>
                <p:tags r:id="rId97"/>
              </p:custDataLst>
            </p:nvPr>
          </p:nvCxnSpPr>
          <p:spPr>
            <a:xfrm>
              <a:off x="6445374" y="436510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连接符 407"/>
            <p:cNvCxnSpPr/>
            <p:nvPr>
              <p:custDataLst>
                <p:tags r:id="rId98"/>
              </p:custDataLst>
            </p:nvPr>
          </p:nvCxnSpPr>
          <p:spPr>
            <a:xfrm>
              <a:off x="6877422" y="4509120"/>
              <a:ext cx="57606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连接符 408"/>
            <p:cNvCxnSpPr/>
            <p:nvPr>
              <p:custDataLst>
                <p:tags r:id="rId99"/>
              </p:custDataLst>
            </p:nvPr>
          </p:nvCxnSpPr>
          <p:spPr>
            <a:xfrm>
              <a:off x="6877422" y="3936787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/>
            <p:cNvCxnSpPr/>
            <p:nvPr>
              <p:custDataLst>
                <p:tags r:id="rId100"/>
              </p:custDataLst>
            </p:nvPr>
          </p:nvCxnSpPr>
          <p:spPr>
            <a:xfrm>
              <a:off x="7305278" y="3936787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接连接符 410"/>
            <p:cNvCxnSpPr/>
            <p:nvPr>
              <p:custDataLst>
                <p:tags r:id="rId101"/>
              </p:custDataLst>
            </p:nvPr>
          </p:nvCxnSpPr>
          <p:spPr>
            <a:xfrm>
              <a:off x="6873230" y="393305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连接符 411"/>
            <p:cNvCxnSpPr/>
            <p:nvPr>
              <p:custDataLst>
                <p:tags r:id="rId102"/>
              </p:custDataLst>
            </p:nvPr>
          </p:nvCxnSpPr>
          <p:spPr>
            <a:xfrm>
              <a:off x="7309470" y="4077072"/>
              <a:ext cx="14401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12"/>
            <p:cNvCxnSpPr/>
            <p:nvPr>
              <p:custDataLst>
                <p:tags r:id="rId103"/>
              </p:custDataLst>
            </p:nvPr>
          </p:nvCxnSpPr>
          <p:spPr>
            <a:xfrm>
              <a:off x="7309470" y="4149080"/>
              <a:ext cx="14401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直接连接符 413"/>
            <p:cNvCxnSpPr/>
            <p:nvPr>
              <p:custDataLst>
                <p:tags r:id="rId104"/>
              </p:custDataLst>
            </p:nvPr>
          </p:nvCxnSpPr>
          <p:spPr>
            <a:xfrm>
              <a:off x="7309470" y="4149080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直接连接符 414"/>
            <p:cNvCxnSpPr/>
            <p:nvPr>
              <p:custDataLst>
                <p:tags r:id="rId105"/>
              </p:custDataLst>
            </p:nvPr>
          </p:nvCxnSpPr>
          <p:spPr>
            <a:xfrm>
              <a:off x="3205014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直接连接符 415"/>
            <p:cNvCxnSpPr/>
            <p:nvPr>
              <p:custDataLst>
                <p:tags r:id="rId106"/>
              </p:custDataLst>
            </p:nvPr>
          </p:nvCxnSpPr>
          <p:spPr>
            <a:xfrm>
              <a:off x="2988990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直接连接符 416"/>
            <p:cNvCxnSpPr/>
            <p:nvPr>
              <p:custDataLst>
                <p:tags r:id="rId107"/>
              </p:custDataLst>
            </p:nvPr>
          </p:nvCxnSpPr>
          <p:spPr>
            <a:xfrm>
              <a:off x="2988990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直接连接符 417"/>
            <p:cNvCxnSpPr/>
            <p:nvPr>
              <p:custDataLst>
                <p:tags r:id="rId108"/>
              </p:custDataLst>
            </p:nvPr>
          </p:nvCxnSpPr>
          <p:spPr>
            <a:xfrm>
              <a:off x="2916982" y="4725144"/>
              <a:ext cx="7200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直接连接符 418"/>
            <p:cNvCxnSpPr/>
            <p:nvPr>
              <p:custDataLst>
                <p:tags r:id="rId109"/>
              </p:custDataLst>
            </p:nvPr>
          </p:nvCxnSpPr>
          <p:spPr>
            <a:xfrm>
              <a:off x="3205014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直接连接符 419"/>
            <p:cNvCxnSpPr/>
            <p:nvPr>
              <p:custDataLst>
                <p:tags r:id="rId110"/>
              </p:custDataLst>
            </p:nvPr>
          </p:nvCxnSpPr>
          <p:spPr>
            <a:xfrm>
              <a:off x="3637062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直接连接符 420"/>
            <p:cNvCxnSpPr/>
            <p:nvPr>
              <p:custDataLst>
                <p:tags r:id="rId111"/>
              </p:custDataLst>
            </p:nvPr>
          </p:nvCxnSpPr>
          <p:spPr>
            <a:xfrm>
              <a:off x="3421038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直接连接符 421"/>
            <p:cNvCxnSpPr/>
            <p:nvPr>
              <p:custDataLst>
                <p:tags r:id="rId112"/>
              </p:custDataLst>
            </p:nvPr>
          </p:nvCxnSpPr>
          <p:spPr>
            <a:xfrm>
              <a:off x="3421038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直接连接符 422"/>
            <p:cNvCxnSpPr/>
            <p:nvPr>
              <p:custDataLst>
                <p:tags r:id="rId113"/>
              </p:custDataLst>
            </p:nvPr>
          </p:nvCxnSpPr>
          <p:spPr>
            <a:xfrm>
              <a:off x="3637062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/>
            <p:cNvCxnSpPr/>
            <p:nvPr>
              <p:custDataLst>
                <p:tags r:id="rId114"/>
              </p:custDataLst>
            </p:nvPr>
          </p:nvCxnSpPr>
          <p:spPr>
            <a:xfrm>
              <a:off x="4069110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/>
            <p:cNvCxnSpPr/>
            <p:nvPr>
              <p:custDataLst>
                <p:tags r:id="rId115"/>
              </p:custDataLst>
            </p:nvPr>
          </p:nvCxnSpPr>
          <p:spPr>
            <a:xfrm>
              <a:off x="3853086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/>
            <p:cNvCxnSpPr/>
            <p:nvPr>
              <p:custDataLst>
                <p:tags r:id="rId116"/>
              </p:custDataLst>
            </p:nvPr>
          </p:nvCxnSpPr>
          <p:spPr>
            <a:xfrm>
              <a:off x="3853086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连接符 426"/>
            <p:cNvCxnSpPr/>
            <p:nvPr>
              <p:custDataLst>
                <p:tags r:id="rId117"/>
              </p:custDataLst>
            </p:nvPr>
          </p:nvCxnSpPr>
          <p:spPr>
            <a:xfrm>
              <a:off x="4069110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直接连接符 427"/>
            <p:cNvCxnSpPr/>
            <p:nvPr>
              <p:custDataLst>
                <p:tags r:id="rId118"/>
              </p:custDataLst>
            </p:nvPr>
          </p:nvCxnSpPr>
          <p:spPr>
            <a:xfrm>
              <a:off x="4501158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连接符 428"/>
            <p:cNvCxnSpPr/>
            <p:nvPr>
              <p:custDataLst>
                <p:tags r:id="rId119"/>
              </p:custDataLst>
            </p:nvPr>
          </p:nvCxnSpPr>
          <p:spPr>
            <a:xfrm>
              <a:off x="4285134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连接符 429"/>
            <p:cNvCxnSpPr/>
            <p:nvPr>
              <p:custDataLst>
                <p:tags r:id="rId120"/>
              </p:custDataLst>
            </p:nvPr>
          </p:nvCxnSpPr>
          <p:spPr>
            <a:xfrm>
              <a:off x="4285134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接连接符 430"/>
            <p:cNvCxnSpPr/>
            <p:nvPr>
              <p:custDataLst>
                <p:tags r:id="rId121"/>
              </p:custDataLst>
            </p:nvPr>
          </p:nvCxnSpPr>
          <p:spPr>
            <a:xfrm>
              <a:off x="4501158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直接连接符 431"/>
            <p:cNvCxnSpPr/>
            <p:nvPr>
              <p:custDataLst>
                <p:tags r:id="rId122"/>
              </p:custDataLst>
            </p:nvPr>
          </p:nvCxnSpPr>
          <p:spPr>
            <a:xfrm>
              <a:off x="4933206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直接连接符 432"/>
            <p:cNvCxnSpPr/>
            <p:nvPr>
              <p:custDataLst>
                <p:tags r:id="rId123"/>
              </p:custDataLst>
            </p:nvPr>
          </p:nvCxnSpPr>
          <p:spPr>
            <a:xfrm>
              <a:off x="4717182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直接连接符 433"/>
            <p:cNvCxnSpPr/>
            <p:nvPr>
              <p:custDataLst>
                <p:tags r:id="rId124"/>
              </p:custDataLst>
            </p:nvPr>
          </p:nvCxnSpPr>
          <p:spPr>
            <a:xfrm>
              <a:off x="4717182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直接连接符 434"/>
            <p:cNvCxnSpPr/>
            <p:nvPr>
              <p:custDataLst>
                <p:tags r:id="rId125"/>
              </p:custDataLst>
            </p:nvPr>
          </p:nvCxnSpPr>
          <p:spPr>
            <a:xfrm>
              <a:off x="4933206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直接连接符 435"/>
            <p:cNvCxnSpPr/>
            <p:nvPr>
              <p:custDataLst>
                <p:tags r:id="rId126"/>
              </p:custDataLst>
            </p:nvPr>
          </p:nvCxnSpPr>
          <p:spPr>
            <a:xfrm>
              <a:off x="5365254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直接连接符 436"/>
            <p:cNvCxnSpPr/>
            <p:nvPr>
              <p:custDataLst>
                <p:tags r:id="rId127"/>
              </p:custDataLst>
            </p:nvPr>
          </p:nvCxnSpPr>
          <p:spPr>
            <a:xfrm>
              <a:off x="5149230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直接连接符 437"/>
            <p:cNvCxnSpPr/>
            <p:nvPr>
              <p:custDataLst>
                <p:tags r:id="rId128"/>
              </p:custDataLst>
            </p:nvPr>
          </p:nvCxnSpPr>
          <p:spPr>
            <a:xfrm>
              <a:off x="5149230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直接连接符 438"/>
            <p:cNvCxnSpPr/>
            <p:nvPr>
              <p:custDataLst>
                <p:tags r:id="rId129"/>
              </p:custDataLst>
            </p:nvPr>
          </p:nvCxnSpPr>
          <p:spPr>
            <a:xfrm>
              <a:off x="5365254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直接连接符 439"/>
            <p:cNvCxnSpPr/>
            <p:nvPr>
              <p:custDataLst>
                <p:tags r:id="rId130"/>
              </p:custDataLst>
            </p:nvPr>
          </p:nvCxnSpPr>
          <p:spPr>
            <a:xfrm>
              <a:off x="5797302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直接连接符 440"/>
            <p:cNvCxnSpPr/>
            <p:nvPr>
              <p:custDataLst>
                <p:tags r:id="rId131"/>
              </p:custDataLst>
            </p:nvPr>
          </p:nvCxnSpPr>
          <p:spPr>
            <a:xfrm>
              <a:off x="5581278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直接连接符 441"/>
            <p:cNvCxnSpPr/>
            <p:nvPr>
              <p:custDataLst>
                <p:tags r:id="rId132"/>
              </p:custDataLst>
            </p:nvPr>
          </p:nvCxnSpPr>
          <p:spPr>
            <a:xfrm>
              <a:off x="5581278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直接连接符 442"/>
            <p:cNvCxnSpPr/>
            <p:nvPr>
              <p:custDataLst>
                <p:tags r:id="rId133"/>
              </p:custDataLst>
            </p:nvPr>
          </p:nvCxnSpPr>
          <p:spPr>
            <a:xfrm>
              <a:off x="5797302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直接连接符 443"/>
            <p:cNvCxnSpPr/>
            <p:nvPr>
              <p:custDataLst>
                <p:tags r:id="rId134"/>
              </p:custDataLst>
            </p:nvPr>
          </p:nvCxnSpPr>
          <p:spPr>
            <a:xfrm>
              <a:off x="6229350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直接连接符 444"/>
            <p:cNvCxnSpPr/>
            <p:nvPr>
              <p:custDataLst>
                <p:tags r:id="rId135"/>
              </p:custDataLst>
            </p:nvPr>
          </p:nvCxnSpPr>
          <p:spPr>
            <a:xfrm>
              <a:off x="6013326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接连接符 445"/>
            <p:cNvCxnSpPr/>
            <p:nvPr>
              <p:custDataLst>
                <p:tags r:id="rId136"/>
              </p:custDataLst>
            </p:nvPr>
          </p:nvCxnSpPr>
          <p:spPr>
            <a:xfrm>
              <a:off x="6013326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直接连接符 446"/>
            <p:cNvCxnSpPr/>
            <p:nvPr>
              <p:custDataLst>
                <p:tags r:id="rId137"/>
              </p:custDataLst>
            </p:nvPr>
          </p:nvCxnSpPr>
          <p:spPr>
            <a:xfrm>
              <a:off x="6229350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接连接符 447"/>
            <p:cNvCxnSpPr/>
            <p:nvPr>
              <p:custDataLst>
                <p:tags r:id="rId138"/>
              </p:custDataLst>
            </p:nvPr>
          </p:nvCxnSpPr>
          <p:spPr>
            <a:xfrm>
              <a:off x="6661398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直接连接符 448"/>
            <p:cNvCxnSpPr/>
            <p:nvPr>
              <p:custDataLst>
                <p:tags r:id="rId139"/>
              </p:custDataLst>
            </p:nvPr>
          </p:nvCxnSpPr>
          <p:spPr>
            <a:xfrm>
              <a:off x="6445374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直接连接符 449"/>
            <p:cNvCxnSpPr/>
            <p:nvPr>
              <p:custDataLst>
                <p:tags r:id="rId140"/>
              </p:custDataLst>
            </p:nvPr>
          </p:nvCxnSpPr>
          <p:spPr>
            <a:xfrm>
              <a:off x="6445374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接连接符 450"/>
            <p:cNvCxnSpPr/>
            <p:nvPr>
              <p:custDataLst>
                <p:tags r:id="rId141"/>
              </p:custDataLst>
            </p:nvPr>
          </p:nvCxnSpPr>
          <p:spPr>
            <a:xfrm>
              <a:off x="6661398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1"/>
            <p:cNvCxnSpPr/>
            <p:nvPr>
              <p:custDataLst>
                <p:tags r:id="rId142"/>
              </p:custDataLst>
            </p:nvPr>
          </p:nvCxnSpPr>
          <p:spPr>
            <a:xfrm>
              <a:off x="7093446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直接连接符 452"/>
            <p:cNvCxnSpPr/>
            <p:nvPr>
              <p:custDataLst>
                <p:tags r:id="rId143"/>
              </p:custDataLst>
            </p:nvPr>
          </p:nvCxnSpPr>
          <p:spPr>
            <a:xfrm>
              <a:off x="6877422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直接连接符 453"/>
            <p:cNvCxnSpPr/>
            <p:nvPr>
              <p:custDataLst>
                <p:tags r:id="rId144"/>
              </p:custDataLst>
            </p:nvPr>
          </p:nvCxnSpPr>
          <p:spPr>
            <a:xfrm>
              <a:off x="6877422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直接连接符 454"/>
            <p:cNvCxnSpPr/>
            <p:nvPr>
              <p:custDataLst>
                <p:tags r:id="rId145"/>
              </p:custDataLst>
            </p:nvPr>
          </p:nvCxnSpPr>
          <p:spPr>
            <a:xfrm>
              <a:off x="7093446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直接连接符 455"/>
            <p:cNvCxnSpPr/>
            <p:nvPr>
              <p:custDataLst>
                <p:tags r:id="rId146"/>
              </p:custDataLst>
            </p:nvPr>
          </p:nvCxnSpPr>
          <p:spPr>
            <a:xfrm>
              <a:off x="7309470" y="4581128"/>
              <a:ext cx="144016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直接连接符 456"/>
            <p:cNvCxnSpPr/>
            <p:nvPr>
              <p:custDataLst>
                <p:tags r:id="rId147"/>
              </p:custDataLst>
            </p:nvPr>
          </p:nvCxnSpPr>
          <p:spPr>
            <a:xfrm>
              <a:off x="7309470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/>
            <p:cNvCxnSpPr/>
            <p:nvPr>
              <p:custDataLst>
                <p:tags r:id="rId148"/>
              </p:custDataLst>
            </p:nvPr>
          </p:nvCxnSpPr>
          <p:spPr>
            <a:xfrm>
              <a:off x="3421038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直接连接符 458"/>
            <p:cNvCxnSpPr/>
            <p:nvPr>
              <p:custDataLst>
                <p:tags r:id="rId149"/>
              </p:custDataLst>
            </p:nvPr>
          </p:nvCxnSpPr>
          <p:spPr>
            <a:xfrm>
              <a:off x="3205014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直接连接符 459"/>
            <p:cNvCxnSpPr/>
            <p:nvPr>
              <p:custDataLst>
                <p:tags r:id="rId150"/>
              </p:custDataLst>
            </p:nvPr>
          </p:nvCxnSpPr>
          <p:spPr>
            <a:xfrm>
              <a:off x="3205014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直接连接符 460"/>
            <p:cNvCxnSpPr/>
            <p:nvPr>
              <p:custDataLst>
                <p:tags r:id="rId151"/>
              </p:custDataLst>
            </p:nvPr>
          </p:nvCxnSpPr>
          <p:spPr>
            <a:xfrm>
              <a:off x="2916982" y="4797152"/>
              <a:ext cx="7200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直接连接符 461"/>
            <p:cNvCxnSpPr/>
            <p:nvPr>
              <p:custDataLst>
                <p:tags r:id="rId152"/>
              </p:custDataLst>
            </p:nvPr>
          </p:nvCxnSpPr>
          <p:spPr>
            <a:xfrm>
              <a:off x="3421038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直接连接符 462"/>
            <p:cNvCxnSpPr/>
            <p:nvPr>
              <p:custDataLst>
                <p:tags r:id="rId153"/>
              </p:custDataLst>
            </p:nvPr>
          </p:nvCxnSpPr>
          <p:spPr>
            <a:xfrm>
              <a:off x="3853086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直接连接符 463"/>
            <p:cNvCxnSpPr/>
            <p:nvPr>
              <p:custDataLst>
                <p:tags r:id="rId154"/>
              </p:custDataLst>
            </p:nvPr>
          </p:nvCxnSpPr>
          <p:spPr>
            <a:xfrm>
              <a:off x="3637062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直接连接符 464"/>
            <p:cNvCxnSpPr/>
            <p:nvPr>
              <p:custDataLst>
                <p:tags r:id="rId155"/>
              </p:custDataLst>
            </p:nvPr>
          </p:nvCxnSpPr>
          <p:spPr>
            <a:xfrm>
              <a:off x="3637062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直接连接符 465"/>
            <p:cNvCxnSpPr/>
            <p:nvPr>
              <p:custDataLst>
                <p:tags r:id="rId156"/>
              </p:custDataLst>
            </p:nvPr>
          </p:nvCxnSpPr>
          <p:spPr>
            <a:xfrm>
              <a:off x="3853086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接连接符 466"/>
            <p:cNvCxnSpPr/>
            <p:nvPr>
              <p:custDataLst>
                <p:tags r:id="rId157"/>
              </p:custDataLst>
            </p:nvPr>
          </p:nvCxnSpPr>
          <p:spPr>
            <a:xfrm>
              <a:off x="4285134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直接连接符 467"/>
            <p:cNvCxnSpPr/>
            <p:nvPr>
              <p:custDataLst>
                <p:tags r:id="rId158"/>
              </p:custDataLst>
            </p:nvPr>
          </p:nvCxnSpPr>
          <p:spPr>
            <a:xfrm>
              <a:off x="4069110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直接连接符 468"/>
            <p:cNvCxnSpPr/>
            <p:nvPr>
              <p:custDataLst>
                <p:tags r:id="rId159"/>
              </p:custDataLst>
            </p:nvPr>
          </p:nvCxnSpPr>
          <p:spPr>
            <a:xfrm>
              <a:off x="4069110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连接符 469"/>
            <p:cNvCxnSpPr/>
            <p:nvPr>
              <p:custDataLst>
                <p:tags r:id="rId160"/>
              </p:custDataLst>
            </p:nvPr>
          </p:nvCxnSpPr>
          <p:spPr>
            <a:xfrm>
              <a:off x="4285134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直接连接符 470"/>
            <p:cNvCxnSpPr/>
            <p:nvPr>
              <p:custDataLst>
                <p:tags r:id="rId161"/>
              </p:custDataLst>
            </p:nvPr>
          </p:nvCxnSpPr>
          <p:spPr>
            <a:xfrm>
              <a:off x="4717182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直接连接符 471"/>
            <p:cNvCxnSpPr/>
            <p:nvPr>
              <p:custDataLst>
                <p:tags r:id="rId162"/>
              </p:custDataLst>
            </p:nvPr>
          </p:nvCxnSpPr>
          <p:spPr>
            <a:xfrm>
              <a:off x="4501158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连接符 472"/>
            <p:cNvCxnSpPr/>
            <p:nvPr>
              <p:custDataLst>
                <p:tags r:id="rId163"/>
              </p:custDataLst>
            </p:nvPr>
          </p:nvCxnSpPr>
          <p:spPr>
            <a:xfrm>
              <a:off x="4501158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直接连接符 473"/>
            <p:cNvCxnSpPr/>
            <p:nvPr>
              <p:custDataLst>
                <p:tags r:id="rId164"/>
              </p:custDataLst>
            </p:nvPr>
          </p:nvCxnSpPr>
          <p:spPr>
            <a:xfrm>
              <a:off x="4717182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/>
            <p:cNvCxnSpPr/>
            <p:nvPr>
              <p:custDataLst>
                <p:tags r:id="rId165"/>
              </p:custDataLst>
            </p:nvPr>
          </p:nvCxnSpPr>
          <p:spPr>
            <a:xfrm>
              <a:off x="5149230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连接符 475"/>
            <p:cNvCxnSpPr/>
            <p:nvPr>
              <p:custDataLst>
                <p:tags r:id="rId166"/>
              </p:custDataLst>
            </p:nvPr>
          </p:nvCxnSpPr>
          <p:spPr>
            <a:xfrm>
              <a:off x="4933206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直接连接符 476"/>
            <p:cNvCxnSpPr/>
            <p:nvPr>
              <p:custDataLst>
                <p:tags r:id="rId167"/>
              </p:custDataLst>
            </p:nvPr>
          </p:nvCxnSpPr>
          <p:spPr>
            <a:xfrm>
              <a:off x="4933206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直接连接符 477"/>
            <p:cNvCxnSpPr/>
            <p:nvPr>
              <p:custDataLst>
                <p:tags r:id="rId168"/>
              </p:custDataLst>
            </p:nvPr>
          </p:nvCxnSpPr>
          <p:spPr>
            <a:xfrm>
              <a:off x="5149230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直接连接符 478"/>
            <p:cNvCxnSpPr/>
            <p:nvPr>
              <p:custDataLst>
                <p:tags r:id="rId169"/>
              </p:custDataLst>
            </p:nvPr>
          </p:nvCxnSpPr>
          <p:spPr>
            <a:xfrm>
              <a:off x="5581278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直接连接符 479"/>
            <p:cNvCxnSpPr/>
            <p:nvPr>
              <p:custDataLst>
                <p:tags r:id="rId170"/>
              </p:custDataLst>
            </p:nvPr>
          </p:nvCxnSpPr>
          <p:spPr>
            <a:xfrm>
              <a:off x="5365254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连接符 480"/>
            <p:cNvCxnSpPr/>
            <p:nvPr>
              <p:custDataLst>
                <p:tags r:id="rId171"/>
              </p:custDataLst>
            </p:nvPr>
          </p:nvCxnSpPr>
          <p:spPr>
            <a:xfrm>
              <a:off x="5365254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连接符 481"/>
            <p:cNvCxnSpPr/>
            <p:nvPr>
              <p:custDataLst>
                <p:tags r:id="rId172"/>
              </p:custDataLst>
            </p:nvPr>
          </p:nvCxnSpPr>
          <p:spPr>
            <a:xfrm>
              <a:off x="5581278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直接连接符 482"/>
            <p:cNvCxnSpPr/>
            <p:nvPr>
              <p:custDataLst>
                <p:tags r:id="rId173"/>
              </p:custDataLst>
            </p:nvPr>
          </p:nvCxnSpPr>
          <p:spPr>
            <a:xfrm>
              <a:off x="6013326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直接连接符 483"/>
            <p:cNvCxnSpPr/>
            <p:nvPr>
              <p:custDataLst>
                <p:tags r:id="rId174"/>
              </p:custDataLst>
            </p:nvPr>
          </p:nvCxnSpPr>
          <p:spPr>
            <a:xfrm>
              <a:off x="5797302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直接连接符 484"/>
            <p:cNvCxnSpPr/>
            <p:nvPr>
              <p:custDataLst>
                <p:tags r:id="rId175"/>
              </p:custDataLst>
            </p:nvPr>
          </p:nvCxnSpPr>
          <p:spPr>
            <a:xfrm>
              <a:off x="5797302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直接连接符 485"/>
            <p:cNvCxnSpPr/>
            <p:nvPr>
              <p:custDataLst>
                <p:tags r:id="rId176"/>
              </p:custDataLst>
            </p:nvPr>
          </p:nvCxnSpPr>
          <p:spPr>
            <a:xfrm>
              <a:off x="6013326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接连接符 486"/>
            <p:cNvCxnSpPr/>
            <p:nvPr>
              <p:custDataLst>
                <p:tags r:id="rId177"/>
              </p:custDataLst>
            </p:nvPr>
          </p:nvCxnSpPr>
          <p:spPr>
            <a:xfrm>
              <a:off x="6445374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接连接符 487"/>
            <p:cNvCxnSpPr/>
            <p:nvPr>
              <p:custDataLst>
                <p:tags r:id="rId178"/>
              </p:custDataLst>
            </p:nvPr>
          </p:nvCxnSpPr>
          <p:spPr>
            <a:xfrm>
              <a:off x="6229350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连接符 488"/>
            <p:cNvCxnSpPr/>
            <p:nvPr>
              <p:custDataLst>
                <p:tags r:id="rId179"/>
              </p:custDataLst>
            </p:nvPr>
          </p:nvCxnSpPr>
          <p:spPr>
            <a:xfrm>
              <a:off x="6229350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直接连接符 489"/>
            <p:cNvCxnSpPr/>
            <p:nvPr>
              <p:custDataLst>
                <p:tags r:id="rId180"/>
              </p:custDataLst>
            </p:nvPr>
          </p:nvCxnSpPr>
          <p:spPr>
            <a:xfrm>
              <a:off x="6445374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直接连接符 490"/>
            <p:cNvCxnSpPr/>
            <p:nvPr>
              <p:custDataLst>
                <p:tags r:id="rId181"/>
              </p:custDataLst>
            </p:nvPr>
          </p:nvCxnSpPr>
          <p:spPr>
            <a:xfrm>
              <a:off x="6877422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直接连接符 491"/>
            <p:cNvCxnSpPr/>
            <p:nvPr>
              <p:custDataLst>
                <p:tags r:id="rId182"/>
              </p:custDataLst>
            </p:nvPr>
          </p:nvCxnSpPr>
          <p:spPr>
            <a:xfrm>
              <a:off x="6661398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接连接符 492"/>
            <p:cNvCxnSpPr/>
            <p:nvPr>
              <p:custDataLst>
                <p:tags r:id="rId183"/>
              </p:custDataLst>
            </p:nvPr>
          </p:nvCxnSpPr>
          <p:spPr>
            <a:xfrm>
              <a:off x="6661398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直接连接符 493"/>
            <p:cNvCxnSpPr/>
            <p:nvPr>
              <p:custDataLst>
                <p:tags r:id="rId184"/>
              </p:custDataLst>
            </p:nvPr>
          </p:nvCxnSpPr>
          <p:spPr>
            <a:xfrm>
              <a:off x="6877422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直接连接符 494"/>
            <p:cNvCxnSpPr/>
            <p:nvPr>
              <p:custDataLst>
                <p:tags r:id="rId185"/>
              </p:custDataLst>
            </p:nvPr>
          </p:nvCxnSpPr>
          <p:spPr>
            <a:xfrm>
              <a:off x="7309470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直接连接符 495"/>
            <p:cNvCxnSpPr/>
            <p:nvPr>
              <p:custDataLst>
                <p:tags r:id="rId186"/>
              </p:custDataLst>
            </p:nvPr>
          </p:nvCxnSpPr>
          <p:spPr>
            <a:xfrm>
              <a:off x="7093446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直接连接符 496"/>
            <p:cNvCxnSpPr/>
            <p:nvPr>
              <p:custDataLst>
                <p:tags r:id="rId187"/>
              </p:custDataLst>
            </p:nvPr>
          </p:nvCxnSpPr>
          <p:spPr>
            <a:xfrm>
              <a:off x="7093446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直接连接符 497"/>
            <p:cNvCxnSpPr/>
            <p:nvPr>
              <p:custDataLst>
                <p:tags r:id="rId188"/>
              </p:custDataLst>
            </p:nvPr>
          </p:nvCxnSpPr>
          <p:spPr>
            <a:xfrm>
              <a:off x="7309470" y="4944899"/>
              <a:ext cx="144016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直接连接符 498"/>
            <p:cNvCxnSpPr/>
            <p:nvPr>
              <p:custDataLst>
                <p:tags r:id="rId189"/>
              </p:custDataLst>
            </p:nvPr>
          </p:nvCxnSpPr>
          <p:spPr>
            <a:xfrm>
              <a:off x="2988990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直接连接符 499"/>
            <p:cNvCxnSpPr/>
            <p:nvPr>
              <p:custDataLst>
                <p:tags r:id="rId190"/>
              </p:custDataLst>
            </p:nvPr>
          </p:nvCxnSpPr>
          <p:spPr>
            <a:xfrm>
              <a:off x="2988990" y="494116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直接连接符 500"/>
            <p:cNvCxnSpPr/>
            <p:nvPr>
              <p:custDataLst>
                <p:tags r:id="rId191"/>
              </p:custDataLst>
            </p:nvPr>
          </p:nvCxnSpPr>
          <p:spPr>
            <a:xfrm>
              <a:off x="6877422" y="3717048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直接连接符 501"/>
            <p:cNvCxnSpPr/>
            <p:nvPr>
              <p:custDataLst>
                <p:tags r:id="rId192"/>
              </p:custDataLst>
            </p:nvPr>
          </p:nvCxnSpPr>
          <p:spPr>
            <a:xfrm>
              <a:off x="5581278" y="3717032"/>
              <a:ext cx="129614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直接连接符 502"/>
            <p:cNvCxnSpPr/>
            <p:nvPr>
              <p:custDataLst>
                <p:tags r:id="rId193"/>
              </p:custDataLst>
            </p:nvPr>
          </p:nvCxnSpPr>
          <p:spPr>
            <a:xfrm>
              <a:off x="5581278" y="3717048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直接连接符 503"/>
            <p:cNvCxnSpPr/>
            <p:nvPr>
              <p:custDataLst>
                <p:tags r:id="rId194"/>
              </p:custDataLst>
            </p:nvPr>
          </p:nvCxnSpPr>
          <p:spPr>
            <a:xfrm>
              <a:off x="2916982" y="3861048"/>
              <a:ext cx="266429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直接连接符 504"/>
            <p:cNvCxnSpPr/>
            <p:nvPr>
              <p:custDataLst>
                <p:tags r:id="rId195"/>
              </p:custDataLst>
            </p:nvPr>
          </p:nvCxnSpPr>
          <p:spPr>
            <a:xfrm>
              <a:off x="6877422" y="3861048"/>
              <a:ext cx="57606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直接连接符 505"/>
            <p:cNvCxnSpPr/>
            <p:nvPr>
              <p:custDataLst>
                <p:tags r:id="rId196"/>
              </p:custDataLst>
            </p:nvPr>
          </p:nvCxnSpPr>
          <p:spPr>
            <a:xfrm>
              <a:off x="5581278" y="3501024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直接连接符 506"/>
            <p:cNvCxnSpPr/>
            <p:nvPr>
              <p:custDataLst>
                <p:tags r:id="rId197"/>
              </p:custDataLst>
            </p:nvPr>
          </p:nvCxnSpPr>
          <p:spPr>
            <a:xfrm>
              <a:off x="4285134" y="3501008"/>
              <a:ext cx="129614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直接连接符 507"/>
            <p:cNvCxnSpPr/>
            <p:nvPr>
              <p:custDataLst>
                <p:tags r:id="rId198"/>
              </p:custDataLst>
            </p:nvPr>
          </p:nvCxnSpPr>
          <p:spPr>
            <a:xfrm>
              <a:off x="4285134" y="3501024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直接连接符 508"/>
            <p:cNvCxnSpPr/>
            <p:nvPr>
              <p:custDataLst>
                <p:tags r:id="rId199"/>
              </p:custDataLst>
            </p:nvPr>
          </p:nvCxnSpPr>
          <p:spPr>
            <a:xfrm>
              <a:off x="2916982" y="3645024"/>
              <a:ext cx="13681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直接连接符 509"/>
            <p:cNvCxnSpPr/>
            <p:nvPr>
              <p:custDataLst>
                <p:tags r:id="rId200"/>
              </p:custDataLst>
            </p:nvPr>
          </p:nvCxnSpPr>
          <p:spPr>
            <a:xfrm>
              <a:off x="5581278" y="3645024"/>
              <a:ext cx="187220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直接连接符 510"/>
            <p:cNvCxnSpPr/>
            <p:nvPr>
              <p:custDataLst>
                <p:tags r:id="rId201"/>
              </p:custDataLst>
            </p:nvPr>
          </p:nvCxnSpPr>
          <p:spPr>
            <a:xfrm>
              <a:off x="4285134" y="3285000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直接连接符 511"/>
            <p:cNvCxnSpPr/>
            <p:nvPr>
              <p:custDataLst>
                <p:tags r:id="rId202"/>
              </p:custDataLst>
            </p:nvPr>
          </p:nvCxnSpPr>
          <p:spPr>
            <a:xfrm>
              <a:off x="2988990" y="3284984"/>
              <a:ext cx="129614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直接连接符 512"/>
            <p:cNvCxnSpPr/>
            <p:nvPr>
              <p:custDataLst>
                <p:tags r:id="rId203"/>
              </p:custDataLst>
            </p:nvPr>
          </p:nvCxnSpPr>
          <p:spPr>
            <a:xfrm>
              <a:off x="2988990" y="3285000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直接连接符 513"/>
            <p:cNvCxnSpPr/>
            <p:nvPr>
              <p:custDataLst>
                <p:tags r:id="rId204"/>
              </p:custDataLst>
            </p:nvPr>
          </p:nvCxnSpPr>
          <p:spPr>
            <a:xfrm>
              <a:off x="2916982" y="3429000"/>
              <a:ext cx="7200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直接连接符 514"/>
            <p:cNvCxnSpPr/>
            <p:nvPr>
              <p:custDataLst>
                <p:tags r:id="rId205"/>
              </p:custDataLst>
            </p:nvPr>
          </p:nvCxnSpPr>
          <p:spPr>
            <a:xfrm>
              <a:off x="4285134" y="3444690"/>
              <a:ext cx="259228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直接连接符 515"/>
            <p:cNvCxnSpPr/>
            <p:nvPr>
              <p:custDataLst>
                <p:tags r:id="rId206"/>
              </p:custDataLst>
            </p:nvPr>
          </p:nvCxnSpPr>
          <p:spPr>
            <a:xfrm>
              <a:off x="6877422" y="3284984"/>
              <a:ext cx="57606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直接连接符 516"/>
            <p:cNvCxnSpPr/>
            <p:nvPr>
              <p:custDataLst>
                <p:tags r:id="rId207"/>
              </p:custDataLst>
            </p:nvPr>
          </p:nvCxnSpPr>
          <p:spPr>
            <a:xfrm>
              <a:off x="6877422" y="3285000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直接连接符 517"/>
            <p:cNvCxnSpPr/>
            <p:nvPr>
              <p:custDataLst>
                <p:tags r:id="rId208"/>
              </p:custDataLst>
            </p:nvPr>
          </p:nvCxnSpPr>
          <p:spPr>
            <a:xfrm>
              <a:off x="6877422" y="3068960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直接连接符 518"/>
            <p:cNvCxnSpPr/>
            <p:nvPr>
              <p:custDataLst>
                <p:tags r:id="rId209"/>
              </p:custDataLst>
            </p:nvPr>
          </p:nvCxnSpPr>
          <p:spPr>
            <a:xfrm>
              <a:off x="5436096" y="3140968"/>
              <a:ext cx="144000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直接连接符 519"/>
            <p:cNvCxnSpPr/>
            <p:nvPr>
              <p:custDataLst>
                <p:tags r:id="rId210"/>
              </p:custDataLst>
            </p:nvPr>
          </p:nvCxnSpPr>
          <p:spPr>
            <a:xfrm flipH="1">
              <a:off x="2998614" y="3140968"/>
              <a:ext cx="144000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1" name="组合 520"/>
          <p:cNvGrpSpPr/>
          <p:nvPr/>
        </p:nvGrpSpPr>
        <p:grpSpPr>
          <a:xfrm>
            <a:off x="1690344" y="5625032"/>
            <a:ext cx="5761807" cy="183715"/>
            <a:chOff x="1691680" y="4977192"/>
            <a:chExt cx="5761807" cy="183715"/>
          </a:xfrm>
        </p:grpSpPr>
        <p:cxnSp>
          <p:nvCxnSpPr>
            <p:cNvPr id="522" name="直接连接符 521"/>
            <p:cNvCxnSpPr/>
            <p:nvPr>
              <p:custDataLst>
                <p:tags r:id="rId7"/>
              </p:custDataLst>
            </p:nvPr>
          </p:nvCxnSpPr>
          <p:spPr>
            <a:xfrm>
              <a:off x="3205015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直接连接符 522"/>
            <p:cNvCxnSpPr/>
            <p:nvPr>
              <p:custDataLst>
                <p:tags r:id="rId8"/>
              </p:custDataLst>
            </p:nvPr>
          </p:nvCxnSpPr>
          <p:spPr>
            <a:xfrm>
              <a:off x="2988991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直接连接符 523"/>
            <p:cNvCxnSpPr/>
            <p:nvPr>
              <p:custDataLst>
                <p:tags r:id="rId9"/>
              </p:custDataLst>
            </p:nvPr>
          </p:nvCxnSpPr>
          <p:spPr>
            <a:xfrm>
              <a:off x="2988991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直接连接符 524"/>
            <p:cNvCxnSpPr/>
            <p:nvPr>
              <p:custDataLst>
                <p:tags r:id="rId10"/>
              </p:custDataLst>
            </p:nvPr>
          </p:nvCxnSpPr>
          <p:spPr>
            <a:xfrm>
              <a:off x="2916983" y="5157192"/>
              <a:ext cx="72008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直接连接符 525"/>
            <p:cNvCxnSpPr/>
            <p:nvPr>
              <p:custDataLst>
                <p:tags r:id="rId11"/>
              </p:custDataLst>
            </p:nvPr>
          </p:nvCxnSpPr>
          <p:spPr>
            <a:xfrm>
              <a:off x="3205015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直接连接符 526"/>
            <p:cNvCxnSpPr/>
            <p:nvPr>
              <p:custDataLst>
                <p:tags r:id="rId12"/>
              </p:custDataLst>
            </p:nvPr>
          </p:nvCxnSpPr>
          <p:spPr>
            <a:xfrm>
              <a:off x="3637063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直接连接符 527"/>
            <p:cNvCxnSpPr/>
            <p:nvPr>
              <p:custDataLst>
                <p:tags r:id="rId13"/>
              </p:custDataLst>
            </p:nvPr>
          </p:nvCxnSpPr>
          <p:spPr>
            <a:xfrm>
              <a:off x="3421039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直接连接符 528"/>
            <p:cNvCxnSpPr/>
            <p:nvPr>
              <p:custDataLst>
                <p:tags r:id="rId14"/>
              </p:custDataLst>
            </p:nvPr>
          </p:nvCxnSpPr>
          <p:spPr>
            <a:xfrm>
              <a:off x="3421039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直接连接符 529"/>
            <p:cNvCxnSpPr/>
            <p:nvPr>
              <p:custDataLst>
                <p:tags r:id="rId15"/>
              </p:custDataLst>
            </p:nvPr>
          </p:nvCxnSpPr>
          <p:spPr>
            <a:xfrm>
              <a:off x="3637063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/>
            <p:cNvCxnSpPr/>
            <p:nvPr>
              <p:custDataLst>
                <p:tags r:id="rId16"/>
              </p:custDataLst>
            </p:nvPr>
          </p:nvCxnSpPr>
          <p:spPr>
            <a:xfrm>
              <a:off x="4069111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/>
            <p:cNvCxnSpPr/>
            <p:nvPr>
              <p:custDataLst>
                <p:tags r:id="rId17"/>
              </p:custDataLst>
            </p:nvPr>
          </p:nvCxnSpPr>
          <p:spPr>
            <a:xfrm>
              <a:off x="3853087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直接连接符 532"/>
            <p:cNvCxnSpPr/>
            <p:nvPr>
              <p:custDataLst>
                <p:tags r:id="rId18"/>
              </p:custDataLst>
            </p:nvPr>
          </p:nvCxnSpPr>
          <p:spPr>
            <a:xfrm>
              <a:off x="3853087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直接连接符 533"/>
            <p:cNvCxnSpPr/>
            <p:nvPr>
              <p:custDataLst>
                <p:tags r:id="rId19"/>
              </p:custDataLst>
            </p:nvPr>
          </p:nvCxnSpPr>
          <p:spPr>
            <a:xfrm>
              <a:off x="4069111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直接连接符 534"/>
            <p:cNvCxnSpPr/>
            <p:nvPr>
              <p:custDataLst>
                <p:tags r:id="rId20"/>
              </p:custDataLst>
            </p:nvPr>
          </p:nvCxnSpPr>
          <p:spPr>
            <a:xfrm>
              <a:off x="4501159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直接连接符 535"/>
            <p:cNvCxnSpPr/>
            <p:nvPr>
              <p:custDataLst>
                <p:tags r:id="rId21"/>
              </p:custDataLst>
            </p:nvPr>
          </p:nvCxnSpPr>
          <p:spPr>
            <a:xfrm>
              <a:off x="4285135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接连接符 536"/>
            <p:cNvCxnSpPr/>
            <p:nvPr>
              <p:custDataLst>
                <p:tags r:id="rId22"/>
              </p:custDataLst>
            </p:nvPr>
          </p:nvCxnSpPr>
          <p:spPr>
            <a:xfrm>
              <a:off x="4285135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直接连接符 537"/>
            <p:cNvCxnSpPr/>
            <p:nvPr>
              <p:custDataLst>
                <p:tags r:id="rId23"/>
              </p:custDataLst>
            </p:nvPr>
          </p:nvCxnSpPr>
          <p:spPr>
            <a:xfrm>
              <a:off x="4501159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直接连接符 538"/>
            <p:cNvCxnSpPr/>
            <p:nvPr>
              <p:custDataLst>
                <p:tags r:id="rId24"/>
              </p:custDataLst>
            </p:nvPr>
          </p:nvCxnSpPr>
          <p:spPr>
            <a:xfrm>
              <a:off x="4933207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直接连接符 539"/>
            <p:cNvCxnSpPr/>
            <p:nvPr>
              <p:custDataLst>
                <p:tags r:id="rId25"/>
              </p:custDataLst>
            </p:nvPr>
          </p:nvCxnSpPr>
          <p:spPr>
            <a:xfrm>
              <a:off x="4717183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直接连接符 540"/>
            <p:cNvCxnSpPr/>
            <p:nvPr>
              <p:custDataLst>
                <p:tags r:id="rId26"/>
              </p:custDataLst>
            </p:nvPr>
          </p:nvCxnSpPr>
          <p:spPr>
            <a:xfrm>
              <a:off x="4717183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直接连接符 541"/>
            <p:cNvCxnSpPr/>
            <p:nvPr>
              <p:custDataLst>
                <p:tags r:id="rId27"/>
              </p:custDataLst>
            </p:nvPr>
          </p:nvCxnSpPr>
          <p:spPr>
            <a:xfrm>
              <a:off x="4933207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直接连接符 542"/>
            <p:cNvCxnSpPr/>
            <p:nvPr>
              <p:custDataLst>
                <p:tags r:id="rId28"/>
              </p:custDataLst>
            </p:nvPr>
          </p:nvCxnSpPr>
          <p:spPr>
            <a:xfrm>
              <a:off x="5365255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直接连接符 543"/>
            <p:cNvCxnSpPr/>
            <p:nvPr>
              <p:custDataLst>
                <p:tags r:id="rId29"/>
              </p:custDataLst>
            </p:nvPr>
          </p:nvCxnSpPr>
          <p:spPr>
            <a:xfrm>
              <a:off x="5149231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直接连接符 544"/>
            <p:cNvCxnSpPr/>
            <p:nvPr>
              <p:custDataLst>
                <p:tags r:id="rId30"/>
              </p:custDataLst>
            </p:nvPr>
          </p:nvCxnSpPr>
          <p:spPr>
            <a:xfrm>
              <a:off x="5149231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直接连接符 545"/>
            <p:cNvCxnSpPr/>
            <p:nvPr>
              <p:custDataLst>
                <p:tags r:id="rId31"/>
              </p:custDataLst>
            </p:nvPr>
          </p:nvCxnSpPr>
          <p:spPr>
            <a:xfrm>
              <a:off x="5365255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直接连接符 546"/>
            <p:cNvCxnSpPr/>
            <p:nvPr>
              <p:custDataLst>
                <p:tags r:id="rId32"/>
              </p:custDataLst>
            </p:nvPr>
          </p:nvCxnSpPr>
          <p:spPr>
            <a:xfrm>
              <a:off x="5797303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直接连接符 547"/>
            <p:cNvCxnSpPr/>
            <p:nvPr>
              <p:custDataLst>
                <p:tags r:id="rId33"/>
              </p:custDataLst>
            </p:nvPr>
          </p:nvCxnSpPr>
          <p:spPr>
            <a:xfrm>
              <a:off x="5581279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直接连接符 548"/>
            <p:cNvCxnSpPr/>
            <p:nvPr>
              <p:custDataLst>
                <p:tags r:id="rId34"/>
              </p:custDataLst>
            </p:nvPr>
          </p:nvCxnSpPr>
          <p:spPr>
            <a:xfrm>
              <a:off x="5581279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直接连接符 549"/>
            <p:cNvCxnSpPr/>
            <p:nvPr>
              <p:custDataLst>
                <p:tags r:id="rId35"/>
              </p:custDataLst>
            </p:nvPr>
          </p:nvCxnSpPr>
          <p:spPr>
            <a:xfrm>
              <a:off x="5797303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直接连接符 550"/>
            <p:cNvCxnSpPr/>
            <p:nvPr>
              <p:custDataLst>
                <p:tags r:id="rId36"/>
              </p:custDataLst>
            </p:nvPr>
          </p:nvCxnSpPr>
          <p:spPr>
            <a:xfrm>
              <a:off x="6229351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直接连接符 551"/>
            <p:cNvCxnSpPr/>
            <p:nvPr>
              <p:custDataLst>
                <p:tags r:id="rId37"/>
              </p:custDataLst>
            </p:nvPr>
          </p:nvCxnSpPr>
          <p:spPr>
            <a:xfrm>
              <a:off x="6013327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直接连接符 552"/>
            <p:cNvCxnSpPr/>
            <p:nvPr>
              <p:custDataLst>
                <p:tags r:id="rId38"/>
              </p:custDataLst>
            </p:nvPr>
          </p:nvCxnSpPr>
          <p:spPr>
            <a:xfrm>
              <a:off x="6013327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直接连接符 553"/>
            <p:cNvCxnSpPr/>
            <p:nvPr>
              <p:custDataLst>
                <p:tags r:id="rId39"/>
              </p:custDataLst>
            </p:nvPr>
          </p:nvCxnSpPr>
          <p:spPr>
            <a:xfrm>
              <a:off x="6229351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直接连接符 554"/>
            <p:cNvCxnSpPr/>
            <p:nvPr>
              <p:custDataLst>
                <p:tags r:id="rId40"/>
              </p:custDataLst>
            </p:nvPr>
          </p:nvCxnSpPr>
          <p:spPr>
            <a:xfrm>
              <a:off x="6661399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直接连接符 555"/>
            <p:cNvCxnSpPr/>
            <p:nvPr>
              <p:custDataLst>
                <p:tags r:id="rId41"/>
              </p:custDataLst>
            </p:nvPr>
          </p:nvCxnSpPr>
          <p:spPr>
            <a:xfrm>
              <a:off x="6445375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直接连接符 556"/>
            <p:cNvCxnSpPr/>
            <p:nvPr>
              <p:custDataLst>
                <p:tags r:id="rId42"/>
              </p:custDataLst>
            </p:nvPr>
          </p:nvCxnSpPr>
          <p:spPr>
            <a:xfrm>
              <a:off x="6445375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直接连接符 557"/>
            <p:cNvCxnSpPr/>
            <p:nvPr>
              <p:custDataLst>
                <p:tags r:id="rId43"/>
              </p:custDataLst>
            </p:nvPr>
          </p:nvCxnSpPr>
          <p:spPr>
            <a:xfrm>
              <a:off x="6661399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直接连接符 558"/>
            <p:cNvCxnSpPr/>
            <p:nvPr>
              <p:custDataLst>
                <p:tags r:id="rId44"/>
              </p:custDataLst>
            </p:nvPr>
          </p:nvCxnSpPr>
          <p:spPr>
            <a:xfrm>
              <a:off x="7093447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直接连接符 559"/>
            <p:cNvCxnSpPr/>
            <p:nvPr>
              <p:custDataLst>
                <p:tags r:id="rId45"/>
              </p:custDataLst>
            </p:nvPr>
          </p:nvCxnSpPr>
          <p:spPr>
            <a:xfrm>
              <a:off x="6877423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直接连接符 560"/>
            <p:cNvCxnSpPr/>
            <p:nvPr>
              <p:custDataLst>
                <p:tags r:id="rId46"/>
              </p:custDataLst>
            </p:nvPr>
          </p:nvCxnSpPr>
          <p:spPr>
            <a:xfrm>
              <a:off x="6877423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直接连接符 561"/>
            <p:cNvCxnSpPr/>
            <p:nvPr>
              <p:custDataLst>
                <p:tags r:id="rId47"/>
              </p:custDataLst>
            </p:nvPr>
          </p:nvCxnSpPr>
          <p:spPr>
            <a:xfrm>
              <a:off x="7093447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直接连接符 563"/>
            <p:cNvCxnSpPr/>
            <p:nvPr>
              <p:custDataLst>
                <p:tags r:id="rId48"/>
              </p:custDataLst>
            </p:nvPr>
          </p:nvCxnSpPr>
          <p:spPr>
            <a:xfrm>
              <a:off x="7309471" y="5013176"/>
              <a:ext cx="14401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直接连接符 628"/>
            <p:cNvCxnSpPr/>
            <p:nvPr>
              <p:custDataLst>
                <p:tags r:id="rId49"/>
              </p:custDataLst>
            </p:nvPr>
          </p:nvCxnSpPr>
          <p:spPr>
            <a:xfrm>
              <a:off x="7309471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0" name="Text Box 108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691680" y="4977192"/>
              <a:ext cx="1188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5000"/>
                </a:lnSpc>
              </a:pPr>
              <a:r>
                <a:rPr lang="zh-CN" altLang="en-US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节拍脉冲</a:t>
              </a:r>
              <a:r>
                <a:rPr lang="en-US" altLang="zh-CN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CP</a:t>
              </a:r>
              <a:endParaRPr lang="en-US" altLang="zh-CN" sz="1600" b="1" baseline="-14000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357" name="线形标注 2 356"/>
          <p:cNvSpPr/>
          <p:nvPr>
            <p:custDataLst>
              <p:tags r:id="rId4"/>
            </p:custDataLst>
          </p:nvPr>
        </p:nvSpPr>
        <p:spPr bwMode="auto">
          <a:xfrm>
            <a:off x="7740352" y="5157192"/>
            <a:ext cx="1224000" cy="252000"/>
          </a:xfrm>
          <a:prstGeom prst="borderCallout2">
            <a:avLst>
              <a:gd name="adj1" fmla="val 50268"/>
              <a:gd name="adj2" fmla="val -181"/>
              <a:gd name="adj3" fmla="val 49730"/>
              <a:gd name="adj4" fmla="val -18324"/>
              <a:gd name="adj5" fmla="val 145397"/>
              <a:gd name="adj6" fmla="val -3245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r>
              <a:rPr lang="zh-CN" altLang="en-US" sz="1600" b="1" dirty="0">
                <a:sym typeface="+mn-ea"/>
              </a:rPr>
              <a:t>不同</a:t>
            </a:r>
            <a:r>
              <a:rPr lang="en-US" altLang="zh-CN" sz="1600" dirty="0" err="1">
                <a:sym typeface="+mn-ea"/>
              </a:rPr>
              <a:t>μ</a:t>
            </a:r>
            <a:r>
              <a:rPr lang="en-US" altLang="zh-CN" sz="1600" b="1" dirty="0" err="1">
                <a:latin typeface="+mn-ea"/>
                <a:sym typeface="+mn-ea"/>
              </a:rPr>
              <a:t>OP</a:t>
            </a:r>
            <a:r>
              <a:rPr lang="zh-CN" altLang="en-US" sz="1600" b="1" spc="-140" dirty="0">
                <a:latin typeface="+mn-ea"/>
              </a:rPr>
              <a:t>所需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916504" y="5877272"/>
            <a:ext cx="6192000" cy="472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spc="-70" dirty="0">
                <a:latin typeface="宋体" panose="02010600030101010101" pitchFamily="2" charset="-122"/>
                <a:sym typeface="+mn-ea"/>
              </a:rPr>
              <a:t>基于节拍脉冲</a:t>
            </a:r>
            <a:r>
              <a:rPr lang="en-US" altLang="zh-CN" sz="2200" b="1" spc="-70" dirty="0"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2200" b="1" spc="-70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spc="-70" dirty="0"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2200" b="1" spc="-70" dirty="0">
                <a:latin typeface="宋体" panose="02010600030101010101" pitchFamily="2" charset="-122"/>
                <a:sym typeface="+mn-ea"/>
              </a:rPr>
              <a:t>宽度＝</a:t>
            </a:r>
            <a:r>
              <a:rPr lang="zh-CN" altLang="en-US" sz="2200" b="1" spc="-7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节拍周期＝</a:t>
            </a:r>
            <a:r>
              <a:rPr lang="en-US" altLang="zh-CN" sz="2200" b="1" spc="-70" dirty="0">
                <a:solidFill>
                  <a:schemeClr val="accent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spc="-70" dirty="0">
                <a:solidFill>
                  <a:schemeClr val="accent2"/>
                </a:solidFill>
                <a:latin typeface="宋体" panose="02010600030101010101" pitchFamily="2" charset="-122"/>
              </a:rPr>
              <a:t>个</a:t>
            </a:r>
            <a:r>
              <a:rPr lang="en-US" altLang="zh-CN" sz="2200" spc="-7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spc="-70" dirty="0" err="1">
                <a:solidFill>
                  <a:schemeClr val="accent2"/>
                </a:solidFill>
                <a:latin typeface="+mn-ea"/>
              </a:rPr>
              <a:t>OP</a:t>
            </a:r>
            <a:r>
              <a:rPr lang="zh-CN" altLang="en-US" sz="2200" b="1" spc="-70" dirty="0">
                <a:solidFill>
                  <a:schemeClr val="accent2"/>
                </a:solidFill>
                <a:latin typeface="+mn-ea"/>
              </a:rPr>
              <a:t>时延</a:t>
            </a:r>
            <a:endParaRPr lang="zh-CN" altLang="en-US" sz="2200" b="1" spc="-70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18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4783" cy="4378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+mn-ea"/>
              </a:rPr>
              <a:t>目标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ea typeface="+mn-ea"/>
              </a:rPr>
              <a:t>循环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ea typeface="+mn-ea"/>
              </a:rPr>
              <a:t>&amp;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ea typeface="+mn-ea"/>
              </a:rPr>
              <a:t>有序地</a:t>
            </a:r>
            <a:r>
              <a:rPr lang="zh-CN" altLang="en-US" sz="2000" b="1" u="sng" dirty="0">
                <a:solidFill>
                  <a:srgbClr val="FF3399"/>
                </a:solidFill>
                <a:latin typeface="宋体" panose="02010600030101010101" pitchFamily="2" charset="-122"/>
                <a:ea typeface="+mn-ea"/>
              </a:rPr>
              <a:t>产生</a:t>
            </a:r>
            <a:r>
              <a:rPr lang="zh-CN" altLang="en-US" sz="2000" b="1" spc="-80" dirty="0">
                <a:solidFill>
                  <a:srgbClr val="990099"/>
                </a:solidFill>
                <a:highlight>
                  <a:srgbClr val="CCECFF"/>
                </a:highlight>
                <a:latin typeface="宋体" panose="02010600030101010101" pitchFamily="2" charset="-122"/>
              </a:rPr>
              <a:t>各个</a:t>
            </a:r>
            <a:r>
              <a:rPr lang="en-US" altLang="zh-CN" sz="2000" spc="-80" dirty="0" err="1">
                <a:solidFill>
                  <a:srgbClr val="990099"/>
                </a:solidFill>
                <a:highlight>
                  <a:srgbClr val="CCECFF"/>
                </a:highlight>
              </a:rPr>
              <a:t>μ</a:t>
            </a:r>
            <a:r>
              <a:rPr lang="en-US" altLang="zh-CN" sz="2000" b="1" spc="-80" dirty="0" err="1">
                <a:solidFill>
                  <a:srgbClr val="990099"/>
                </a:solidFill>
                <a:highlight>
                  <a:srgbClr val="CCECFF"/>
                </a:highlight>
                <a:latin typeface="宋体" panose="02010600030101010101" pitchFamily="2" charset="-122"/>
              </a:rPr>
              <a:t>OP</a:t>
            </a:r>
            <a:r>
              <a:rPr lang="zh-CN" altLang="en-US" sz="2000" b="1" spc="-80" dirty="0">
                <a:solidFill>
                  <a:srgbClr val="990099"/>
                </a:solidFill>
                <a:highlight>
                  <a:srgbClr val="CCECFF"/>
                </a:highlight>
                <a:latin typeface="宋体" panose="02010600030101010101" pitchFamily="2" charset="-122"/>
              </a:rPr>
              <a:t>序列</a:t>
            </a:r>
            <a:r>
              <a:rPr lang="zh-CN" altLang="en-US" sz="2000" b="1" spc="-80" dirty="0">
                <a:latin typeface="宋体" panose="02010600030101010101" pitchFamily="2" charset="-122"/>
              </a:rPr>
              <a:t>所需的</a:t>
            </a:r>
            <a:r>
              <a:rPr lang="zh-CN" altLang="en-US" sz="2000" b="1" u="sng" spc="-80" dirty="0">
                <a:latin typeface="宋体" panose="02010600030101010101" pitchFamily="2" charset="-122"/>
              </a:rPr>
              <a:t>时序信号</a:t>
            </a:r>
            <a:endParaRPr lang="en-US" altLang="zh-CN" sz="2000" b="1" u="sng" spc="-80" dirty="0">
              <a:latin typeface="宋体" panose="02010600030101010101" pitchFamily="2" charset="-122"/>
            </a:endParaRPr>
          </a:p>
        </p:txBody>
      </p: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E98EBCC9-DE69-4F7E-AF48-5BEF4629053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5363919" y="2492896"/>
            <a:ext cx="2808481" cy="3492000"/>
          </a:xfrm>
          <a:prstGeom prst="line">
            <a:avLst/>
          </a:prstGeom>
          <a:ln w="1270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文本框 216">
            <a:extLst>
              <a:ext uri="{FF2B5EF4-FFF2-40B4-BE49-F238E27FC236}">
                <a16:creationId xmlns:a16="http://schemas.microsoft.com/office/drawing/2014/main" id="{D240658B-8765-4DE4-B65A-CA1DF50C6C6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44488" y="1743488"/>
            <a:ext cx="2520000" cy="28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</p:spPr>
        <p:txBody>
          <a:bodyPr wrap="square" lIns="36195" tIns="17780" rIns="36195" bIns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C00000"/>
                </a:solidFill>
                <a:highlight>
                  <a:srgbClr val="CCFFFF"/>
                </a:highlight>
                <a:latin typeface="宋体" panose="02010600030101010101" pitchFamily="2" charset="-122"/>
                <a:sym typeface="+mn-ea"/>
              </a:rPr>
              <a:t>节拍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完成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一个</a:t>
            </a:r>
            <a:r>
              <a:rPr lang="en-US" altLang="zh-CN" sz="1600" u="sng" dirty="0" err="1">
                <a:sym typeface="+mn-ea"/>
              </a:rPr>
              <a:t>μ</a:t>
            </a:r>
            <a:r>
              <a:rPr lang="en-US" altLang="zh-CN" sz="1600" b="1" u="sng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的时间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57" grpId="0" bldLvl="0" animBg="1"/>
      <p:bldP spid="23" grpId="0"/>
      <p:bldP spid="217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52</a:t>
            </a:fld>
            <a:endParaRPr lang="en-US" altLang="zh-CN"/>
          </a:p>
        </p:txBody>
      </p:sp>
      <p:sp>
        <p:nvSpPr>
          <p:cNvPr id="316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47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10" name="AutoShape 62">
            <a:hlinkClick r:id="rId6" action="ppaction://hlinksldjump"/>
          </p:cNvPr>
          <p:cNvSpPr>
            <a:spLocks noChangeArrowheads="1"/>
          </p:cNvSpPr>
          <p:nvPr/>
        </p:nvSpPr>
        <p:spPr bwMode="auto">
          <a:xfrm rot="16200000">
            <a:off x="7308652" y="650983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44</a:t>
            </a:r>
          </a:p>
        </p:txBody>
      </p:sp>
      <p:sp>
        <p:nvSpPr>
          <p:cNvPr id="326" name="Text Box 303"/>
          <p:cNvSpPr txBox="1">
            <a:spLocks noChangeArrowheads="1"/>
          </p:cNvSpPr>
          <p:nvPr/>
        </p:nvSpPr>
        <p:spPr bwMode="auto">
          <a:xfrm>
            <a:off x="179512" y="332656"/>
            <a:ext cx="7916688" cy="23086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*时序系统的组织：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信号个数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/>
            <a:endParaRPr lang="en-US" altLang="zh-CN" sz="14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信号定时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信号序列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643" name="Text Box 303"/>
          <p:cNvSpPr txBox="1">
            <a:spLocks noChangeArrowheads="1"/>
          </p:cNvSpPr>
          <p:nvPr/>
        </p:nvSpPr>
        <p:spPr bwMode="auto">
          <a:xfrm>
            <a:off x="2195736" y="792000"/>
            <a:ext cx="6768752" cy="21022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两级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信号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节拍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工作脉冲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，均满足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最复杂情况</a:t>
            </a:r>
            <a:r>
              <a:rPr lang="zh-CN" altLang="en-US" sz="2200" b="1" dirty="0">
                <a:latin typeface="宋体" panose="02010600030101010101" pitchFamily="2" charset="-122"/>
              </a:rPr>
              <a:t>需求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│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各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+mn-ea"/>
                <a:sym typeface="+mn-ea"/>
              </a:rPr>
              <a:t>OP</a:t>
            </a:r>
            <a:r>
              <a:rPr lang="zh-CN" altLang="en-US" sz="1800" b="1" dirty="0">
                <a:latin typeface="+mn-ea"/>
                <a:sym typeface="+mn-ea"/>
              </a:rPr>
              <a:t>内部的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  <a:sym typeface="+mn-ea"/>
              </a:rPr>
              <a:t>边沿信号</a:t>
            </a:r>
            <a:r>
              <a:rPr lang="zh-CN" altLang="en-US" sz="1800" b="1" u="sng" dirty="0">
                <a:solidFill>
                  <a:srgbClr val="0070C0"/>
                </a:solidFill>
                <a:cs typeface="Times New Roman" panose="02020603050405020304" pitchFamily="18" charset="0"/>
                <a:sym typeface="+mn-ea"/>
              </a:rPr>
              <a:t>集合</a:t>
            </a:r>
            <a:endParaRPr lang="en-US" altLang="zh-CN" sz="1800" b="1" u="sng" dirty="0">
              <a:solidFill>
                <a:srgbClr val="0070C0"/>
              </a:solidFill>
              <a:latin typeface="+mn-ea"/>
              <a:sym typeface="+mn-ea"/>
            </a:endParaRPr>
          </a:p>
          <a:p>
            <a:pPr algn="l"/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各指令周期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响应周期的</a:t>
            </a:r>
            <a:r>
              <a:rPr lang="en-US" altLang="zh-CN" sz="1800" u="sng" dirty="0" err="1">
                <a:solidFill>
                  <a:srgbClr val="0070C0"/>
                </a:solidFill>
                <a:sym typeface="+mn-ea"/>
              </a:rPr>
              <a:t>μ</a:t>
            </a:r>
            <a:r>
              <a:rPr lang="en-US" altLang="zh-CN" sz="1800" b="1" u="sng" dirty="0" err="1">
                <a:solidFill>
                  <a:srgbClr val="0070C0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序列步数最大值</a:t>
            </a:r>
            <a:endParaRPr lang="en-US" altLang="zh-CN" sz="18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基于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节拍脉冲</a:t>
            </a:r>
            <a:r>
              <a:rPr lang="zh-CN" altLang="en-US" sz="2200" b="1" dirty="0">
                <a:latin typeface="宋体" panose="02010600030101010101" pitchFamily="2" charset="-122"/>
              </a:rPr>
              <a:t>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</a:rPr>
              <a:t>时延＝节拍周期</a:t>
            </a:r>
            <a:r>
              <a:rPr lang="en-US" altLang="zh-CN" sz="1800" b="1" dirty="0">
                <a:latin typeface="宋体" panose="02010600030101010101" pitchFamily="2" charset="-122"/>
              </a:rPr>
              <a:t>,</a:t>
            </a:r>
            <a:r>
              <a:rPr lang="zh-CN" altLang="en-US" sz="1800" b="1" dirty="0">
                <a:latin typeface="宋体" panose="02010600030101010101" pitchFamily="2" charset="-122"/>
              </a:rPr>
              <a:t>稍后讨论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由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两级信号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组成，常有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多种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序列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工作脉冲仅</a:t>
            </a:r>
            <a:r>
              <a:rPr lang="en-US" altLang="zh-CN" sz="1800" b="1" dirty="0"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</a:rPr>
              <a:t>种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简化</a:t>
            </a:r>
            <a:r>
              <a:rPr lang="en-US" altLang="zh-CN" sz="1800" b="1" dirty="0">
                <a:latin typeface="宋体" panose="02010600030101010101" pitchFamily="2" charset="-122"/>
              </a:rPr>
              <a:t>]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90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         节拍个数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可变</a:t>
            </a:r>
            <a:r>
              <a:rPr lang="zh-CN" altLang="en-US" sz="1800" b="1" dirty="0">
                <a:latin typeface="宋体" panose="02010600030101010101" pitchFamily="2" charset="-122"/>
              </a:rPr>
              <a:t>→</a:t>
            </a:r>
            <a:r>
              <a:rPr lang="zh-CN" altLang="en-US" sz="1800" dirty="0">
                <a:latin typeface="宋体" panose="02010600030101010101" pitchFamily="2" charset="-122"/>
              </a:rPr>
              <a:t>┴</a:t>
            </a:r>
            <a:r>
              <a:rPr lang="zh-CN" altLang="en-US" sz="1800" b="1" dirty="0">
                <a:latin typeface="宋体" panose="02010600030101010101" pitchFamily="2" charset="-122"/>
              </a:rPr>
              <a:t>→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可缩短</a:t>
            </a:r>
            <a:r>
              <a:rPr lang="zh-CN" altLang="en-US" sz="1800" b="1" dirty="0">
                <a:latin typeface="宋体" panose="02010600030101010101" pitchFamily="2" charset="-122"/>
              </a:rPr>
              <a:t>指令周期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908870" y="4671565"/>
            <a:ext cx="1297310" cy="1728192"/>
            <a:chOff x="1619672" y="4576358"/>
            <a:chExt cx="1297310" cy="1728192"/>
          </a:xfrm>
        </p:grpSpPr>
        <p:sp>
          <p:nvSpPr>
            <p:cNvPr id="644" name="Text Box 108"/>
            <p:cNvSpPr txBox="1">
              <a:spLocks noChangeArrowheads="1"/>
            </p:cNvSpPr>
            <p:nvPr/>
          </p:nvSpPr>
          <p:spPr bwMode="auto">
            <a:xfrm>
              <a:off x="1619672" y="4576358"/>
              <a:ext cx="1297310" cy="17281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 algn="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>
                  <a:latin typeface="宋体" panose="02010600030101010101" pitchFamily="2" charset="-122"/>
                </a:rPr>
                <a:t>1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>
                  <a:latin typeface="宋体" panose="02010600030101010101" pitchFamily="2" charset="-122"/>
                </a:rPr>
                <a:t>2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>
                  <a:latin typeface="宋体" panose="02010600030101010101" pitchFamily="2" charset="-122"/>
                </a:rPr>
                <a:t>3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>
                  <a:latin typeface="宋体" panose="02010600030101010101" pitchFamily="2" charset="-122"/>
                </a:rPr>
                <a:t>4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spc="-200" dirty="0">
                  <a:latin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1600" b="1" spc="-200" dirty="0">
                  <a:latin typeface="+mn-ea"/>
                  <a:cs typeface="Times New Roman" panose="02020603050405020304" pitchFamily="18" charset="0"/>
                </a:rPr>
                <a:t>中断周期</a:t>
              </a:r>
              <a:r>
                <a:rPr lang="en-US" altLang="zh-CN" sz="1600" b="1" dirty="0">
                  <a:latin typeface="+mn-ea"/>
                  <a:cs typeface="Times New Roman" panose="02020603050405020304" pitchFamily="18" charset="0"/>
                </a:rPr>
                <a:t>) T</a:t>
              </a:r>
              <a:r>
                <a:rPr lang="en-US" altLang="zh-CN" sz="1600" b="1" baseline="-18000" dirty="0">
                  <a:latin typeface="+mn-ea"/>
                  <a:cs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＝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CP) P</a:t>
              </a:r>
              <a:r>
                <a:rPr lang="en-US" altLang="zh-CN" sz="1600" b="1" baseline="-14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＝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CP) P</a:t>
              </a:r>
              <a:r>
                <a:rPr lang="en-US" altLang="zh-CN" sz="1600" b="1" baseline="-14000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324" name="直接连接符 323"/>
            <p:cNvCxnSpPr/>
            <p:nvPr/>
          </p:nvCxnSpPr>
          <p:spPr>
            <a:xfrm flipH="1">
              <a:off x="2316892" y="6102380"/>
              <a:ext cx="196385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5" name="Text Box 303"/>
          <p:cNvSpPr txBox="1">
            <a:spLocks noChangeArrowheads="1"/>
          </p:cNvSpPr>
          <p:nvPr/>
        </p:nvSpPr>
        <p:spPr bwMode="auto">
          <a:xfrm>
            <a:off x="179512" y="2924944"/>
            <a:ext cx="8136904" cy="11935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例：</a:t>
            </a:r>
            <a:r>
              <a:rPr lang="zh-CN" altLang="en-US" sz="2000" b="1" dirty="0">
                <a:latin typeface="宋体" panose="02010600030101010101" pitchFamily="2" charset="-122"/>
              </a:rPr>
              <a:t>若时序系统支持</a:t>
            </a:r>
            <a:r>
              <a:rPr lang="en-US" altLang="zh-CN" sz="2000" b="1" dirty="0">
                <a:latin typeface="宋体" panose="02010600030101010101" pitchFamily="2" charset="-122"/>
              </a:rPr>
              <a:t>7</a:t>
            </a:r>
            <a:r>
              <a:rPr lang="zh-CN" altLang="en-US" sz="2000" b="1" dirty="0">
                <a:latin typeface="宋体" panose="02010600030101010101" pitchFamily="2" charset="-122"/>
              </a:rPr>
              <a:t>条</a:t>
            </a:r>
            <a:r>
              <a:rPr lang="en-US" altLang="zh-CN" sz="2000" b="1" dirty="0">
                <a:latin typeface="宋体" panose="02010600030101010101" pitchFamily="2" charset="-122"/>
              </a:rPr>
              <a:t>MIPS</a:t>
            </a:r>
            <a:r>
              <a:rPr lang="zh-CN" altLang="en-US" sz="2000" b="1" dirty="0">
                <a:latin typeface="宋体" panose="02010600030101010101" pitchFamily="2" charset="-122"/>
              </a:rPr>
              <a:t>指令</a:t>
            </a:r>
            <a:r>
              <a:rPr lang="en-US" altLang="zh-CN" sz="1600" b="1" dirty="0">
                <a:latin typeface="宋体" panose="02010600030101010101" pitchFamily="2" charset="-122"/>
              </a:rPr>
              <a:t>(PPT-47</a:t>
            </a:r>
            <a:r>
              <a:rPr lang="zh-CN" altLang="en-US" sz="1600" b="1" dirty="0">
                <a:latin typeface="宋体" panose="02010600030101010101" pitchFamily="2" charset="-122"/>
              </a:rPr>
              <a:t>状态转换图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及中断处理，则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  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信号个数</a:t>
            </a:r>
            <a:r>
              <a:rPr lang="zh-CN" altLang="en-US" sz="2000" b="1" dirty="0">
                <a:latin typeface="宋体" panose="02010600030101010101" pitchFamily="2" charset="-122"/>
              </a:rPr>
              <a:t>为：                         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信号定时</a:t>
            </a:r>
            <a:r>
              <a:rPr lang="zh-CN" altLang="en-US" sz="2000" b="1" dirty="0">
                <a:latin typeface="宋体" panose="02010600030101010101" pitchFamily="2" charset="-122"/>
              </a:rPr>
              <a:t>为：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  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信号序列</a:t>
            </a:r>
            <a:r>
              <a:rPr lang="zh-CN" altLang="en-US" sz="2000" b="1" dirty="0">
                <a:latin typeface="宋体" panose="02010600030101010101" pitchFamily="2" charset="-122"/>
              </a:rPr>
              <a:t>为：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327" name="Text Box 303"/>
          <p:cNvSpPr txBox="1">
            <a:spLocks noChangeArrowheads="1"/>
          </p:cNvSpPr>
          <p:nvPr/>
        </p:nvSpPr>
        <p:spPr bwMode="auto">
          <a:xfrm>
            <a:off x="2699792" y="3356992"/>
            <a:ext cx="5973166" cy="773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节拍≥</a:t>
            </a:r>
            <a:r>
              <a:rPr lang="en-US" altLang="zh-CN" sz="2000" b="1" dirty="0">
                <a:latin typeface="宋体" panose="02010600030101010101" pitchFamily="2" charset="-122"/>
              </a:rPr>
              <a:t>6</a:t>
            </a:r>
            <a:r>
              <a:rPr lang="zh-CN" altLang="en-US" sz="2000" b="1" dirty="0">
                <a:latin typeface="宋体" panose="02010600030101010101" pitchFamily="2" charset="-122"/>
              </a:rPr>
              <a:t>个、工作脉冲＝</a:t>
            </a:r>
            <a:r>
              <a:rPr lang="en-US" altLang="zh-CN" sz="2000" b="1" dirty="0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个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种序列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节拍数</a:t>
            </a:r>
            <a:r>
              <a:rPr lang="zh-CN" altLang="en-US" sz="1600" b="1" dirty="0">
                <a:latin typeface="宋体" panose="02010600030101010101" pitchFamily="2" charset="-122"/>
              </a:rPr>
              <a:t>可变</a:t>
            </a:r>
            <a:r>
              <a:rPr lang="en-US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全部工作脉冲</a:t>
            </a:r>
            <a:r>
              <a:rPr lang="en-US" altLang="zh-CN" sz="1600" b="1" dirty="0">
                <a:latin typeface="宋体" panose="02010600030101010101" pitchFamily="2" charset="-122"/>
              </a:rPr>
              <a:t>)  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←有多种方案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452" name="Text Box 108"/>
          <p:cNvSpPr txBox="1">
            <a:spLocks noChangeArrowheads="1"/>
          </p:cNvSpPr>
          <p:nvPr/>
        </p:nvSpPr>
        <p:spPr bwMode="auto">
          <a:xfrm>
            <a:off x="7524328" y="3356992"/>
            <a:ext cx="1404000" cy="32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 algn="l"/>
            <a:r>
              <a:rPr lang="zh-CN" altLang="en-US" sz="2000" b="1" dirty="0">
                <a:latin typeface="宋体" panose="02010600030101010101" pitchFamily="2" charset="-122"/>
              </a:rPr>
              <a:t>节拍脉冲</a:t>
            </a:r>
            <a:r>
              <a:rPr lang="en-US" altLang="zh-CN" sz="2000" b="1" dirty="0">
                <a:latin typeface="宋体" panose="02010600030101010101" pitchFamily="2" charset="-122"/>
              </a:rPr>
              <a:t>CP</a:t>
            </a:r>
          </a:p>
        </p:txBody>
      </p:sp>
      <p:grpSp>
        <p:nvGrpSpPr>
          <p:cNvPr id="646" name="组合 645"/>
          <p:cNvGrpSpPr/>
          <p:nvPr/>
        </p:nvGrpSpPr>
        <p:grpSpPr>
          <a:xfrm>
            <a:off x="1907704" y="4329080"/>
            <a:ext cx="6480720" cy="283262"/>
            <a:chOff x="1618506" y="4369874"/>
            <a:chExt cx="6480720" cy="283262"/>
          </a:xfrm>
        </p:grpSpPr>
        <p:cxnSp>
          <p:nvCxnSpPr>
            <p:cNvPr id="647" name="直接连接符 646"/>
            <p:cNvCxnSpPr/>
            <p:nvPr/>
          </p:nvCxnSpPr>
          <p:spPr>
            <a:xfrm>
              <a:off x="3203848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直接连接符 647"/>
            <p:cNvCxnSpPr/>
            <p:nvPr/>
          </p:nvCxnSpPr>
          <p:spPr>
            <a:xfrm>
              <a:off x="3060998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直接连接符 648"/>
            <p:cNvCxnSpPr/>
            <p:nvPr/>
          </p:nvCxnSpPr>
          <p:spPr>
            <a:xfrm>
              <a:off x="3060998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直接连接符 649"/>
            <p:cNvCxnSpPr/>
            <p:nvPr/>
          </p:nvCxnSpPr>
          <p:spPr>
            <a:xfrm>
              <a:off x="2988990" y="4581128"/>
              <a:ext cx="72008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直接连接符 650"/>
            <p:cNvCxnSpPr/>
            <p:nvPr/>
          </p:nvCxnSpPr>
          <p:spPr>
            <a:xfrm>
              <a:off x="3203848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直接连接符 651"/>
            <p:cNvCxnSpPr/>
            <p:nvPr/>
          </p:nvCxnSpPr>
          <p:spPr>
            <a:xfrm>
              <a:off x="3490714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直接连接符 652"/>
            <p:cNvCxnSpPr/>
            <p:nvPr/>
          </p:nvCxnSpPr>
          <p:spPr>
            <a:xfrm>
              <a:off x="3347864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直接连接符 653"/>
            <p:cNvCxnSpPr/>
            <p:nvPr/>
          </p:nvCxnSpPr>
          <p:spPr>
            <a:xfrm>
              <a:off x="3347864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直接连接符 654"/>
            <p:cNvCxnSpPr/>
            <p:nvPr/>
          </p:nvCxnSpPr>
          <p:spPr>
            <a:xfrm>
              <a:off x="3490714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直接连接符 655"/>
            <p:cNvCxnSpPr/>
            <p:nvPr/>
          </p:nvCxnSpPr>
          <p:spPr>
            <a:xfrm>
              <a:off x="3779912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直接连接符 656"/>
            <p:cNvCxnSpPr/>
            <p:nvPr/>
          </p:nvCxnSpPr>
          <p:spPr>
            <a:xfrm>
              <a:off x="3637062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直接连接符 657"/>
            <p:cNvCxnSpPr/>
            <p:nvPr/>
          </p:nvCxnSpPr>
          <p:spPr>
            <a:xfrm>
              <a:off x="3637062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直接连接符 658"/>
            <p:cNvCxnSpPr/>
            <p:nvPr/>
          </p:nvCxnSpPr>
          <p:spPr>
            <a:xfrm>
              <a:off x="3779912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直接连接符 659"/>
            <p:cNvCxnSpPr/>
            <p:nvPr/>
          </p:nvCxnSpPr>
          <p:spPr>
            <a:xfrm>
              <a:off x="4066778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直接连接符 660"/>
            <p:cNvCxnSpPr/>
            <p:nvPr/>
          </p:nvCxnSpPr>
          <p:spPr>
            <a:xfrm>
              <a:off x="3923928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直接连接符 661"/>
            <p:cNvCxnSpPr/>
            <p:nvPr/>
          </p:nvCxnSpPr>
          <p:spPr>
            <a:xfrm>
              <a:off x="3923928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直接连接符 662"/>
            <p:cNvCxnSpPr/>
            <p:nvPr/>
          </p:nvCxnSpPr>
          <p:spPr>
            <a:xfrm>
              <a:off x="4066778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直接连接符 663"/>
            <p:cNvCxnSpPr/>
            <p:nvPr/>
          </p:nvCxnSpPr>
          <p:spPr>
            <a:xfrm>
              <a:off x="4354810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直接连接符 664"/>
            <p:cNvCxnSpPr/>
            <p:nvPr/>
          </p:nvCxnSpPr>
          <p:spPr>
            <a:xfrm>
              <a:off x="4211960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直接连接符 665"/>
            <p:cNvCxnSpPr/>
            <p:nvPr/>
          </p:nvCxnSpPr>
          <p:spPr>
            <a:xfrm>
              <a:off x="4211960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直接连接符 666"/>
            <p:cNvCxnSpPr/>
            <p:nvPr/>
          </p:nvCxnSpPr>
          <p:spPr>
            <a:xfrm>
              <a:off x="4354810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直接连接符 667"/>
            <p:cNvCxnSpPr/>
            <p:nvPr/>
          </p:nvCxnSpPr>
          <p:spPr>
            <a:xfrm>
              <a:off x="4641676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直接连接符 668"/>
            <p:cNvCxnSpPr/>
            <p:nvPr/>
          </p:nvCxnSpPr>
          <p:spPr>
            <a:xfrm>
              <a:off x="4498826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直接连接符 669"/>
            <p:cNvCxnSpPr/>
            <p:nvPr/>
          </p:nvCxnSpPr>
          <p:spPr>
            <a:xfrm>
              <a:off x="4498826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直接连接符 670"/>
            <p:cNvCxnSpPr/>
            <p:nvPr/>
          </p:nvCxnSpPr>
          <p:spPr>
            <a:xfrm>
              <a:off x="4641676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直接连接符 671"/>
            <p:cNvCxnSpPr/>
            <p:nvPr/>
          </p:nvCxnSpPr>
          <p:spPr>
            <a:xfrm>
              <a:off x="4930874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直接连接符 672"/>
            <p:cNvCxnSpPr/>
            <p:nvPr/>
          </p:nvCxnSpPr>
          <p:spPr>
            <a:xfrm>
              <a:off x="4788024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直接连接符 673"/>
            <p:cNvCxnSpPr/>
            <p:nvPr/>
          </p:nvCxnSpPr>
          <p:spPr>
            <a:xfrm>
              <a:off x="4788024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直接连接符 674"/>
            <p:cNvCxnSpPr/>
            <p:nvPr/>
          </p:nvCxnSpPr>
          <p:spPr>
            <a:xfrm>
              <a:off x="4930874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直接连接符 675"/>
            <p:cNvCxnSpPr/>
            <p:nvPr/>
          </p:nvCxnSpPr>
          <p:spPr>
            <a:xfrm>
              <a:off x="5217740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直接连接符 676"/>
            <p:cNvCxnSpPr/>
            <p:nvPr/>
          </p:nvCxnSpPr>
          <p:spPr>
            <a:xfrm>
              <a:off x="5074890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直接连接符 677"/>
            <p:cNvCxnSpPr/>
            <p:nvPr/>
          </p:nvCxnSpPr>
          <p:spPr>
            <a:xfrm>
              <a:off x="5074890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直接连接符 678"/>
            <p:cNvCxnSpPr/>
            <p:nvPr/>
          </p:nvCxnSpPr>
          <p:spPr>
            <a:xfrm>
              <a:off x="5217740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直接连接符 679"/>
            <p:cNvCxnSpPr/>
            <p:nvPr/>
          </p:nvCxnSpPr>
          <p:spPr>
            <a:xfrm>
              <a:off x="5506938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直接连接符 680"/>
            <p:cNvCxnSpPr/>
            <p:nvPr/>
          </p:nvCxnSpPr>
          <p:spPr>
            <a:xfrm>
              <a:off x="5364088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直接连接符 681"/>
            <p:cNvCxnSpPr/>
            <p:nvPr/>
          </p:nvCxnSpPr>
          <p:spPr>
            <a:xfrm>
              <a:off x="5364088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直接连接符 682"/>
            <p:cNvCxnSpPr/>
            <p:nvPr/>
          </p:nvCxnSpPr>
          <p:spPr>
            <a:xfrm>
              <a:off x="5506938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直接连接符 683"/>
            <p:cNvCxnSpPr/>
            <p:nvPr/>
          </p:nvCxnSpPr>
          <p:spPr>
            <a:xfrm>
              <a:off x="5796136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直接连接符 684"/>
            <p:cNvCxnSpPr/>
            <p:nvPr/>
          </p:nvCxnSpPr>
          <p:spPr>
            <a:xfrm>
              <a:off x="5653286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直接连接符 685"/>
            <p:cNvCxnSpPr/>
            <p:nvPr/>
          </p:nvCxnSpPr>
          <p:spPr>
            <a:xfrm>
              <a:off x="5653286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直接连接符 686"/>
            <p:cNvCxnSpPr/>
            <p:nvPr/>
          </p:nvCxnSpPr>
          <p:spPr>
            <a:xfrm>
              <a:off x="5796136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直接连接符 687"/>
            <p:cNvCxnSpPr/>
            <p:nvPr/>
          </p:nvCxnSpPr>
          <p:spPr>
            <a:xfrm>
              <a:off x="6083002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直接连接符 688"/>
            <p:cNvCxnSpPr/>
            <p:nvPr/>
          </p:nvCxnSpPr>
          <p:spPr>
            <a:xfrm>
              <a:off x="5940152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直接连接符 689"/>
            <p:cNvCxnSpPr/>
            <p:nvPr/>
          </p:nvCxnSpPr>
          <p:spPr>
            <a:xfrm>
              <a:off x="5940152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直接连接符 690"/>
            <p:cNvCxnSpPr/>
            <p:nvPr/>
          </p:nvCxnSpPr>
          <p:spPr>
            <a:xfrm>
              <a:off x="6083002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直接连接符 691"/>
            <p:cNvCxnSpPr/>
            <p:nvPr/>
          </p:nvCxnSpPr>
          <p:spPr>
            <a:xfrm>
              <a:off x="6371034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直接连接符 692"/>
            <p:cNvCxnSpPr/>
            <p:nvPr/>
          </p:nvCxnSpPr>
          <p:spPr>
            <a:xfrm>
              <a:off x="6228184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直接连接符 693"/>
            <p:cNvCxnSpPr/>
            <p:nvPr/>
          </p:nvCxnSpPr>
          <p:spPr>
            <a:xfrm>
              <a:off x="6228184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直接连接符 694"/>
            <p:cNvCxnSpPr/>
            <p:nvPr/>
          </p:nvCxnSpPr>
          <p:spPr>
            <a:xfrm>
              <a:off x="6371034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直接连接符 695"/>
            <p:cNvCxnSpPr/>
            <p:nvPr/>
          </p:nvCxnSpPr>
          <p:spPr>
            <a:xfrm>
              <a:off x="6657900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直接连接符 696"/>
            <p:cNvCxnSpPr/>
            <p:nvPr/>
          </p:nvCxnSpPr>
          <p:spPr>
            <a:xfrm>
              <a:off x="6515050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直接连接符 697"/>
            <p:cNvCxnSpPr/>
            <p:nvPr/>
          </p:nvCxnSpPr>
          <p:spPr>
            <a:xfrm>
              <a:off x="6515050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直接连接符 698"/>
            <p:cNvCxnSpPr/>
            <p:nvPr/>
          </p:nvCxnSpPr>
          <p:spPr>
            <a:xfrm>
              <a:off x="6657900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直接连接符 699"/>
            <p:cNvCxnSpPr/>
            <p:nvPr/>
          </p:nvCxnSpPr>
          <p:spPr>
            <a:xfrm>
              <a:off x="6947098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直接连接符 700"/>
            <p:cNvCxnSpPr/>
            <p:nvPr/>
          </p:nvCxnSpPr>
          <p:spPr>
            <a:xfrm>
              <a:off x="6804248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直接连接符 701"/>
            <p:cNvCxnSpPr/>
            <p:nvPr/>
          </p:nvCxnSpPr>
          <p:spPr>
            <a:xfrm>
              <a:off x="6804248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直接连接符 702"/>
            <p:cNvCxnSpPr/>
            <p:nvPr/>
          </p:nvCxnSpPr>
          <p:spPr>
            <a:xfrm>
              <a:off x="6947098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直接连接符 703"/>
            <p:cNvCxnSpPr/>
            <p:nvPr/>
          </p:nvCxnSpPr>
          <p:spPr>
            <a:xfrm>
              <a:off x="7233964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直接连接符 704"/>
            <p:cNvCxnSpPr/>
            <p:nvPr/>
          </p:nvCxnSpPr>
          <p:spPr>
            <a:xfrm>
              <a:off x="7091114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直接连接符 705"/>
            <p:cNvCxnSpPr/>
            <p:nvPr/>
          </p:nvCxnSpPr>
          <p:spPr>
            <a:xfrm>
              <a:off x="7091114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直接连接符 706"/>
            <p:cNvCxnSpPr/>
            <p:nvPr/>
          </p:nvCxnSpPr>
          <p:spPr>
            <a:xfrm>
              <a:off x="7233964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直接连接符 707"/>
            <p:cNvCxnSpPr/>
            <p:nvPr/>
          </p:nvCxnSpPr>
          <p:spPr>
            <a:xfrm>
              <a:off x="7523162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直接连接符 708"/>
            <p:cNvCxnSpPr/>
            <p:nvPr/>
          </p:nvCxnSpPr>
          <p:spPr>
            <a:xfrm>
              <a:off x="7380312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直接连接符 709"/>
            <p:cNvCxnSpPr/>
            <p:nvPr/>
          </p:nvCxnSpPr>
          <p:spPr>
            <a:xfrm>
              <a:off x="7380312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直接连接符 710"/>
            <p:cNvCxnSpPr/>
            <p:nvPr/>
          </p:nvCxnSpPr>
          <p:spPr>
            <a:xfrm>
              <a:off x="7523162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直接连接符 711"/>
            <p:cNvCxnSpPr/>
            <p:nvPr/>
          </p:nvCxnSpPr>
          <p:spPr>
            <a:xfrm>
              <a:off x="7812360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直接连接符 712"/>
            <p:cNvCxnSpPr/>
            <p:nvPr/>
          </p:nvCxnSpPr>
          <p:spPr>
            <a:xfrm>
              <a:off x="7669510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直接连接符 713"/>
            <p:cNvCxnSpPr/>
            <p:nvPr/>
          </p:nvCxnSpPr>
          <p:spPr>
            <a:xfrm>
              <a:off x="7669510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直接连接符 714"/>
            <p:cNvCxnSpPr/>
            <p:nvPr/>
          </p:nvCxnSpPr>
          <p:spPr>
            <a:xfrm>
              <a:off x="7812360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直接连接符 715"/>
            <p:cNvCxnSpPr/>
            <p:nvPr/>
          </p:nvCxnSpPr>
          <p:spPr>
            <a:xfrm>
              <a:off x="7956376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直接连接符 716"/>
            <p:cNvCxnSpPr/>
            <p:nvPr/>
          </p:nvCxnSpPr>
          <p:spPr>
            <a:xfrm>
              <a:off x="7957542" y="4437112"/>
              <a:ext cx="14168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8" name="Text Box 108"/>
            <p:cNvSpPr txBox="1">
              <a:spLocks noChangeArrowheads="1"/>
            </p:cNvSpPr>
            <p:nvPr/>
          </p:nvSpPr>
          <p:spPr bwMode="auto">
            <a:xfrm>
              <a:off x="1618506" y="4369874"/>
              <a:ext cx="1297310" cy="28326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/>
              <a:r>
                <a:rPr lang="zh-CN" altLang="en-US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节拍脉冲 </a:t>
              </a:r>
              <a:r>
                <a:rPr lang="en-US" altLang="zh-CN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CP</a:t>
              </a:r>
            </a:p>
          </p:txBody>
        </p:sp>
      </p:grpSp>
      <p:grpSp>
        <p:nvGrpSpPr>
          <p:cNvPr id="719" name="组合 718"/>
          <p:cNvGrpSpPr/>
          <p:nvPr/>
        </p:nvGrpSpPr>
        <p:grpSpPr>
          <a:xfrm>
            <a:off x="3202682" y="4149080"/>
            <a:ext cx="5186908" cy="2232248"/>
            <a:chOff x="2913484" y="4149080"/>
            <a:chExt cx="5186908" cy="2232248"/>
          </a:xfrm>
        </p:grpSpPr>
        <p:cxnSp>
          <p:nvCxnSpPr>
            <p:cNvPr id="720" name="直接连接符 719"/>
            <p:cNvCxnSpPr/>
            <p:nvPr/>
          </p:nvCxnSpPr>
          <p:spPr>
            <a:xfrm>
              <a:off x="7668344" y="4581128"/>
              <a:ext cx="2332" cy="18002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直接连接符 720"/>
            <p:cNvCxnSpPr/>
            <p:nvPr/>
          </p:nvCxnSpPr>
          <p:spPr>
            <a:xfrm>
              <a:off x="5652120" y="4581128"/>
              <a:ext cx="2332" cy="18002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直接连接符 721"/>
            <p:cNvCxnSpPr/>
            <p:nvPr/>
          </p:nvCxnSpPr>
          <p:spPr>
            <a:xfrm flipH="1">
              <a:off x="3060415" y="4581128"/>
              <a:ext cx="583" cy="18002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直接连接符 722"/>
            <p:cNvCxnSpPr/>
            <p:nvPr/>
          </p:nvCxnSpPr>
          <p:spPr>
            <a:xfrm flipH="1">
              <a:off x="4209628" y="4581128"/>
              <a:ext cx="2332" cy="18002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4" name="TextBox 723"/>
            <p:cNvSpPr txBox="1"/>
            <p:nvPr/>
          </p:nvSpPr>
          <p:spPr>
            <a:xfrm>
              <a:off x="3062165" y="4149080"/>
              <a:ext cx="114979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R-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指令周期</a:t>
              </a:r>
            </a:p>
          </p:txBody>
        </p:sp>
        <p:cxnSp>
          <p:nvCxnSpPr>
            <p:cNvPr id="725" name="直接连接符 724"/>
            <p:cNvCxnSpPr/>
            <p:nvPr/>
          </p:nvCxnSpPr>
          <p:spPr>
            <a:xfrm>
              <a:off x="3060998" y="414908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直接连接符 725"/>
            <p:cNvCxnSpPr/>
            <p:nvPr/>
          </p:nvCxnSpPr>
          <p:spPr>
            <a:xfrm>
              <a:off x="3347864" y="4657906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直接连接符 726"/>
            <p:cNvCxnSpPr/>
            <p:nvPr/>
          </p:nvCxnSpPr>
          <p:spPr>
            <a:xfrm>
              <a:off x="3060998" y="4653136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直接连接符 727"/>
            <p:cNvCxnSpPr/>
            <p:nvPr/>
          </p:nvCxnSpPr>
          <p:spPr>
            <a:xfrm>
              <a:off x="3060998" y="4653136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直接连接符 728"/>
            <p:cNvCxnSpPr/>
            <p:nvPr/>
          </p:nvCxnSpPr>
          <p:spPr>
            <a:xfrm>
              <a:off x="2988990" y="4797152"/>
              <a:ext cx="7200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直接连接符 729"/>
            <p:cNvCxnSpPr/>
            <p:nvPr/>
          </p:nvCxnSpPr>
          <p:spPr>
            <a:xfrm>
              <a:off x="3347864" y="4797152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直接连接符 730"/>
            <p:cNvCxnSpPr/>
            <p:nvPr/>
          </p:nvCxnSpPr>
          <p:spPr>
            <a:xfrm>
              <a:off x="5360826" y="5440454"/>
              <a:ext cx="1154224" cy="477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直接连接符 731"/>
            <p:cNvCxnSpPr/>
            <p:nvPr/>
          </p:nvCxnSpPr>
          <p:spPr>
            <a:xfrm>
              <a:off x="4211960" y="414908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直接连接符 732"/>
            <p:cNvCxnSpPr/>
            <p:nvPr/>
          </p:nvCxnSpPr>
          <p:spPr>
            <a:xfrm flipH="1">
              <a:off x="4209628" y="4259188"/>
              <a:ext cx="145182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直接连接符 733"/>
            <p:cNvCxnSpPr/>
            <p:nvPr/>
          </p:nvCxnSpPr>
          <p:spPr>
            <a:xfrm flipV="1">
              <a:off x="2988990" y="5440454"/>
              <a:ext cx="2087066" cy="477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直接连接符 734"/>
            <p:cNvCxnSpPr/>
            <p:nvPr/>
          </p:nvCxnSpPr>
          <p:spPr>
            <a:xfrm flipH="1">
              <a:off x="6800750" y="4581128"/>
              <a:ext cx="3498" cy="18002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6" name="TextBox 735"/>
            <p:cNvSpPr txBox="1"/>
            <p:nvPr/>
          </p:nvSpPr>
          <p:spPr>
            <a:xfrm>
              <a:off x="4354810" y="4149080"/>
              <a:ext cx="1153294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 err="1"/>
                <a:t>lw</a:t>
              </a:r>
              <a:r>
                <a:rPr lang="zh-CN" altLang="en-US" dirty="0"/>
                <a:t>指令周期</a:t>
              </a:r>
            </a:p>
          </p:txBody>
        </p:sp>
        <p:cxnSp>
          <p:nvCxnSpPr>
            <p:cNvPr id="737" name="直接连接符 736"/>
            <p:cNvCxnSpPr/>
            <p:nvPr/>
          </p:nvCxnSpPr>
          <p:spPr>
            <a:xfrm flipV="1">
              <a:off x="5508104" y="4259188"/>
              <a:ext cx="146348" cy="2292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直接连接符 737"/>
            <p:cNvCxnSpPr/>
            <p:nvPr/>
          </p:nvCxnSpPr>
          <p:spPr>
            <a:xfrm>
              <a:off x="5652120" y="414908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9" name="TextBox 738"/>
            <p:cNvSpPr txBox="1"/>
            <p:nvPr/>
          </p:nvSpPr>
          <p:spPr>
            <a:xfrm>
              <a:off x="5652120" y="4149080"/>
              <a:ext cx="115212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 err="1"/>
                <a:t>sw</a:t>
              </a:r>
              <a:r>
                <a:rPr lang="zh-CN" altLang="en-US" dirty="0"/>
                <a:t>指令周期</a:t>
              </a:r>
            </a:p>
          </p:txBody>
        </p:sp>
        <p:cxnSp>
          <p:nvCxnSpPr>
            <p:cNvPr id="740" name="直接连接符 739"/>
            <p:cNvCxnSpPr/>
            <p:nvPr/>
          </p:nvCxnSpPr>
          <p:spPr>
            <a:xfrm>
              <a:off x="6804248" y="414908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1" name="TextBox 740"/>
            <p:cNvSpPr txBox="1"/>
            <p:nvPr/>
          </p:nvSpPr>
          <p:spPr>
            <a:xfrm>
              <a:off x="6804248" y="4149080"/>
              <a:ext cx="859904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 err="1"/>
                <a:t>beq</a:t>
              </a:r>
              <a:r>
                <a:rPr lang="zh-CN" altLang="en-US" dirty="0"/>
                <a:t>指令</a:t>
              </a:r>
            </a:p>
          </p:txBody>
        </p:sp>
        <p:cxnSp>
          <p:nvCxnSpPr>
            <p:cNvPr id="742" name="直接连接符 741"/>
            <p:cNvCxnSpPr/>
            <p:nvPr/>
          </p:nvCxnSpPr>
          <p:spPr>
            <a:xfrm>
              <a:off x="3635896" y="4873930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直接连接符 742"/>
            <p:cNvCxnSpPr/>
            <p:nvPr/>
          </p:nvCxnSpPr>
          <p:spPr>
            <a:xfrm>
              <a:off x="3349030" y="4869160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直接连接符 743"/>
            <p:cNvCxnSpPr/>
            <p:nvPr/>
          </p:nvCxnSpPr>
          <p:spPr>
            <a:xfrm>
              <a:off x="3349030" y="4869160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直接连接符 744"/>
            <p:cNvCxnSpPr/>
            <p:nvPr/>
          </p:nvCxnSpPr>
          <p:spPr>
            <a:xfrm>
              <a:off x="2987824" y="5013176"/>
              <a:ext cx="36120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直接连接符 745"/>
            <p:cNvCxnSpPr/>
            <p:nvPr/>
          </p:nvCxnSpPr>
          <p:spPr>
            <a:xfrm>
              <a:off x="3635896" y="5013176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直接连接符 746"/>
            <p:cNvCxnSpPr/>
            <p:nvPr/>
          </p:nvCxnSpPr>
          <p:spPr>
            <a:xfrm>
              <a:off x="3923928" y="5089954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直接连接符 747"/>
            <p:cNvCxnSpPr/>
            <p:nvPr/>
          </p:nvCxnSpPr>
          <p:spPr>
            <a:xfrm>
              <a:off x="3637062" y="5085184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直接连接符 748"/>
            <p:cNvCxnSpPr/>
            <p:nvPr/>
          </p:nvCxnSpPr>
          <p:spPr>
            <a:xfrm>
              <a:off x="3637062" y="5085184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直接连接符 749"/>
            <p:cNvCxnSpPr/>
            <p:nvPr/>
          </p:nvCxnSpPr>
          <p:spPr>
            <a:xfrm>
              <a:off x="2987824" y="5229200"/>
              <a:ext cx="64923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直接连接符 750"/>
            <p:cNvCxnSpPr/>
            <p:nvPr/>
          </p:nvCxnSpPr>
          <p:spPr>
            <a:xfrm>
              <a:off x="3923928" y="5229200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直接连接符 751"/>
            <p:cNvCxnSpPr/>
            <p:nvPr/>
          </p:nvCxnSpPr>
          <p:spPr>
            <a:xfrm>
              <a:off x="4211960" y="5522002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直接连接符 752"/>
            <p:cNvCxnSpPr/>
            <p:nvPr/>
          </p:nvCxnSpPr>
          <p:spPr>
            <a:xfrm>
              <a:off x="3925094" y="5517232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直接连接符 753"/>
            <p:cNvCxnSpPr/>
            <p:nvPr/>
          </p:nvCxnSpPr>
          <p:spPr>
            <a:xfrm>
              <a:off x="3925094" y="5517232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直接连接符 754"/>
            <p:cNvCxnSpPr/>
            <p:nvPr/>
          </p:nvCxnSpPr>
          <p:spPr>
            <a:xfrm>
              <a:off x="2987824" y="5661248"/>
              <a:ext cx="93727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直接连接符 755"/>
            <p:cNvCxnSpPr/>
            <p:nvPr/>
          </p:nvCxnSpPr>
          <p:spPr>
            <a:xfrm>
              <a:off x="4211960" y="5661248"/>
              <a:ext cx="115096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直接连接符 756"/>
            <p:cNvCxnSpPr/>
            <p:nvPr/>
          </p:nvCxnSpPr>
          <p:spPr>
            <a:xfrm>
              <a:off x="4498826" y="4657906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直接连接符 757"/>
            <p:cNvCxnSpPr/>
            <p:nvPr/>
          </p:nvCxnSpPr>
          <p:spPr>
            <a:xfrm>
              <a:off x="4211960" y="4653136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直接连接符 758"/>
            <p:cNvCxnSpPr/>
            <p:nvPr/>
          </p:nvCxnSpPr>
          <p:spPr>
            <a:xfrm>
              <a:off x="4211960" y="4653136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直接连接符 759"/>
            <p:cNvCxnSpPr/>
            <p:nvPr/>
          </p:nvCxnSpPr>
          <p:spPr>
            <a:xfrm>
              <a:off x="4498826" y="4797152"/>
              <a:ext cx="115212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直接连接符 760"/>
            <p:cNvCxnSpPr/>
            <p:nvPr/>
          </p:nvCxnSpPr>
          <p:spPr>
            <a:xfrm>
              <a:off x="4786858" y="4873930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直接连接符 761"/>
            <p:cNvCxnSpPr/>
            <p:nvPr/>
          </p:nvCxnSpPr>
          <p:spPr>
            <a:xfrm>
              <a:off x="4499992" y="4869160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直接连接符 762"/>
            <p:cNvCxnSpPr/>
            <p:nvPr/>
          </p:nvCxnSpPr>
          <p:spPr>
            <a:xfrm>
              <a:off x="4499992" y="4869160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直接连接符 763"/>
            <p:cNvCxnSpPr/>
            <p:nvPr/>
          </p:nvCxnSpPr>
          <p:spPr>
            <a:xfrm>
              <a:off x="4786858" y="5013176"/>
              <a:ext cx="1152711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直接连接符 764"/>
            <p:cNvCxnSpPr/>
            <p:nvPr/>
          </p:nvCxnSpPr>
          <p:spPr>
            <a:xfrm>
              <a:off x="5074890" y="5089954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直接连接符 765"/>
            <p:cNvCxnSpPr/>
            <p:nvPr/>
          </p:nvCxnSpPr>
          <p:spPr>
            <a:xfrm>
              <a:off x="4788024" y="5085184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直接连接符 766"/>
            <p:cNvCxnSpPr/>
            <p:nvPr/>
          </p:nvCxnSpPr>
          <p:spPr>
            <a:xfrm>
              <a:off x="4788024" y="5085184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直接连接符 767"/>
            <p:cNvCxnSpPr/>
            <p:nvPr/>
          </p:nvCxnSpPr>
          <p:spPr>
            <a:xfrm>
              <a:off x="5074890" y="5229200"/>
              <a:ext cx="115329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直接连接符 768"/>
            <p:cNvCxnSpPr/>
            <p:nvPr/>
          </p:nvCxnSpPr>
          <p:spPr>
            <a:xfrm>
              <a:off x="5362922" y="5305978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直接连接符 769"/>
            <p:cNvCxnSpPr/>
            <p:nvPr/>
          </p:nvCxnSpPr>
          <p:spPr>
            <a:xfrm>
              <a:off x="5076056" y="5301208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直接连接符 770"/>
            <p:cNvCxnSpPr/>
            <p:nvPr/>
          </p:nvCxnSpPr>
          <p:spPr>
            <a:xfrm>
              <a:off x="5076056" y="5301208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直接连接符 771"/>
            <p:cNvCxnSpPr/>
            <p:nvPr/>
          </p:nvCxnSpPr>
          <p:spPr>
            <a:xfrm>
              <a:off x="5650954" y="5522002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直接连接符 772"/>
            <p:cNvCxnSpPr/>
            <p:nvPr/>
          </p:nvCxnSpPr>
          <p:spPr>
            <a:xfrm>
              <a:off x="5364088" y="5517232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直接连接符 773"/>
            <p:cNvCxnSpPr/>
            <p:nvPr/>
          </p:nvCxnSpPr>
          <p:spPr>
            <a:xfrm>
              <a:off x="5364088" y="5517232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直接连接符 774"/>
            <p:cNvCxnSpPr/>
            <p:nvPr/>
          </p:nvCxnSpPr>
          <p:spPr>
            <a:xfrm>
              <a:off x="5650954" y="5661248"/>
              <a:ext cx="244943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直接连接符 775"/>
            <p:cNvCxnSpPr/>
            <p:nvPr/>
          </p:nvCxnSpPr>
          <p:spPr>
            <a:xfrm>
              <a:off x="5938986" y="4657906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直接连接符 776"/>
            <p:cNvCxnSpPr/>
            <p:nvPr/>
          </p:nvCxnSpPr>
          <p:spPr>
            <a:xfrm>
              <a:off x="5652120" y="4653136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直接连接符 777"/>
            <p:cNvCxnSpPr/>
            <p:nvPr/>
          </p:nvCxnSpPr>
          <p:spPr>
            <a:xfrm>
              <a:off x="5652120" y="4653136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直接连接符 778"/>
            <p:cNvCxnSpPr/>
            <p:nvPr/>
          </p:nvCxnSpPr>
          <p:spPr>
            <a:xfrm>
              <a:off x="5938986" y="4797152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直接连接符 779"/>
            <p:cNvCxnSpPr/>
            <p:nvPr/>
          </p:nvCxnSpPr>
          <p:spPr>
            <a:xfrm>
              <a:off x="6227018" y="4873930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直接连接符 780"/>
            <p:cNvCxnSpPr/>
            <p:nvPr/>
          </p:nvCxnSpPr>
          <p:spPr>
            <a:xfrm>
              <a:off x="5940152" y="4869160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直接连接符 781"/>
            <p:cNvCxnSpPr/>
            <p:nvPr/>
          </p:nvCxnSpPr>
          <p:spPr>
            <a:xfrm>
              <a:off x="5940152" y="4869160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直接连接符 782"/>
            <p:cNvCxnSpPr/>
            <p:nvPr/>
          </p:nvCxnSpPr>
          <p:spPr>
            <a:xfrm>
              <a:off x="6227018" y="5013176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直接连接符 783"/>
            <p:cNvCxnSpPr/>
            <p:nvPr/>
          </p:nvCxnSpPr>
          <p:spPr>
            <a:xfrm>
              <a:off x="6515050" y="5089954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直接连接符 784"/>
            <p:cNvCxnSpPr/>
            <p:nvPr/>
          </p:nvCxnSpPr>
          <p:spPr>
            <a:xfrm>
              <a:off x="6228184" y="5085184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直接连接符 785"/>
            <p:cNvCxnSpPr/>
            <p:nvPr/>
          </p:nvCxnSpPr>
          <p:spPr>
            <a:xfrm>
              <a:off x="6228184" y="5085184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直接连接符 786"/>
            <p:cNvCxnSpPr/>
            <p:nvPr/>
          </p:nvCxnSpPr>
          <p:spPr>
            <a:xfrm>
              <a:off x="6515050" y="5229200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直接连接符 787"/>
            <p:cNvCxnSpPr/>
            <p:nvPr/>
          </p:nvCxnSpPr>
          <p:spPr>
            <a:xfrm>
              <a:off x="6803082" y="5305978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直接连接符 788"/>
            <p:cNvCxnSpPr/>
            <p:nvPr/>
          </p:nvCxnSpPr>
          <p:spPr>
            <a:xfrm>
              <a:off x="6516216" y="5301208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直接连接符 789"/>
            <p:cNvCxnSpPr/>
            <p:nvPr/>
          </p:nvCxnSpPr>
          <p:spPr>
            <a:xfrm>
              <a:off x="6516216" y="5301208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直接连接符 790"/>
            <p:cNvCxnSpPr/>
            <p:nvPr/>
          </p:nvCxnSpPr>
          <p:spPr>
            <a:xfrm>
              <a:off x="6804248" y="5445224"/>
              <a:ext cx="129497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直接连接符 791"/>
            <p:cNvCxnSpPr/>
            <p:nvPr/>
          </p:nvCxnSpPr>
          <p:spPr>
            <a:xfrm>
              <a:off x="7091114" y="4657906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直接连接符 792"/>
            <p:cNvCxnSpPr/>
            <p:nvPr/>
          </p:nvCxnSpPr>
          <p:spPr>
            <a:xfrm>
              <a:off x="6804248" y="4653136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直接连接符 793"/>
            <p:cNvCxnSpPr/>
            <p:nvPr/>
          </p:nvCxnSpPr>
          <p:spPr>
            <a:xfrm>
              <a:off x="6804248" y="4653136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直接连接符 794"/>
            <p:cNvCxnSpPr/>
            <p:nvPr/>
          </p:nvCxnSpPr>
          <p:spPr>
            <a:xfrm>
              <a:off x="7091114" y="4797152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直接连接符 795"/>
            <p:cNvCxnSpPr/>
            <p:nvPr/>
          </p:nvCxnSpPr>
          <p:spPr>
            <a:xfrm>
              <a:off x="7379146" y="4873930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直接连接符 796"/>
            <p:cNvCxnSpPr/>
            <p:nvPr/>
          </p:nvCxnSpPr>
          <p:spPr>
            <a:xfrm>
              <a:off x="7092280" y="4869160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直接连接符 797"/>
            <p:cNvCxnSpPr/>
            <p:nvPr/>
          </p:nvCxnSpPr>
          <p:spPr>
            <a:xfrm>
              <a:off x="7092280" y="4869160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直接连接符 798"/>
            <p:cNvCxnSpPr/>
            <p:nvPr/>
          </p:nvCxnSpPr>
          <p:spPr>
            <a:xfrm>
              <a:off x="7379146" y="5013176"/>
              <a:ext cx="72124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直接连接符 799"/>
            <p:cNvCxnSpPr/>
            <p:nvPr/>
          </p:nvCxnSpPr>
          <p:spPr>
            <a:xfrm>
              <a:off x="7667178" y="5089954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直接连接符 800"/>
            <p:cNvCxnSpPr/>
            <p:nvPr/>
          </p:nvCxnSpPr>
          <p:spPr>
            <a:xfrm>
              <a:off x="7380312" y="5085184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直接连接符 801"/>
            <p:cNvCxnSpPr/>
            <p:nvPr/>
          </p:nvCxnSpPr>
          <p:spPr>
            <a:xfrm>
              <a:off x="7380312" y="5085184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直接连接符 802"/>
            <p:cNvCxnSpPr/>
            <p:nvPr/>
          </p:nvCxnSpPr>
          <p:spPr>
            <a:xfrm>
              <a:off x="7667178" y="5229200"/>
              <a:ext cx="43321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直接连接符 803"/>
            <p:cNvCxnSpPr/>
            <p:nvPr/>
          </p:nvCxnSpPr>
          <p:spPr>
            <a:xfrm>
              <a:off x="7956376" y="4581128"/>
              <a:ext cx="2332" cy="18002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直接连接符 804"/>
            <p:cNvCxnSpPr/>
            <p:nvPr/>
          </p:nvCxnSpPr>
          <p:spPr>
            <a:xfrm>
              <a:off x="7956376" y="4653136"/>
              <a:ext cx="14401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直接连接符 805"/>
            <p:cNvCxnSpPr/>
            <p:nvPr/>
          </p:nvCxnSpPr>
          <p:spPr>
            <a:xfrm>
              <a:off x="7956376" y="4653136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直接连接符 806"/>
            <p:cNvCxnSpPr/>
            <p:nvPr/>
          </p:nvCxnSpPr>
          <p:spPr>
            <a:xfrm>
              <a:off x="7955210" y="5738026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直接连接符 807"/>
            <p:cNvCxnSpPr/>
            <p:nvPr/>
          </p:nvCxnSpPr>
          <p:spPr>
            <a:xfrm>
              <a:off x="7668344" y="5733256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直接连接符 808"/>
            <p:cNvCxnSpPr/>
            <p:nvPr/>
          </p:nvCxnSpPr>
          <p:spPr>
            <a:xfrm>
              <a:off x="7668344" y="5733256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直接连接符 809"/>
            <p:cNvCxnSpPr/>
            <p:nvPr/>
          </p:nvCxnSpPr>
          <p:spPr>
            <a:xfrm>
              <a:off x="7955210" y="5877272"/>
              <a:ext cx="14401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直接连接符 810"/>
            <p:cNvCxnSpPr/>
            <p:nvPr/>
          </p:nvCxnSpPr>
          <p:spPr>
            <a:xfrm>
              <a:off x="2987824" y="5877272"/>
              <a:ext cx="468168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直接连接符 811"/>
            <p:cNvCxnSpPr/>
            <p:nvPr/>
          </p:nvCxnSpPr>
          <p:spPr>
            <a:xfrm>
              <a:off x="3205014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直接连接符 812"/>
            <p:cNvCxnSpPr/>
            <p:nvPr/>
          </p:nvCxnSpPr>
          <p:spPr>
            <a:xfrm>
              <a:off x="3062164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直接连接符 813"/>
            <p:cNvCxnSpPr/>
            <p:nvPr/>
          </p:nvCxnSpPr>
          <p:spPr>
            <a:xfrm>
              <a:off x="3062164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直接连接符 814"/>
            <p:cNvCxnSpPr/>
            <p:nvPr/>
          </p:nvCxnSpPr>
          <p:spPr>
            <a:xfrm>
              <a:off x="2990156" y="6093296"/>
              <a:ext cx="7200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直接连接符 815"/>
            <p:cNvCxnSpPr/>
            <p:nvPr/>
          </p:nvCxnSpPr>
          <p:spPr>
            <a:xfrm>
              <a:off x="3205014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直接连接符 816"/>
            <p:cNvCxnSpPr/>
            <p:nvPr/>
          </p:nvCxnSpPr>
          <p:spPr>
            <a:xfrm>
              <a:off x="3491880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直接连接符 817"/>
            <p:cNvCxnSpPr/>
            <p:nvPr/>
          </p:nvCxnSpPr>
          <p:spPr>
            <a:xfrm>
              <a:off x="3349030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直接连接符 818"/>
            <p:cNvCxnSpPr/>
            <p:nvPr/>
          </p:nvCxnSpPr>
          <p:spPr>
            <a:xfrm>
              <a:off x="3349030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直接连接符 819"/>
            <p:cNvCxnSpPr/>
            <p:nvPr/>
          </p:nvCxnSpPr>
          <p:spPr>
            <a:xfrm>
              <a:off x="3491880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直接连接符 820"/>
            <p:cNvCxnSpPr/>
            <p:nvPr/>
          </p:nvCxnSpPr>
          <p:spPr>
            <a:xfrm>
              <a:off x="3781078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直接连接符 821"/>
            <p:cNvCxnSpPr/>
            <p:nvPr/>
          </p:nvCxnSpPr>
          <p:spPr>
            <a:xfrm>
              <a:off x="3638228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直接连接符 822"/>
            <p:cNvCxnSpPr/>
            <p:nvPr/>
          </p:nvCxnSpPr>
          <p:spPr>
            <a:xfrm>
              <a:off x="3638228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直接连接符 823"/>
            <p:cNvCxnSpPr/>
            <p:nvPr/>
          </p:nvCxnSpPr>
          <p:spPr>
            <a:xfrm>
              <a:off x="3781078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直接连接符 824"/>
            <p:cNvCxnSpPr/>
            <p:nvPr/>
          </p:nvCxnSpPr>
          <p:spPr>
            <a:xfrm>
              <a:off x="4067944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直接连接符 825"/>
            <p:cNvCxnSpPr/>
            <p:nvPr/>
          </p:nvCxnSpPr>
          <p:spPr>
            <a:xfrm>
              <a:off x="3925094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直接连接符 826"/>
            <p:cNvCxnSpPr/>
            <p:nvPr/>
          </p:nvCxnSpPr>
          <p:spPr>
            <a:xfrm>
              <a:off x="3925094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直接连接符 827"/>
            <p:cNvCxnSpPr/>
            <p:nvPr/>
          </p:nvCxnSpPr>
          <p:spPr>
            <a:xfrm>
              <a:off x="4067944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直接连接符 828"/>
            <p:cNvCxnSpPr/>
            <p:nvPr/>
          </p:nvCxnSpPr>
          <p:spPr>
            <a:xfrm>
              <a:off x="4355976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直接连接符 829"/>
            <p:cNvCxnSpPr/>
            <p:nvPr/>
          </p:nvCxnSpPr>
          <p:spPr>
            <a:xfrm>
              <a:off x="4213126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直接连接符 830"/>
            <p:cNvCxnSpPr/>
            <p:nvPr/>
          </p:nvCxnSpPr>
          <p:spPr>
            <a:xfrm>
              <a:off x="4213126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直接连接符 831"/>
            <p:cNvCxnSpPr/>
            <p:nvPr/>
          </p:nvCxnSpPr>
          <p:spPr>
            <a:xfrm>
              <a:off x="4355976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直接连接符 832"/>
            <p:cNvCxnSpPr/>
            <p:nvPr/>
          </p:nvCxnSpPr>
          <p:spPr>
            <a:xfrm>
              <a:off x="4642842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直接连接符 833"/>
            <p:cNvCxnSpPr/>
            <p:nvPr/>
          </p:nvCxnSpPr>
          <p:spPr>
            <a:xfrm>
              <a:off x="4499992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直接连接符 834"/>
            <p:cNvCxnSpPr/>
            <p:nvPr/>
          </p:nvCxnSpPr>
          <p:spPr>
            <a:xfrm>
              <a:off x="4499992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直接连接符 835"/>
            <p:cNvCxnSpPr/>
            <p:nvPr/>
          </p:nvCxnSpPr>
          <p:spPr>
            <a:xfrm>
              <a:off x="4642842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直接连接符 836"/>
            <p:cNvCxnSpPr/>
            <p:nvPr/>
          </p:nvCxnSpPr>
          <p:spPr>
            <a:xfrm>
              <a:off x="4932040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直接连接符 837"/>
            <p:cNvCxnSpPr/>
            <p:nvPr/>
          </p:nvCxnSpPr>
          <p:spPr>
            <a:xfrm>
              <a:off x="4789190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直接连接符 838"/>
            <p:cNvCxnSpPr/>
            <p:nvPr/>
          </p:nvCxnSpPr>
          <p:spPr>
            <a:xfrm>
              <a:off x="4789190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直接连接符 839"/>
            <p:cNvCxnSpPr/>
            <p:nvPr/>
          </p:nvCxnSpPr>
          <p:spPr>
            <a:xfrm>
              <a:off x="4932040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直接连接符 840"/>
            <p:cNvCxnSpPr/>
            <p:nvPr/>
          </p:nvCxnSpPr>
          <p:spPr>
            <a:xfrm>
              <a:off x="5218906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直接连接符 841"/>
            <p:cNvCxnSpPr/>
            <p:nvPr/>
          </p:nvCxnSpPr>
          <p:spPr>
            <a:xfrm>
              <a:off x="5076056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直接连接符 842"/>
            <p:cNvCxnSpPr/>
            <p:nvPr/>
          </p:nvCxnSpPr>
          <p:spPr>
            <a:xfrm>
              <a:off x="5076056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直接连接符 843"/>
            <p:cNvCxnSpPr/>
            <p:nvPr/>
          </p:nvCxnSpPr>
          <p:spPr>
            <a:xfrm>
              <a:off x="5218906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直接连接符 844"/>
            <p:cNvCxnSpPr/>
            <p:nvPr/>
          </p:nvCxnSpPr>
          <p:spPr>
            <a:xfrm>
              <a:off x="5508104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直接连接符 845"/>
            <p:cNvCxnSpPr/>
            <p:nvPr/>
          </p:nvCxnSpPr>
          <p:spPr>
            <a:xfrm>
              <a:off x="5365254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直接连接符 846"/>
            <p:cNvCxnSpPr/>
            <p:nvPr/>
          </p:nvCxnSpPr>
          <p:spPr>
            <a:xfrm>
              <a:off x="5365254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直接连接符 847"/>
            <p:cNvCxnSpPr/>
            <p:nvPr/>
          </p:nvCxnSpPr>
          <p:spPr>
            <a:xfrm>
              <a:off x="5508104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直接连接符 848"/>
            <p:cNvCxnSpPr/>
            <p:nvPr/>
          </p:nvCxnSpPr>
          <p:spPr>
            <a:xfrm>
              <a:off x="5797302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直接连接符 849"/>
            <p:cNvCxnSpPr/>
            <p:nvPr/>
          </p:nvCxnSpPr>
          <p:spPr>
            <a:xfrm>
              <a:off x="5654452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直接连接符 850"/>
            <p:cNvCxnSpPr/>
            <p:nvPr/>
          </p:nvCxnSpPr>
          <p:spPr>
            <a:xfrm>
              <a:off x="5654452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直接连接符 851"/>
            <p:cNvCxnSpPr/>
            <p:nvPr/>
          </p:nvCxnSpPr>
          <p:spPr>
            <a:xfrm>
              <a:off x="5797302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直接连接符 852"/>
            <p:cNvCxnSpPr/>
            <p:nvPr/>
          </p:nvCxnSpPr>
          <p:spPr>
            <a:xfrm>
              <a:off x="6084168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直接连接符 853"/>
            <p:cNvCxnSpPr/>
            <p:nvPr/>
          </p:nvCxnSpPr>
          <p:spPr>
            <a:xfrm>
              <a:off x="5941318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直接连接符 854"/>
            <p:cNvCxnSpPr/>
            <p:nvPr/>
          </p:nvCxnSpPr>
          <p:spPr>
            <a:xfrm>
              <a:off x="5941318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直接连接符 855"/>
            <p:cNvCxnSpPr/>
            <p:nvPr/>
          </p:nvCxnSpPr>
          <p:spPr>
            <a:xfrm>
              <a:off x="6084168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直接连接符 856"/>
            <p:cNvCxnSpPr/>
            <p:nvPr/>
          </p:nvCxnSpPr>
          <p:spPr>
            <a:xfrm>
              <a:off x="6372200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8" name="直接连接符 857"/>
            <p:cNvCxnSpPr/>
            <p:nvPr/>
          </p:nvCxnSpPr>
          <p:spPr>
            <a:xfrm>
              <a:off x="6229350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直接连接符 858"/>
            <p:cNvCxnSpPr/>
            <p:nvPr/>
          </p:nvCxnSpPr>
          <p:spPr>
            <a:xfrm>
              <a:off x="6229350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直接连接符 859"/>
            <p:cNvCxnSpPr/>
            <p:nvPr/>
          </p:nvCxnSpPr>
          <p:spPr>
            <a:xfrm>
              <a:off x="6372200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直接连接符 860"/>
            <p:cNvCxnSpPr/>
            <p:nvPr/>
          </p:nvCxnSpPr>
          <p:spPr>
            <a:xfrm>
              <a:off x="6659066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直接连接符 861"/>
            <p:cNvCxnSpPr/>
            <p:nvPr/>
          </p:nvCxnSpPr>
          <p:spPr>
            <a:xfrm>
              <a:off x="6516216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直接连接符 862"/>
            <p:cNvCxnSpPr/>
            <p:nvPr/>
          </p:nvCxnSpPr>
          <p:spPr>
            <a:xfrm>
              <a:off x="6516216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直接连接符 863"/>
            <p:cNvCxnSpPr/>
            <p:nvPr/>
          </p:nvCxnSpPr>
          <p:spPr>
            <a:xfrm>
              <a:off x="6659066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直接连接符 864"/>
            <p:cNvCxnSpPr/>
            <p:nvPr/>
          </p:nvCxnSpPr>
          <p:spPr>
            <a:xfrm>
              <a:off x="6948264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6" name="直接连接符 865"/>
            <p:cNvCxnSpPr/>
            <p:nvPr/>
          </p:nvCxnSpPr>
          <p:spPr>
            <a:xfrm>
              <a:off x="6805414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直接连接符 866"/>
            <p:cNvCxnSpPr/>
            <p:nvPr/>
          </p:nvCxnSpPr>
          <p:spPr>
            <a:xfrm>
              <a:off x="6805414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直接连接符 867"/>
            <p:cNvCxnSpPr/>
            <p:nvPr/>
          </p:nvCxnSpPr>
          <p:spPr>
            <a:xfrm>
              <a:off x="6948264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直接连接符 868"/>
            <p:cNvCxnSpPr/>
            <p:nvPr/>
          </p:nvCxnSpPr>
          <p:spPr>
            <a:xfrm>
              <a:off x="7235130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直接连接符 869"/>
            <p:cNvCxnSpPr/>
            <p:nvPr/>
          </p:nvCxnSpPr>
          <p:spPr>
            <a:xfrm>
              <a:off x="7092280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直接连接符 870"/>
            <p:cNvCxnSpPr/>
            <p:nvPr/>
          </p:nvCxnSpPr>
          <p:spPr>
            <a:xfrm>
              <a:off x="7092280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2" name="直接连接符 871"/>
            <p:cNvCxnSpPr/>
            <p:nvPr/>
          </p:nvCxnSpPr>
          <p:spPr>
            <a:xfrm>
              <a:off x="7235130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直接连接符 872"/>
            <p:cNvCxnSpPr/>
            <p:nvPr/>
          </p:nvCxnSpPr>
          <p:spPr>
            <a:xfrm>
              <a:off x="7524328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直接连接符 873"/>
            <p:cNvCxnSpPr/>
            <p:nvPr/>
          </p:nvCxnSpPr>
          <p:spPr>
            <a:xfrm>
              <a:off x="7381478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直接连接符 874"/>
            <p:cNvCxnSpPr/>
            <p:nvPr/>
          </p:nvCxnSpPr>
          <p:spPr>
            <a:xfrm>
              <a:off x="7381478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直接连接符 875"/>
            <p:cNvCxnSpPr/>
            <p:nvPr/>
          </p:nvCxnSpPr>
          <p:spPr>
            <a:xfrm>
              <a:off x="7524328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直接连接符 876"/>
            <p:cNvCxnSpPr/>
            <p:nvPr/>
          </p:nvCxnSpPr>
          <p:spPr>
            <a:xfrm>
              <a:off x="7813526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直接连接符 877"/>
            <p:cNvCxnSpPr/>
            <p:nvPr/>
          </p:nvCxnSpPr>
          <p:spPr>
            <a:xfrm>
              <a:off x="7670676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直接连接符 878"/>
            <p:cNvCxnSpPr/>
            <p:nvPr/>
          </p:nvCxnSpPr>
          <p:spPr>
            <a:xfrm>
              <a:off x="7670676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直接连接符 879"/>
            <p:cNvCxnSpPr/>
            <p:nvPr/>
          </p:nvCxnSpPr>
          <p:spPr>
            <a:xfrm>
              <a:off x="7813526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1" name="直接连接符 880"/>
            <p:cNvCxnSpPr/>
            <p:nvPr/>
          </p:nvCxnSpPr>
          <p:spPr>
            <a:xfrm>
              <a:off x="7957542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直接连接符 881"/>
            <p:cNvCxnSpPr/>
            <p:nvPr/>
          </p:nvCxnSpPr>
          <p:spPr>
            <a:xfrm>
              <a:off x="7958708" y="5949280"/>
              <a:ext cx="14168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直接连接符 882"/>
            <p:cNvCxnSpPr/>
            <p:nvPr/>
          </p:nvCxnSpPr>
          <p:spPr>
            <a:xfrm>
              <a:off x="3346698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4" name="直接连接符 883"/>
            <p:cNvCxnSpPr/>
            <p:nvPr/>
          </p:nvCxnSpPr>
          <p:spPr>
            <a:xfrm>
              <a:off x="3203848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5" name="直接连接符 884"/>
            <p:cNvCxnSpPr/>
            <p:nvPr/>
          </p:nvCxnSpPr>
          <p:spPr>
            <a:xfrm>
              <a:off x="3203848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直接连接符 885"/>
            <p:cNvCxnSpPr/>
            <p:nvPr/>
          </p:nvCxnSpPr>
          <p:spPr>
            <a:xfrm>
              <a:off x="2987824" y="6165304"/>
              <a:ext cx="7200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7" name="直接连接符 886"/>
            <p:cNvCxnSpPr/>
            <p:nvPr/>
          </p:nvCxnSpPr>
          <p:spPr>
            <a:xfrm>
              <a:off x="3346698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直接连接符 887"/>
            <p:cNvCxnSpPr/>
            <p:nvPr/>
          </p:nvCxnSpPr>
          <p:spPr>
            <a:xfrm>
              <a:off x="3633564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直接连接符 888"/>
            <p:cNvCxnSpPr/>
            <p:nvPr/>
          </p:nvCxnSpPr>
          <p:spPr>
            <a:xfrm>
              <a:off x="3490714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直接连接符 889"/>
            <p:cNvCxnSpPr/>
            <p:nvPr/>
          </p:nvCxnSpPr>
          <p:spPr>
            <a:xfrm>
              <a:off x="3490714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直接连接符 890"/>
            <p:cNvCxnSpPr/>
            <p:nvPr/>
          </p:nvCxnSpPr>
          <p:spPr>
            <a:xfrm>
              <a:off x="3633564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直接连接符 891"/>
            <p:cNvCxnSpPr/>
            <p:nvPr/>
          </p:nvCxnSpPr>
          <p:spPr>
            <a:xfrm>
              <a:off x="3922762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3" name="直接连接符 892"/>
            <p:cNvCxnSpPr/>
            <p:nvPr/>
          </p:nvCxnSpPr>
          <p:spPr>
            <a:xfrm>
              <a:off x="3779912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直接连接符 893"/>
            <p:cNvCxnSpPr/>
            <p:nvPr/>
          </p:nvCxnSpPr>
          <p:spPr>
            <a:xfrm>
              <a:off x="3779912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直接连接符 894"/>
            <p:cNvCxnSpPr/>
            <p:nvPr/>
          </p:nvCxnSpPr>
          <p:spPr>
            <a:xfrm>
              <a:off x="3922762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直接连接符 895"/>
            <p:cNvCxnSpPr/>
            <p:nvPr/>
          </p:nvCxnSpPr>
          <p:spPr>
            <a:xfrm>
              <a:off x="4209628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直接连接符 896"/>
            <p:cNvCxnSpPr/>
            <p:nvPr/>
          </p:nvCxnSpPr>
          <p:spPr>
            <a:xfrm>
              <a:off x="4066778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直接连接符 897"/>
            <p:cNvCxnSpPr/>
            <p:nvPr/>
          </p:nvCxnSpPr>
          <p:spPr>
            <a:xfrm>
              <a:off x="4066778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直接连接符 898"/>
            <p:cNvCxnSpPr/>
            <p:nvPr/>
          </p:nvCxnSpPr>
          <p:spPr>
            <a:xfrm>
              <a:off x="4209628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直接连接符 899"/>
            <p:cNvCxnSpPr/>
            <p:nvPr/>
          </p:nvCxnSpPr>
          <p:spPr>
            <a:xfrm>
              <a:off x="4497660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直接连接符 900"/>
            <p:cNvCxnSpPr/>
            <p:nvPr/>
          </p:nvCxnSpPr>
          <p:spPr>
            <a:xfrm>
              <a:off x="4354810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直接连接符 901"/>
            <p:cNvCxnSpPr/>
            <p:nvPr/>
          </p:nvCxnSpPr>
          <p:spPr>
            <a:xfrm>
              <a:off x="4354810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3" name="直接连接符 902"/>
            <p:cNvCxnSpPr/>
            <p:nvPr/>
          </p:nvCxnSpPr>
          <p:spPr>
            <a:xfrm>
              <a:off x="4497660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直接连接符 903"/>
            <p:cNvCxnSpPr/>
            <p:nvPr/>
          </p:nvCxnSpPr>
          <p:spPr>
            <a:xfrm>
              <a:off x="4784526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直接连接符 904"/>
            <p:cNvCxnSpPr/>
            <p:nvPr/>
          </p:nvCxnSpPr>
          <p:spPr>
            <a:xfrm>
              <a:off x="4641676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6" name="直接连接符 905"/>
            <p:cNvCxnSpPr/>
            <p:nvPr/>
          </p:nvCxnSpPr>
          <p:spPr>
            <a:xfrm>
              <a:off x="4641676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直接连接符 906"/>
            <p:cNvCxnSpPr/>
            <p:nvPr/>
          </p:nvCxnSpPr>
          <p:spPr>
            <a:xfrm>
              <a:off x="4784526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直接连接符 907"/>
            <p:cNvCxnSpPr/>
            <p:nvPr/>
          </p:nvCxnSpPr>
          <p:spPr>
            <a:xfrm>
              <a:off x="5073724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直接连接符 908"/>
            <p:cNvCxnSpPr/>
            <p:nvPr/>
          </p:nvCxnSpPr>
          <p:spPr>
            <a:xfrm>
              <a:off x="4930874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直接连接符 909"/>
            <p:cNvCxnSpPr/>
            <p:nvPr/>
          </p:nvCxnSpPr>
          <p:spPr>
            <a:xfrm>
              <a:off x="4930874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直接连接符 910"/>
            <p:cNvCxnSpPr/>
            <p:nvPr/>
          </p:nvCxnSpPr>
          <p:spPr>
            <a:xfrm>
              <a:off x="5073724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直接连接符 911"/>
            <p:cNvCxnSpPr/>
            <p:nvPr/>
          </p:nvCxnSpPr>
          <p:spPr>
            <a:xfrm>
              <a:off x="5360590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3" name="直接连接符 912"/>
            <p:cNvCxnSpPr/>
            <p:nvPr/>
          </p:nvCxnSpPr>
          <p:spPr>
            <a:xfrm>
              <a:off x="5217740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直接连接符 913"/>
            <p:cNvCxnSpPr/>
            <p:nvPr/>
          </p:nvCxnSpPr>
          <p:spPr>
            <a:xfrm>
              <a:off x="5217740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直接连接符 914"/>
            <p:cNvCxnSpPr/>
            <p:nvPr/>
          </p:nvCxnSpPr>
          <p:spPr>
            <a:xfrm>
              <a:off x="5360590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直接连接符 915"/>
            <p:cNvCxnSpPr/>
            <p:nvPr/>
          </p:nvCxnSpPr>
          <p:spPr>
            <a:xfrm>
              <a:off x="5652120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7" name="直接连接符 916"/>
            <p:cNvCxnSpPr/>
            <p:nvPr/>
          </p:nvCxnSpPr>
          <p:spPr>
            <a:xfrm>
              <a:off x="5506938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直接连接符 917"/>
            <p:cNvCxnSpPr/>
            <p:nvPr/>
          </p:nvCxnSpPr>
          <p:spPr>
            <a:xfrm>
              <a:off x="5506938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直接连接符 918"/>
            <p:cNvCxnSpPr/>
            <p:nvPr/>
          </p:nvCxnSpPr>
          <p:spPr>
            <a:xfrm>
              <a:off x="5649788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直接连接符 919"/>
            <p:cNvCxnSpPr/>
            <p:nvPr/>
          </p:nvCxnSpPr>
          <p:spPr>
            <a:xfrm>
              <a:off x="5938986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直接连接符 920"/>
            <p:cNvCxnSpPr/>
            <p:nvPr/>
          </p:nvCxnSpPr>
          <p:spPr>
            <a:xfrm>
              <a:off x="5796136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2" name="直接连接符 921"/>
            <p:cNvCxnSpPr/>
            <p:nvPr/>
          </p:nvCxnSpPr>
          <p:spPr>
            <a:xfrm>
              <a:off x="5796136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直接连接符 922"/>
            <p:cNvCxnSpPr/>
            <p:nvPr/>
          </p:nvCxnSpPr>
          <p:spPr>
            <a:xfrm>
              <a:off x="5938986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" name="直接连接符 923"/>
            <p:cNvCxnSpPr/>
            <p:nvPr/>
          </p:nvCxnSpPr>
          <p:spPr>
            <a:xfrm>
              <a:off x="6225852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直接连接符 924"/>
            <p:cNvCxnSpPr/>
            <p:nvPr/>
          </p:nvCxnSpPr>
          <p:spPr>
            <a:xfrm>
              <a:off x="6083002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直接连接符 925"/>
            <p:cNvCxnSpPr/>
            <p:nvPr/>
          </p:nvCxnSpPr>
          <p:spPr>
            <a:xfrm>
              <a:off x="6083002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直接连接符 926"/>
            <p:cNvCxnSpPr/>
            <p:nvPr/>
          </p:nvCxnSpPr>
          <p:spPr>
            <a:xfrm>
              <a:off x="6225852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直接连接符 927"/>
            <p:cNvCxnSpPr/>
            <p:nvPr/>
          </p:nvCxnSpPr>
          <p:spPr>
            <a:xfrm>
              <a:off x="6513884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直接连接符 928"/>
            <p:cNvCxnSpPr/>
            <p:nvPr/>
          </p:nvCxnSpPr>
          <p:spPr>
            <a:xfrm>
              <a:off x="6371034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直接连接符 929"/>
            <p:cNvCxnSpPr/>
            <p:nvPr/>
          </p:nvCxnSpPr>
          <p:spPr>
            <a:xfrm>
              <a:off x="6371034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直接连接符 930"/>
            <p:cNvCxnSpPr/>
            <p:nvPr/>
          </p:nvCxnSpPr>
          <p:spPr>
            <a:xfrm>
              <a:off x="6513884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直接连接符 931"/>
            <p:cNvCxnSpPr/>
            <p:nvPr/>
          </p:nvCxnSpPr>
          <p:spPr>
            <a:xfrm>
              <a:off x="6800750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直接连接符 932"/>
            <p:cNvCxnSpPr/>
            <p:nvPr/>
          </p:nvCxnSpPr>
          <p:spPr>
            <a:xfrm>
              <a:off x="6657900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直接连接符 933"/>
            <p:cNvCxnSpPr/>
            <p:nvPr/>
          </p:nvCxnSpPr>
          <p:spPr>
            <a:xfrm>
              <a:off x="6657900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直接连接符 934"/>
            <p:cNvCxnSpPr/>
            <p:nvPr/>
          </p:nvCxnSpPr>
          <p:spPr>
            <a:xfrm>
              <a:off x="6800750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直接连接符 935"/>
            <p:cNvCxnSpPr/>
            <p:nvPr/>
          </p:nvCxnSpPr>
          <p:spPr>
            <a:xfrm>
              <a:off x="7089948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直接连接符 936"/>
            <p:cNvCxnSpPr/>
            <p:nvPr/>
          </p:nvCxnSpPr>
          <p:spPr>
            <a:xfrm>
              <a:off x="6947098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直接连接符 937"/>
            <p:cNvCxnSpPr/>
            <p:nvPr/>
          </p:nvCxnSpPr>
          <p:spPr>
            <a:xfrm>
              <a:off x="6947098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直接连接符 938"/>
            <p:cNvCxnSpPr/>
            <p:nvPr/>
          </p:nvCxnSpPr>
          <p:spPr>
            <a:xfrm>
              <a:off x="7089948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直接连接符 939"/>
            <p:cNvCxnSpPr/>
            <p:nvPr/>
          </p:nvCxnSpPr>
          <p:spPr>
            <a:xfrm>
              <a:off x="7376814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直接连接符 940"/>
            <p:cNvCxnSpPr/>
            <p:nvPr/>
          </p:nvCxnSpPr>
          <p:spPr>
            <a:xfrm>
              <a:off x="7233964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直接连接符 941"/>
            <p:cNvCxnSpPr/>
            <p:nvPr/>
          </p:nvCxnSpPr>
          <p:spPr>
            <a:xfrm>
              <a:off x="7233964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直接连接符 942"/>
            <p:cNvCxnSpPr/>
            <p:nvPr/>
          </p:nvCxnSpPr>
          <p:spPr>
            <a:xfrm>
              <a:off x="7376814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直接连接符 943"/>
            <p:cNvCxnSpPr/>
            <p:nvPr/>
          </p:nvCxnSpPr>
          <p:spPr>
            <a:xfrm>
              <a:off x="7666012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直接连接符 944"/>
            <p:cNvCxnSpPr/>
            <p:nvPr/>
          </p:nvCxnSpPr>
          <p:spPr>
            <a:xfrm>
              <a:off x="7523162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直接连接符 945"/>
            <p:cNvCxnSpPr/>
            <p:nvPr/>
          </p:nvCxnSpPr>
          <p:spPr>
            <a:xfrm>
              <a:off x="7523162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直接连接符 946"/>
            <p:cNvCxnSpPr/>
            <p:nvPr/>
          </p:nvCxnSpPr>
          <p:spPr>
            <a:xfrm>
              <a:off x="7666012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直接连接符 947"/>
            <p:cNvCxnSpPr/>
            <p:nvPr/>
          </p:nvCxnSpPr>
          <p:spPr>
            <a:xfrm>
              <a:off x="7955210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直接连接符 948"/>
            <p:cNvCxnSpPr/>
            <p:nvPr/>
          </p:nvCxnSpPr>
          <p:spPr>
            <a:xfrm>
              <a:off x="7812360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直接连接符 949"/>
            <p:cNvCxnSpPr/>
            <p:nvPr/>
          </p:nvCxnSpPr>
          <p:spPr>
            <a:xfrm>
              <a:off x="7812360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直接连接符 950"/>
            <p:cNvCxnSpPr/>
            <p:nvPr/>
          </p:nvCxnSpPr>
          <p:spPr>
            <a:xfrm>
              <a:off x="7955210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直接连接符 951"/>
            <p:cNvCxnSpPr/>
            <p:nvPr/>
          </p:nvCxnSpPr>
          <p:spPr>
            <a:xfrm>
              <a:off x="3059832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直接连接符 952"/>
            <p:cNvCxnSpPr/>
            <p:nvPr/>
          </p:nvCxnSpPr>
          <p:spPr>
            <a:xfrm>
              <a:off x="3059832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直接连接符 953"/>
            <p:cNvCxnSpPr/>
            <p:nvPr/>
          </p:nvCxnSpPr>
          <p:spPr>
            <a:xfrm>
              <a:off x="7668344" y="414908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直接连接符 954"/>
            <p:cNvCxnSpPr/>
            <p:nvPr/>
          </p:nvCxnSpPr>
          <p:spPr>
            <a:xfrm>
              <a:off x="7956376" y="414908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直接连接符 955"/>
            <p:cNvCxnSpPr/>
            <p:nvPr/>
          </p:nvCxnSpPr>
          <p:spPr>
            <a:xfrm flipH="1">
              <a:off x="7952184" y="4259188"/>
              <a:ext cx="130476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直接连接符 956"/>
            <p:cNvCxnSpPr/>
            <p:nvPr/>
          </p:nvCxnSpPr>
          <p:spPr>
            <a:xfrm flipV="1">
              <a:off x="2913484" y="4259188"/>
              <a:ext cx="146348" cy="2292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8" name="Text Box 108"/>
          <p:cNvSpPr txBox="1">
            <a:spLocks noChangeArrowheads="1"/>
          </p:cNvSpPr>
          <p:nvPr/>
        </p:nvSpPr>
        <p:spPr bwMode="auto">
          <a:xfrm>
            <a:off x="2044338" y="4671456"/>
            <a:ext cx="872490" cy="1080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0" rIns="18000" bIns="10800"/>
          <a:lstStyle/>
          <a:p>
            <a:pPr algn="r">
              <a:lnSpc>
                <a:spcPct val="80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取指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600" b="1" baseline="-14000" dirty="0">
              <a:latin typeface="宋体" panose="02010600030101010101" pitchFamily="2" charset="-122"/>
            </a:endParaRPr>
          </a:p>
          <a:p>
            <a:pPr algn="r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读</a:t>
            </a:r>
            <a:r>
              <a:rPr lang="en-US" altLang="zh-CN" sz="1600" b="1" dirty="0">
                <a:latin typeface="宋体" panose="02010600030101010101" pitchFamily="2" charset="-122"/>
              </a:rPr>
              <a:t>GPR)</a:t>
            </a:r>
            <a:endParaRPr lang="en-US" altLang="zh-CN" sz="1600" b="1" baseline="-14000" dirty="0">
              <a:latin typeface="宋体" panose="02010600030101010101" pitchFamily="2" charset="-122"/>
            </a:endParaRPr>
          </a:p>
          <a:p>
            <a:pPr algn="r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执行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600" b="1" baseline="-14000" dirty="0">
              <a:latin typeface="宋体" panose="02010600030101010101" pitchFamily="2" charset="-122"/>
            </a:endParaRPr>
          </a:p>
          <a:p>
            <a:pPr algn="r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访存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600" b="1" baseline="-14000" dirty="0">
              <a:latin typeface="宋体" panose="02010600030101010101" pitchFamily="2" charset="-122"/>
            </a:endParaRPr>
          </a:p>
          <a:p>
            <a:pPr algn="r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写回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329" name="线形标注 2 356"/>
          <p:cNvSpPr/>
          <p:nvPr>
            <p:custDataLst>
              <p:tags r:id="rId1"/>
            </p:custDataLst>
          </p:nvPr>
        </p:nvSpPr>
        <p:spPr bwMode="auto">
          <a:xfrm>
            <a:off x="179704" y="4761232"/>
            <a:ext cx="1728000" cy="756000"/>
          </a:xfrm>
          <a:prstGeom prst="borderCallout2">
            <a:avLst>
              <a:gd name="adj1" fmla="val 52142"/>
              <a:gd name="adj2" fmla="val 99499"/>
              <a:gd name="adj3" fmla="val 51605"/>
              <a:gd name="adj4" fmla="val 111039"/>
              <a:gd name="adj5" fmla="val 110705"/>
              <a:gd name="adj6" fmla="val 231862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marL="177800" indent="-177800" algn="l"/>
            <a:r>
              <a:rPr lang="zh-CN" altLang="en-US" sz="1600" b="1" dirty="0">
                <a:latin typeface="宋体" panose="02010600030101010101" pitchFamily="2" charset="-122"/>
              </a:rPr>
              <a:t>节拍可表示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操作次序</a:t>
            </a:r>
            <a:r>
              <a:rPr lang="zh-CN" altLang="en-US" sz="1600" b="1" dirty="0">
                <a:latin typeface="宋体" panose="02010600030101010101" pitchFamily="2" charset="-122"/>
              </a:rPr>
              <a:t>或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操作类型</a:t>
            </a:r>
            <a:r>
              <a:rPr lang="zh-CN" altLang="en-US" sz="1600" b="1" dirty="0">
                <a:latin typeface="宋体" panose="02010600030101010101" pitchFamily="2" charset="-122"/>
              </a:rPr>
              <a:t>，后者可简化电路</a:t>
            </a:r>
            <a:endParaRPr lang="en-US" altLang="zh-CN" sz="1600" b="1" u="sng" dirty="0">
              <a:latin typeface="宋体" panose="02010600030101010101" pitchFamily="2" charset="-122"/>
            </a:endParaRPr>
          </a:p>
        </p:txBody>
      </p:sp>
      <p:sp>
        <p:nvSpPr>
          <p:cNvPr id="330" name="AutoShape 499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406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" grpId="0" bldLvl="0" animBg="1"/>
      <p:bldP spid="328" grpId="0" bldLvl="0" animBg="1"/>
      <p:bldP spid="329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53</a:t>
            </a:fld>
            <a:endParaRPr lang="en-US" altLang="zh-CN"/>
          </a:p>
        </p:txBody>
      </p:sp>
      <p:sp>
        <p:nvSpPr>
          <p:cNvPr id="3" name="Text Box 303"/>
          <p:cNvSpPr txBox="1">
            <a:spLocks noChangeArrowheads="1"/>
          </p:cNvSpPr>
          <p:nvPr/>
        </p:nvSpPr>
        <p:spPr bwMode="auto">
          <a:xfrm>
            <a:off x="179263" y="332656"/>
            <a:ext cx="8785225" cy="12166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、时序信号形成电路的组成  </a:t>
            </a:r>
            <a:r>
              <a:rPr 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时序系统的实现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*电路组成：</a:t>
            </a:r>
            <a:r>
              <a:rPr lang="zh-CN" altLang="en-US" sz="2200" b="1" dirty="0">
                <a:latin typeface="宋体" panose="02010600030101010101" pitchFamily="2" charset="-122"/>
              </a:rPr>
              <a:t>定序逻辑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u="sng" dirty="0">
                <a:latin typeface="宋体" panose="02010600030101010101" pitchFamily="2" charset="-122"/>
              </a:rPr>
              <a:t>信号次序</a:t>
            </a:r>
            <a:r>
              <a:rPr lang="zh-CN" altLang="en-US" sz="1800" b="1" dirty="0">
                <a:latin typeface="宋体" panose="02010600030101010101" pitchFamily="2" charset="-122"/>
              </a:rPr>
              <a:t>控制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＋定时逻辑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u="sng" dirty="0">
                <a:latin typeface="宋体" panose="02010600030101010101" pitchFamily="2" charset="-122"/>
              </a:rPr>
              <a:t>信号时长</a:t>
            </a:r>
            <a:r>
              <a:rPr lang="zh-CN" altLang="en-US" sz="1800" b="1" dirty="0">
                <a:latin typeface="宋体" panose="02010600030101010101" pitchFamily="2" charset="-122"/>
              </a:rPr>
              <a:t>控制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05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                   </a:t>
            </a:r>
            <a:r>
              <a:rPr lang="zh-CN" altLang="en-US" sz="1600" dirty="0">
                <a:latin typeface="宋体" panose="02010600030101010101" pitchFamily="2" charset="-122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</a:rPr>
              <a:t>←每个节拍对应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个</a:t>
            </a:r>
            <a:r>
              <a:rPr lang="en-US" altLang="zh-CN" sz="1600" dirty="0" err="1">
                <a:sym typeface="+mn-ea"/>
              </a:rPr>
              <a:t>μ</a:t>
            </a:r>
            <a:r>
              <a:rPr lang="en-US" altLang="zh-CN" sz="1600" b="1" dirty="0" err="1">
                <a:latin typeface="宋体" panose="02010600030101010101" pitchFamily="2" charset="-122"/>
              </a:rPr>
              <a:t>OP</a:t>
            </a:r>
            <a:r>
              <a:rPr lang="zh-CN" altLang="en-US" sz="1600" b="1" dirty="0">
                <a:latin typeface="宋体" panose="02010600030101010101" pitchFamily="2" charset="-122"/>
              </a:rPr>
              <a:t>       </a:t>
            </a:r>
            <a:r>
              <a:rPr lang="zh-CN" altLang="en-US" sz="1600" dirty="0">
                <a:latin typeface="宋体" panose="02010600030101010101" pitchFamily="2" charset="-122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</a:rPr>
              <a:t>←基于</a:t>
            </a:r>
            <a:r>
              <a:rPr lang="en-US" altLang="zh-CN" sz="1600" b="1" dirty="0">
                <a:latin typeface="宋体" panose="02010600030101010101" pitchFamily="2" charset="-122"/>
              </a:rPr>
              <a:t>T</a:t>
            </a:r>
            <a:r>
              <a:rPr lang="en-US" altLang="zh-CN" sz="1600" b="1" baseline="-18000" dirty="0">
                <a:latin typeface="宋体" panose="02010600030101010101" pitchFamily="2" charset="-122"/>
              </a:rPr>
              <a:t>C</a:t>
            </a:r>
            <a:r>
              <a:rPr lang="zh-CN" altLang="en-US" sz="1600" b="1" dirty="0">
                <a:latin typeface="宋体" panose="02010600030101010101" pitchFamily="2" charset="-122"/>
              </a:rPr>
              <a:t>，实现</a:t>
            </a:r>
            <a:r>
              <a:rPr lang="en-US" altLang="zh-CN" sz="1600" dirty="0" err="1">
                <a:sym typeface="+mn-ea"/>
              </a:rPr>
              <a:t>μ</a:t>
            </a:r>
            <a:r>
              <a:rPr lang="en-US" altLang="zh-CN" sz="1600" b="1" dirty="0" err="1">
                <a:latin typeface="宋体" panose="02010600030101010101" pitchFamily="2" charset="-122"/>
              </a:rPr>
              <a:t>OP</a:t>
            </a:r>
            <a:r>
              <a:rPr lang="zh-CN" altLang="en-US" sz="1600" b="1" dirty="0">
                <a:latin typeface="宋体" panose="02010600030101010101" pitchFamily="2" charset="-122"/>
              </a:rPr>
              <a:t>～</a:t>
            </a:r>
            <a:r>
              <a:rPr lang="en-US" altLang="zh-CN" sz="1600" b="1" dirty="0">
                <a:latin typeface="宋体" panose="02010600030101010101" pitchFamily="2" charset="-122"/>
              </a:rPr>
              <a:t>T</a:t>
            </a:r>
            <a:r>
              <a:rPr lang="en-US" altLang="zh-CN" sz="1600" b="1" baseline="-18000" dirty="0">
                <a:latin typeface="宋体" panose="02010600030101010101" pitchFamily="2" charset="-122"/>
              </a:rPr>
              <a:t>C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137" name="Text Box 77"/>
          <p:cNvSpPr txBox="1">
            <a:spLocks noChangeArrowheads="1"/>
          </p:cNvSpPr>
          <p:nvPr/>
        </p:nvSpPr>
        <p:spPr bwMode="auto">
          <a:xfrm>
            <a:off x="179263" y="2996952"/>
            <a:ext cx="8785225" cy="13369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环形信号发生器的组成：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定序逻辑的实现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基本方法</a:t>
            </a:r>
            <a:r>
              <a:rPr lang="zh-CN" altLang="en-US" sz="2200" b="1" dirty="0">
                <a:latin typeface="宋体" panose="02010600030101010101" pitchFamily="2" charset="-122"/>
              </a:rPr>
              <a:t>有移位</a:t>
            </a:r>
            <a:r>
              <a:rPr lang="en-US" altLang="zh-CN" sz="2200" b="1" dirty="0"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</a:rPr>
              <a:t>、计数器＋译码器，</a:t>
            </a: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数电讲过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不懂就看数电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多种序列</a:t>
            </a:r>
            <a:r>
              <a:rPr lang="zh-CN" altLang="en-US" sz="2200" b="1" dirty="0">
                <a:latin typeface="宋体" panose="02010600030101010101" pitchFamily="2" charset="-122"/>
              </a:rPr>
              <a:t>实现方法是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次态函数</a:t>
            </a:r>
            <a:r>
              <a:rPr lang="zh-CN" altLang="en-US" sz="2200" b="1" u="sng" dirty="0">
                <a:latin typeface="宋体" panose="02010600030101010101" pitchFamily="2" charset="-122"/>
              </a:rPr>
              <a:t>可变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受</a:t>
            </a:r>
            <a:r>
              <a:rPr lang="zh-CN" altLang="en-US" sz="1800" b="1" dirty="0">
                <a:sym typeface="+mn-ea"/>
              </a:rPr>
              <a:t>操作码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/</a:t>
            </a:r>
            <a:r>
              <a:rPr lang="zh-CN" altLang="en-US" sz="1800" b="1" dirty="0">
                <a:sym typeface="+mn-ea"/>
              </a:rPr>
              <a:t>寻址方式影响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89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5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AutoShape 499">
            <a:hlinkClick r:id="rId10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004000" y="5805264"/>
            <a:ext cx="39600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9875" indent="-269875" algn="l"/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sym typeface="+mn-ea"/>
              </a:rPr>
              <a:t>需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产生序列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baseline="-25000" dirty="0"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+T</a:t>
            </a:r>
            <a:r>
              <a:rPr lang="en-US" altLang="zh-CN" sz="1800" b="1" baseline="-25000" dirty="0">
                <a:latin typeface="宋体" panose="02010600030101010101" pitchFamily="2" charset="-122"/>
                <a:sym typeface="+mn-ea"/>
              </a:rPr>
              <a:t>1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+T</a:t>
            </a:r>
            <a:r>
              <a:rPr lang="en-US" altLang="zh-CN" sz="1800" b="1" baseline="-25000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及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+T</a:t>
            </a:r>
            <a:r>
              <a:rPr lang="en-US" altLang="zh-CN" sz="1800" b="1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选择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信号为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S(=1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为前者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zh-CN" sz="1800" b="1" dirty="0">
                <a:sym typeface="+mn-ea"/>
              </a:rPr>
              <a:t>如何实现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395536" y="4437112"/>
            <a:ext cx="2160915" cy="1226505"/>
            <a:chOff x="0" y="4248000"/>
            <a:chExt cx="2160915" cy="1226505"/>
          </a:xfrm>
        </p:grpSpPr>
        <p:sp>
          <p:nvSpPr>
            <p:cNvPr id="211" name="Text Box 320"/>
            <p:cNvSpPr txBox="1">
              <a:spLocks noChangeArrowheads="1"/>
            </p:cNvSpPr>
            <p:nvPr/>
          </p:nvSpPr>
          <p:spPr bwMode="auto">
            <a:xfrm>
              <a:off x="1872000" y="4500000"/>
              <a:ext cx="108000" cy="93600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22" name="直接连接符 721"/>
            <p:cNvCxnSpPr/>
            <p:nvPr>
              <p:custDataLst>
                <p:tags r:id="rId45"/>
              </p:custDataLst>
            </p:nvPr>
          </p:nvCxnSpPr>
          <p:spPr>
            <a:xfrm flipH="1">
              <a:off x="613315" y="4428340"/>
              <a:ext cx="635" cy="756285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>
              <p:custDataLst>
                <p:tags r:id="rId46"/>
              </p:custDataLst>
            </p:nvPr>
          </p:nvCxnSpPr>
          <p:spPr>
            <a:xfrm flipH="1">
              <a:off x="1476280" y="4428340"/>
              <a:ext cx="635" cy="756285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直接连接符 725"/>
            <p:cNvCxnSpPr/>
            <p:nvPr>
              <p:custDataLst>
                <p:tags r:id="rId47"/>
              </p:custDataLst>
            </p:nvPr>
          </p:nvCxnSpPr>
          <p:spPr>
            <a:xfrm>
              <a:off x="900335" y="4500095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直接连接符 726"/>
            <p:cNvCxnSpPr/>
            <p:nvPr>
              <p:custDataLst>
                <p:tags r:id="rId48"/>
              </p:custDataLst>
            </p:nvPr>
          </p:nvCxnSpPr>
          <p:spPr>
            <a:xfrm>
              <a:off x="613950" y="4500095"/>
              <a:ext cx="28702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直接连接符 727"/>
            <p:cNvCxnSpPr/>
            <p:nvPr>
              <p:custDataLst>
                <p:tags r:id="rId49"/>
              </p:custDataLst>
            </p:nvPr>
          </p:nvCxnSpPr>
          <p:spPr>
            <a:xfrm>
              <a:off x="613950" y="4500095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直接连接符 728"/>
            <p:cNvCxnSpPr/>
            <p:nvPr>
              <p:custDataLst>
                <p:tags r:id="rId50"/>
              </p:custDataLst>
            </p:nvPr>
          </p:nvCxnSpPr>
          <p:spPr>
            <a:xfrm>
              <a:off x="504730" y="4680435"/>
              <a:ext cx="1079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直接连接符 729"/>
            <p:cNvCxnSpPr/>
            <p:nvPr>
              <p:custDataLst>
                <p:tags r:id="rId51"/>
              </p:custDataLst>
            </p:nvPr>
          </p:nvCxnSpPr>
          <p:spPr>
            <a:xfrm>
              <a:off x="900335" y="4680435"/>
              <a:ext cx="57594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9" name="TextBox 738"/>
            <p:cNvSpPr txBox="1"/>
            <p:nvPr>
              <p:custDataLst>
                <p:tags r:id="rId52"/>
              </p:custDataLst>
            </p:nvPr>
          </p:nvSpPr>
          <p:spPr>
            <a:xfrm>
              <a:off x="252000" y="4248000"/>
              <a:ext cx="252095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dirty="0" err="1"/>
                <a:t>CP</a:t>
              </a:r>
              <a:endParaRPr lang="en-US" dirty="0"/>
            </a:p>
          </p:txBody>
        </p:sp>
        <p:cxnSp>
          <p:nvCxnSpPr>
            <p:cNvPr id="757" name="直接连接符 756"/>
            <p:cNvCxnSpPr/>
            <p:nvPr>
              <p:custDataLst>
                <p:tags r:id="rId53"/>
              </p:custDataLst>
            </p:nvPr>
          </p:nvCxnSpPr>
          <p:spPr>
            <a:xfrm>
              <a:off x="1763300" y="4500095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直接连接符 757"/>
            <p:cNvCxnSpPr/>
            <p:nvPr>
              <p:custDataLst>
                <p:tags r:id="rId54"/>
              </p:custDataLst>
            </p:nvPr>
          </p:nvCxnSpPr>
          <p:spPr>
            <a:xfrm>
              <a:off x="1476280" y="4500095"/>
              <a:ext cx="28702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直接连接符 758"/>
            <p:cNvCxnSpPr/>
            <p:nvPr>
              <p:custDataLst>
                <p:tags r:id="rId55"/>
              </p:custDataLst>
            </p:nvPr>
          </p:nvCxnSpPr>
          <p:spPr>
            <a:xfrm>
              <a:off x="1476280" y="4500095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直接连接符 802"/>
            <p:cNvCxnSpPr/>
            <p:nvPr>
              <p:custDataLst>
                <p:tags r:id="rId56"/>
              </p:custDataLst>
            </p:nvPr>
          </p:nvCxnSpPr>
          <p:spPr>
            <a:xfrm>
              <a:off x="1764569" y="4680435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直接连接符 811"/>
            <p:cNvCxnSpPr/>
            <p:nvPr>
              <p:custDataLst>
                <p:tags r:id="rId57"/>
              </p:custDataLst>
            </p:nvPr>
          </p:nvCxnSpPr>
          <p:spPr>
            <a:xfrm>
              <a:off x="754920" y="4248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直接连接符 813"/>
            <p:cNvCxnSpPr/>
            <p:nvPr>
              <p:custDataLst>
                <p:tags r:id="rId58"/>
              </p:custDataLst>
            </p:nvPr>
          </p:nvCxnSpPr>
          <p:spPr>
            <a:xfrm>
              <a:off x="612045" y="4248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直接连接符 814"/>
            <p:cNvCxnSpPr/>
            <p:nvPr>
              <p:custDataLst>
                <p:tags r:id="rId59"/>
              </p:custDataLst>
            </p:nvPr>
          </p:nvCxnSpPr>
          <p:spPr>
            <a:xfrm>
              <a:off x="504095" y="4428340"/>
              <a:ext cx="10795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直接连接符 815"/>
            <p:cNvCxnSpPr/>
            <p:nvPr>
              <p:custDataLst>
                <p:tags r:id="rId60"/>
              </p:custDataLst>
            </p:nvPr>
          </p:nvCxnSpPr>
          <p:spPr>
            <a:xfrm>
              <a:off x="754920" y="4428340"/>
              <a:ext cx="14541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直接连接符 816"/>
            <p:cNvCxnSpPr/>
            <p:nvPr>
              <p:custDataLst>
                <p:tags r:id="rId61"/>
              </p:custDataLst>
            </p:nvPr>
          </p:nvCxnSpPr>
          <p:spPr>
            <a:xfrm>
              <a:off x="1041940" y="4248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直接连接符 818"/>
            <p:cNvCxnSpPr/>
            <p:nvPr>
              <p:custDataLst>
                <p:tags r:id="rId62"/>
              </p:custDataLst>
            </p:nvPr>
          </p:nvCxnSpPr>
          <p:spPr>
            <a:xfrm>
              <a:off x="899065" y="4248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直接连接符 819"/>
            <p:cNvCxnSpPr/>
            <p:nvPr>
              <p:custDataLst>
                <p:tags r:id="rId63"/>
              </p:custDataLst>
            </p:nvPr>
          </p:nvCxnSpPr>
          <p:spPr>
            <a:xfrm>
              <a:off x="1041940" y="4428340"/>
              <a:ext cx="14541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直接连接符 820"/>
            <p:cNvCxnSpPr/>
            <p:nvPr>
              <p:custDataLst>
                <p:tags r:id="rId64"/>
              </p:custDataLst>
            </p:nvPr>
          </p:nvCxnSpPr>
          <p:spPr>
            <a:xfrm>
              <a:off x="1331500" y="4248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直接连接符 822"/>
            <p:cNvCxnSpPr/>
            <p:nvPr>
              <p:custDataLst>
                <p:tags r:id="rId65"/>
              </p:custDataLst>
            </p:nvPr>
          </p:nvCxnSpPr>
          <p:spPr>
            <a:xfrm>
              <a:off x="1188625" y="4248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直接连接符 823"/>
            <p:cNvCxnSpPr/>
            <p:nvPr>
              <p:custDataLst>
                <p:tags r:id="rId66"/>
              </p:custDataLst>
            </p:nvPr>
          </p:nvCxnSpPr>
          <p:spPr>
            <a:xfrm>
              <a:off x="1331500" y="4428340"/>
              <a:ext cx="14541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直接连接符 824"/>
            <p:cNvCxnSpPr/>
            <p:nvPr>
              <p:custDataLst>
                <p:tags r:id="rId67"/>
              </p:custDataLst>
            </p:nvPr>
          </p:nvCxnSpPr>
          <p:spPr>
            <a:xfrm>
              <a:off x="1617885" y="4248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直接连接符 826"/>
            <p:cNvCxnSpPr/>
            <p:nvPr>
              <p:custDataLst>
                <p:tags r:id="rId68"/>
              </p:custDataLst>
            </p:nvPr>
          </p:nvCxnSpPr>
          <p:spPr>
            <a:xfrm>
              <a:off x="1475010" y="4248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直接连接符 827"/>
            <p:cNvCxnSpPr/>
            <p:nvPr>
              <p:custDataLst>
                <p:tags r:id="rId69"/>
              </p:custDataLst>
            </p:nvPr>
          </p:nvCxnSpPr>
          <p:spPr>
            <a:xfrm>
              <a:off x="1617885" y="4428340"/>
              <a:ext cx="14541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直接连接符 830"/>
            <p:cNvCxnSpPr/>
            <p:nvPr>
              <p:custDataLst>
                <p:tags r:id="rId70"/>
              </p:custDataLst>
            </p:nvPr>
          </p:nvCxnSpPr>
          <p:spPr>
            <a:xfrm>
              <a:off x="1763300" y="4248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直接连接符 812"/>
            <p:cNvCxnSpPr/>
            <p:nvPr>
              <p:custDataLst>
                <p:tags r:id="rId71"/>
              </p:custDataLst>
            </p:nvPr>
          </p:nvCxnSpPr>
          <p:spPr>
            <a:xfrm>
              <a:off x="612045" y="4248000"/>
              <a:ext cx="14287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直接连接符 817"/>
            <p:cNvCxnSpPr/>
            <p:nvPr>
              <p:custDataLst>
                <p:tags r:id="rId72"/>
              </p:custDataLst>
            </p:nvPr>
          </p:nvCxnSpPr>
          <p:spPr>
            <a:xfrm>
              <a:off x="899065" y="4248000"/>
              <a:ext cx="14287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直接连接符 821"/>
            <p:cNvCxnSpPr/>
            <p:nvPr>
              <p:custDataLst>
                <p:tags r:id="rId73"/>
              </p:custDataLst>
            </p:nvPr>
          </p:nvCxnSpPr>
          <p:spPr>
            <a:xfrm>
              <a:off x="1188625" y="4248000"/>
              <a:ext cx="14287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直接连接符 825"/>
            <p:cNvCxnSpPr/>
            <p:nvPr>
              <p:custDataLst>
                <p:tags r:id="rId74"/>
              </p:custDataLst>
            </p:nvPr>
          </p:nvCxnSpPr>
          <p:spPr>
            <a:xfrm>
              <a:off x="1475010" y="4248000"/>
              <a:ext cx="14287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直接连接符 829"/>
            <p:cNvCxnSpPr/>
            <p:nvPr>
              <p:custDataLst>
                <p:tags r:id="rId75"/>
              </p:custDataLst>
            </p:nvPr>
          </p:nvCxnSpPr>
          <p:spPr>
            <a:xfrm>
              <a:off x="1763300" y="4248000"/>
              <a:ext cx="14287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直接连接符 741"/>
            <p:cNvCxnSpPr/>
            <p:nvPr>
              <p:custDataLst>
                <p:tags r:id="rId76"/>
              </p:custDataLst>
            </p:nvPr>
          </p:nvCxnSpPr>
          <p:spPr>
            <a:xfrm>
              <a:off x="1188625" y="4752190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直接连接符 742"/>
            <p:cNvCxnSpPr/>
            <p:nvPr>
              <p:custDataLst>
                <p:tags r:id="rId77"/>
              </p:custDataLst>
            </p:nvPr>
          </p:nvCxnSpPr>
          <p:spPr>
            <a:xfrm>
              <a:off x="901605" y="4752190"/>
              <a:ext cx="28702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直接连接符 743"/>
            <p:cNvCxnSpPr/>
            <p:nvPr>
              <p:custDataLst>
                <p:tags r:id="rId78"/>
              </p:custDataLst>
            </p:nvPr>
          </p:nvCxnSpPr>
          <p:spPr>
            <a:xfrm>
              <a:off x="901605" y="4752190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直接连接符 744"/>
            <p:cNvCxnSpPr/>
            <p:nvPr>
              <p:custDataLst>
                <p:tags r:id="rId79"/>
              </p:custDataLst>
            </p:nvPr>
          </p:nvCxnSpPr>
          <p:spPr>
            <a:xfrm>
              <a:off x="504730" y="4931895"/>
              <a:ext cx="3962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直接连接符 745"/>
            <p:cNvCxnSpPr/>
            <p:nvPr>
              <p:custDataLst>
                <p:tags r:id="rId80"/>
              </p:custDataLst>
            </p:nvPr>
          </p:nvCxnSpPr>
          <p:spPr>
            <a:xfrm>
              <a:off x="1188625" y="4931895"/>
              <a:ext cx="57594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直接连接符 761"/>
            <p:cNvCxnSpPr/>
            <p:nvPr>
              <p:custDataLst>
                <p:tags r:id="rId81"/>
              </p:custDataLst>
            </p:nvPr>
          </p:nvCxnSpPr>
          <p:spPr>
            <a:xfrm>
              <a:off x="1764570" y="4752190"/>
              <a:ext cx="10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直接连接符 762"/>
            <p:cNvCxnSpPr/>
            <p:nvPr>
              <p:custDataLst>
                <p:tags r:id="rId82"/>
              </p:custDataLst>
            </p:nvPr>
          </p:nvCxnSpPr>
          <p:spPr>
            <a:xfrm>
              <a:off x="1764570" y="4752190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直接连接符 746"/>
            <p:cNvCxnSpPr/>
            <p:nvPr>
              <p:custDataLst>
                <p:tags r:id="rId83"/>
              </p:custDataLst>
            </p:nvPr>
          </p:nvCxnSpPr>
          <p:spPr>
            <a:xfrm>
              <a:off x="1476915" y="5004285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直接连接符 747"/>
            <p:cNvCxnSpPr/>
            <p:nvPr>
              <p:custDataLst>
                <p:tags r:id="rId84"/>
              </p:custDataLst>
            </p:nvPr>
          </p:nvCxnSpPr>
          <p:spPr>
            <a:xfrm>
              <a:off x="1189895" y="5004285"/>
              <a:ext cx="28702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直接连接符 748"/>
            <p:cNvCxnSpPr/>
            <p:nvPr>
              <p:custDataLst>
                <p:tags r:id="rId85"/>
              </p:custDataLst>
            </p:nvPr>
          </p:nvCxnSpPr>
          <p:spPr>
            <a:xfrm>
              <a:off x="1189895" y="5004285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直接连接符 749"/>
            <p:cNvCxnSpPr/>
            <p:nvPr>
              <p:custDataLst>
                <p:tags r:id="rId86"/>
              </p:custDataLst>
            </p:nvPr>
          </p:nvCxnSpPr>
          <p:spPr>
            <a:xfrm>
              <a:off x="504730" y="5183990"/>
              <a:ext cx="6838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直接连接符 750"/>
            <p:cNvCxnSpPr/>
            <p:nvPr>
              <p:custDataLst>
                <p:tags r:id="rId87"/>
              </p:custDataLst>
            </p:nvPr>
          </p:nvCxnSpPr>
          <p:spPr>
            <a:xfrm>
              <a:off x="1476915" y="5183990"/>
              <a:ext cx="684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38"/>
            <p:cNvSpPr txBox="1"/>
            <p:nvPr>
              <p:custDataLst>
                <p:tags r:id="rId88"/>
              </p:custDataLst>
            </p:nvPr>
          </p:nvSpPr>
          <p:spPr>
            <a:xfrm>
              <a:off x="252635" y="4500095"/>
              <a:ext cx="252095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dirty="0" err="1"/>
                <a:t>T0</a:t>
              </a:r>
              <a:endParaRPr lang="en-US" dirty="0"/>
            </a:p>
          </p:txBody>
        </p:sp>
        <p:sp>
          <p:nvSpPr>
            <p:cNvPr id="73" name="TextBox 738"/>
            <p:cNvSpPr txBox="1"/>
            <p:nvPr>
              <p:custDataLst>
                <p:tags r:id="rId89"/>
              </p:custDataLst>
            </p:nvPr>
          </p:nvSpPr>
          <p:spPr>
            <a:xfrm>
              <a:off x="252635" y="4752190"/>
              <a:ext cx="252095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dirty="0" err="1"/>
                <a:t>T1</a:t>
              </a:r>
              <a:endParaRPr lang="en-US" dirty="0"/>
            </a:p>
          </p:txBody>
        </p:sp>
        <p:sp>
          <p:nvSpPr>
            <p:cNvPr id="74" name="TextBox 738"/>
            <p:cNvSpPr txBox="1"/>
            <p:nvPr>
              <p:custDataLst>
                <p:tags r:id="rId90"/>
              </p:custDataLst>
            </p:nvPr>
          </p:nvSpPr>
          <p:spPr>
            <a:xfrm>
              <a:off x="252635" y="5004285"/>
              <a:ext cx="252095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dirty="0" err="1"/>
                <a:t>T2</a:t>
              </a:r>
              <a:endParaRPr lang="en-US" dirty="0"/>
            </a:p>
          </p:txBody>
        </p:sp>
        <p:sp>
          <p:nvSpPr>
            <p:cNvPr id="171" name="Text Box 320"/>
            <p:cNvSpPr txBox="1">
              <a:spLocks noChangeArrowheads="1"/>
            </p:cNvSpPr>
            <p:nvPr/>
          </p:nvSpPr>
          <p:spPr bwMode="auto">
            <a:xfrm>
              <a:off x="0" y="5256000"/>
              <a:ext cx="504639" cy="2185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 err="1">
                  <a:latin typeface="宋体" panose="02010600030101010101" pitchFamily="2" charset="-122"/>
                </a:rPr>
                <a:t>ClrN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72" name="直接连接符 171"/>
            <p:cNvCxnSpPr/>
            <p:nvPr>
              <p:custDataLst>
                <p:tags r:id="rId91"/>
              </p:custDataLst>
            </p:nvPr>
          </p:nvCxnSpPr>
          <p:spPr>
            <a:xfrm>
              <a:off x="1980000" y="5256000"/>
              <a:ext cx="0" cy="179705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>
              <p:custDataLst>
                <p:tags r:id="rId92"/>
              </p:custDataLst>
            </p:nvPr>
          </p:nvCxnSpPr>
          <p:spPr>
            <a:xfrm>
              <a:off x="1872000" y="5436256"/>
              <a:ext cx="108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>
              <p:custDataLst>
                <p:tags r:id="rId93"/>
              </p:custDataLst>
            </p:nvPr>
          </p:nvCxnSpPr>
          <p:spPr>
            <a:xfrm>
              <a:off x="1872000" y="5256000"/>
              <a:ext cx="0" cy="179705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>
              <p:custDataLst>
                <p:tags r:id="rId94"/>
              </p:custDataLst>
            </p:nvPr>
          </p:nvCxnSpPr>
          <p:spPr>
            <a:xfrm>
              <a:off x="503999" y="5256000"/>
              <a:ext cx="1368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>
              <p:custDataLst>
                <p:tags r:id="rId95"/>
              </p:custDataLst>
            </p:nvPr>
          </p:nvCxnSpPr>
          <p:spPr>
            <a:xfrm>
              <a:off x="1980000" y="5256000"/>
              <a:ext cx="180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>
              <p:custDataLst>
                <p:tags r:id="rId96"/>
              </p:custDataLst>
            </p:nvPr>
          </p:nvCxnSpPr>
          <p:spPr>
            <a:xfrm flipH="1">
              <a:off x="2052000" y="4437112"/>
              <a:ext cx="635" cy="756285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>
              <p:custDataLst>
                <p:tags r:id="rId97"/>
              </p:custDataLst>
            </p:nvPr>
          </p:nvCxnSpPr>
          <p:spPr>
            <a:xfrm>
              <a:off x="1909351" y="4248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>
              <p:custDataLst>
                <p:tags r:id="rId98"/>
              </p:custDataLst>
            </p:nvPr>
          </p:nvCxnSpPr>
          <p:spPr>
            <a:xfrm>
              <a:off x="1909351" y="4428340"/>
              <a:ext cx="145415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>
              <p:custDataLst>
                <p:tags r:id="rId99"/>
              </p:custDataLst>
            </p:nvPr>
          </p:nvCxnSpPr>
          <p:spPr>
            <a:xfrm>
              <a:off x="2052861" y="4248000"/>
              <a:ext cx="0" cy="179705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>
              <p:custDataLst>
                <p:tags r:id="rId100"/>
              </p:custDataLst>
            </p:nvPr>
          </p:nvCxnSpPr>
          <p:spPr>
            <a:xfrm>
              <a:off x="2052861" y="4248000"/>
              <a:ext cx="10800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>
              <p:custDataLst>
                <p:tags r:id="rId101"/>
              </p:custDataLst>
            </p:nvPr>
          </p:nvCxnSpPr>
          <p:spPr>
            <a:xfrm>
              <a:off x="1872000" y="4752000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>
              <p:custDataLst>
                <p:tags r:id="rId102"/>
              </p:custDataLst>
            </p:nvPr>
          </p:nvCxnSpPr>
          <p:spPr>
            <a:xfrm>
              <a:off x="1871999" y="4932000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>
              <p:custDataLst>
                <p:tags r:id="rId103"/>
              </p:custDataLst>
            </p:nvPr>
          </p:nvCxnSpPr>
          <p:spPr>
            <a:xfrm>
              <a:off x="2052732" y="4500000"/>
              <a:ext cx="10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>
              <p:custDataLst>
                <p:tags r:id="rId104"/>
              </p:custDataLst>
            </p:nvPr>
          </p:nvCxnSpPr>
          <p:spPr>
            <a:xfrm>
              <a:off x="2052732" y="4500000"/>
              <a:ext cx="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组合 211"/>
          <p:cNvGrpSpPr/>
          <p:nvPr/>
        </p:nvGrpSpPr>
        <p:grpSpPr>
          <a:xfrm>
            <a:off x="2700467" y="4293096"/>
            <a:ext cx="3024336" cy="1423624"/>
            <a:chOff x="2483768" y="4212000"/>
            <a:chExt cx="3024336" cy="1423624"/>
          </a:xfrm>
        </p:grpSpPr>
        <p:sp>
          <p:nvSpPr>
            <p:cNvPr id="213" name="矩形 212"/>
            <p:cNvSpPr/>
            <p:nvPr/>
          </p:nvSpPr>
          <p:spPr>
            <a:xfrm>
              <a:off x="2483768" y="4447624"/>
              <a:ext cx="2376000" cy="11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14" name="Rectangle 128"/>
            <p:cNvSpPr>
              <a:spLocks noChangeArrowheads="1"/>
            </p:cNvSpPr>
            <p:nvPr/>
          </p:nvSpPr>
          <p:spPr bwMode="auto">
            <a:xfrm>
              <a:off x="4284000" y="4572000"/>
              <a:ext cx="504000" cy="540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600" b="1" baseline="-25000" dirty="0">
                  <a:latin typeface="+mn-ea"/>
                  <a:ea typeface="+mn-ea"/>
                </a:rPr>
                <a:t>  </a:t>
              </a:r>
              <a:r>
                <a:rPr lang="en-US" altLang="zh-CN" sz="1600" b="1" dirty="0">
                  <a:latin typeface="+mn-ea"/>
                  <a:ea typeface="+mn-ea"/>
                </a:rPr>
                <a:t>Q</a:t>
              </a:r>
            </a:p>
            <a:p>
              <a:pPr>
                <a:lnSpc>
                  <a:spcPct val="6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R  S</a:t>
              </a:r>
            </a:p>
            <a:p>
              <a:pPr algn="l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200" b="1" dirty="0"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latin typeface="+mn-ea"/>
                  <a:ea typeface="+mn-ea"/>
                </a:rPr>
                <a:t>D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215" name="Rectangle 128"/>
            <p:cNvSpPr>
              <a:spLocks noChangeArrowheads="1"/>
            </p:cNvSpPr>
            <p:nvPr/>
          </p:nvSpPr>
          <p:spPr bwMode="auto">
            <a:xfrm>
              <a:off x="3492000" y="4572000"/>
              <a:ext cx="504000" cy="540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600" b="1" baseline="-25000" dirty="0">
                  <a:latin typeface="+mn-ea"/>
                  <a:ea typeface="+mn-ea"/>
                </a:rPr>
                <a:t>  </a:t>
              </a:r>
              <a:r>
                <a:rPr lang="en-US" altLang="zh-CN" sz="1600" b="1" dirty="0">
                  <a:latin typeface="+mn-ea"/>
                  <a:ea typeface="+mn-ea"/>
                </a:rPr>
                <a:t>Q</a:t>
              </a:r>
            </a:p>
            <a:p>
              <a:pPr>
                <a:lnSpc>
                  <a:spcPct val="6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R  S</a:t>
              </a:r>
            </a:p>
            <a:p>
              <a:pPr algn="l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200" b="1" dirty="0"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latin typeface="+mn-ea"/>
                  <a:ea typeface="+mn-ea"/>
                </a:rPr>
                <a:t>D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216" name="Rectangle 128"/>
            <p:cNvSpPr>
              <a:spLocks noChangeArrowheads="1"/>
            </p:cNvSpPr>
            <p:nvPr/>
          </p:nvSpPr>
          <p:spPr bwMode="auto">
            <a:xfrm>
              <a:off x="2699792" y="4572000"/>
              <a:ext cx="504000" cy="540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600" b="1" baseline="-25000" dirty="0">
                  <a:latin typeface="+mn-ea"/>
                  <a:ea typeface="+mn-ea"/>
                </a:rPr>
                <a:t>  </a:t>
              </a:r>
              <a:r>
                <a:rPr lang="en-US" altLang="zh-CN" sz="1600" b="1" dirty="0">
                  <a:latin typeface="+mn-ea"/>
                  <a:ea typeface="+mn-ea"/>
                </a:rPr>
                <a:t>Q</a:t>
              </a:r>
            </a:p>
            <a:p>
              <a:pPr>
                <a:lnSpc>
                  <a:spcPct val="6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R  S</a:t>
              </a:r>
            </a:p>
            <a:p>
              <a:pPr algn="l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200" b="1" dirty="0"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latin typeface="+mn-ea"/>
                  <a:ea typeface="+mn-ea"/>
                </a:rPr>
                <a:t>D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217" name="Text Box 82"/>
            <p:cNvSpPr txBox="1">
              <a:spLocks noChangeArrowheads="1"/>
            </p:cNvSpPr>
            <p:nvPr/>
          </p:nvSpPr>
          <p:spPr bwMode="auto">
            <a:xfrm>
              <a:off x="2952088" y="4212000"/>
              <a:ext cx="187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   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   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218" name="直接箭头连接符 217"/>
            <p:cNvCxnSpPr/>
            <p:nvPr/>
          </p:nvCxnSpPr>
          <p:spPr bwMode="auto">
            <a:xfrm flipV="1">
              <a:off x="2915816" y="4212000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9" name="直接箭头连接符 76"/>
            <p:cNvCxnSpPr/>
            <p:nvPr/>
          </p:nvCxnSpPr>
          <p:spPr bwMode="auto">
            <a:xfrm rot="10800000">
              <a:off x="2843808" y="5112000"/>
              <a:ext cx="432000" cy="288000"/>
            </a:xfrm>
            <a:prstGeom prst="bentConnector3">
              <a:avLst>
                <a:gd name="adj1" fmla="val 100951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20" name="直接箭头连接符 219"/>
            <p:cNvCxnSpPr/>
            <p:nvPr/>
          </p:nvCxnSpPr>
          <p:spPr bwMode="auto">
            <a:xfrm flipV="1">
              <a:off x="2987824" y="4998783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1" name="直接箭头连接符 220"/>
            <p:cNvCxnSpPr/>
            <p:nvPr/>
          </p:nvCxnSpPr>
          <p:spPr bwMode="auto">
            <a:xfrm flipH="1" flipV="1">
              <a:off x="3051448" y="4995900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2" name="直接箭头连接符 221"/>
            <p:cNvCxnSpPr/>
            <p:nvPr/>
          </p:nvCxnSpPr>
          <p:spPr bwMode="auto">
            <a:xfrm flipV="1">
              <a:off x="3059832" y="5112208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3" name="直接箭头连接符 222"/>
            <p:cNvCxnSpPr/>
            <p:nvPr/>
          </p:nvCxnSpPr>
          <p:spPr bwMode="auto">
            <a:xfrm flipH="1">
              <a:off x="2554734" y="5292000"/>
              <a:ext cx="20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4" name="直接箭头连接符 223"/>
            <p:cNvCxnSpPr/>
            <p:nvPr/>
          </p:nvCxnSpPr>
          <p:spPr bwMode="auto">
            <a:xfrm flipV="1">
              <a:off x="3707904" y="4212000"/>
              <a:ext cx="0" cy="36004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0" name="直接箭头连接符 259"/>
            <p:cNvCxnSpPr/>
            <p:nvPr/>
          </p:nvCxnSpPr>
          <p:spPr bwMode="auto">
            <a:xfrm flipV="1">
              <a:off x="3275808" y="4500000"/>
              <a:ext cx="49" cy="90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1" name="直接箭头连接符 114"/>
            <p:cNvCxnSpPr/>
            <p:nvPr/>
          </p:nvCxnSpPr>
          <p:spPr bwMode="auto">
            <a:xfrm rot="5400000" flipH="1" flipV="1">
              <a:off x="3114663" y="4985369"/>
              <a:ext cx="540000" cy="73598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62" name="椭圆 261"/>
            <p:cNvSpPr/>
            <p:nvPr/>
          </p:nvSpPr>
          <p:spPr bwMode="auto">
            <a:xfrm>
              <a:off x="3421462" y="4721688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63" name="直接箭头连接符 262"/>
            <p:cNvCxnSpPr/>
            <p:nvPr/>
          </p:nvCxnSpPr>
          <p:spPr bwMode="auto">
            <a:xfrm flipH="1">
              <a:off x="3059832" y="5220000"/>
              <a:ext cx="19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4" name="直接箭头连接符 263"/>
            <p:cNvCxnSpPr/>
            <p:nvPr/>
          </p:nvCxnSpPr>
          <p:spPr bwMode="auto">
            <a:xfrm flipV="1">
              <a:off x="4499992" y="4212000"/>
              <a:ext cx="0" cy="36004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5" name="直接箭头连接符 114"/>
            <p:cNvCxnSpPr/>
            <p:nvPr/>
          </p:nvCxnSpPr>
          <p:spPr bwMode="auto">
            <a:xfrm rot="5400000" flipH="1" flipV="1">
              <a:off x="2322576" y="4985369"/>
              <a:ext cx="540000" cy="73598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66" name="椭圆 265"/>
            <p:cNvSpPr/>
            <p:nvPr/>
          </p:nvSpPr>
          <p:spPr bwMode="auto">
            <a:xfrm>
              <a:off x="2629375" y="4721688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67" name="直接箭头连接符 149"/>
            <p:cNvCxnSpPr/>
            <p:nvPr/>
          </p:nvCxnSpPr>
          <p:spPr bwMode="auto">
            <a:xfrm rot="10800000">
              <a:off x="4644008" y="5292000"/>
              <a:ext cx="359470" cy="144014"/>
            </a:xfrm>
            <a:prstGeom prst="bentConnector3">
              <a:avLst>
                <a:gd name="adj1" fmla="val 99462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8" name="直接箭头连接符 76"/>
            <p:cNvCxnSpPr/>
            <p:nvPr/>
          </p:nvCxnSpPr>
          <p:spPr bwMode="auto">
            <a:xfrm rot="10800000">
              <a:off x="3635944" y="5112000"/>
              <a:ext cx="432000" cy="288000"/>
            </a:xfrm>
            <a:prstGeom prst="bentConnector3">
              <a:avLst>
                <a:gd name="adj1" fmla="val 100951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69" name="直接箭头连接符 268"/>
            <p:cNvCxnSpPr/>
            <p:nvPr/>
          </p:nvCxnSpPr>
          <p:spPr bwMode="auto">
            <a:xfrm flipH="1">
              <a:off x="3275856" y="4500000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sp>
          <p:nvSpPr>
            <p:cNvPr id="270" name="Text Box 320"/>
            <p:cNvSpPr txBox="1">
              <a:spLocks noChangeArrowheads="1"/>
            </p:cNvSpPr>
            <p:nvPr/>
          </p:nvSpPr>
          <p:spPr bwMode="auto">
            <a:xfrm>
              <a:off x="5004128" y="5112000"/>
              <a:ext cx="288629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>
                  <a:latin typeface="宋体" panose="02010600030101010101" pitchFamily="2" charset="-122"/>
                </a:rPr>
                <a:t>CP</a:t>
              </a:r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71" name="Text Box 320"/>
            <p:cNvSpPr txBox="1">
              <a:spLocks noChangeArrowheads="1"/>
            </p:cNvSpPr>
            <p:nvPr/>
          </p:nvSpPr>
          <p:spPr bwMode="auto">
            <a:xfrm>
              <a:off x="5003465" y="5328000"/>
              <a:ext cx="504639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 err="1">
                  <a:latin typeface="宋体" panose="02010600030101010101" pitchFamily="2" charset="-122"/>
                </a:rPr>
                <a:t>ClrN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72" name="直接箭头连接符 271"/>
            <p:cNvCxnSpPr/>
            <p:nvPr/>
          </p:nvCxnSpPr>
          <p:spPr bwMode="auto">
            <a:xfrm flipV="1">
              <a:off x="3779912" y="5004761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3" name="直接箭头连接符 272"/>
            <p:cNvCxnSpPr/>
            <p:nvPr/>
          </p:nvCxnSpPr>
          <p:spPr bwMode="auto">
            <a:xfrm flipH="1" flipV="1">
              <a:off x="3843536" y="5001878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4" name="直接箭头连接符 273"/>
            <p:cNvCxnSpPr/>
            <p:nvPr/>
          </p:nvCxnSpPr>
          <p:spPr bwMode="auto">
            <a:xfrm>
              <a:off x="3843536" y="5112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275" name="直接箭头连接符 274"/>
            <p:cNvCxnSpPr/>
            <p:nvPr/>
          </p:nvCxnSpPr>
          <p:spPr bwMode="auto">
            <a:xfrm flipH="1" flipV="1">
              <a:off x="4067992" y="4500000"/>
              <a:ext cx="1" cy="90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6" name="直接箭头连接符 275"/>
            <p:cNvCxnSpPr/>
            <p:nvPr/>
          </p:nvCxnSpPr>
          <p:spPr bwMode="auto">
            <a:xfrm flipH="1">
              <a:off x="4067992" y="4500000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277" name="直接箭头连接符 114"/>
            <p:cNvCxnSpPr/>
            <p:nvPr/>
          </p:nvCxnSpPr>
          <p:spPr bwMode="auto">
            <a:xfrm rot="5400000" flipH="1" flipV="1">
              <a:off x="3906751" y="4985369"/>
              <a:ext cx="540000" cy="73598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78" name="椭圆 277"/>
            <p:cNvSpPr/>
            <p:nvPr/>
          </p:nvSpPr>
          <p:spPr bwMode="auto">
            <a:xfrm>
              <a:off x="4213550" y="4721688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79" name="直接箭头连接符 278"/>
            <p:cNvCxnSpPr/>
            <p:nvPr/>
          </p:nvCxnSpPr>
          <p:spPr bwMode="auto">
            <a:xfrm flipV="1">
              <a:off x="4580384" y="5004761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0" name="直接箭头连接符 279"/>
            <p:cNvCxnSpPr/>
            <p:nvPr/>
          </p:nvCxnSpPr>
          <p:spPr bwMode="auto">
            <a:xfrm flipH="1" flipV="1">
              <a:off x="4644008" y="5001878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1" name="直接箭头连接符 280"/>
            <p:cNvCxnSpPr/>
            <p:nvPr/>
          </p:nvCxnSpPr>
          <p:spPr bwMode="auto">
            <a:xfrm>
              <a:off x="4644008" y="5112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282" name="直接箭头连接符 134"/>
            <p:cNvCxnSpPr/>
            <p:nvPr/>
          </p:nvCxnSpPr>
          <p:spPr bwMode="auto">
            <a:xfrm flipV="1">
              <a:off x="4355984" y="5112256"/>
              <a:ext cx="72000" cy="360000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283" name="组合 282"/>
          <p:cNvGrpSpPr/>
          <p:nvPr/>
        </p:nvGrpSpPr>
        <p:grpSpPr>
          <a:xfrm>
            <a:off x="3492506" y="5445096"/>
            <a:ext cx="1080169" cy="216000"/>
            <a:chOff x="2123679" y="5805264"/>
            <a:chExt cx="1080169" cy="216000"/>
          </a:xfrm>
        </p:grpSpPr>
        <p:sp>
          <p:nvSpPr>
            <p:cNvPr id="284" name="Text Box 260"/>
            <p:cNvSpPr txBox="1">
              <a:spLocks noChangeArrowheads="1"/>
            </p:cNvSpPr>
            <p:nvPr/>
          </p:nvSpPr>
          <p:spPr bwMode="auto">
            <a:xfrm>
              <a:off x="3059848" y="5805264"/>
              <a:ext cx="144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285" name="直接箭头连接符 284"/>
            <p:cNvCxnSpPr/>
            <p:nvPr/>
          </p:nvCxnSpPr>
          <p:spPr bwMode="auto">
            <a:xfrm flipH="1">
              <a:off x="2123728" y="5985248"/>
              <a:ext cx="86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6" name="椭圆 285"/>
            <p:cNvSpPr/>
            <p:nvPr/>
          </p:nvSpPr>
          <p:spPr bwMode="auto">
            <a:xfrm>
              <a:off x="2985221" y="5945619"/>
              <a:ext cx="70417" cy="7200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" name="椭圆 286"/>
            <p:cNvSpPr/>
            <p:nvPr/>
          </p:nvSpPr>
          <p:spPr bwMode="auto">
            <a:xfrm>
              <a:off x="2989415" y="5805264"/>
              <a:ext cx="70417" cy="7200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88" name="直接箭头连接符 287"/>
            <p:cNvCxnSpPr/>
            <p:nvPr/>
          </p:nvCxnSpPr>
          <p:spPr bwMode="auto">
            <a:xfrm>
              <a:off x="2917358" y="5836800"/>
              <a:ext cx="7205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90" name="直接箭头连接符 289"/>
            <p:cNvCxnSpPr/>
            <p:nvPr/>
          </p:nvCxnSpPr>
          <p:spPr bwMode="auto">
            <a:xfrm>
              <a:off x="2123679" y="5841264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</p:grpSp>
      <p:grpSp>
        <p:nvGrpSpPr>
          <p:cNvPr id="291" name="组合 290"/>
          <p:cNvGrpSpPr/>
          <p:nvPr/>
        </p:nvGrpSpPr>
        <p:grpSpPr>
          <a:xfrm>
            <a:off x="728400" y="5733256"/>
            <a:ext cx="3888000" cy="646331"/>
            <a:chOff x="728400" y="3861048"/>
            <a:chExt cx="3888000" cy="646331"/>
          </a:xfrm>
        </p:grpSpPr>
        <p:sp>
          <p:nvSpPr>
            <p:cNvPr id="293" name="Text Box 6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728400" y="3861048"/>
              <a:ext cx="3888000" cy="6463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anchor="t" anchorCtr="0">
              <a:noAutofit/>
            </a:bodyPr>
            <a:lstStyle/>
            <a:p>
              <a:pPr marL="490855" indent="-490855" algn="l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复位时</a:t>
              </a:r>
              <a:r>
                <a:rPr lang="en-US" altLang="zh-CN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(T</a:t>
              </a:r>
              <a:r>
                <a:rPr lang="en-US" altLang="zh-CN" sz="1800" b="1" kern="100" baseline="-18000" dirty="0">
                  <a:solidFill>
                    <a:srgbClr val="0070C0"/>
                  </a:solidFill>
                  <a:latin typeface="宋体" panose="02010600030101010101" pitchFamily="2" charset="-122"/>
                  <a:sym typeface="+mn-ea"/>
                </a:rPr>
                <a:t>0</a:t>
              </a:r>
              <a:r>
                <a:rPr lang="en-US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=</a:t>
              </a:r>
              <a:r>
                <a:rPr lang="en-US" altLang="zh-CN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altLang="zh-CN" sz="1800" b="1" kern="100" baseline="-18000" dirty="0">
                  <a:solidFill>
                    <a:srgbClr val="0070C0"/>
                  </a:solidFill>
                  <a:latin typeface="宋体" panose="02010600030101010101" pitchFamily="2" charset="-122"/>
                  <a:sym typeface="+mn-ea"/>
                </a:rPr>
                <a:t>1</a:t>
              </a:r>
              <a:r>
                <a:rPr lang="en-US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=</a:t>
              </a:r>
              <a:r>
                <a:rPr lang="en-US" altLang="zh-CN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altLang="zh-CN" sz="1800" b="1" kern="100" baseline="-18000" dirty="0">
                  <a:solidFill>
                    <a:srgbClr val="0070C0"/>
                  </a:solidFill>
                  <a:latin typeface="宋体" panose="02010600030101010101" pitchFamily="2" charset="-122"/>
                  <a:sym typeface="+mn-ea"/>
                </a:rPr>
                <a:t>2</a:t>
              </a:r>
              <a:r>
                <a:rPr lang="en-US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=0</a:t>
              </a:r>
              <a:r>
                <a:rPr lang="en-US" altLang="zh-CN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)</a:t>
              </a:r>
              <a:r>
                <a:rPr lang="en-US" altLang="zh-CN" sz="1800" b="1" dirty="0">
                  <a:solidFill>
                    <a:srgbClr val="0070C0"/>
                  </a:solidFill>
                  <a:latin typeface="宋体" panose="02010600030101010101" pitchFamily="2" charset="-122"/>
                  <a:sym typeface="+mn-ea"/>
                </a:rPr>
                <a:t>—  </a:t>
              </a:r>
              <a:r>
                <a:rPr lang="en-US" sz="1800" b="1" kern="1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sz="1800" b="1" kern="100" baseline="-18000" dirty="0">
                  <a:latin typeface="宋体" panose="02010600030101010101" pitchFamily="2" charset="-122"/>
                  <a:sym typeface="+mn-ea"/>
                </a:rPr>
                <a:t>0</a:t>
              </a:r>
              <a:r>
                <a:rPr lang="en-US" sz="1800" b="1" kern="100" baseline="300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*</a:t>
              </a:r>
              <a:r>
                <a:rPr lang="zh-CN" altLang="en-US" sz="1800" b="1" kern="1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kern="1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altLang="zh-CN" sz="1800" b="1" kern="100" baseline="-180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2</a:t>
              </a:r>
              <a:r>
                <a:rPr lang="en-US" altLang="zh-CN" sz="1800" b="1" dirty="0"/>
                <a:t>·</a:t>
              </a:r>
              <a:r>
                <a:rPr lang="en-US" altLang="zh-CN" sz="1800" b="1" kern="1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altLang="zh-CN" sz="1800" b="1" kern="100" baseline="-180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en-US" altLang="zh-CN" sz="1800" b="1" dirty="0"/>
                <a:t>·</a:t>
              </a:r>
              <a:r>
                <a:rPr lang="en-US" altLang="zh-CN" sz="1800" b="1" kern="1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altLang="zh-CN" sz="1800" b="1" kern="100" baseline="-180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endParaRPr lang="zh-CN" altLang="zh-CN" sz="1800" b="1" kern="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 marL="490855" indent="-490855" algn="l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轮转时</a:t>
              </a:r>
              <a:r>
                <a:rPr lang="en-US" altLang="zh-CN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(T</a:t>
              </a:r>
              <a:r>
                <a:rPr lang="en-US" altLang="zh-CN" sz="1800" b="1" kern="100" baseline="-180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r>
                <a:rPr lang="en-US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=</a:t>
              </a:r>
              <a:r>
                <a:rPr lang="en-US" altLang="zh-CN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altLang="zh-CN" sz="1800" b="1" kern="100" baseline="-180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en-US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=0,</a:t>
              </a:r>
              <a:r>
                <a:rPr lang="en-US" altLang="zh-CN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altLang="zh-CN" sz="1800" b="1" kern="100" baseline="-180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2</a:t>
              </a:r>
              <a:r>
                <a:rPr lang="en-US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=1</a:t>
              </a:r>
              <a:r>
                <a:rPr lang="en-US" altLang="zh-CN" sz="1800" b="1" kern="1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)</a:t>
              </a:r>
              <a:r>
                <a:rPr lang="en-US" altLang="zh-CN" sz="1800" b="1" dirty="0">
                  <a:solidFill>
                    <a:srgbClr val="0070C0"/>
                  </a:solidFill>
                  <a:latin typeface="宋体" panose="02010600030101010101" pitchFamily="2" charset="-122"/>
                  <a:sym typeface="+mn-ea"/>
                </a:rPr>
                <a:t>—</a:t>
              </a:r>
              <a:r>
                <a:rPr lang="en-US" sz="1800" b="1" kern="1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sz="1800" b="1" kern="100" baseline="-180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r>
                <a:rPr lang="en-US" sz="1800" b="1" kern="100" baseline="300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*</a:t>
              </a:r>
              <a:r>
                <a:rPr lang="zh-CN" altLang="en-US" sz="1800" b="1" kern="1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kern="1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altLang="zh-CN" sz="1800" b="1" kern="100" baseline="-180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2</a:t>
              </a:r>
              <a:r>
                <a:rPr lang="en-US" altLang="zh-CN" sz="1800" b="1" dirty="0"/>
                <a:t>·</a:t>
              </a:r>
              <a:r>
                <a:rPr lang="en-US" altLang="zh-CN" sz="1800" b="1" kern="1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altLang="zh-CN" sz="1800" b="1" kern="100" baseline="-180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en-US" altLang="zh-CN" sz="1800" b="1" dirty="0"/>
                <a:t>·</a:t>
              </a:r>
              <a:r>
                <a:rPr lang="en-US" altLang="zh-CN" sz="1800" b="1" kern="1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T</a:t>
              </a:r>
              <a:r>
                <a:rPr lang="en-US" altLang="zh-CN" sz="1800" b="1" kern="100" baseline="-18000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0</a:t>
              </a:r>
              <a:endParaRPr lang="en-US" altLang="zh-CN" sz="1800" b="1" kern="1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cxnSp>
          <p:nvCxnSpPr>
            <p:cNvPr id="294" name="直接连接符 293"/>
            <p:cNvCxnSpPr/>
            <p:nvPr/>
          </p:nvCxnSpPr>
          <p:spPr bwMode="auto">
            <a:xfrm>
              <a:off x="3744000" y="3942000"/>
              <a:ext cx="18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5" name="直接连接符 294"/>
            <p:cNvCxnSpPr/>
            <p:nvPr/>
          </p:nvCxnSpPr>
          <p:spPr bwMode="auto">
            <a:xfrm>
              <a:off x="4010400" y="3942000"/>
              <a:ext cx="18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6" name="直接连接符 295"/>
            <p:cNvCxnSpPr/>
            <p:nvPr/>
          </p:nvCxnSpPr>
          <p:spPr bwMode="auto">
            <a:xfrm>
              <a:off x="4280400" y="3942000"/>
              <a:ext cx="18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7" name="直接连接符 296"/>
            <p:cNvCxnSpPr/>
            <p:nvPr/>
          </p:nvCxnSpPr>
          <p:spPr bwMode="auto">
            <a:xfrm>
              <a:off x="4014000" y="4212000"/>
              <a:ext cx="18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8" name="直接连接符 297"/>
            <p:cNvCxnSpPr/>
            <p:nvPr/>
          </p:nvCxnSpPr>
          <p:spPr bwMode="auto">
            <a:xfrm>
              <a:off x="4284000" y="4212000"/>
              <a:ext cx="18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300" name="直接箭头连接符 299"/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 flipH="1" flipV="1">
            <a:off x="5940000" y="2996952"/>
            <a:ext cx="180000" cy="972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grpSp>
        <p:nvGrpSpPr>
          <p:cNvPr id="302" name="组合 301"/>
          <p:cNvGrpSpPr/>
          <p:nvPr/>
        </p:nvGrpSpPr>
        <p:grpSpPr>
          <a:xfrm>
            <a:off x="1152485" y="1594800"/>
            <a:ext cx="6299835" cy="1403900"/>
            <a:chOff x="971600" y="1584000"/>
            <a:chExt cx="6299835" cy="1403900"/>
          </a:xfrm>
        </p:grpSpPr>
        <p:sp>
          <p:nvSpPr>
            <p:cNvPr id="303" name="矩形 302"/>
            <p:cNvSpPr/>
            <p:nvPr>
              <p:custDataLst>
                <p:tags r:id="rId3"/>
              </p:custDataLst>
            </p:nvPr>
          </p:nvSpPr>
          <p:spPr>
            <a:xfrm>
              <a:off x="5183555" y="1584000"/>
              <a:ext cx="1440180" cy="1116000"/>
            </a:xfrm>
            <a:prstGeom prst="rect">
              <a:avLst/>
            </a:prstGeom>
            <a:solidFill>
              <a:srgbClr val="CCCCFF"/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04" name="矩形 303"/>
            <p:cNvSpPr/>
            <p:nvPr>
              <p:custDataLst>
                <p:tags r:id="rId4"/>
              </p:custDataLst>
            </p:nvPr>
          </p:nvSpPr>
          <p:spPr>
            <a:xfrm>
              <a:off x="3959275" y="1584000"/>
              <a:ext cx="1224280" cy="1116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05" name="矩形 304"/>
            <p:cNvSpPr/>
            <p:nvPr>
              <p:custDataLst>
                <p:tags r:id="rId5"/>
              </p:custDataLst>
            </p:nvPr>
          </p:nvSpPr>
          <p:spPr>
            <a:xfrm>
              <a:off x="1547545" y="1584000"/>
              <a:ext cx="1692275" cy="7918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06" name="矩形 305"/>
            <p:cNvSpPr/>
            <p:nvPr>
              <p:custDataLst>
                <p:tags r:id="rId6"/>
              </p:custDataLst>
            </p:nvPr>
          </p:nvSpPr>
          <p:spPr>
            <a:xfrm>
              <a:off x="3959275" y="1584000"/>
              <a:ext cx="2663825" cy="111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07" name="Text Box 23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655495" y="1655755"/>
              <a:ext cx="935990" cy="28829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启停逻辑</a:t>
              </a:r>
            </a:p>
          </p:txBody>
        </p:sp>
        <p:sp>
          <p:nvSpPr>
            <p:cNvPr id="308" name="Text Box 23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615355" y="1655755"/>
              <a:ext cx="935990" cy="467995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环形信号发生器</a:t>
              </a:r>
            </a:p>
          </p:txBody>
        </p:sp>
        <p:sp>
          <p:nvSpPr>
            <p:cNvPr id="309" name="Text Box 248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 rot="16200000">
              <a:off x="6588175" y="1799900"/>
              <a:ext cx="288290" cy="21526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310" name="Text Box 25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839635" y="1614480"/>
              <a:ext cx="431800" cy="5759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accent2"/>
                  </a:solidFill>
                  <a:latin typeface="+mn-ea"/>
                  <a:ea typeface="+mn-ea"/>
                </a:rPr>
                <a:t>T</a:t>
              </a:r>
              <a:r>
                <a:rPr lang="en-US" altLang="zh-CN" sz="1600" b="1" baseline="-14000" dirty="0">
                  <a:solidFill>
                    <a:schemeClr val="accent2"/>
                  </a:solidFill>
                  <a:latin typeface="+mn-ea"/>
                  <a:ea typeface="+mn-ea"/>
                </a:rPr>
                <a:t>0</a:t>
              </a:r>
              <a:r>
                <a:rPr lang="en-US" altLang="zh-CN" sz="1600" b="1" dirty="0">
                  <a:solidFill>
                    <a:schemeClr val="accent2"/>
                  </a:solidFill>
                  <a:latin typeface="+mn-ea"/>
                  <a:ea typeface="+mn-ea"/>
                </a:rPr>
                <a:t> </a:t>
              </a:r>
            </a:p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600" b="1" dirty="0">
                  <a:solidFill>
                    <a:schemeClr val="accent2"/>
                  </a:solidFill>
                  <a:latin typeface="+mn-ea"/>
                  <a:ea typeface="+mn-ea"/>
                </a:rPr>
                <a:t>T</a:t>
              </a:r>
              <a:r>
                <a:rPr lang="en-US" altLang="zh-CN" sz="1600" b="1" baseline="-14000" dirty="0">
                  <a:solidFill>
                    <a:schemeClr val="accent2"/>
                  </a:solidFill>
                  <a:latin typeface="+mn-ea"/>
                  <a:ea typeface="+mn-ea"/>
                </a:rPr>
                <a:t>m-1</a:t>
              </a:r>
            </a:p>
          </p:txBody>
        </p:sp>
        <p:sp>
          <p:nvSpPr>
            <p:cNvPr id="311" name="Text Box 25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71600" y="1584000"/>
              <a:ext cx="467995" cy="4318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停机</a:t>
              </a:r>
            </a:p>
          </p:txBody>
        </p:sp>
        <p:sp>
          <p:nvSpPr>
            <p:cNvPr id="312" name="Text Box 260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951530" y="1925630"/>
              <a:ext cx="215900" cy="32385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313" name="Text Box 23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103420" y="1907850"/>
              <a:ext cx="899795" cy="28829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定时逻辑</a:t>
              </a:r>
            </a:p>
          </p:txBody>
        </p:sp>
        <p:sp>
          <p:nvSpPr>
            <p:cNvPr id="314" name="Text Box 23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871395" y="2015800"/>
              <a:ext cx="720090" cy="28829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脉冲源</a:t>
              </a:r>
            </a:p>
          </p:txBody>
        </p:sp>
        <p:cxnSp>
          <p:nvCxnSpPr>
            <p:cNvPr id="315" name="直接箭头连接符 314"/>
            <p:cNvCxnSpPr/>
            <p:nvPr>
              <p:custDataLst>
                <p:tags r:id="rId15"/>
              </p:custDataLst>
            </p:nvPr>
          </p:nvCxnSpPr>
          <p:spPr bwMode="auto">
            <a:xfrm>
              <a:off x="3167430" y="2088190"/>
              <a:ext cx="93599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6" name="直接箭头连接符 315"/>
            <p:cNvCxnSpPr/>
            <p:nvPr>
              <p:custDataLst>
                <p:tags r:id="rId16"/>
              </p:custDataLst>
            </p:nvPr>
          </p:nvCxnSpPr>
          <p:spPr bwMode="auto">
            <a:xfrm>
              <a:off x="1439595" y="1728145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7" name="直接箭头连接符 316"/>
            <p:cNvCxnSpPr/>
            <p:nvPr>
              <p:custDataLst>
                <p:tags r:id="rId17"/>
              </p:custDataLst>
            </p:nvPr>
          </p:nvCxnSpPr>
          <p:spPr bwMode="auto">
            <a:xfrm>
              <a:off x="1439595" y="1871655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8" name="直接箭头连接符 64"/>
            <p:cNvCxnSpPr/>
            <p:nvPr>
              <p:custDataLst>
                <p:tags r:id="rId18"/>
              </p:custDataLst>
            </p:nvPr>
          </p:nvCxnSpPr>
          <p:spPr bwMode="auto">
            <a:xfrm rot="16200000" flipH="1">
              <a:off x="2771190" y="1799900"/>
              <a:ext cx="179705" cy="179705"/>
            </a:xfrm>
            <a:prstGeom prst="bentConnector3">
              <a:avLst>
                <a:gd name="adj1" fmla="val 97033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319" name="直接箭头连接符 318"/>
            <p:cNvCxnSpPr/>
            <p:nvPr>
              <p:custDataLst>
                <p:tags r:id="rId19"/>
              </p:custDataLst>
            </p:nvPr>
          </p:nvCxnSpPr>
          <p:spPr bwMode="auto">
            <a:xfrm>
              <a:off x="2591485" y="1799900"/>
              <a:ext cx="302387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0" name="直接箭头连接符 319"/>
            <p:cNvCxnSpPr/>
            <p:nvPr>
              <p:custDataLst>
                <p:tags r:id="rId20"/>
              </p:custDataLst>
            </p:nvPr>
          </p:nvCxnSpPr>
          <p:spPr bwMode="auto">
            <a:xfrm>
              <a:off x="6551345" y="1728145"/>
              <a:ext cx="28892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21" name="Text Box 320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383330" y="1872290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CLK</a:t>
              </a:r>
              <a:endParaRPr lang="zh-CN" altLang="en-US" sz="1600" b="1" baseline="-20000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22" name="Text Box 320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040045" y="1836095"/>
              <a:ext cx="288290" cy="215900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CP</a:t>
              </a:r>
              <a:endParaRPr lang="zh-CN" altLang="en-US" sz="1600" b="1" baseline="-20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23" name="Text Box 320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347135" y="1584000"/>
              <a:ext cx="504825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ClrN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24" name="直接箭头连接符 323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4248000" y="2196000"/>
              <a:ext cx="0" cy="5759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5" name="直接箭头连接符 324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4895265" y="2196000"/>
              <a:ext cx="0" cy="5759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26" name="Text Box 320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563035" y="2772000"/>
              <a:ext cx="93599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定时方式</a:t>
              </a:r>
            </a:p>
          </p:txBody>
        </p:sp>
        <p:sp>
          <p:nvSpPr>
            <p:cNvPr id="327" name="Text Box 32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535220" y="2772000"/>
              <a:ext cx="93599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操作状态</a:t>
              </a:r>
            </a:p>
          </p:txBody>
        </p:sp>
        <p:sp>
          <p:nvSpPr>
            <p:cNvPr id="328" name="Text Box 320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439595" y="2412040"/>
              <a:ext cx="1943735" cy="2520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主时钟脉冲形成部件</a:t>
              </a:r>
            </a:p>
          </p:txBody>
        </p:sp>
        <p:cxnSp>
          <p:nvCxnSpPr>
            <p:cNvPr id="329" name="直接连接符 328"/>
            <p:cNvCxnSpPr/>
            <p:nvPr>
              <p:custDataLst>
                <p:tags r:id="rId29"/>
              </p:custDataLst>
            </p:nvPr>
          </p:nvCxnSpPr>
          <p:spPr bwMode="auto">
            <a:xfrm>
              <a:off x="5183555" y="1584000"/>
              <a:ext cx="0" cy="11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30" name="矩形 329"/>
            <p:cNvSpPr/>
            <p:nvPr>
              <p:custDataLst>
                <p:tags r:id="rId30"/>
              </p:custDataLst>
            </p:nvPr>
          </p:nvSpPr>
          <p:spPr>
            <a:xfrm>
              <a:off x="5975400" y="2196000"/>
              <a:ext cx="575945" cy="39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31" name="Text Box 253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857415" y="2160000"/>
              <a:ext cx="215900" cy="39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P</a:t>
              </a:r>
              <a:r>
                <a:rPr lang="en-US" altLang="zh-CN" sz="1600" b="1" baseline="-14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P</a:t>
              </a:r>
              <a:r>
                <a:rPr lang="en-US" altLang="zh-CN" sz="1600" b="1" baseline="-14000" dirty="0">
                  <a:solidFill>
                    <a:srgbClr val="990099"/>
                  </a:solidFill>
                  <a:latin typeface="+mn-ea"/>
                  <a:ea typeface="+mn-ea"/>
                </a:rPr>
                <a:t>1</a:t>
              </a:r>
            </a:p>
          </p:txBody>
        </p:sp>
        <p:cxnSp>
          <p:nvCxnSpPr>
            <p:cNvPr id="332" name="直接箭头连接符 331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6479590" y="2448000"/>
              <a:ext cx="360045" cy="12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33" name="Text Box 260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263690" y="2340000"/>
              <a:ext cx="144145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334" name="直接箭头连接符 64"/>
            <p:cNvCxnSpPr/>
            <p:nvPr>
              <p:custDataLst>
                <p:tags r:id="rId34"/>
              </p:custDataLst>
            </p:nvPr>
          </p:nvCxnSpPr>
          <p:spPr bwMode="auto">
            <a:xfrm>
              <a:off x="5255310" y="2052000"/>
              <a:ext cx="1224280" cy="216000"/>
            </a:xfrm>
            <a:prstGeom prst="bentConnector3">
              <a:avLst>
                <a:gd name="adj1" fmla="val -81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335" name="椭圆 334"/>
            <p:cNvSpPr/>
            <p:nvPr>
              <p:custDataLst>
                <p:tags r:id="rId35"/>
              </p:custDataLst>
            </p:nvPr>
          </p:nvSpPr>
          <p:spPr bwMode="auto">
            <a:xfrm>
              <a:off x="6407835" y="2412000"/>
              <a:ext cx="70485" cy="72000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36" name="直接箭头连接符 64"/>
            <p:cNvCxnSpPr/>
            <p:nvPr>
              <p:custDataLst>
                <p:tags r:id="rId36"/>
              </p:custDataLst>
            </p:nvPr>
          </p:nvCxnSpPr>
          <p:spPr bwMode="auto">
            <a:xfrm>
              <a:off x="6119545" y="2268000"/>
              <a:ext cx="144145" cy="180000"/>
            </a:xfrm>
            <a:prstGeom prst="bentConnector3">
              <a:avLst>
                <a:gd name="adj1" fmla="val 478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37" name="直接箭头连接符 336"/>
            <p:cNvCxnSpPr/>
            <p:nvPr>
              <p:custDataLst>
                <p:tags r:id="rId37"/>
              </p:custDataLst>
            </p:nvPr>
          </p:nvCxnSpPr>
          <p:spPr bwMode="auto">
            <a:xfrm>
              <a:off x="6552615" y="2052000"/>
              <a:ext cx="28892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8" name="直接箭头连接符 337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5831255" y="2123755"/>
              <a:ext cx="0" cy="64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39" name="Text Box 320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5471210" y="2772000"/>
              <a:ext cx="93599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变长参数</a:t>
              </a:r>
            </a:p>
          </p:txBody>
        </p:sp>
        <p:cxnSp>
          <p:nvCxnSpPr>
            <p:cNvPr id="340" name="直接箭头连接符 339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6479590" y="2268000"/>
              <a:ext cx="360045" cy="12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41" name="Text Box 320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219750" y="2304000"/>
              <a:ext cx="504190" cy="39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定序逻辑</a:t>
              </a:r>
            </a:p>
          </p:txBody>
        </p:sp>
        <p:cxnSp>
          <p:nvCxnSpPr>
            <p:cNvPr id="342" name="直接箭头连接符 341"/>
            <p:cNvCxnSpPr/>
            <p:nvPr>
              <p:custDataLst>
                <p:tags r:id="rId42"/>
              </p:custDataLst>
            </p:nvPr>
          </p:nvCxnSpPr>
          <p:spPr bwMode="auto">
            <a:xfrm>
              <a:off x="2591485" y="2159945"/>
              <a:ext cx="36004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3" name="直接箭头连接符 342"/>
            <p:cNvCxnSpPr/>
            <p:nvPr>
              <p:custDataLst>
                <p:tags r:id="rId43"/>
              </p:custDataLst>
            </p:nvPr>
          </p:nvCxnSpPr>
          <p:spPr bwMode="auto">
            <a:xfrm>
              <a:off x="5003850" y="2051995"/>
              <a:ext cx="6121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33" name="线形标注 2 132"/>
          <p:cNvSpPr/>
          <p:nvPr/>
        </p:nvSpPr>
        <p:spPr bwMode="auto">
          <a:xfrm>
            <a:off x="7308304" y="2492896"/>
            <a:ext cx="1656000" cy="504000"/>
          </a:xfrm>
          <a:prstGeom prst="borderCallout2">
            <a:avLst>
              <a:gd name="adj1" fmla="val 49811"/>
              <a:gd name="adj2" fmla="val 385"/>
              <a:gd name="adj3" fmla="val 49216"/>
              <a:gd name="adj4" fmla="val -15120"/>
              <a:gd name="adj5" fmla="val 7102"/>
              <a:gd name="adj6" fmla="val -3786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r>
              <a:rPr lang="zh-CN" altLang="en-US" sz="1600" b="1" dirty="0">
                <a:latin typeface="宋体" panose="02010600030101010101" pitchFamily="2" charset="-122"/>
              </a:rPr>
              <a:t>信号数＞</a:t>
            </a:r>
            <a:r>
              <a:rPr lang="en-US" altLang="zh-CN" sz="1600" b="1" dirty="0">
                <a:latin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</a:rPr>
              <a:t>个时为环形信号发生器</a:t>
            </a:r>
          </a:p>
        </p:txBody>
      </p:sp>
      <p:grpSp>
        <p:nvGrpSpPr>
          <p:cNvPr id="344" name="组合 343"/>
          <p:cNvGrpSpPr/>
          <p:nvPr/>
        </p:nvGrpSpPr>
        <p:grpSpPr>
          <a:xfrm>
            <a:off x="5832000" y="4434743"/>
            <a:ext cx="2988000" cy="1226505"/>
            <a:chOff x="5331718" y="4473104"/>
            <a:chExt cx="2988000" cy="1226505"/>
          </a:xfrm>
        </p:grpSpPr>
        <p:sp>
          <p:nvSpPr>
            <p:cNvPr id="345" name="矩形 344"/>
            <p:cNvSpPr/>
            <p:nvPr/>
          </p:nvSpPr>
          <p:spPr>
            <a:xfrm>
              <a:off x="5943718" y="4473104"/>
              <a:ext cx="1980000" cy="11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46" name="Text Box 148"/>
            <p:cNvSpPr txBox="1">
              <a:spLocks noChangeArrowheads="1"/>
            </p:cNvSpPr>
            <p:nvPr/>
          </p:nvSpPr>
          <p:spPr bwMode="auto">
            <a:xfrm>
              <a:off x="7671718" y="4545104"/>
              <a:ext cx="252000" cy="104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2-4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译码器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47" name="Text Box 149"/>
            <p:cNvSpPr txBox="1">
              <a:spLocks noChangeArrowheads="1"/>
            </p:cNvSpPr>
            <p:nvPr/>
          </p:nvSpPr>
          <p:spPr bwMode="auto">
            <a:xfrm>
              <a:off x="8103718" y="4473104"/>
              <a:ext cx="216000" cy="72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 anchor="t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0000" dirty="0">
                  <a:latin typeface="宋体" panose="02010600030101010101" pitchFamily="2" charset="-122"/>
                </a:rPr>
                <a:t>0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0000" dirty="0">
                  <a:latin typeface="宋体" panose="02010600030101010101" pitchFamily="2" charset="-122"/>
                </a:rPr>
                <a:t>1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0000" dirty="0">
                  <a:latin typeface="宋体" panose="02010600030101010101" pitchFamily="2" charset="-122"/>
                </a:rPr>
                <a:t>2</a:t>
              </a:r>
            </a:p>
            <a:p>
              <a:pPr algn="l">
                <a:lnSpc>
                  <a:spcPct val="90000"/>
                </a:lnSpc>
              </a:pP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48" name="Text Box 157"/>
            <p:cNvSpPr txBox="1">
              <a:spLocks noChangeArrowheads="1"/>
            </p:cNvSpPr>
            <p:nvPr/>
          </p:nvSpPr>
          <p:spPr bwMode="auto">
            <a:xfrm>
              <a:off x="6084168" y="5303488"/>
              <a:ext cx="432000" cy="18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349" name="Text Box 163"/>
            <p:cNvSpPr txBox="1">
              <a:spLocks noChangeArrowheads="1"/>
            </p:cNvSpPr>
            <p:nvPr/>
          </p:nvSpPr>
          <p:spPr bwMode="auto">
            <a:xfrm>
              <a:off x="6015718" y="4545104"/>
              <a:ext cx="1152000" cy="61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28800" rIns="36000" bIns="0" anchor="t" anchorCtr="0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LDN</a:t>
              </a:r>
              <a:r>
                <a:rPr lang="en-US" altLang="zh-CN" sz="1600" b="1" dirty="0"/>
                <a:t> 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        Q</a:t>
              </a:r>
            </a:p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    CLRN</a:t>
              </a:r>
            </a:p>
          </p:txBody>
        </p:sp>
        <p:sp>
          <p:nvSpPr>
            <p:cNvPr id="350" name="Text Box 163"/>
            <p:cNvSpPr txBox="1">
              <a:spLocks noChangeArrowheads="1"/>
            </p:cNvSpPr>
            <p:nvPr/>
          </p:nvSpPr>
          <p:spPr bwMode="auto">
            <a:xfrm>
              <a:off x="6660232" y="5229104"/>
              <a:ext cx="900000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归零电路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51" name="直接箭头连接符 350"/>
            <p:cNvCxnSpPr/>
            <p:nvPr/>
          </p:nvCxnSpPr>
          <p:spPr bwMode="auto">
            <a:xfrm>
              <a:off x="7923718" y="4577952"/>
              <a:ext cx="180000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2" name="直接箭头连接符 351"/>
            <p:cNvCxnSpPr/>
            <p:nvPr/>
          </p:nvCxnSpPr>
          <p:spPr bwMode="auto">
            <a:xfrm>
              <a:off x="7923718" y="4797152"/>
              <a:ext cx="180000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3" name="直接箭头连接符 352"/>
            <p:cNvCxnSpPr/>
            <p:nvPr/>
          </p:nvCxnSpPr>
          <p:spPr bwMode="auto">
            <a:xfrm>
              <a:off x="7923718" y="5049104"/>
              <a:ext cx="180000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4" name="直接箭头连接符 353"/>
            <p:cNvCxnSpPr/>
            <p:nvPr/>
          </p:nvCxnSpPr>
          <p:spPr bwMode="auto">
            <a:xfrm>
              <a:off x="7923718" y="5265104"/>
              <a:ext cx="180000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5" name="直接箭头连接符 354"/>
            <p:cNvCxnSpPr/>
            <p:nvPr/>
          </p:nvCxnSpPr>
          <p:spPr bwMode="auto">
            <a:xfrm>
              <a:off x="6372200" y="5589104"/>
              <a:ext cx="72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6" name="直接箭头连接符 355"/>
            <p:cNvCxnSpPr/>
            <p:nvPr/>
          </p:nvCxnSpPr>
          <p:spPr bwMode="auto">
            <a:xfrm>
              <a:off x="6300192" y="5153793"/>
              <a:ext cx="0" cy="7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7" name="直接箭头连接符 356"/>
            <p:cNvCxnSpPr/>
            <p:nvPr/>
          </p:nvCxnSpPr>
          <p:spPr bwMode="auto">
            <a:xfrm>
              <a:off x="7167718" y="4797104"/>
              <a:ext cx="50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8" name="直接箭头连接符 357"/>
            <p:cNvCxnSpPr/>
            <p:nvPr/>
          </p:nvCxnSpPr>
          <p:spPr bwMode="auto">
            <a:xfrm>
              <a:off x="7164288" y="4905104"/>
              <a:ext cx="50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9" name="直接箭头连接符 358"/>
            <p:cNvCxnSpPr/>
            <p:nvPr/>
          </p:nvCxnSpPr>
          <p:spPr bwMode="auto">
            <a:xfrm>
              <a:off x="7311718" y="4797104"/>
              <a:ext cx="0" cy="43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360" name="直接箭头连接符 359"/>
            <p:cNvCxnSpPr/>
            <p:nvPr/>
          </p:nvCxnSpPr>
          <p:spPr bwMode="auto">
            <a:xfrm>
              <a:off x="7419718" y="4905104"/>
              <a:ext cx="0" cy="32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361" name="直接箭头连接符 360"/>
            <p:cNvCxnSpPr/>
            <p:nvPr/>
          </p:nvCxnSpPr>
          <p:spPr bwMode="auto">
            <a:xfrm>
              <a:off x="7092280" y="5481104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2" name="直接箭头连接符 361"/>
            <p:cNvCxnSpPr/>
            <p:nvPr/>
          </p:nvCxnSpPr>
          <p:spPr bwMode="auto">
            <a:xfrm>
              <a:off x="6372200" y="5481104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3" name="直接箭头连接符 362"/>
            <p:cNvCxnSpPr/>
            <p:nvPr/>
          </p:nvCxnSpPr>
          <p:spPr bwMode="auto">
            <a:xfrm>
              <a:off x="5835718" y="5589104"/>
              <a:ext cx="39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4" name="直接箭头连接符 363"/>
            <p:cNvCxnSpPr/>
            <p:nvPr/>
          </p:nvCxnSpPr>
          <p:spPr bwMode="auto">
            <a:xfrm>
              <a:off x="6228184" y="5481104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65" name="椭圆 364"/>
            <p:cNvSpPr/>
            <p:nvPr/>
          </p:nvSpPr>
          <p:spPr bwMode="auto">
            <a:xfrm>
              <a:off x="6264040" y="5229200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6" name="Text Box 320"/>
            <p:cNvSpPr txBox="1">
              <a:spLocks noChangeArrowheads="1"/>
            </p:cNvSpPr>
            <p:nvPr/>
          </p:nvSpPr>
          <p:spPr bwMode="auto">
            <a:xfrm>
              <a:off x="5547718" y="4941104"/>
              <a:ext cx="288629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CP</a:t>
              </a:r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67" name="Text Box 320"/>
            <p:cNvSpPr txBox="1">
              <a:spLocks noChangeArrowheads="1"/>
            </p:cNvSpPr>
            <p:nvPr/>
          </p:nvSpPr>
          <p:spPr bwMode="auto">
            <a:xfrm>
              <a:off x="5331718" y="5481104"/>
              <a:ext cx="504639" cy="2185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 err="1">
                  <a:latin typeface="宋体" panose="02010600030101010101" pitchFamily="2" charset="-122"/>
                </a:rPr>
                <a:t>ClrN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68" name="直接箭头连接符 367"/>
            <p:cNvCxnSpPr/>
            <p:nvPr/>
          </p:nvCxnSpPr>
          <p:spPr bwMode="auto">
            <a:xfrm>
              <a:off x="5835718" y="5049104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54</a:t>
            </a:fld>
            <a:endParaRPr lang="en-US" altLang="zh-CN" dirty="0"/>
          </a:p>
        </p:txBody>
      </p:sp>
      <p:sp>
        <p:nvSpPr>
          <p:cNvPr id="388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190839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5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2" name="Text Box 303"/>
          <p:cNvSpPr txBox="1">
            <a:spLocks noChangeArrowheads="1"/>
          </p:cNvSpPr>
          <p:nvPr/>
        </p:nvSpPr>
        <p:spPr bwMode="auto">
          <a:xfrm>
            <a:off x="179263" y="360000"/>
            <a:ext cx="8857233" cy="23855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dirty="0" err="1">
                <a:solidFill>
                  <a:srgbClr val="C00000"/>
                </a:solidFill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+mn-ea"/>
              </a:rPr>
              <a:t>OP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的定时方式：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定时逻辑的实现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指</a:t>
            </a:r>
            <a:r>
              <a:rPr lang="en-US" altLang="zh-CN" sz="2200" u="sng" dirty="0" err="1">
                <a:sym typeface="+mn-ea"/>
              </a:rPr>
              <a:t>μ</a:t>
            </a:r>
            <a:r>
              <a:rPr lang="en-US" altLang="zh-CN" sz="2200" b="1" u="sng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u="sng" dirty="0">
                <a:latin typeface="宋体" panose="02010600030101010101" pitchFamily="2" charset="-122"/>
              </a:rPr>
              <a:t>时长</a:t>
            </a:r>
            <a:r>
              <a:rPr lang="zh-CN" altLang="en-US" sz="2200" b="1" dirty="0">
                <a:latin typeface="宋体" panose="02010600030101010101" pitchFamily="2" charset="-122"/>
              </a:rPr>
              <a:t>与</a:t>
            </a:r>
            <a:r>
              <a:rPr lang="en-US" altLang="zh-CN" sz="2200" b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</a:rPr>
              <a:t>的关联，</a:t>
            </a:r>
            <a:r>
              <a:rPr lang="zh-CN" altLang="en-US" sz="2200" b="1" dirty="0">
                <a:latin typeface="+mn-ea"/>
              </a:rPr>
              <a:t>即</a:t>
            </a:r>
            <a:r>
              <a:rPr lang="en-US" altLang="zh-CN" sz="2200" b="1" u="sng" dirty="0">
                <a:solidFill>
                  <a:srgbClr val="990099"/>
                </a:solidFill>
                <a:latin typeface="+mn-ea"/>
              </a:rPr>
              <a:t>CP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</a:rPr>
              <a:t>时长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</a:rPr>
              <a:t>的控制</a:t>
            </a:r>
            <a:r>
              <a:rPr lang="zh-CN" altLang="en-US" sz="2200" b="1" dirty="0">
                <a:latin typeface="+mn-ea"/>
              </a:rPr>
              <a:t>方式  </a:t>
            </a:r>
            <a:r>
              <a:rPr lang="en-US" altLang="zh-CN" sz="1800" b="1" dirty="0">
                <a:latin typeface="+mn-ea"/>
              </a:rPr>
              <a:t>←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</a:rPr>
              <a:t>时延＝节拍周期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特征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实现策略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343" name="Text Box 5"/>
          <p:cNvSpPr txBox="1">
            <a:spLocks noChangeArrowheads="1"/>
          </p:cNvSpPr>
          <p:nvPr/>
        </p:nvSpPr>
        <p:spPr bwMode="auto">
          <a:xfrm>
            <a:off x="1475740" y="1268760"/>
            <a:ext cx="7560945" cy="2338017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108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①</a:t>
            </a: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</a:rPr>
              <a:t>的时延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固定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不等长</a:t>
            </a: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时延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可变</a:t>
            </a:r>
            <a:endParaRPr lang="en-US" altLang="zh-CN" sz="2200" b="1" u="sng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</a:rPr>
              <a:t>           (CPU</a:t>
            </a:r>
            <a:r>
              <a:rPr lang="zh-CN" altLang="en-US" sz="1800" b="1" dirty="0">
                <a:latin typeface="宋体" panose="02010600030101010101" pitchFamily="2" charset="-122"/>
              </a:rPr>
              <a:t>内部、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乘除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&gt;&gt;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加减</a:t>
            </a:r>
            <a:r>
              <a:rPr lang="en-US" altLang="zh-CN" sz="1800" b="1" dirty="0">
                <a:latin typeface="宋体" panose="02010600030101010101" pitchFamily="2" charset="-122"/>
              </a:rPr>
              <a:t>)     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(CPU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外部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如访存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])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复杂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┘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+mn-ea"/>
              </a:rPr>
              <a:t>←</a:t>
            </a:r>
            <a:r>
              <a:rPr lang="zh-CN" altLang="en-US" sz="1800" b="1" dirty="0"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基本</a:t>
            </a:r>
            <a:r>
              <a:rPr lang="en-US" altLang="zh-CN" sz="1800" dirty="0" err="1">
                <a:highlight>
                  <a:srgbClr val="FFFF00"/>
                </a:highlight>
                <a:sym typeface="+mn-ea"/>
              </a:rPr>
              <a:t>μ</a:t>
            </a:r>
            <a:r>
              <a:rPr lang="en-US" altLang="zh-CN" sz="1800" b="1" dirty="0" err="1">
                <a:highlight>
                  <a:srgbClr val="FFFF00"/>
                </a:highlight>
                <a:latin typeface="宋体" panose="02010600030101010101" pitchFamily="2" charset="-122"/>
              </a:rPr>
              <a:t>OP</a:t>
            </a:r>
            <a:endParaRPr lang="en-US" altLang="zh-CN" sz="1800" b="1" dirty="0">
              <a:highlight>
                <a:srgbClr val="FFFF00"/>
              </a:highlight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中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增加</a:t>
            </a:r>
            <a:r>
              <a:rPr lang="en-US" altLang="zh-CN" sz="2200" u="sng" dirty="0" err="1">
                <a:solidFill>
                  <a:srgbClr val="990099"/>
                </a:solidFill>
                <a:sym typeface="+mn-ea"/>
              </a:rPr>
              <a:t>μ</a:t>
            </a:r>
            <a:r>
              <a:rPr lang="en-US" altLang="zh-CN" sz="2200" b="1" u="sng" dirty="0" err="1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OPCmd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表明特征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(①/②)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所有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共用一个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时长控制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基于</a:t>
            </a: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类型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适于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①)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适于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②)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sng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44" name="Text Box 168"/>
          <p:cNvSpPr txBox="1">
            <a:spLocks noChangeArrowheads="1"/>
          </p:cNvSpPr>
          <p:nvPr/>
        </p:nvSpPr>
        <p:spPr bwMode="auto">
          <a:xfrm>
            <a:off x="170180" y="3140968"/>
            <a:ext cx="8735695" cy="3188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同步控制方式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spc="-50" dirty="0" err="1"/>
              <a:t>μ</a:t>
            </a:r>
            <a:r>
              <a:rPr lang="en-US" altLang="zh-CN" sz="2200" b="1" spc="-50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spc="-50" dirty="0">
                <a:latin typeface="宋体" panose="02010600030101010101" pitchFamily="2" charset="-122"/>
              </a:rPr>
              <a:t>时长仅受</a:t>
            </a: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</a:rPr>
              <a:t>统一的</a:t>
            </a:r>
            <a:r>
              <a:rPr lang="zh-CN" altLang="en-US" sz="2200" b="1" u="sng" spc="-50" dirty="0">
                <a:solidFill>
                  <a:srgbClr val="0070C0"/>
                </a:solidFill>
                <a:latin typeface="宋体" panose="02010600030101010101" pitchFamily="2" charset="-122"/>
              </a:rPr>
              <a:t>基准时钟信号</a:t>
            </a:r>
            <a:r>
              <a:rPr lang="en-US" altLang="zh-CN" sz="1800" b="1" spc="-50" dirty="0">
                <a:latin typeface="宋体" panose="02010600030101010101" pitchFamily="2" charset="-122"/>
              </a:rPr>
              <a:t>(</a:t>
            </a:r>
            <a:r>
              <a:rPr lang="zh-CN" altLang="en-US" sz="1800" b="1" spc="-50" dirty="0">
                <a:solidFill>
                  <a:srgbClr val="990099"/>
                </a:solidFill>
                <a:latin typeface="宋体" panose="02010600030101010101" pitchFamily="2" charset="-122"/>
              </a:rPr>
              <a:t>主</a:t>
            </a:r>
            <a:r>
              <a:rPr lang="en-US" altLang="zh-CN" sz="1800" b="1" spc="-50" dirty="0">
                <a:solidFill>
                  <a:srgbClr val="990099"/>
                </a:solidFill>
                <a:latin typeface="宋体" panose="02010600030101010101" pitchFamily="2" charset="-122"/>
              </a:rPr>
              <a:t>CLK</a:t>
            </a:r>
            <a:r>
              <a:rPr lang="en-US" altLang="zh-CN" sz="1800" b="1" spc="-50" dirty="0">
                <a:latin typeface="宋体" panose="02010600030101010101" pitchFamily="2" charset="-122"/>
              </a:rPr>
              <a:t>)</a:t>
            </a:r>
            <a:r>
              <a:rPr lang="zh-CN" altLang="en-US" sz="2200" b="1" spc="-50" dirty="0">
                <a:latin typeface="宋体" panose="02010600030101010101" pitchFamily="2" charset="-122"/>
              </a:rPr>
              <a:t>控制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定时原理：</a:t>
            </a: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定时逻辑：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特点：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345" name="Text Box 168"/>
          <p:cNvSpPr txBox="1">
            <a:spLocks noChangeArrowheads="1"/>
          </p:cNvSpPr>
          <p:nvPr/>
        </p:nvSpPr>
        <p:spPr bwMode="auto">
          <a:xfrm>
            <a:off x="1887221" y="3588683"/>
            <a:ext cx="5781040" cy="27422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dirty="0">
                <a:latin typeface="+mn-ea"/>
                <a:ea typeface="+mn-ea"/>
                <a:sym typeface="+mn-ea"/>
              </a:rPr>
              <a:t>   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16000" dirty="0"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1T</a:t>
            </a:r>
            <a:r>
              <a:rPr lang="en-US" altLang="zh-CN" sz="2200" b="1" baseline="-18000" dirty="0">
                <a:latin typeface="宋体" panose="02010600030101010101" pitchFamily="2" charset="-122"/>
                <a:sym typeface="+mn-ea"/>
              </a:rPr>
              <a:t>C</a:t>
            </a:r>
            <a:endParaRPr lang="en-US" altLang="zh-CN" sz="22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CP＝CLK</a:t>
            </a:r>
            <a:endParaRPr lang="en-US" altLang="zh-CN" sz="2200" b="1" baseline="-18000" dirty="0">
              <a:latin typeface="宋体" panose="02010600030101010101" pitchFamily="2" charset="-122"/>
            </a:endParaRPr>
          </a:p>
          <a:p>
            <a:pPr algn="l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控制简单，适合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内部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+mn-ea"/>
                <a:sym typeface="+mn-ea"/>
              </a:rPr>
              <a:t>OP</a:t>
            </a:r>
            <a:r>
              <a:rPr lang="zh-CN" altLang="en-US" sz="2200" b="1" dirty="0">
                <a:latin typeface="+mn-ea"/>
                <a:sym typeface="+mn-ea"/>
              </a:rPr>
              <a:t>定时</a:t>
            </a:r>
            <a:r>
              <a:rPr lang="en-US" altLang="zh-CN" sz="1800" b="1" dirty="0">
                <a:latin typeface="+mn-ea"/>
                <a:sym typeface="+mn-ea"/>
              </a:rPr>
              <a:t>(</a:t>
            </a:r>
            <a:r>
              <a:rPr lang="zh-CN" altLang="en-US" sz="1800" b="1" dirty="0">
                <a:latin typeface="+mn-ea"/>
                <a:sym typeface="+mn-ea"/>
              </a:rPr>
              <a:t>时延固定</a:t>
            </a:r>
            <a:r>
              <a:rPr lang="en-US" altLang="zh-CN" sz="1800" b="1" dirty="0">
                <a:latin typeface="+mn-ea"/>
                <a:sym typeface="+mn-ea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1C2899B-C905-4984-B97C-C3F926816A32}"/>
              </a:ext>
            </a:extLst>
          </p:cNvPr>
          <p:cNvGrpSpPr/>
          <p:nvPr/>
        </p:nvGrpSpPr>
        <p:grpSpPr>
          <a:xfrm>
            <a:off x="2411760" y="4149080"/>
            <a:ext cx="2520315" cy="1188085"/>
            <a:chOff x="5076000" y="3996000"/>
            <a:chExt cx="2520315" cy="1188085"/>
          </a:xfrm>
        </p:grpSpPr>
        <p:sp>
          <p:nvSpPr>
            <p:cNvPr id="347" name="Text Box 82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048185" y="4265875"/>
              <a:ext cx="1403985" cy="1797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7780" tIns="17780" rIns="18000" bIns="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spc="2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baseline="-18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  <a:sym typeface="+mn-ea"/>
                </a:rPr>
                <a:t>2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348" name="直接连接符 347"/>
            <p:cNvCxnSpPr/>
            <p:nvPr>
              <p:custDataLst>
                <p:tags r:id="rId4"/>
              </p:custDataLst>
            </p:nvPr>
          </p:nvCxnSpPr>
          <p:spPr>
            <a:xfrm>
              <a:off x="7019735" y="4175705"/>
              <a:ext cx="0" cy="1007745"/>
            </a:xfrm>
            <a:prstGeom prst="line">
              <a:avLst/>
            </a:prstGeom>
            <a:ln w="12700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9" name="Text Box 10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076000" y="3996000"/>
              <a:ext cx="864235" cy="118808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 algn="r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CLK</a:t>
              </a:r>
            </a:p>
            <a:p>
              <a:pPr algn="r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</a:t>
              </a:r>
            </a:p>
            <a:p>
              <a:pPr algn="r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600" dirty="0"/>
                <a:t>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OPCmd1</a:t>
              </a:r>
            </a:p>
            <a:p>
              <a:pPr algn="r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600" dirty="0"/>
                <a:t>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OPCmd2</a:t>
              </a:r>
            </a:p>
            <a:p>
              <a:pPr algn="r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600" dirty="0"/>
                <a:t>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OPCmd3</a:t>
              </a:r>
            </a:p>
          </p:txBody>
        </p:sp>
        <p:cxnSp>
          <p:nvCxnSpPr>
            <p:cNvPr id="350" name="直接连接符 349"/>
            <p:cNvCxnSpPr/>
            <p:nvPr>
              <p:custDataLst>
                <p:tags r:id="rId6"/>
              </p:custDataLst>
            </p:nvPr>
          </p:nvCxnSpPr>
          <p:spPr>
            <a:xfrm flipH="1">
              <a:off x="6516180" y="4175705"/>
              <a:ext cx="635" cy="1007745"/>
            </a:xfrm>
            <a:prstGeom prst="line">
              <a:avLst/>
            </a:prstGeom>
            <a:ln w="12700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接连接符 350"/>
            <p:cNvCxnSpPr/>
            <p:nvPr>
              <p:custDataLst>
                <p:tags r:id="rId7"/>
              </p:custDataLst>
            </p:nvPr>
          </p:nvCxnSpPr>
          <p:spPr>
            <a:xfrm flipH="1">
              <a:off x="6011990" y="4175705"/>
              <a:ext cx="635" cy="1007745"/>
            </a:xfrm>
            <a:prstGeom prst="line">
              <a:avLst/>
            </a:prstGeom>
            <a:ln w="12700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接连接符 351"/>
            <p:cNvCxnSpPr/>
            <p:nvPr>
              <p:custDataLst>
                <p:tags r:id="rId8"/>
              </p:custDataLst>
            </p:nvPr>
          </p:nvCxnSpPr>
          <p:spPr>
            <a:xfrm>
              <a:off x="7523925" y="4175705"/>
              <a:ext cx="0" cy="1007745"/>
            </a:xfrm>
            <a:prstGeom prst="line">
              <a:avLst/>
            </a:prstGeom>
            <a:ln w="12700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直接连接符 352"/>
            <p:cNvCxnSpPr/>
            <p:nvPr>
              <p:custDataLst>
                <p:tags r:id="rId9"/>
              </p:custDataLst>
            </p:nvPr>
          </p:nvCxnSpPr>
          <p:spPr>
            <a:xfrm flipH="1">
              <a:off x="6516180" y="4500825"/>
              <a:ext cx="3175" cy="179705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直接连接符 353"/>
            <p:cNvCxnSpPr/>
            <p:nvPr>
              <p:custDataLst>
                <p:tags r:id="rId10"/>
              </p:custDataLst>
            </p:nvPr>
          </p:nvCxnSpPr>
          <p:spPr>
            <a:xfrm>
              <a:off x="6011990" y="4500825"/>
              <a:ext cx="50419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直接连接符 354"/>
            <p:cNvCxnSpPr/>
            <p:nvPr>
              <p:custDataLst>
                <p:tags r:id="rId11"/>
              </p:custDataLst>
            </p:nvPr>
          </p:nvCxnSpPr>
          <p:spPr>
            <a:xfrm flipH="1">
              <a:off x="6012625" y="4500825"/>
              <a:ext cx="1270" cy="179705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直接连接符 355"/>
            <p:cNvCxnSpPr/>
            <p:nvPr>
              <p:custDataLst>
                <p:tags r:id="rId12"/>
              </p:custDataLst>
            </p:nvPr>
          </p:nvCxnSpPr>
          <p:spPr>
            <a:xfrm>
              <a:off x="5939600" y="4680530"/>
              <a:ext cx="71755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直接连接符 356"/>
            <p:cNvCxnSpPr/>
            <p:nvPr>
              <p:custDataLst>
                <p:tags r:id="rId13"/>
              </p:custDataLst>
            </p:nvPr>
          </p:nvCxnSpPr>
          <p:spPr>
            <a:xfrm>
              <a:off x="6516180" y="4680530"/>
              <a:ext cx="50419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直接连接符 357"/>
            <p:cNvCxnSpPr/>
            <p:nvPr>
              <p:custDataLst>
                <p:tags r:id="rId14"/>
              </p:custDataLst>
            </p:nvPr>
          </p:nvCxnSpPr>
          <p:spPr>
            <a:xfrm flipH="1">
              <a:off x="7019735" y="4752920"/>
              <a:ext cx="0" cy="179705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直接连接符 358"/>
            <p:cNvCxnSpPr/>
            <p:nvPr>
              <p:custDataLst>
                <p:tags r:id="rId15"/>
              </p:custDataLst>
            </p:nvPr>
          </p:nvCxnSpPr>
          <p:spPr>
            <a:xfrm>
              <a:off x="6516180" y="4752920"/>
              <a:ext cx="50419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直接连接符 359"/>
            <p:cNvCxnSpPr/>
            <p:nvPr>
              <p:custDataLst>
                <p:tags r:id="rId16"/>
              </p:custDataLst>
            </p:nvPr>
          </p:nvCxnSpPr>
          <p:spPr>
            <a:xfrm>
              <a:off x="6516180" y="4752920"/>
              <a:ext cx="0" cy="179705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直接连接符 360"/>
            <p:cNvCxnSpPr/>
            <p:nvPr>
              <p:custDataLst>
                <p:tags r:id="rId17"/>
              </p:custDataLst>
            </p:nvPr>
          </p:nvCxnSpPr>
          <p:spPr>
            <a:xfrm>
              <a:off x="5940235" y="4932625"/>
              <a:ext cx="575945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直接连接符 361"/>
            <p:cNvCxnSpPr/>
            <p:nvPr>
              <p:custDataLst>
                <p:tags r:id="rId18"/>
              </p:custDataLst>
            </p:nvPr>
          </p:nvCxnSpPr>
          <p:spPr>
            <a:xfrm>
              <a:off x="7019735" y="4932625"/>
              <a:ext cx="575945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直接连接符 362"/>
            <p:cNvCxnSpPr/>
            <p:nvPr>
              <p:custDataLst>
                <p:tags r:id="rId19"/>
              </p:custDataLst>
            </p:nvPr>
          </p:nvCxnSpPr>
          <p:spPr>
            <a:xfrm>
              <a:off x="6012625" y="4250000"/>
              <a:ext cx="252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直接连接符 363"/>
            <p:cNvCxnSpPr/>
            <p:nvPr>
              <p:custDataLst>
                <p:tags r:id="rId20"/>
              </p:custDataLst>
            </p:nvPr>
          </p:nvCxnSpPr>
          <p:spPr>
            <a:xfrm>
              <a:off x="6012625" y="4250000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直接连接符 364"/>
            <p:cNvCxnSpPr/>
            <p:nvPr>
              <p:custDataLst>
                <p:tags r:id="rId21"/>
              </p:custDataLst>
            </p:nvPr>
          </p:nvCxnSpPr>
          <p:spPr>
            <a:xfrm>
              <a:off x="5940870" y="4429705"/>
              <a:ext cx="7175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/>
            <p:cNvCxnSpPr/>
            <p:nvPr>
              <p:custDataLst>
                <p:tags r:id="rId22"/>
              </p:custDataLst>
            </p:nvPr>
          </p:nvCxnSpPr>
          <p:spPr>
            <a:xfrm>
              <a:off x="6264085" y="4250000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/>
            <p:cNvCxnSpPr/>
            <p:nvPr>
              <p:custDataLst>
                <p:tags r:id="rId23"/>
              </p:custDataLst>
            </p:nvPr>
          </p:nvCxnSpPr>
          <p:spPr>
            <a:xfrm>
              <a:off x="6264085" y="4429705"/>
              <a:ext cx="252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直接连接符 367"/>
            <p:cNvCxnSpPr/>
            <p:nvPr>
              <p:custDataLst>
                <p:tags r:id="rId24"/>
              </p:custDataLst>
            </p:nvPr>
          </p:nvCxnSpPr>
          <p:spPr>
            <a:xfrm>
              <a:off x="6516180" y="4250000"/>
              <a:ext cx="252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直接连接符 368"/>
            <p:cNvCxnSpPr/>
            <p:nvPr>
              <p:custDataLst>
                <p:tags r:id="rId25"/>
              </p:custDataLst>
            </p:nvPr>
          </p:nvCxnSpPr>
          <p:spPr>
            <a:xfrm>
              <a:off x="6516180" y="4250000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连接符 369"/>
            <p:cNvCxnSpPr/>
            <p:nvPr>
              <p:custDataLst>
                <p:tags r:id="rId26"/>
              </p:custDataLst>
            </p:nvPr>
          </p:nvCxnSpPr>
          <p:spPr>
            <a:xfrm>
              <a:off x="7020370" y="4250000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直接连接符 370"/>
            <p:cNvCxnSpPr/>
            <p:nvPr>
              <p:custDataLst>
                <p:tags r:id="rId27"/>
              </p:custDataLst>
            </p:nvPr>
          </p:nvCxnSpPr>
          <p:spPr>
            <a:xfrm>
              <a:off x="7271830" y="4429705"/>
              <a:ext cx="252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接连接符 371"/>
            <p:cNvCxnSpPr/>
            <p:nvPr>
              <p:custDataLst>
                <p:tags r:id="rId28"/>
              </p:custDataLst>
            </p:nvPr>
          </p:nvCxnSpPr>
          <p:spPr>
            <a:xfrm>
              <a:off x="7523925" y="4250000"/>
              <a:ext cx="7175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直接连接符 372"/>
            <p:cNvCxnSpPr/>
            <p:nvPr>
              <p:custDataLst>
                <p:tags r:id="rId29"/>
              </p:custDataLst>
            </p:nvPr>
          </p:nvCxnSpPr>
          <p:spPr>
            <a:xfrm>
              <a:off x="7523925" y="4250000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直接连接符 373"/>
            <p:cNvCxnSpPr/>
            <p:nvPr>
              <p:custDataLst>
                <p:tags r:id="rId30"/>
              </p:custDataLst>
            </p:nvPr>
          </p:nvCxnSpPr>
          <p:spPr>
            <a:xfrm>
              <a:off x="6011355" y="3996000"/>
              <a:ext cx="252095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直接连接符 374"/>
            <p:cNvCxnSpPr/>
            <p:nvPr>
              <p:custDataLst>
                <p:tags r:id="rId31"/>
              </p:custDataLst>
            </p:nvPr>
          </p:nvCxnSpPr>
          <p:spPr>
            <a:xfrm>
              <a:off x="6011355" y="3996000"/>
              <a:ext cx="1270" cy="179705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直接连接符 375"/>
            <p:cNvCxnSpPr/>
            <p:nvPr>
              <p:custDataLst>
                <p:tags r:id="rId32"/>
              </p:custDataLst>
            </p:nvPr>
          </p:nvCxnSpPr>
          <p:spPr>
            <a:xfrm>
              <a:off x="5939600" y="4175705"/>
              <a:ext cx="71755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直接连接符 376"/>
            <p:cNvCxnSpPr/>
            <p:nvPr>
              <p:custDataLst>
                <p:tags r:id="rId33"/>
              </p:custDataLst>
            </p:nvPr>
          </p:nvCxnSpPr>
          <p:spPr>
            <a:xfrm>
              <a:off x="6264085" y="3996000"/>
              <a:ext cx="1270" cy="179705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直接连接符 377"/>
            <p:cNvCxnSpPr/>
            <p:nvPr>
              <p:custDataLst>
                <p:tags r:id="rId34"/>
              </p:custDataLst>
            </p:nvPr>
          </p:nvCxnSpPr>
          <p:spPr>
            <a:xfrm>
              <a:off x="6264085" y="4175705"/>
              <a:ext cx="252095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接连接符 378"/>
            <p:cNvCxnSpPr/>
            <p:nvPr>
              <p:custDataLst>
                <p:tags r:id="rId35"/>
              </p:custDataLst>
            </p:nvPr>
          </p:nvCxnSpPr>
          <p:spPr>
            <a:xfrm>
              <a:off x="6516180" y="3996000"/>
              <a:ext cx="252095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接连接符 379"/>
            <p:cNvCxnSpPr/>
            <p:nvPr>
              <p:custDataLst>
                <p:tags r:id="rId36"/>
              </p:custDataLst>
            </p:nvPr>
          </p:nvCxnSpPr>
          <p:spPr>
            <a:xfrm>
              <a:off x="6516180" y="3996000"/>
              <a:ext cx="1270" cy="179705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接连接符 380"/>
            <p:cNvCxnSpPr/>
            <p:nvPr>
              <p:custDataLst>
                <p:tags r:id="rId37"/>
              </p:custDataLst>
            </p:nvPr>
          </p:nvCxnSpPr>
          <p:spPr>
            <a:xfrm>
              <a:off x="6768275" y="3996000"/>
              <a:ext cx="1270" cy="179705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直接连接符 381"/>
            <p:cNvCxnSpPr/>
            <p:nvPr>
              <p:custDataLst>
                <p:tags r:id="rId38"/>
              </p:custDataLst>
            </p:nvPr>
          </p:nvCxnSpPr>
          <p:spPr>
            <a:xfrm>
              <a:off x="6768275" y="4175705"/>
              <a:ext cx="252095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直接连接符 382"/>
            <p:cNvCxnSpPr/>
            <p:nvPr>
              <p:custDataLst>
                <p:tags r:id="rId39"/>
              </p:custDataLst>
            </p:nvPr>
          </p:nvCxnSpPr>
          <p:spPr>
            <a:xfrm>
              <a:off x="7020370" y="3996000"/>
              <a:ext cx="252095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直接连接符 383"/>
            <p:cNvCxnSpPr/>
            <p:nvPr>
              <p:custDataLst>
                <p:tags r:id="rId40"/>
              </p:custDataLst>
            </p:nvPr>
          </p:nvCxnSpPr>
          <p:spPr>
            <a:xfrm>
              <a:off x="7020370" y="3996000"/>
              <a:ext cx="1270" cy="179705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连接符 384"/>
            <p:cNvCxnSpPr/>
            <p:nvPr>
              <p:custDataLst>
                <p:tags r:id="rId41"/>
              </p:custDataLst>
            </p:nvPr>
          </p:nvCxnSpPr>
          <p:spPr>
            <a:xfrm>
              <a:off x="7272465" y="3996000"/>
              <a:ext cx="1270" cy="179705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连接符 385"/>
            <p:cNvCxnSpPr/>
            <p:nvPr>
              <p:custDataLst>
                <p:tags r:id="rId42"/>
              </p:custDataLst>
            </p:nvPr>
          </p:nvCxnSpPr>
          <p:spPr>
            <a:xfrm>
              <a:off x="7272465" y="4175705"/>
              <a:ext cx="252095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接连接符 386"/>
            <p:cNvCxnSpPr/>
            <p:nvPr>
              <p:custDataLst>
                <p:tags r:id="rId43"/>
              </p:custDataLst>
            </p:nvPr>
          </p:nvCxnSpPr>
          <p:spPr>
            <a:xfrm>
              <a:off x="7524560" y="3996000"/>
              <a:ext cx="1270" cy="179705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直接连接符 389"/>
            <p:cNvCxnSpPr/>
            <p:nvPr>
              <p:custDataLst>
                <p:tags r:id="rId44"/>
              </p:custDataLst>
            </p:nvPr>
          </p:nvCxnSpPr>
          <p:spPr>
            <a:xfrm>
              <a:off x="7524560" y="3996000"/>
              <a:ext cx="71755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直接连接符 390"/>
            <p:cNvCxnSpPr/>
            <p:nvPr>
              <p:custDataLst>
                <p:tags r:id="rId45"/>
              </p:custDataLst>
            </p:nvPr>
          </p:nvCxnSpPr>
          <p:spPr>
            <a:xfrm>
              <a:off x="6768275" y="4428435"/>
              <a:ext cx="252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连接符 391"/>
            <p:cNvCxnSpPr/>
            <p:nvPr>
              <p:custDataLst>
                <p:tags r:id="rId46"/>
              </p:custDataLst>
            </p:nvPr>
          </p:nvCxnSpPr>
          <p:spPr>
            <a:xfrm>
              <a:off x="6768275" y="4248730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直接连接符 392"/>
            <p:cNvCxnSpPr/>
            <p:nvPr>
              <p:custDataLst>
                <p:tags r:id="rId47"/>
              </p:custDataLst>
            </p:nvPr>
          </p:nvCxnSpPr>
          <p:spPr>
            <a:xfrm>
              <a:off x="7020370" y="4248730"/>
              <a:ext cx="25209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直接连接符 393"/>
            <p:cNvCxnSpPr/>
            <p:nvPr>
              <p:custDataLst>
                <p:tags r:id="rId48"/>
              </p:custDataLst>
            </p:nvPr>
          </p:nvCxnSpPr>
          <p:spPr>
            <a:xfrm>
              <a:off x="7272465" y="4248730"/>
              <a:ext cx="1270" cy="179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8C5E8770-0D0E-490E-B425-D642CEB92701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>
            <a:xfrm flipH="1">
              <a:off x="7019500" y="5004000"/>
              <a:ext cx="0" cy="179705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C9839A3-9989-43B5-9E49-CF03FC16E795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>
            <a:xfrm>
              <a:off x="7020240" y="5004000"/>
              <a:ext cx="50419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F310E0B6-215E-41D0-BAEB-FDCEDEAEA803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>
            <a:xfrm>
              <a:off x="7524240" y="5004000"/>
              <a:ext cx="0" cy="179705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850845F9-4410-4056-8D06-DC720F2F7AF5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>
            <a:xfrm>
              <a:off x="5939999" y="5183705"/>
              <a:ext cx="1080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A19933EA-91B0-43A7-A55E-C9B6DAD56ADB}"/>
                </a:ext>
              </a:extLst>
            </p:cNvPr>
            <p:cNvCxnSpPr/>
            <p:nvPr>
              <p:custDataLst>
                <p:tags r:id="rId53"/>
              </p:custDataLst>
            </p:nvPr>
          </p:nvCxnSpPr>
          <p:spPr>
            <a:xfrm>
              <a:off x="7524240" y="5183705"/>
              <a:ext cx="72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004D48EB-C20B-4AC2-BED1-54E730CD4DEE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>
            <a:xfrm flipH="1">
              <a:off x="7523827" y="4500000"/>
              <a:ext cx="0" cy="179705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E6405CAB-028C-4EEA-9913-981B6253DF59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>
            <a:xfrm>
              <a:off x="7020272" y="4500000"/>
              <a:ext cx="50419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3DDFCB53-4ABB-494F-8F75-F4E534A4C02C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>
            <a:xfrm>
              <a:off x="7020272" y="4500000"/>
              <a:ext cx="0" cy="179705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825B0ADA-B3FC-430E-AD97-33D8D4D5AFCE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>
            <a:xfrm>
              <a:off x="7523827" y="4688825"/>
              <a:ext cx="72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文本框 114">
            <a:extLst>
              <a:ext uri="{FF2B5EF4-FFF2-40B4-BE49-F238E27FC236}">
                <a16:creationId xmlns:a16="http://schemas.microsoft.com/office/drawing/2014/main" id="{0DD3EA2A-21AE-4298-A077-2D17645CA6C7}"/>
              </a:ext>
            </a:extLst>
          </p:cNvPr>
          <p:cNvSpPr txBox="1"/>
          <p:nvPr/>
        </p:nvSpPr>
        <p:spPr>
          <a:xfrm>
            <a:off x="5292464" y="3718800"/>
            <a:ext cx="3528000" cy="21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36195" tIns="17780" rIns="36195" bIns="0" anchor="t" anchorCtr="0">
            <a:noAutofit/>
          </a:bodyPr>
          <a:lstStyle/>
          <a:p>
            <a:pPr marL="702310" indent="-702310" algn="l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说明：</a:t>
            </a:r>
            <a:r>
              <a:rPr lang="zh-CN" altLang="en-US" sz="1800" b="1" dirty="0">
                <a:highlight>
                  <a:srgbClr val="CCCCFF"/>
                </a:highligh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部分教材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将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时延固定</a:t>
            </a:r>
            <a:r>
              <a:rPr lang="zh-CN" altLang="en-US" sz="1800" b="1" dirty="0">
                <a:latin typeface="宋体" panose="02010600030101010101" pitchFamily="2" charset="-122"/>
              </a:rPr>
              <a:t>的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</a:rPr>
              <a:t>控制统称为</a:t>
            </a:r>
            <a:r>
              <a:rPr lang="zh-CN" altLang="en-US" sz="1800" b="1" u="sng" dirty="0">
                <a:latin typeface="宋体" panose="02010600030101010101" pitchFamily="2" charset="-122"/>
              </a:rPr>
              <a:t>同步控制</a:t>
            </a:r>
            <a:r>
              <a:rPr lang="zh-CN" altLang="en-US" sz="1800" b="1" dirty="0">
                <a:latin typeface="宋体" panose="02010600030101010101" pitchFamily="2" charset="-122"/>
              </a:rPr>
              <a:t>方式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marL="702310" indent="-702310" algn="l">
              <a:spcBef>
                <a:spcPts val="30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定时原理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en-US" altLang="zh-CN" sz="1800" b="1" baseline="-1800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baseline="-16000" dirty="0"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≥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1T</a:t>
            </a:r>
            <a:r>
              <a:rPr lang="en-US" altLang="zh-CN" sz="1800" b="1" baseline="-18000" dirty="0">
                <a:latin typeface="宋体" panose="02010600030101010101" pitchFamily="2" charset="-122"/>
                <a:sym typeface="+mn-ea"/>
              </a:rPr>
              <a:t>C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</a:t>
            </a:r>
          </a:p>
          <a:p>
            <a:pPr marL="702310" indent="-702310" algn="l">
              <a:spcBef>
                <a:spcPts val="90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定时逻辑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 marL="702310" indent="-702310" algn="l" eaLnBrk="1" latinLnBrk="0" hangingPunct="1"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3185D121-4589-40DD-95F4-0555BD21F95E}"/>
              </a:ext>
            </a:extLst>
          </p:cNvPr>
          <p:cNvGrpSpPr/>
          <p:nvPr/>
        </p:nvGrpSpPr>
        <p:grpSpPr>
          <a:xfrm>
            <a:off x="6775519" y="4582800"/>
            <a:ext cx="1972945" cy="504190"/>
            <a:chOff x="5500" y="6803"/>
            <a:chExt cx="3107" cy="794"/>
          </a:xfrm>
        </p:grpSpPr>
        <p:sp>
          <p:nvSpPr>
            <p:cNvPr id="118" name="Text Box 82">
              <a:extLst>
                <a:ext uri="{FF2B5EF4-FFF2-40B4-BE49-F238E27FC236}">
                  <a16:creationId xmlns:a16="http://schemas.microsoft.com/office/drawing/2014/main" id="{0697D349-6A60-49A0-8EF0-17CAA23C7D36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6453" y="6803"/>
              <a:ext cx="2154" cy="7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7780" tIns="17780" rIns="18000" bIns="0" anchor="ctr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latin typeface="宋体" panose="02010600030101010101" pitchFamily="2" charset="-122"/>
                </a:rPr>
                <a:t>CLK  k＝1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时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latin typeface="宋体" panose="02010600030101010101" pitchFamily="2" charset="-122"/>
                </a:rPr>
                <a:t>CNT  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k＞1</a:t>
              </a:r>
              <a:r>
                <a:rPr lang="zh-CN" altLang="en-US" sz="1800" b="1" dirty="0">
                  <a:latin typeface="宋体" panose="02010600030101010101" pitchFamily="2" charset="-122"/>
                  <a:sym typeface="+mn-ea"/>
                </a:rPr>
                <a:t>时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19" name="Text Box 82">
              <a:extLst>
                <a:ext uri="{FF2B5EF4-FFF2-40B4-BE49-F238E27FC236}">
                  <a16:creationId xmlns:a16="http://schemas.microsoft.com/office/drawing/2014/main" id="{47E08577-F60E-429C-AE05-88545943373D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500" y="7030"/>
              <a:ext cx="1077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7780" tIns="17780" rIns="18000" bIns="0" anchor="ctr"/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CP＝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20" name="左大括号 119">
              <a:extLst>
                <a:ext uri="{FF2B5EF4-FFF2-40B4-BE49-F238E27FC236}">
                  <a16:creationId xmlns:a16="http://schemas.microsoft.com/office/drawing/2014/main" id="{870550A4-6C1E-4533-BF7A-9D023E890EBF}"/>
                </a:ext>
              </a:extLst>
            </p:cNvPr>
            <p:cNvSpPr/>
            <p:nvPr/>
          </p:nvSpPr>
          <p:spPr>
            <a:xfrm>
              <a:off x="6293" y="6973"/>
              <a:ext cx="113" cy="567"/>
            </a:xfrm>
            <a:prstGeom prst="leftBrace">
              <a:avLst>
                <a:gd name="adj1" fmla="val 24559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834F8C66-797D-4F2E-88ED-38EA5B006AE0}"/>
              </a:ext>
            </a:extLst>
          </p:cNvPr>
          <p:cNvGrpSpPr/>
          <p:nvPr/>
        </p:nvGrpSpPr>
        <p:grpSpPr>
          <a:xfrm>
            <a:off x="5796025" y="5157192"/>
            <a:ext cx="2736415" cy="612000"/>
            <a:chOff x="1691680" y="2916000"/>
            <a:chExt cx="2736415" cy="612000"/>
          </a:xfrm>
        </p:grpSpPr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F325BDE2-C9E5-4F51-98D8-8F90EFD480EB}"/>
                </a:ext>
              </a:extLst>
            </p:cNvPr>
            <p:cNvSpPr/>
            <p:nvPr/>
          </p:nvSpPr>
          <p:spPr>
            <a:xfrm>
              <a:off x="2341740" y="2916000"/>
              <a:ext cx="1656000" cy="61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6ABC718C-C5C2-438C-9928-640B22132656}"/>
                </a:ext>
              </a:extLst>
            </p:cNvPr>
            <p:cNvCxnSpPr/>
            <p:nvPr/>
          </p:nvCxnSpPr>
          <p:spPr bwMode="auto">
            <a:xfrm>
              <a:off x="2195680" y="3456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5E0E245A-2685-48B7-B08B-78D69EB788B8}"/>
                </a:ext>
              </a:extLst>
            </p:cNvPr>
            <p:cNvCxnSpPr/>
            <p:nvPr/>
          </p:nvCxnSpPr>
          <p:spPr bwMode="auto">
            <a:xfrm>
              <a:off x="2195680" y="3024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2" name="Text Box 260">
              <a:extLst>
                <a:ext uri="{FF2B5EF4-FFF2-40B4-BE49-F238E27FC236}">
                  <a16:creationId xmlns:a16="http://schemas.microsoft.com/office/drawing/2014/main" id="{7B6E900A-0267-4218-80EB-F545BB28B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5680" y="3096000"/>
              <a:ext cx="1008000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计数器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CNT</a:t>
              </a:r>
            </a:p>
          </p:txBody>
        </p: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7749C661-EC7B-4731-9746-D245CBCFA0A8}"/>
                </a:ext>
              </a:extLst>
            </p:cNvPr>
            <p:cNvCxnSpPr/>
            <p:nvPr/>
          </p:nvCxnSpPr>
          <p:spPr bwMode="auto">
            <a:xfrm>
              <a:off x="2339680" y="3456000"/>
              <a:ext cx="144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C86D2942-23A9-4131-A959-D308E529EFB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447680" y="3024000"/>
              <a:ext cx="1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1FCADD6A-8E77-4FDF-8B7D-CEFF5322353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39680" y="3024000"/>
              <a:ext cx="133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F13E74A5-A130-4BE7-8684-C413AE0536DB}"/>
                </a:ext>
              </a:extLst>
            </p:cNvPr>
            <p:cNvCxnSpPr/>
            <p:nvPr/>
          </p:nvCxnSpPr>
          <p:spPr bwMode="auto">
            <a:xfrm>
              <a:off x="3996000" y="3132000"/>
              <a:ext cx="17970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7" name="Text Box 320">
              <a:extLst>
                <a:ext uri="{FF2B5EF4-FFF2-40B4-BE49-F238E27FC236}">
                  <a16:creationId xmlns:a16="http://schemas.microsoft.com/office/drawing/2014/main" id="{91AEEC2C-487A-4845-AD9F-13D71E0CF1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000" y="3024000"/>
              <a:ext cx="252095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>
                  <a:latin typeface="宋体" panose="02010600030101010101" pitchFamily="2" charset="-122"/>
                </a:rPr>
                <a:t>CP</a:t>
              </a:r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8" name="Text Box 260">
              <a:extLst>
                <a:ext uri="{FF2B5EF4-FFF2-40B4-BE49-F238E27FC236}">
                  <a16:creationId xmlns:a16="http://schemas.microsoft.com/office/drawing/2014/main" id="{C0C077CE-1D6A-4F2F-A730-4F1609F3B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2000" y="2952000"/>
              <a:ext cx="216000" cy="36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"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4052E514-E883-4CAE-A7BE-BAD085309944}"/>
                </a:ext>
              </a:extLst>
            </p:cNvPr>
            <p:cNvCxnSpPr/>
            <p:nvPr/>
          </p:nvCxnSpPr>
          <p:spPr bwMode="auto">
            <a:xfrm>
              <a:off x="3564000" y="3204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7B132D56-EFC2-4E94-A282-52B3639030C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780000" y="3312000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8AF04D8E-32C6-4E4B-B0D1-5E567F638BD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060000" y="331200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2AC51A30-CC73-4A5D-871B-932234A42279}"/>
                </a:ext>
              </a:extLst>
            </p:cNvPr>
            <p:cNvCxnSpPr/>
            <p:nvPr/>
          </p:nvCxnSpPr>
          <p:spPr bwMode="auto">
            <a:xfrm>
              <a:off x="3888000" y="3132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53" name="Text Box 320">
              <a:extLst>
                <a:ext uri="{FF2B5EF4-FFF2-40B4-BE49-F238E27FC236}">
                  <a16:creationId xmlns:a16="http://schemas.microsoft.com/office/drawing/2014/main" id="{E42DDA95-5516-448A-891A-E6618F546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1680" y="2916000"/>
              <a:ext cx="504000" cy="61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 anchor="t" anchorCtr="0"/>
            <a:lstStyle/>
            <a:p>
              <a:pPr algn="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CLK</a:t>
              </a:r>
            </a:p>
            <a:p>
              <a:pPr algn="r">
                <a:lnSpc>
                  <a:spcPct val="80000"/>
                </a:lnSpc>
                <a:spcBef>
                  <a:spcPts val="18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Type</a:t>
              </a:r>
            </a:p>
          </p:txBody>
        </p: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D75BBC58-54BC-48D2-A502-6BADB0E2141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47680" y="3204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 bldLvl="0" animBg="1"/>
      <p:bldP spid="115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55</a:t>
            </a:fld>
            <a:endParaRPr lang="en-US" altLang="zh-CN"/>
          </a:p>
        </p:txBody>
      </p:sp>
      <p:sp>
        <p:nvSpPr>
          <p:cNvPr id="3" name="Text Box 168"/>
          <p:cNvSpPr txBox="1">
            <a:spLocks noChangeArrowheads="1"/>
          </p:cNvSpPr>
          <p:nvPr/>
        </p:nvSpPr>
        <p:spPr bwMode="auto">
          <a:xfrm>
            <a:off x="179705" y="332740"/>
            <a:ext cx="7765415" cy="474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异步控制方式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又称</a:t>
            </a:r>
            <a:r>
              <a:rPr lang="zh-CN" altLang="en-US" sz="1800" b="1" u="sng" dirty="0">
                <a:latin typeface="宋体" panose="02010600030101010101" pitchFamily="2" charset="-122"/>
              </a:rPr>
              <a:t>应答方式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u="sng" dirty="0">
                <a:latin typeface="宋体" panose="02010600030101010101" pitchFamily="2" charset="-122"/>
              </a:rPr>
              <a:t>握手方式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</a:rPr>
              <a:t>时长仅受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专门的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联络信号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应答信号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控制</a:t>
            </a:r>
          </a:p>
          <a:p>
            <a:pPr algn="l" eaLnBrk="1" latinLnBrk="0" hangingPunct="1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定时原理：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 eaLnBrk="1" latinLnBrk="0" hangingPunct="1">
              <a:lnSpc>
                <a:spcPct val="125000"/>
              </a:lnSpc>
            </a:pPr>
            <a:endParaRPr lang="en-US" altLang="zh-CN" sz="2200" b="1" i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1" latinLnBrk="0" hangingPunct="1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1" latinLnBrk="0" hangingPunct="1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1" latinLnBrk="0" hangingPunct="1">
              <a:lnSpc>
                <a:spcPct val="125000"/>
              </a:lnSpc>
              <a:spcBef>
                <a:spcPts val="120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定时逻辑：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特点：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09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1907705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168"/>
          <p:cNvSpPr txBox="1">
            <a:spLocks noChangeArrowheads="1"/>
          </p:cNvSpPr>
          <p:nvPr/>
        </p:nvSpPr>
        <p:spPr bwMode="auto">
          <a:xfrm>
            <a:off x="1873885" y="1199780"/>
            <a:ext cx="6515735" cy="38627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99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dirty="0" err="1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baseline="-16000" dirty="0">
                <a:solidFill>
                  <a:schemeClr val="tx1"/>
                </a:solidFill>
                <a:latin typeface="宋体" panose="02010600030101010101" pitchFamily="2" charset="-122"/>
              </a:rPr>
              <a:t>CP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2200" b="1" baseline="-18000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收到应答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2200" b="1" baseline="-18000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发出命令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 </a:t>
            </a: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algn="l" eaLnBrk="1" latinLnBrk="0" hangingPunct="1">
              <a:lnSpc>
                <a:spcPct val="125000"/>
              </a:lnSpc>
              <a:spcBef>
                <a:spcPts val="1300"/>
              </a:spcBef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CP＝(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∑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ACK</a:t>
            </a:r>
            <a:r>
              <a:rPr lang="en-US" altLang="zh-CN" sz="2200" b="1" baseline="-16000" dirty="0" err="1">
                <a:latin typeface="宋体" panose="02010600030101010101" pitchFamily="2" charset="-122"/>
                <a:sym typeface="+mn-ea"/>
              </a:rPr>
              <a:t>i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•</a:t>
            </a:r>
            <a:r>
              <a:rPr lang="en-US" altLang="zh-CN" sz="2200" dirty="0">
                <a:latin typeface="+mn-lt"/>
                <a:sym typeface="+mn-ea"/>
              </a:rPr>
              <a:t>μ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OPCmd</a:t>
            </a:r>
            <a:r>
              <a:rPr lang="en-US" altLang="zh-CN" sz="2200" b="1" baseline="-25000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zh-CN" sz="2200" b="1" dirty="0">
                <a:latin typeface="+mn-ea"/>
                <a:ea typeface="+mn-ea"/>
                <a:sym typeface="+mn-ea"/>
              </a:rPr>
              <a:t> 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 eaLnBrk="1" latinLnBrk="0" hangingPunct="1">
              <a:lnSpc>
                <a:spcPct val="125000"/>
              </a:lnSpc>
              <a:spcBef>
                <a:spcPts val="0"/>
              </a:spcBef>
            </a:pP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algn="l" eaLnBrk="1" latinLnBrk="0" hangingPunct="1">
              <a:lnSpc>
                <a:spcPct val="125000"/>
              </a:lnSpc>
              <a:spcBef>
                <a:spcPts val="0"/>
              </a:spcBef>
            </a:pP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algn="l" eaLnBrk="1" latinLnBrk="0" hangingPunct="1">
              <a:lnSpc>
                <a:spcPct val="125000"/>
              </a:lnSpc>
              <a:spcBef>
                <a:spcPts val="1800"/>
              </a:spcBef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控制复杂，适合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外部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+mn-ea"/>
                <a:sym typeface="+mn-ea"/>
              </a:rPr>
              <a:t>OP</a:t>
            </a:r>
            <a:r>
              <a:rPr lang="zh-CN" altLang="en-US" sz="2200" b="1" dirty="0">
                <a:latin typeface="+mn-ea"/>
                <a:sym typeface="+mn-ea"/>
              </a:rPr>
              <a:t>定时</a:t>
            </a:r>
            <a:r>
              <a:rPr lang="en-US" altLang="zh-CN" sz="1800" b="1" dirty="0">
                <a:latin typeface="+mn-ea"/>
                <a:sym typeface="+mn-ea"/>
              </a:rPr>
              <a:t>(</a:t>
            </a:r>
            <a:r>
              <a:rPr lang="zh-CN" altLang="en-US" sz="1800" b="1" dirty="0">
                <a:latin typeface="+mn-ea"/>
                <a:sym typeface="+mn-ea"/>
              </a:rPr>
              <a:t>时延可变</a:t>
            </a:r>
            <a:r>
              <a:rPr lang="en-US" altLang="zh-CN" sz="1800" b="1" dirty="0">
                <a:latin typeface="+mn-ea"/>
                <a:sym typeface="+mn-ea"/>
              </a:rPr>
              <a:t>)</a:t>
            </a:r>
            <a:endParaRPr lang="zh-CN" altLang="en-US" sz="1800" b="1" dirty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2052000" y="1775780"/>
            <a:ext cx="5074285" cy="1225550"/>
            <a:chOff x="3855" y="3628"/>
            <a:chExt cx="7991" cy="1930"/>
          </a:xfrm>
        </p:grpSpPr>
        <p:sp>
          <p:nvSpPr>
            <p:cNvPr id="41" name="Text Box 82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6236" y="3628"/>
              <a:ext cx="1814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   T</a:t>
              </a:r>
              <a:r>
                <a:rPr lang="en-US" altLang="zh-CN" sz="1600" b="1" baseline="-18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5" name="直接连接符 4"/>
            <p:cNvCxnSpPr/>
            <p:nvPr>
              <p:custDataLst>
                <p:tags r:id="rId43"/>
              </p:custDataLst>
            </p:nvPr>
          </p:nvCxnSpPr>
          <p:spPr>
            <a:xfrm>
              <a:off x="8338" y="3911"/>
              <a:ext cx="0" cy="1644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>
              <p:custDataLst>
                <p:tags r:id="rId44"/>
              </p:custDataLst>
            </p:nvPr>
          </p:nvCxnSpPr>
          <p:spPr>
            <a:xfrm>
              <a:off x="6864" y="3912"/>
              <a:ext cx="0" cy="1644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>
              <p:custDataLst>
                <p:tags r:id="rId45"/>
              </p:custDataLst>
            </p:nvPr>
          </p:nvCxnSpPr>
          <p:spPr>
            <a:xfrm>
              <a:off x="5844" y="3912"/>
              <a:ext cx="0" cy="1644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>
              <p:custDataLst>
                <p:tags r:id="rId46"/>
              </p:custDataLst>
            </p:nvPr>
          </p:nvCxnSpPr>
          <p:spPr>
            <a:xfrm>
              <a:off x="6013" y="3912"/>
              <a:ext cx="0" cy="964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>
              <p:custDataLst>
                <p:tags r:id="rId47"/>
              </p:custDataLst>
            </p:nvPr>
          </p:nvCxnSpPr>
          <p:spPr>
            <a:xfrm>
              <a:off x="7147" y="3912"/>
              <a:ext cx="0" cy="1361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 Box 108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3855" y="3630"/>
              <a:ext cx="1474" cy="19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 algn="r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</a:t>
              </a:r>
            </a:p>
            <a:p>
              <a:pPr algn="r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600" dirty="0">
                  <a:latin typeface="+mn-lt"/>
                </a:rPr>
                <a:t>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OPCmd1</a:t>
              </a:r>
            </a:p>
            <a:p>
              <a:pPr algn="r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600" dirty="0"/>
                <a:t>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OPCmd2</a:t>
              </a:r>
            </a:p>
            <a:p>
              <a:pPr algn="r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应答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ACK1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r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应答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ACK2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49"/>
              </p:custDataLst>
            </p:nvPr>
          </p:nvCxnSpPr>
          <p:spPr>
            <a:xfrm>
              <a:off x="5612" y="4876"/>
              <a:ext cx="397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50"/>
              </p:custDataLst>
            </p:nvPr>
          </p:nvCxnSpPr>
          <p:spPr>
            <a:xfrm>
              <a:off x="6860" y="4479"/>
              <a:ext cx="1474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>
              <p:custDataLst>
                <p:tags r:id="rId51"/>
              </p:custDataLst>
            </p:nvPr>
          </p:nvCxnSpPr>
          <p:spPr>
            <a:xfrm>
              <a:off x="5613" y="4762"/>
              <a:ext cx="1247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>
              <p:custDataLst>
                <p:tags r:id="rId52"/>
              </p:custDataLst>
            </p:nvPr>
          </p:nvCxnSpPr>
          <p:spPr>
            <a:xfrm flipV="1">
              <a:off x="6860" y="4479"/>
              <a:ext cx="0" cy="283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53"/>
              </p:custDataLst>
            </p:nvPr>
          </p:nvCxnSpPr>
          <p:spPr>
            <a:xfrm flipH="1" flipV="1">
              <a:off x="6009" y="4876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>
              <p:custDataLst>
                <p:tags r:id="rId54"/>
              </p:custDataLst>
            </p:nvPr>
          </p:nvCxnSpPr>
          <p:spPr>
            <a:xfrm>
              <a:off x="6009" y="5159"/>
              <a:ext cx="794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>
              <p:custDataLst>
                <p:tags r:id="rId55"/>
              </p:custDataLst>
            </p:nvPr>
          </p:nvCxnSpPr>
          <p:spPr>
            <a:xfrm flipV="1">
              <a:off x="6803" y="4876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>
              <p:custDataLst>
                <p:tags r:id="rId56"/>
              </p:custDataLst>
            </p:nvPr>
          </p:nvCxnSpPr>
          <p:spPr>
            <a:xfrm>
              <a:off x="6803" y="4876"/>
              <a:ext cx="1757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>
              <p:custDataLst>
                <p:tags r:id="rId57"/>
              </p:custDataLst>
            </p:nvPr>
          </p:nvCxnSpPr>
          <p:spPr>
            <a:xfrm flipH="1" flipV="1">
              <a:off x="8333" y="4479"/>
              <a:ext cx="0" cy="283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>
              <p:custDataLst>
                <p:tags r:id="rId58"/>
              </p:custDataLst>
            </p:nvPr>
          </p:nvCxnSpPr>
          <p:spPr>
            <a:xfrm>
              <a:off x="8333" y="4762"/>
              <a:ext cx="227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>
              <p:custDataLst>
                <p:tags r:id="rId59"/>
              </p:custDataLst>
            </p:nvPr>
          </p:nvCxnSpPr>
          <p:spPr>
            <a:xfrm>
              <a:off x="5839" y="4082"/>
              <a:ext cx="102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>
              <p:custDataLst>
                <p:tags r:id="rId60"/>
              </p:custDataLst>
            </p:nvPr>
          </p:nvCxnSpPr>
          <p:spPr>
            <a:xfrm>
              <a:off x="5613" y="4365"/>
              <a:ext cx="227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>
              <p:custDataLst>
                <p:tags r:id="rId61"/>
              </p:custDataLst>
            </p:nvPr>
          </p:nvCxnSpPr>
          <p:spPr>
            <a:xfrm flipV="1">
              <a:off x="5840" y="4082"/>
              <a:ext cx="0" cy="283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>
              <p:custDataLst>
                <p:tags r:id="rId62"/>
              </p:custDataLst>
            </p:nvPr>
          </p:nvCxnSpPr>
          <p:spPr>
            <a:xfrm flipH="1" flipV="1">
              <a:off x="6860" y="4082"/>
              <a:ext cx="0" cy="283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>
              <p:custDataLst>
                <p:tags r:id="rId63"/>
              </p:custDataLst>
            </p:nvPr>
          </p:nvCxnSpPr>
          <p:spPr>
            <a:xfrm>
              <a:off x="6860" y="4365"/>
              <a:ext cx="1701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>
              <p:custDataLst>
                <p:tags r:id="rId64"/>
              </p:custDataLst>
            </p:nvPr>
          </p:nvCxnSpPr>
          <p:spPr>
            <a:xfrm>
              <a:off x="5613" y="5272"/>
              <a:ext cx="1531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>
              <p:custDataLst>
                <p:tags r:id="rId65"/>
              </p:custDataLst>
            </p:nvPr>
          </p:nvCxnSpPr>
          <p:spPr>
            <a:xfrm flipH="1" flipV="1">
              <a:off x="7143" y="5272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>
              <p:custDataLst>
                <p:tags r:id="rId66"/>
              </p:custDataLst>
            </p:nvPr>
          </p:nvCxnSpPr>
          <p:spPr>
            <a:xfrm flipV="1">
              <a:off x="8277" y="5272"/>
              <a:ext cx="0" cy="283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>
              <p:custDataLst>
                <p:tags r:id="rId67"/>
              </p:custDataLst>
            </p:nvPr>
          </p:nvCxnSpPr>
          <p:spPr>
            <a:xfrm>
              <a:off x="8277" y="5272"/>
              <a:ext cx="283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弧形 27"/>
            <p:cNvSpPr/>
            <p:nvPr>
              <p:custDataLst>
                <p:tags r:id="rId68"/>
              </p:custDataLst>
            </p:nvPr>
          </p:nvSpPr>
          <p:spPr bwMode="auto">
            <a:xfrm>
              <a:off x="5499" y="4252"/>
              <a:ext cx="794" cy="794"/>
            </a:xfrm>
            <a:prstGeom prst="arc">
              <a:avLst>
                <a:gd name="adj1" fmla="val 15931461"/>
                <a:gd name="adj2" fmla="val 4189723"/>
              </a:avLst>
            </a:prstGeom>
            <a:noFill/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弧形 28"/>
            <p:cNvSpPr/>
            <p:nvPr>
              <p:custDataLst>
                <p:tags r:id="rId69"/>
              </p:custDataLst>
            </p:nvPr>
          </p:nvSpPr>
          <p:spPr bwMode="auto">
            <a:xfrm>
              <a:off x="6633" y="4252"/>
              <a:ext cx="510" cy="794"/>
            </a:xfrm>
            <a:prstGeom prst="arc">
              <a:avLst>
                <a:gd name="adj1" fmla="val 6486523"/>
                <a:gd name="adj2" fmla="val 15807587"/>
              </a:avLst>
            </a:prstGeom>
            <a:noFill/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连接符 29"/>
            <p:cNvCxnSpPr/>
            <p:nvPr>
              <p:custDataLst>
                <p:tags r:id="rId70"/>
              </p:custDataLst>
            </p:nvPr>
          </p:nvCxnSpPr>
          <p:spPr>
            <a:xfrm>
              <a:off x="7143" y="5556"/>
              <a:ext cx="1134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71"/>
              </p:custDataLst>
            </p:nvPr>
          </p:nvCxnSpPr>
          <p:spPr>
            <a:xfrm>
              <a:off x="5839" y="3636"/>
              <a:ext cx="17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>
              <p:custDataLst>
                <p:tags r:id="rId72"/>
              </p:custDataLst>
            </p:nvPr>
          </p:nvCxnSpPr>
          <p:spPr>
            <a:xfrm flipH="1">
              <a:off x="5840" y="3628"/>
              <a:ext cx="0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>
              <p:custDataLst>
                <p:tags r:id="rId73"/>
              </p:custDataLst>
            </p:nvPr>
          </p:nvCxnSpPr>
          <p:spPr>
            <a:xfrm>
              <a:off x="5613" y="3912"/>
              <a:ext cx="22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74"/>
              </p:custDataLst>
            </p:nvPr>
          </p:nvCxnSpPr>
          <p:spPr>
            <a:xfrm>
              <a:off x="7143" y="3919"/>
              <a:ext cx="119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75"/>
              </p:custDataLst>
            </p:nvPr>
          </p:nvCxnSpPr>
          <p:spPr>
            <a:xfrm>
              <a:off x="6009" y="3636"/>
              <a:ext cx="0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>
              <p:custDataLst>
                <p:tags r:id="rId76"/>
              </p:custDataLst>
            </p:nvPr>
          </p:nvCxnSpPr>
          <p:spPr>
            <a:xfrm>
              <a:off x="6009" y="3912"/>
              <a:ext cx="8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>
              <p:custDataLst>
                <p:tags r:id="rId77"/>
              </p:custDataLst>
            </p:nvPr>
          </p:nvCxnSpPr>
          <p:spPr>
            <a:xfrm flipH="1">
              <a:off x="6860" y="3636"/>
              <a:ext cx="0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>
              <p:custDataLst>
                <p:tags r:id="rId78"/>
              </p:custDataLst>
            </p:nvPr>
          </p:nvCxnSpPr>
          <p:spPr>
            <a:xfrm>
              <a:off x="6860" y="3636"/>
              <a:ext cx="2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>
              <p:custDataLst>
                <p:tags r:id="rId79"/>
              </p:custDataLst>
            </p:nvPr>
          </p:nvCxnSpPr>
          <p:spPr>
            <a:xfrm>
              <a:off x="7143" y="3636"/>
              <a:ext cx="0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>
              <p:custDataLst>
                <p:tags r:id="rId80"/>
              </p:custDataLst>
            </p:nvPr>
          </p:nvCxnSpPr>
          <p:spPr>
            <a:xfrm flipV="1">
              <a:off x="8333" y="3628"/>
              <a:ext cx="0" cy="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>
              <p:custDataLst>
                <p:tags r:id="rId81"/>
              </p:custDataLst>
            </p:nvPr>
          </p:nvCxnSpPr>
          <p:spPr>
            <a:xfrm>
              <a:off x="8333" y="3628"/>
              <a:ext cx="22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弧形 66"/>
            <p:cNvSpPr/>
            <p:nvPr>
              <p:custDataLst>
                <p:tags r:id="rId82"/>
              </p:custDataLst>
            </p:nvPr>
          </p:nvSpPr>
          <p:spPr bwMode="auto">
            <a:xfrm>
              <a:off x="6525" y="4649"/>
              <a:ext cx="794" cy="850"/>
            </a:xfrm>
            <a:prstGeom prst="arc">
              <a:avLst>
                <a:gd name="adj1" fmla="val 15881134"/>
                <a:gd name="adj2" fmla="val 3302656"/>
              </a:avLst>
            </a:prstGeom>
            <a:noFill/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弧形 67"/>
            <p:cNvSpPr/>
            <p:nvPr>
              <p:custDataLst>
                <p:tags r:id="rId83"/>
              </p:custDataLst>
            </p:nvPr>
          </p:nvSpPr>
          <p:spPr bwMode="auto">
            <a:xfrm>
              <a:off x="8050" y="4649"/>
              <a:ext cx="510" cy="794"/>
            </a:xfrm>
            <a:prstGeom prst="arc">
              <a:avLst>
                <a:gd name="adj1" fmla="val 5870441"/>
                <a:gd name="adj2" fmla="val 16334161"/>
              </a:avLst>
            </a:prstGeom>
            <a:noFill/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sm" len="sm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" name="Text Box 108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8785" y="4025"/>
              <a:ext cx="3061" cy="10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 algn="l" eaLnBrk="1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</a:t>
              </a:r>
              <a:r>
                <a:rPr lang="en-US" altLang="zh-CN" sz="1600" b="1" dirty="0">
                  <a:latin typeface="+mn-lt"/>
                  <a:cs typeface="+mn-lt"/>
                </a:rPr>
                <a:t>↑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同步于</a:t>
              </a:r>
              <a:r>
                <a:rPr lang="en-US" altLang="zh-CN" sz="1600" dirty="0" err="1">
                  <a:latin typeface="+mn-lt"/>
                  <a:sym typeface="+mn-ea"/>
                </a:rPr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  <a:sym typeface="+mn-ea"/>
                </a:rPr>
                <a:t>OPCmd</a:t>
              </a:r>
              <a:r>
                <a:rPr lang="en-US" altLang="zh-CN" sz="1600" b="1" baseline="-18000" dirty="0" err="1">
                  <a:latin typeface="宋体" panose="02010600030101010101" pitchFamily="2" charset="-122"/>
                  <a:sym typeface="+mn-ea"/>
                </a:rPr>
                <a:t>i</a:t>
              </a:r>
              <a:endParaRPr lang="en-US" altLang="zh-CN" sz="1600" b="1" dirty="0"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CP</a:t>
              </a:r>
              <a:r>
                <a:rPr lang="en-US" altLang="zh-CN" sz="1600" b="1" dirty="0">
                  <a:latin typeface="+mn-lt"/>
                  <a:cs typeface="+mn-lt"/>
                </a:rPr>
                <a:t>↓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同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步于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ACK</a:t>
              </a:r>
              <a:r>
                <a:rPr lang="en-US" altLang="zh-CN" sz="1600" b="1" baseline="-18000" dirty="0" err="1">
                  <a:latin typeface="宋体" panose="02010600030101010101" pitchFamily="2" charset="-122"/>
                  <a:sym typeface="+mn-ea"/>
                </a:rPr>
                <a:t>i</a:t>
              </a:r>
              <a:endParaRPr lang="en-US" altLang="zh-CN" sz="1600" b="1" dirty="0">
                <a:latin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1835696" y="3575780"/>
            <a:ext cx="2987675" cy="935990"/>
            <a:chOff x="3402" y="5953"/>
            <a:chExt cx="4705" cy="1474"/>
          </a:xfrm>
        </p:grpSpPr>
        <p:sp>
          <p:nvSpPr>
            <p:cNvPr id="42" name="矩形 41"/>
            <p:cNvSpPr/>
            <p:nvPr>
              <p:custDataLst>
                <p:tags r:id="rId23"/>
              </p:custDataLst>
            </p:nvPr>
          </p:nvSpPr>
          <p:spPr>
            <a:xfrm>
              <a:off x="4819" y="5953"/>
              <a:ext cx="2551" cy="1474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43" name="Text Box 147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402" y="6009"/>
              <a:ext cx="1247" cy="136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latin typeface="+mn-lt"/>
                  <a:sym typeface="+mn-ea"/>
                </a:rPr>
                <a:t>μ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OPCmd1</a:t>
              </a:r>
            </a:p>
            <a:p>
              <a:pPr algn="r" eaLnBrk="1" latinLnBrk="0" hangingPunct="1">
                <a:lnSpc>
                  <a:spcPct val="8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600" dirty="0">
                  <a:latin typeface="+mn-lt"/>
                  <a:sym typeface="+mn-ea"/>
                </a:rPr>
                <a:t>μ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OPCmdn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ACK1</a:t>
              </a:r>
            </a:p>
            <a:p>
              <a:pPr algn="r" eaLnBrk="1" latinLnBrk="0" hangingPunct="1">
                <a:lnSpc>
                  <a:spcPct val="8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ACKn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5" name="直接箭头连接符 44"/>
            <p:cNvCxnSpPr/>
            <p:nvPr>
              <p:custDataLst>
                <p:tags r:id="rId25"/>
              </p:custDataLst>
            </p:nvPr>
          </p:nvCxnSpPr>
          <p:spPr bwMode="auto">
            <a:xfrm>
              <a:off x="7256" y="6463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6" name="Text Box 14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597" y="6293"/>
              <a:ext cx="51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CP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7" name="Text Box 26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046" y="6066"/>
              <a:ext cx="397" cy="6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36195" rIns="0" bIns="0" anchor="ctr" anchorCtr="0"/>
            <a:lstStyle/>
            <a:p>
              <a:pPr eaLnBrk="1" latinLnBrk="0" hangingPunct="1">
                <a:lnSpc>
                  <a:spcPct val="8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  <a:sym typeface="+mn-ea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</a:p>
          </p:txBody>
        </p:sp>
        <p:cxnSp>
          <p:nvCxnSpPr>
            <p:cNvPr id="48" name="直接箭头连接符 47"/>
            <p:cNvCxnSpPr/>
            <p:nvPr>
              <p:custDataLst>
                <p:tags r:id="rId28"/>
              </p:custDataLst>
            </p:nvPr>
          </p:nvCxnSpPr>
          <p:spPr bwMode="auto">
            <a:xfrm>
              <a:off x="4649" y="6180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" name="直接箭头连接符 48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5725" y="6689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0" name="Text Box 260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443" y="6066"/>
              <a:ext cx="283" cy="124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51" name="直接箭头连接符 50"/>
            <p:cNvCxnSpPr/>
            <p:nvPr>
              <p:custDataLst>
                <p:tags r:id="rId31"/>
              </p:custDataLst>
            </p:nvPr>
          </p:nvCxnSpPr>
          <p:spPr bwMode="auto">
            <a:xfrm>
              <a:off x="4649" y="6576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" name="直接箭头连接符 51"/>
            <p:cNvCxnSpPr/>
            <p:nvPr>
              <p:custDataLst>
                <p:tags r:id="rId32"/>
              </p:custDataLst>
            </p:nvPr>
          </p:nvCxnSpPr>
          <p:spPr bwMode="auto">
            <a:xfrm>
              <a:off x="4649" y="7200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3" name="Text Box 36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120" y="6293"/>
              <a:ext cx="907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54" name="直接箭头连接符 53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7029" y="6463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5" name="直接箭头连接符 54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7140" y="6860"/>
              <a:ext cx="11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6" name="等腰三角形 55"/>
            <p:cNvSpPr/>
            <p:nvPr>
              <p:custDataLst>
                <p:tags r:id="rId36"/>
              </p:custDataLst>
            </p:nvPr>
          </p:nvSpPr>
          <p:spPr>
            <a:xfrm>
              <a:off x="6065" y="6633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椭圆 56"/>
            <p:cNvSpPr/>
            <p:nvPr>
              <p:custDataLst>
                <p:tags r:id="rId37"/>
              </p:custDataLst>
            </p:nvPr>
          </p:nvSpPr>
          <p:spPr>
            <a:xfrm>
              <a:off x="7027" y="6803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" name="Text Box 191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203" y="6519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</a:p>
          </p:txBody>
        </p:sp>
        <p:cxnSp>
          <p:nvCxnSpPr>
            <p:cNvPr id="59" name="直接箭头连接符 58"/>
            <p:cNvCxnSpPr/>
            <p:nvPr>
              <p:custDataLst>
                <p:tags r:id="rId39"/>
              </p:custDataLst>
            </p:nvPr>
          </p:nvCxnSpPr>
          <p:spPr bwMode="auto">
            <a:xfrm>
              <a:off x="4649" y="6860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0" name="椭圆 59"/>
            <p:cNvSpPr/>
            <p:nvPr>
              <p:custDataLst>
                <p:tags r:id="rId40"/>
              </p:custDataLst>
            </p:nvPr>
          </p:nvSpPr>
          <p:spPr>
            <a:xfrm>
              <a:off x="5725" y="6634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" name="Text Box 260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046" y="6690"/>
              <a:ext cx="397" cy="6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36195" rIns="0" bIns="0" anchor="ctr" anchorCtr="0"/>
            <a:lstStyle/>
            <a:p>
              <a:pPr eaLnBrk="1" latinLnBrk="0" hangingPunct="1">
                <a:lnSpc>
                  <a:spcPct val="8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  <a:sym typeface="+mn-ea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2D5306C5-0353-4916-A7EE-54E32F5CB926}"/>
              </a:ext>
            </a:extLst>
          </p:cNvPr>
          <p:cNvGrpSpPr/>
          <p:nvPr/>
        </p:nvGrpSpPr>
        <p:grpSpPr>
          <a:xfrm>
            <a:off x="4896792" y="3573016"/>
            <a:ext cx="3563640" cy="935990"/>
            <a:chOff x="3636000" y="5256000"/>
            <a:chExt cx="3563640" cy="935990"/>
          </a:xfrm>
        </p:grpSpPr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8F2A9182-1C86-4B0D-A8FD-1D73DC763E7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400000" y="5256000"/>
              <a:ext cx="1332000" cy="93599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75" name="Text Box 147">
              <a:extLst>
                <a:ext uri="{FF2B5EF4-FFF2-40B4-BE49-F238E27FC236}">
                  <a16:creationId xmlns:a16="http://schemas.microsoft.com/office/drawing/2014/main" id="{3BB7E6B8-60FA-45AA-95C2-D9032C344DB7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032000" y="5291560"/>
              <a:ext cx="791845" cy="86423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latin typeface="+mn-lt"/>
                  <a:sym typeface="+mn-ea"/>
                </a:rPr>
                <a:t>μ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OPCmd1</a:t>
              </a:r>
            </a:p>
            <a:p>
              <a:pPr algn="r" eaLnBrk="1" latinLnBrk="0" hangingPunct="1">
                <a:lnSpc>
                  <a:spcPct val="8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600" dirty="0">
                  <a:latin typeface="+mn-lt"/>
                  <a:sym typeface="+mn-ea"/>
                </a:rPr>
                <a:t>μ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OPCmdn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ACK1</a:t>
              </a:r>
            </a:p>
            <a:p>
              <a:pPr algn="r" eaLnBrk="1" latinLnBrk="0" hangingPunct="1">
                <a:lnSpc>
                  <a:spcPct val="8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ACKn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8" name="Text Box 260">
              <a:extLst>
                <a:ext uri="{FF2B5EF4-FFF2-40B4-BE49-F238E27FC236}">
                  <a16:creationId xmlns:a16="http://schemas.microsoft.com/office/drawing/2014/main" id="{A557CCFF-BBC0-45E2-A851-30E755D269F1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004000" y="5327755"/>
              <a:ext cx="252095" cy="3962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36195" rIns="0" bIns="0" anchor="ctr" anchorCtr="0"/>
            <a:lstStyle/>
            <a:p>
              <a:pPr eaLnBrk="1" latinLnBrk="0" hangingPunct="1">
                <a:lnSpc>
                  <a:spcPct val="8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  <a:sym typeface="+mn-ea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</a:p>
          </p:txBody>
        </p: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31DE73DB-B50C-4C65-A6F0-1893E3D11B88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>
              <a:off x="4823845" y="5400145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6B853342-4957-41CD-8C30-ABD973C64218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>
              <a:off x="4823845" y="5651605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535E371F-996B-406A-A4A1-64508D504B2D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4823845" y="6047845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FD220406-799F-475E-B323-2198714C8245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4823845" y="5831945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37794922-19BC-4C58-81BD-CF515F2694A5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6659255" y="5579850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7" name="Text Box 147">
              <a:extLst>
                <a:ext uri="{FF2B5EF4-FFF2-40B4-BE49-F238E27FC236}">
                  <a16:creationId xmlns:a16="http://schemas.microsoft.com/office/drawing/2014/main" id="{540DAA10-D086-485B-A085-D993832227FE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875790" y="5471900"/>
              <a:ext cx="3238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CP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BFC14674-4E8D-46F8-84B8-2F98EF771FEC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5687070" y="5723360"/>
              <a:ext cx="25209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1" name="Text Box 260">
              <a:extLst>
                <a:ext uri="{FF2B5EF4-FFF2-40B4-BE49-F238E27FC236}">
                  <a16:creationId xmlns:a16="http://schemas.microsoft.com/office/drawing/2014/main" id="{12E34D9C-8958-46D8-BC8B-0A46E8577959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508000" y="5327755"/>
              <a:ext cx="179705" cy="79184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84" name="Text Box 36">
              <a:extLst>
                <a:ext uri="{FF2B5EF4-FFF2-40B4-BE49-F238E27FC236}">
                  <a16:creationId xmlns:a16="http://schemas.microsoft.com/office/drawing/2014/main" id="{562C6AF4-AB04-40F7-AD93-A0CACD167771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937895" y="5471900"/>
              <a:ext cx="575945" cy="50419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Q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BB891CAC-62E2-482E-B261-445D5D9C025B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6515110" y="557985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BB868A17-D2B4-441A-9C3C-B1F06EAB5E89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6585595" y="5831945"/>
              <a:ext cx="7175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7" name="等腰三角形 86">
              <a:extLst>
                <a:ext uri="{FF2B5EF4-FFF2-40B4-BE49-F238E27FC236}">
                  <a16:creationId xmlns:a16="http://schemas.microsoft.com/office/drawing/2014/main" id="{5610BA58-F952-43A2-A782-B9B03D4B6FC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5902970" y="5687800"/>
              <a:ext cx="144145" cy="7175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602572AE-F1C9-44E9-8AF2-C66C4981262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513840" y="5795750"/>
              <a:ext cx="71755" cy="71755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Text Box 191">
              <a:extLst>
                <a:ext uri="{FF2B5EF4-FFF2-40B4-BE49-F238E27FC236}">
                  <a16:creationId xmlns:a16="http://schemas.microsoft.com/office/drawing/2014/main" id="{83FCEF1B-F217-4D3F-9268-71B866D5DE00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990600" y="5615410"/>
              <a:ext cx="17970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CDE2A29-7334-4988-9414-14C921898782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687070" y="5688435"/>
              <a:ext cx="71755" cy="71755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Text Box 260">
              <a:extLst>
                <a:ext uri="{FF2B5EF4-FFF2-40B4-BE49-F238E27FC236}">
                  <a16:creationId xmlns:a16="http://schemas.microsoft.com/office/drawing/2014/main" id="{A092A663-3117-4E39-BFB3-90CCB6FCFF74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004000" y="5723995"/>
              <a:ext cx="252095" cy="3962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36195" rIns="0" bIns="0" anchor="ctr" anchorCtr="0"/>
            <a:lstStyle/>
            <a:p>
              <a:pPr eaLnBrk="1" latinLnBrk="0" hangingPunct="1">
                <a:lnSpc>
                  <a:spcPct val="8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  <a:sym typeface="+mn-ea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</a:p>
          </p:txBody>
        </p: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5C089408-89CA-4219-B28C-C4B8AF185FC1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>
              <a:off x="5256000" y="5544000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AB717382-398A-4525-ADB2-886AC5A04C92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5256000" y="5940000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7" name="Text Box 147">
              <a:extLst>
                <a:ext uri="{FF2B5EF4-FFF2-40B4-BE49-F238E27FC236}">
                  <a16:creationId xmlns:a16="http://schemas.microsoft.com/office/drawing/2014/main" id="{BB6F696D-81A0-48F7-9935-BB6DEAF7B6A8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636000" y="5616000"/>
              <a:ext cx="3238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或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Box 168"/>
          <p:cNvSpPr txBox="1">
            <a:spLocks noChangeArrowheads="1"/>
          </p:cNvSpPr>
          <p:nvPr/>
        </p:nvSpPr>
        <p:spPr bwMode="auto">
          <a:xfrm>
            <a:off x="179070" y="332740"/>
            <a:ext cx="8857615" cy="37808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联合控制方式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又称半同步方式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    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</a:rPr>
              <a:t>时长受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基准时钟信号</a:t>
            </a:r>
            <a:r>
              <a:rPr lang="zh-CN" altLang="en-US" sz="2200" b="1" dirty="0">
                <a:latin typeface="宋体" panose="02010600030101010101" pitchFamily="2" charset="-122"/>
              </a:rPr>
              <a:t>及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联络信号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共同</a:t>
            </a:r>
            <a:r>
              <a:rPr lang="zh-CN" altLang="en-US" sz="2200" b="1" dirty="0">
                <a:latin typeface="宋体" panose="02010600030101010101" pitchFamily="2" charset="-122"/>
              </a:rPr>
              <a:t>控制</a:t>
            </a: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定时原理：</a:t>
            </a:r>
            <a:endParaRPr lang="en-US" altLang="zh-CN" sz="2200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定时逻辑：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uFillTx/>
              <a:latin typeface="宋体" panose="02010600030101010101" pitchFamily="2" charset="-122"/>
            </a:endParaRPr>
          </a:p>
          <a:p>
            <a:pPr algn="l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tx1"/>
              </a:solidFill>
              <a:uFillTx/>
              <a:latin typeface="宋体" panose="02010600030101010101" pitchFamily="2" charset="-122"/>
            </a:endParaRPr>
          </a:p>
          <a:p>
            <a:pPr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         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有 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WC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0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＝     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baseline="-1800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WC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＝</a:t>
            </a:r>
            <a:endParaRPr lang="en-US" altLang="zh-CN" sz="2200" b="1" dirty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故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endParaRPr lang="zh-CN" altLang="en-US" sz="2200" b="1" dirty="0">
              <a:solidFill>
                <a:schemeClr val="tx1"/>
              </a:solidFill>
              <a:uFillTx/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56</a:t>
            </a:fld>
            <a:endParaRPr lang="en-US" altLang="zh-CN" dirty="0"/>
          </a:p>
        </p:txBody>
      </p:sp>
      <p:sp>
        <p:nvSpPr>
          <p:cNvPr id="199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02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000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53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78" name="Text Box 77"/>
          <p:cNvSpPr txBox="1">
            <a:spLocks noChangeArrowheads="1"/>
          </p:cNvSpPr>
          <p:nvPr/>
        </p:nvSpPr>
        <p:spPr bwMode="auto">
          <a:xfrm>
            <a:off x="130810" y="5517232"/>
            <a:ext cx="258445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特点：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00" name="Text Box 77"/>
          <p:cNvSpPr txBox="1">
            <a:spLocks noChangeArrowheads="1"/>
          </p:cNvSpPr>
          <p:nvPr/>
        </p:nvSpPr>
        <p:spPr bwMode="auto">
          <a:xfrm>
            <a:off x="1871981" y="5517867"/>
            <a:ext cx="3204028" cy="472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适合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所有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+mn-ea"/>
              </a:rPr>
              <a:t>OP</a:t>
            </a:r>
            <a:r>
              <a:rPr lang="zh-CN" altLang="en-US" sz="2200" b="1" dirty="0">
                <a:latin typeface="+mn-ea"/>
              </a:rPr>
              <a:t>定时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299" name="Text Box 32"/>
          <p:cNvSpPr txBox="1">
            <a:spLocks noChangeArrowheads="1"/>
          </p:cNvSpPr>
          <p:nvPr/>
        </p:nvSpPr>
        <p:spPr bwMode="auto">
          <a:xfrm>
            <a:off x="1475655" y="1198880"/>
            <a:ext cx="7665640" cy="29046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77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基础</a:t>
            </a:r>
            <a:r>
              <a:rPr lang="zh-CN" altLang="en-US" sz="2200" b="1" dirty="0">
                <a:latin typeface="宋体" panose="02010600030101010101" pitchFamily="2" charset="-122"/>
              </a:rPr>
              <a:t>为</a:t>
            </a:r>
            <a:r>
              <a:rPr lang="zh-CN" altLang="en-US" sz="2200" b="1" u="sng" dirty="0">
                <a:latin typeface="宋体" panose="02010600030101010101" pitchFamily="2" charset="-122"/>
              </a:rPr>
              <a:t>同步</a:t>
            </a:r>
            <a:r>
              <a:rPr lang="zh-CN" altLang="en-US" sz="2200" b="1" dirty="0">
                <a:latin typeface="宋体" panose="02010600030101010101" pitchFamily="2" charset="-122"/>
              </a:rPr>
              <a:t>控制方式，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支持</a:t>
            </a:r>
            <a:r>
              <a:rPr lang="zh-CN" altLang="en-US" sz="2200" b="1" u="sng" dirty="0">
                <a:latin typeface="宋体" panose="02010600030101010101" pitchFamily="2" charset="-122"/>
              </a:rPr>
              <a:t>异步</a:t>
            </a:r>
            <a:r>
              <a:rPr lang="zh-CN" altLang="en-US" sz="2200" b="1" dirty="0">
                <a:latin typeface="宋体" panose="02010600030101010101" pitchFamily="2" charset="-122"/>
              </a:rPr>
              <a:t>控制方式；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T</a:t>
            </a:r>
            <a:r>
              <a:rPr lang="en-US" altLang="zh-CN" sz="2200" b="1" baseline="-16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CP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kT</a:t>
            </a:r>
            <a:r>
              <a:rPr lang="en-US" altLang="zh-CN" sz="2200" b="1" baseline="-18000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为常量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同步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en-US" altLang="zh-CN" sz="1800" dirty="0" err="1">
                <a:cs typeface="Times New Roman" panose="02020603050405020304" pitchFamily="18" charset="0"/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类型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、变量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异步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en-US" altLang="zh-CN" sz="1800" dirty="0" err="1">
                <a:cs typeface="Times New Roman" panose="02020603050405020304" pitchFamily="18" charset="0"/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CU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需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增设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2200" u="sng" dirty="0" err="1">
                <a:cs typeface="Times New Roman" panose="02020603050405020304" pitchFamily="18" charset="0"/>
                <a:sym typeface="+mn-ea"/>
              </a:rPr>
              <a:t>μ</a:t>
            </a:r>
            <a:r>
              <a:rPr lang="en-US" altLang="zh-CN" sz="2200" b="1" u="sng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OPCmd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表示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同步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异步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WC=0/1)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200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CP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F(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WC,Type,ACK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200" b="1" dirty="0">
                <a:uFillTx/>
                <a:sym typeface="+mn-ea"/>
              </a:rPr>
              <a:t>·</a:t>
            </a:r>
            <a:r>
              <a:rPr lang="en-US" altLang="zh-CN" sz="2200" b="1" dirty="0">
                <a:uFillTx/>
                <a:latin typeface="+mn-ea"/>
                <a:ea typeface="+mn-ea"/>
                <a:sym typeface="+mn-ea"/>
              </a:rPr>
              <a:t>CLK 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←Type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</a:t>
            </a:r>
            <a:r>
              <a:rPr lang="en-US" altLang="zh-CN" sz="1800" dirty="0" err="1">
                <a:cs typeface="Times New Roman" panose="02020603050405020304" pitchFamily="18" charset="0"/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类型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ACK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表示</a:t>
            </a:r>
            <a:r>
              <a:rPr lang="en-US" altLang="zh-CN" sz="1800" dirty="0" err="1">
                <a:cs typeface="Times New Roman" panose="02020603050405020304" pitchFamily="18" charset="0"/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状态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            (=0/1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为基本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复杂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  (0/1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为完成前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空闲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           CLK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CNT             ACK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+mn-lt"/>
                <a:sym typeface="+mn-ea"/>
              </a:rPr>
              <a:t>·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CLK</a:t>
            </a:r>
            <a:endParaRPr lang="en-US" altLang="zh-CN" sz="2200" b="1" dirty="0">
              <a:solidFill>
                <a:schemeClr val="tx1"/>
              </a:solidFill>
              <a:uFillTx/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       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WC</a:t>
            </a:r>
            <a:r>
              <a:rPr lang="en-US" altLang="zh-CN" sz="2200" b="1" dirty="0">
                <a:sym typeface="+mn-ea"/>
              </a:rPr>
              <a:t>·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CLK/CNT+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WC</a:t>
            </a:r>
            <a:r>
              <a:rPr lang="en-US" altLang="zh-CN" sz="2200" b="1" dirty="0">
                <a:solidFill>
                  <a:schemeClr val="tx1"/>
                </a:solidFill>
                <a:uFillTx/>
                <a:sym typeface="+mn-ea"/>
              </a:rPr>
              <a:t>·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ACK</a:t>
            </a:r>
            <a:r>
              <a:rPr lang="en-US" altLang="zh-CN" sz="2200" b="1" dirty="0">
                <a:solidFill>
                  <a:schemeClr val="tx1"/>
                </a:solidFill>
                <a:uFillTx/>
                <a:sym typeface="+mn-ea"/>
              </a:rPr>
              <a:t>·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CLK</a:t>
            </a:r>
          </a:p>
        </p:txBody>
      </p:sp>
      <p:cxnSp>
        <p:nvCxnSpPr>
          <p:cNvPr id="337" name="直接连接符 336"/>
          <p:cNvCxnSpPr/>
          <p:nvPr/>
        </p:nvCxnSpPr>
        <p:spPr>
          <a:xfrm flipH="1">
            <a:off x="2573808" y="3717032"/>
            <a:ext cx="270000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线形标注 2 300"/>
          <p:cNvSpPr/>
          <p:nvPr/>
        </p:nvSpPr>
        <p:spPr bwMode="auto">
          <a:xfrm>
            <a:off x="6948264" y="3645024"/>
            <a:ext cx="1656000" cy="252000"/>
          </a:xfrm>
          <a:prstGeom prst="borderCallout2">
            <a:avLst>
              <a:gd name="adj1" fmla="val 48029"/>
              <a:gd name="adj2" fmla="val 407"/>
              <a:gd name="adj3" fmla="val 50832"/>
              <a:gd name="adj4" fmla="val -10623"/>
              <a:gd name="adj5" fmla="val -29560"/>
              <a:gd name="adj6" fmla="val -1992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ACK=0</a:t>
            </a:r>
            <a:r>
              <a:rPr lang="zh-CN" altLang="en-US" sz="1600" b="1" dirty="0">
                <a:latin typeface="宋体" panose="02010600030101010101" pitchFamily="2" charset="-122"/>
              </a:rPr>
              <a:t>时</a:t>
            </a:r>
            <a:r>
              <a:rPr lang="en-US" altLang="zh-CN" sz="1600" b="1" dirty="0">
                <a:latin typeface="宋体" panose="02010600030101010101" pitchFamily="2" charset="-122"/>
              </a:rPr>
              <a:t>CP</a:t>
            </a:r>
            <a:r>
              <a:rPr lang="zh-CN" altLang="en-US" sz="1600" b="1" dirty="0">
                <a:latin typeface="宋体" panose="02010600030101010101" pitchFamily="2" charset="-122"/>
              </a:rPr>
              <a:t>被封锁</a:t>
            </a:r>
          </a:p>
        </p:txBody>
      </p:sp>
      <p:cxnSp>
        <p:nvCxnSpPr>
          <p:cNvPr id="520" name="直接连接符 519">
            <a:extLst>
              <a:ext uri="{FF2B5EF4-FFF2-40B4-BE49-F238E27FC236}">
                <a16:creationId xmlns:a16="http://schemas.microsoft.com/office/drawing/2014/main" id="{4B6367BB-1ADF-4274-9C6F-B6674B838A3B}"/>
              </a:ext>
            </a:extLst>
          </p:cNvPr>
          <p:cNvCxnSpPr>
            <a:cxnSpLocks/>
          </p:cNvCxnSpPr>
          <p:nvPr/>
        </p:nvCxnSpPr>
        <p:spPr>
          <a:xfrm>
            <a:off x="3059832" y="2924944"/>
            <a:ext cx="972000" cy="432000"/>
          </a:xfrm>
          <a:prstGeom prst="line">
            <a:avLst/>
          </a:prstGeom>
          <a:ln w="9525">
            <a:solidFill>
              <a:srgbClr val="0070C0"/>
            </a:solidFill>
            <a:prstDash val="sys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AF9790C2-EEFD-49D8-88E7-835B93025F1D}"/>
              </a:ext>
            </a:extLst>
          </p:cNvPr>
          <p:cNvGrpSpPr/>
          <p:nvPr/>
        </p:nvGrpSpPr>
        <p:grpSpPr>
          <a:xfrm>
            <a:off x="4608000" y="4077072"/>
            <a:ext cx="3456276" cy="2160000"/>
            <a:chOff x="4824016" y="4104000"/>
            <a:chExt cx="3456276" cy="2160000"/>
          </a:xfrm>
        </p:grpSpPr>
        <p:sp>
          <p:nvSpPr>
            <p:cNvPr id="167" name="Text Box 109">
              <a:extLst>
                <a:ext uri="{FF2B5EF4-FFF2-40B4-BE49-F238E27FC236}">
                  <a16:creationId xmlns:a16="http://schemas.microsoft.com/office/drawing/2014/main" id="{4013FD0D-D6E7-444C-9540-345D64845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0000" y="4788000"/>
              <a:ext cx="720000" cy="144000"/>
            </a:xfrm>
            <a:prstGeom prst="rect">
              <a:avLst/>
            </a:prstGeom>
            <a:pattFill prst="wdUpDiag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9525">
              <a:noFill/>
              <a:prstDash val="sysDot"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zh-CN" altLang="en-US" sz="1400" dirty="0">
                <a:latin typeface="宋体" panose="02010600030101010101" pitchFamily="2" charset="-122"/>
              </a:endParaRPr>
            </a:p>
          </p:txBody>
        </p:sp>
        <p:sp>
          <p:nvSpPr>
            <p:cNvPr id="168" name="Text Box 109">
              <a:extLst>
                <a:ext uri="{FF2B5EF4-FFF2-40B4-BE49-F238E27FC236}">
                  <a16:creationId xmlns:a16="http://schemas.microsoft.com/office/drawing/2014/main" id="{97CE074F-6C71-44BC-97AF-E9F3C7A672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8088" y="4788000"/>
              <a:ext cx="432000" cy="144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prstDash val="sysDot"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基本</a:t>
              </a:r>
            </a:p>
          </p:txBody>
        </p:sp>
        <p:sp>
          <p:nvSpPr>
            <p:cNvPr id="169" name="Text Box 109">
              <a:extLst>
                <a:ext uri="{FF2B5EF4-FFF2-40B4-BE49-F238E27FC236}">
                  <a16:creationId xmlns:a16="http://schemas.microsoft.com/office/drawing/2014/main" id="{DA06C4A2-FAA1-42C2-9E28-A87923516C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8000" y="4356000"/>
              <a:ext cx="432000" cy="144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prstDash val="sysDot"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同步</a:t>
              </a:r>
            </a:p>
          </p:txBody>
        </p:sp>
        <p:sp>
          <p:nvSpPr>
            <p:cNvPr id="170" name="Text Box 109">
              <a:extLst>
                <a:ext uri="{FF2B5EF4-FFF2-40B4-BE49-F238E27FC236}">
                  <a16:creationId xmlns:a16="http://schemas.microsoft.com/office/drawing/2014/main" id="{39BBA340-BC15-45C8-AFDA-0718592724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0000" y="4356000"/>
              <a:ext cx="720000" cy="144000"/>
            </a:xfrm>
            <a:prstGeom prst="rect">
              <a:avLst/>
            </a:prstGeom>
            <a:solidFill>
              <a:srgbClr val="CCCCFF"/>
            </a:solidFill>
            <a:ln w="9525">
              <a:noFill/>
              <a:prstDash val="sysDot"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r>
                <a:rPr lang="zh-CN" altLang="en-US" sz="1200" dirty="0">
                  <a:latin typeface="宋体" panose="02010600030101010101" pitchFamily="2" charset="-122"/>
                </a:rPr>
                <a:t>异步</a:t>
              </a:r>
            </a:p>
          </p:txBody>
        </p: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F6669A6E-05AC-45BA-A0A9-B2527A073173}"/>
                </a:ext>
              </a:extLst>
            </p:cNvPr>
            <p:cNvCxnSpPr/>
            <p:nvPr/>
          </p:nvCxnSpPr>
          <p:spPr>
            <a:xfrm flipH="1">
              <a:off x="6048088" y="4284024"/>
              <a:ext cx="0" cy="1944000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Text Box 108">
              <a:extLst>
                <a:ext uri="{FF2B5EF4-FFF2-40B4-BE49-F238E27FC236}">
                  <a16:creationId xmlns:a16="http://schemas.microsoft.com/office/drawing/2014/main" id="{A98EA7BC-2E54-4CC4-B7C8-08013D7D2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4016" y="4104000"/>
              <a:ext cx="1116000" cy="216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highlight>
                    <a:srgbClr val="FFCC99"/>
                  </a:highlight>
                  <a:latin typeface="+mn-ea"/>
                  <a:ea typeface="+mn-ea"/>
                </a:rPr>
                <a:t>CLK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highlight>
                    <a:srgbClr val="FFFF00"/>
                  </a:highlight>
                  <a:latin typeface="+mn-ea"/>
                  <a:ea typeface="+mn-ea"/>
                  <a:sym typeface="+mn-ea"/>
                </a:rPr>
                <a:t>WC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</a:pPr>
              <a:r>
                <a:rPr lang="zh-CN" altLang="en-US" sz="1600" b="1" dirty="0">
                  <a:highlight>
                    <a:srgbClr val="FFCCFF"/>
                  </a:highlight>
                  <a:latin typeface="+mn-ea"/>
                  <a:ea typeface="+mn-ea"/>
                  <a:sym typeface="+mn-ea"/>
                </a:rPr>
                <a:t>同步</a:t>
              </a:r>
              <a:r>
                <a:rPr lang="en-US" altLang="zh-CN" sz="1600" dirty="0" err="1">
                  <a:highlight>
                    <a:srgbClr val="FFCCFF"/>
                  </a:highlight>
                  <a:latin typeface="+mn-lt"/>
                  <a:ea typeface="+mn-ea"/>
                  <a:sym typeface="+mn-ea"/>
                </a:rPr>
                <a:t>μ</a:t>
              </a:r>
              <a:r>
                <a:rPr lang="en-US" altLang="zh-CN" sz="1600" b="1" dirty="0" err="1">
                  <a:highlight>
                    <a:srgbClr val="FFCCFF"/>
                  </a:highlight>
                  <a:latin typeface="+mn-ea"/>
                  <a:ea typeface="+mn-ea"/>
                  <a:sym typeface="+mn-ea"/>
                </a:rPr>
                <a:t>OPCmd</a:t>
              </a:r>
              <a:endParaRPr lang="en-US" altLang="zh-CN" sz="1600" b="1" dirty="0">
                <a:highlight>
                  <a:srgbClr val="FFCCFF"/>
                </a:highlight>
                <a:latin typeface="+mn-ea"/>
                <a:ea typeface="+mn-ea"/>
                <a:sym typeface="+mn-ea"/>
              </a:endParaRPr>
            </a:p>
            <a:p>
              <a:pPr algn="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highlight>
                    <a:srgbClr val="CCECFF"/>
                  </a:highlight>
                  <a:latin typeface="+mn-ea"/>
                  <a:ea typeface="+mn-ea"/>
                </a:rPr>
                <a:t>Type</a:t>
              </a:r>
            </a:p>
            <a:p>
              <a:pPr algn="r">
                <a:lnSpc>
                  <a:spcPct val="90000"/>
                </a:lnSpc>
                <a:spcBef>
                  <a:spcPts val="200"/>
                </a:spcBef>
              </a:pPr>
              <a:r>
                <a:rPr lang="zh-CN" altLang="en-US" sz="1600" b="1" dirty="0">
                  <a:highlight>
                    <a:srgbClr val="FFCCFF"/>
                  </a:highlight>
                  <a:latin typeface="+mn-ea"/>
                  <a:ea typeface="+mn-ea"/>
                  <a:sym typeface="+mn-ea"/>
                </a:rPr>
                <a:t>异步</a:t>
              </a:r>
              <a:r>
                <a:rPr lang="en-US" altLang="zh-CN" sz="1600" dirty="0" err="1">
                  <a:highlight>
                    <a:srgbClr val="FFCCFF"/>
                  </a:highlight>
                  <a:latin typeface="+mn-lt"/>
                  <a:ea typeface="+mn-ea"/>
                  <a:sym typeface="+mn-ea"/>
                </a:rPr>
                <a:t>μ</a:t>
              </a:r>
              <a:r>
                <a:rPr lang="en-US" altLang="zh-CN" sz="1600" b="1" dirty="0" err="1">
                  <a:highlight>
                    <a:srgbClr val="FFCCFF"/>
                  </a:highlight>
                  <a:latin typeface="+mn-ea"/>
                  <a:ea typeface="+mn-ea"/>
                  <a:sym typeface="+mn-ea"/>
                </a:rPr>
                <a:t>OPCmd</a:t>
              </a:r>
              <a:endParaRPr lang="en-US" altLang="zh-CN" sz="1600" b="1" dirty="0">
                <a:highlight>
                  <a:srgbClr val="FFCCFF"/>
                </a:highlight>
                <a:latin typeface="+mn-ea"/>
                <a:ea typeface="+mn-ea"/>
                <a:sym typeface="+mn-ea"/>
              </a:endParaRPr>
            </a:p>
            <a:p>
              <a:pPr algn="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highlight>
                    <a:srgbClr val="CCECFF"/>
                  </a:highlight>
                  <a:latin typeface="+mn-ea"/>
                  <a:ea typeface="+mn-ea"/>
                </a:rPr>
                <a:t>ACK</a:t>
              </a:r>
            </a:p>
            <a:p>
              <a:pPr algn="r">
                <a:lnSpc>
                  <a:spcPct val="90000"/>
                </a:lnSpc>
                <a:spcBef>
                  <a:spcPts val="100"/>
                </a:spcBef>
              </a:pPr>
              <a:r>
                <a:rPr lang="en-US" altLang="zh-CN" sz="1600" b="1" dirty="0">
                  <a:highlight>
                    <a:srgbClr val="FFCC99"/>
                  </a:highlight>
                  <a:latin typeface="+mn-ea"/>
                  <a:ea typeface="+mn-ea"/>
                </a:rPr>
                <a:t>CP</a:t>
              </a:r>
              <a:endParaRPr lang="en-US" altLang="zh-CN" sz="1600" b="1" baseline="-14000" dirty="0">
                <a:highlight>
                  <a:srgbClr val="FFCC99"/>
                </a:highlight>
                <a:latin typeface="+mn-ea"/>
                <a:ea typeface="+mn-ea"/>
              </a:endParaRPr>
            </a:p>
            <a:p>
              <a:pPr algn="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highlight>
                    <a:srgbClr val="FFCC99"/>
                  </a:highlight>
                  <a:latin typeface="+mn-ea"/>
                  <a:ea typeface="+mn-ea"/>
                </a:rPr>
                <a:t>T</a:t>
              </a:r>
              <a:r>
                <a:rPr lang="en-US" altLang="zh-CN" sz="1600" b="1" baseline="-14000" dirty="0">
                  <a:highlight>
                    <a:srgbClr val="FFCC99"/>
                  </a:highlight>
                  <a:latin typeface="+mn-ea"/>
                  <a:ea typeface="+mn-ea"/>
                </a:rPr>
                <a:t>0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highlight>
                    <a:srgbClr val="FFCC99"/>
                  </a:highlight>
                  <a:latin typeface="+mn-ea"/>
                  <a:ea typeface="+mn-ea"/>
                </a:rPr>
                <a:t>T</a:t>
              </a:r>
              <a:r>
                <a:rPr lang="en-US" altLang="zh-CN" sz="1600" b="1" baseline="-14000" dirty="0">
                  <a:highlight>
                    <a:srgbClr val="FFCC99"/>
                  </a:highlight>
                  <a:latin typeface="+mn-ea"/>
                  <a:ea typeface="+mn-ea"/>
                </a:rPr>
                <a:t>1</a:t>
              </a:r>
              <a:endParaRPr lang="en-US" altLang="zh-CN" sz="1600" b="1" dirty="0">
                <a:highlight>
                  <a:srgbClr val="FFCC99"/>
                </a:highlight>
                <a:latin typeface="+mn-ea"/>
                <a:ea typeface="+mn-ea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highlight>
                    <a:srgbClr val="FFCC99"/>
                  </a:highlight>
                  <a:latin typeface="+mn-ea"/>
                  <a:ea typeface="+mn-ea"/>
                </a:rPr>
                <a:t>T</a:t>
              </a:r>
              <a:r>
                <a:rPr lang="en-US" altLang="zh-CN" sz="1600" b="1" baseline="-14000" dirty="0">
                  <a:highlight>
                    <a:srgbClr val="FFCC99"/>
                  </a:highlight>
                  <a:latin typeface="+mn-ea"/>
                  <a:ea typeface="+mn-ea"/>
                </a:rPr>
                <a:t>2</a:t>
              </a:r>
            </a:p>
          </p:txBody>
        </p: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111037C5-9E88-487C-A510-97668458383C}"/>
                </a:ext>
              </a:extLst>
            </p:cNvPr>
            <p:cNvCxnSpPr/>
            <p:nvPr/>
          </p:nvCxnSpPr>
          <p:spPr>
            <a:xfrm>
              <a:off x="5940088" y="4284024"/>
              <a:ext cx="108000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14FC6CCC-9A2B-4490-92A3-7F25B54154A7}"/>
                </a:ext>
              </a:extLst>
            </p:cNvPr>
            <p:cNvCxnSpPr/>
            <p:nvPr/>
          </p:nvCxnSpPr>
          <p:spPr>
            <a:xfrm>
              <a:off x="6048088" y="4140008"/>
              <a:ext cx="0" cy="14400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>
              <a:extLst>
                <a:ext uri="{FF2B5EF4-FFF2-40B4-BE49-F238E27FC236}">
                  <a16:creationId xmlns:a16="http://schemas.microsoft.com/office/drawing/2014/main" id="{BB277E42-110F-4B9B-AECA-DFD13ED192FC}"/>
                </a:ext>
              </a:extLst>
            </p:cNvPr>
            <p:cNvCxnSpPr/>
            <p:nvPr/>
          </p:nvCxnSpPr>
          <p:spPr>
            <a:xfrm>
              <a:off x="6698220" y="4140008"/>
              <a:ext cx="0" cy="14400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E80AE099-7C75-448E-9C39-DFF071892356}"/>
                </a:ext>
              </a:extLst>
            </p:cNvPr>
            <p:cNvCxnSpPr/>
            <p:nvPr/>
          </p:nvCxnSpPr>
          <p:spPr>
            <a:xfrm>
              <a:off x="6480100" y="4140008"/>
              <a:ext cx="216024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D1508BA6-7747-486C-A2FB-D5C2FD9BD683}"/>
                </a:ext>
              </a:extLst>
            </p:cNvPr>
            <p:cNvCxnSpPr/>
            <p:nvPr/>
          </p:nvCxnSpPr>
          <p:spPr>
            <a:xfrm>
              <a:off x="6696124" y="4284024"/>
              <a:ext cx="216024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88D62BB0-5C57-49BC-924C-5992DF801903}"/>
                </a:ext>
              </a:extLst>
            </p:cNvPr>
            <p:cNvCxnSpPr/>
            <p:nvPr/>
          </p:nvCxnSpPr>
          <p:spPr>
            <a:xfrm>
              <a:off x="7128172" y="4144778"/>
              <a:ext cx="0" cy="14400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F165326B-A2CB-493E-957A-0B3A0421C72C}"/>
                </a:ext>
              </a:extLst>
            </p:cNvPr>
            <p:cNvCxnSpPr/>
            <p:nvPr/>
          </p:nvCxnSpPr>
          <p:spPr>
            <a:xfrm>
              <a:off x="6912148" y="4140008"/>
              <a:ext cx="216024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1B31D8F6-3BFF-4E0B-8935-6E2B65F94AB6}"/>
                </a:ext>
              </a:extLst>
            </p:cNvPr>
            <p:cNvCxnSpPr/>
            <p:nvPr/>
          </p:nvCxnSpPr>
          <p:spPr>
            <a:xfrm>
              <a:off x="6912148" y="4140008"/>
              <a:ext cx="0" cy="14400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0D4B67C4-19F3-48AB-B2DF-4037C7E7F5E5}"/>
                </a:ext>
              </a:extLst>
            </p:cNvPr>
            <p:cNvCxnSpPr/>
            <p:nvPr/>
          </p:nvCxnSpPr>
          <p:spPr>
            <a:xfrm>
              <a:off x="7128172" y="4284024"/>
              <a:ext cx="216024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5C8E7BE4-E615-4696-BE25-9AF04623E8B5}"/>
                </a:ext>
              </a:extLst>
            </p:cNvPr>
            <p:cNvCxnSpPr/>
            <p:nvPr/>
          </p:nvCxnSpPr>
          <p:spPr>
            <a:xfrm>
              <a:off x="7560220" y="4144778"/>
              <a:ext cx="0" cy="14400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BC3794E0-93B4-447C-B434-B9660B19C5F1}"/>
                </a:ext>
              </a:extLst>
            </p:cNvPr>
            <p:cNvCxnSpPr/>
            <p:nvPr/>
          </p:nvCxnSpPr>
          <p:spPr>
            <a:xfrm>
              <a:off x="7344196" y="4140008"/>
              <a:ext cx="216024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39B26F7A-17C9-4E32-B13F-1B003F0E8D71}"/>
                </a:ext>
              </a:extLst>
            </p:cNvPr>
            <p:cNvCxnSpPr/>
            <p:nvPr/>
          </p:nvCxnSpPr>
          <p:spPr>
            <a:xfrm>
              <a:off x="7344196" y="4140008"/>
              <a:ext cx="0" cy="14400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E9368E6A-9904-4ABE-92BB-7C3018A03DB5}"/>
                </a:ext>
              </a:extLst>
            </p:cNvPr>
            <p:cNvCxnSpPr/>
            <p:nvPr/>
          </p:nvCxnSpPr>
          <p:spPr>
            <a:xfrm>
              <a:off x="7560220" y="4284024"/>
              <a:ext cx="216024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94B7D1F1-E2AE-48E8-BD4A-C7B5E3FE9A54}"/>
                </a:ext>
              </a:extLst>
            </p:cNvPr>
            <p:cNvCxnSpPr/>
            <p:nvPr/>
          </p:nvCxnSpPr>
          <p:spPr>
            <a:xfrm>
              <a:off x="7992268" y="4144778"/>
              <a:ext cx="0" cy="14400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2998906B-7FF4-4DCB-8933-08509836F88D}"/>
                </a:ext>
              </a:extLst>
            </p:cNvPr>
            <p:cNvCxnSpPr/>
            <p:nvPr/>
          </p:nvCxnSpPr>
          <p:spPr>
            <a:xfrm>
              <a:off x="7776244" y="4140008"/>
              <a:ext cx="216024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1C4DED9C-F8C5-431F-9AA0-898FDFABF2BD}"/>
                </a:ext>
              </a:extLst>
            </p:cNvPr>
            <p:cNvCxnSpPr/>
            <p:nvPr/>
          </p:nvCxnSpPr>
          <p:spPr>
            <a:xfrm>
              <a:off x="7776244" y="4140008"/>
              <a:ext cx="0" cy="14400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3EBE3117-07CE-4CB7-A0E5-FBD6A3691F46}"/>
                </a:ext>
              </a:extLst>
            </p:cNvPr>
            <p:cNvCxnSpPr/>
            <p:nvPr/>
          </p:nvCxnSpPr>
          <p:spPr>
            <a:xfrm>
              <a:off x="7992268" y="4284024"/>
              <a:ext cx="216024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DE295071-21A4-47FE-93C4-ABBB2E02920E}"/>
                </a:ext>
              </a:extLst>
            </p:cNvPr>
            <p:cNvCxnSpPr/>
            <p:nvPr/>
          </p:nvCxnSpPr>
          <p:spPr>
            <a:xfrm>
              <a:off x="8208292" y="4140008"/>
              <a:ext cx="72000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FD34FE63-A3FD-4868-B37A-9371521D3BE4}"/>
                </a:ext>
              </a:extLst>
            </p:cNvPr>
            <p:cNvCxnSpPr/>
            <p:nvPr/>
          </p:nvCxnSpPr>
          <p:spPr>
            <a:xfrm>
              <a:off x="8208292" y="4140008"/>
              <a:ext cx="0" cy="14400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5F48509C-DE35-4375-83DF-7D2B35096448}"/>
                </a:ext>
              </a:extLst>
            </p:cNvPr>
            <p:cNvCxnSpPr/>
            <p:nvPr/>
          </p:nvCxnSpPr>
          <p:spPr>
            <a:xfrm>
              <a:off x="6264088" y="4140000"/>
              <a:ext cx="0" cy="14400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46247FA4-88A1-4ADA-977A-0B746EF9090F}"/>
                </a:ext>
              </a:extLst>
            </p:cNvPr>
            <p:cNvCxnSpPr/>
            <p:nvPr/>
          </p:nvCxnSpPr>
          <p:spPr>
            <a:xfrm>
              <a:off x="6048088" y="4140000"/>
              <a:ext cx="216024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11FD6693-CFAC-4B8B-8ED7-FAE2DBE840F0}"/>
                </a:ext>
              </a:extLst>
            </p:cNvPr>
            <p:cNvCxnSpPr/>
            <p:nvPr/>
          </p:nvCxnSpPr>
          <p:spPr>
            <a:xfrm>
              <a:off x="6264112" y="4284016"/>
              <a:ext cx="216024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0DD6C56C-6CC0-461F-913F-78A34B7C2CA4}"/>
                </a:ext>
              </a:extLst>
            </p:cNvPr>
            <p:cNvCxnSpPr/>
            <p:nvPr/>
          </p:nvCxnSpPr>
          <p:spPr>
            <a:xfrm>
              <a:off x="6480136" y="4140000"/>
              <a:ext cx="0" cy="14400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E81C9DD2-3ADD-42DA-AC58-BB3F6E717A69}"/>
                </a:ext>
              </a:extLst>
            </p:cNvPr>
            <p:cNvCxnSpPr/>
            <p:nvPr/>
          </p:nvCxnSpPr>
          <p:spPr>
            <a:xfrm>
              <a:off x="5940000" y="4500000"/>
              <a:ext cx="540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188A6FEF-6867-4EC5-B7B3-3D0D97F68760}"/>
                </a:ext>
              </a:extLst>
            </p:cNvPr>
            <p:cNvCxnSpPr/>
            <p:nvPr/>
          </p:nvCxnSpPr>
          <p:spPr>
            <a:xfrm>
              <a:off x="6480000" y="4356000"/>
              <a:ext cx="720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076BBDD3-96FC-4C1A-BCE4-58AA27BCBE31}"/>
                </a:ext>
              </a:extLst>
            </p:cNvPr>
            <p:cNvCxnSpPr/>
            <p:nvPr/>
          </p:nvCxnSpPr>
          <p:spPr>
            <a:xfrm>
              <a:off x="6480000" y="4356000"/>
              <a:ext cx="0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5BC09FF5-D2B2-47AB-8412-5E1DC1D55B6A}"/>
                </a:ext>
              </a:extLst>
            </p:cNvPr>
            <p:cNvCxnSpPr/>
            <p:nvPr/>
          </p:nvCxnSpPr>
          <p:spPr>
            <a:xfrm>
              <a:off x="6048000" y="4572000"/>
              <a:ext cx="432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49D922E8-462F-412A-B836-C7B09411E226}"/>
                </a:ext>
              </a:extLst>
            </p:cNvPr>
            <p:cNvCxnSpPr/>
            <p:nvPr/>
          </p:nvCxnSpPr>
          <p:spPr>
            <a:xfrm>
              <a:off x="5940088" y="4716000"/>
              <a:ext cx="108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6A53B92B-F18E-4866-9A2B-C27EBDCA4FA6}"/>
                </a:ext>
              </a:extLst>
            </p:cNvPr>
            <p:cNvCxnSpPr/>
            <p:nvPr/>
          </p:nvCxnSpPr>
          <p:spPr>
            <a:xfrm>
              <a:off x="6048000" y="4572000"/>
              <a:ext cx="0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08AF5F1C-981D-43BA-B721-8C8FC5A8FB67}"/>
                </a:ext>
              </a:extLst>
            </p:cNvPr>
            <p:cNvCxnSpPr/>
            <p:nvPr/>
          </p:nvCxnSpPr>
          <p:spPr>
            <a:xfrm>
              <a:off x="5940088" y="4932000"/>
              <a:ext cx="1260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874CCD50-C8C9-4898-8FE0-6D06D7161755}"/>
                </a:ext>
              </a:extLst>
            </p:cNvPr>
            <p:cNvCxnSpPr/>
            <p:nvPr/>
          </p:nvCxnSpPr>
          <p:spPr>
            <a:xfrm>
              <a:off x="5940088" y="5220000"/>
              <a:ext cx="61200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DE297E4C-6F06-4553-A683-52E7C0336FAB}"/>
                </a:ext>
              </a:extLst>
            </p:cNvPr>
            <p:cNvCxnSpPr/>
            <p:nvPr/>
          </p:nvCxnSpPr>
          <p:spPr>
            <a:xfrm>
              <a:off x="6552000" y="5220000"/>
              <a:ext cx="0" cy="14400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2E916BAD-AF78-42A2-A275-FDEB517DEA91}"/>
                </a:ext>
              </a:extLst>
            </p:cNvPr>
            <p:cNvCxnSpPr/>
            <p:nvPr/>
          </p:nvCxnSpPr>
          <p:spPr>
            <a:xfrm>
              <a:off x="6552000" y="5364000"/>
              <a:ext cx="64800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5AB296E2-724C-4878-B87D-A7E0CCC568FB}"/>
                </a:ext>
              </a:extLst>
            </p:cNvPr>
            <p:cNvCxnSpPr/>
            <p:nvPr/>
          </p:nvCxnSpPr>
          <p:spPr>
            <a:xfrm>
              <a:off x="5940088" y="5580000"/>
              <a:ext cx="108012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5C83084F-F331-47CC-A672-A63000F6F520}"/>
                </a:ext>
              </a:extLst>
            </p:cNvPr>
            <p:cNvCxnSpPr/>
            <p:nvPr/>
          </p:nvCxnSpPr>
          <p:spPr>
            <a:xfrm>
              <a:off x="6048088" y="5436000"/>
              <a:ext cx="0" cy="14400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15BE0C4F-5D75-4CC0-8182-195AC9376E3B}"/>
                </a:ext>
              </a:extLst>
            </p:cNvPr>
            <p:cNvCxnSpPr/>
            <p:nvPr/>
          </p:nvCxnSpPr>
          <p:spPr>
            <a:xfrm>
              <a:off x="6264000" y="5436000"/>
              <a:ext cx="0" cy="14400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F66F7CEE-12EA-4E0E-97A0-D91BE9B1496C}"/>
                </a:ext>
              </a:extLst>
            </p:cNvPr>
            <p:cNvCxnSpPr/>
            <p:nvPr/>
          </p:nvCxnSpPr>
          <p:spPr>
            <a:xfrm>
              <a:off x="6048088" y="5436000"/>
              <a:ext cx="216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>
              <a:extLst>
                <a:ext uri="{FF2B5EF4-FFF2-40B4-BE49-F238E27FC236}">
                  <a16:creationId xmlns:a16="http://schemas.microsoft.com/office/drawing/2014/main" id="{4E0C8E7D-EFDA-4EFE-90C1-81FE97A7A855}"/>
                </a:ext>
              </a:extLst>
            </p:cNvPr>
            <p:cNvCxnSpPr/>
            <p:nvPr/>
          </p:nvCxnSpPr>
          <p:spPr>
            <a:xfrm>
              <a:off x="6264000" y="5580000"/>
              <a:ext cx="216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53F39B7B-0D4B-4C1F-AF0B-324C90FC15AD}"/>
                </a:ext>
              </a:extLst>
            </p:cNvPr>
            <p:cNvCxnSpPr/>
            <p:nvPr/>
          </p:nvCxnSpPr>
          <p:spPr>
            <a:xfrm>
              <a:off x="6552000" y="5436000"/>
              <a:ext cx="0" cy="14400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15358AFF-5702-4DFA-955F-4076263999DD}"/>
                </a:ext>
              </a:extLst>
            </p:cNvPr>
            <p:cNvCxnSpPr/>
            <p:nvPr/>
          </p:nvCxnSpPr>
          <p:spPr>
            <a:xfrm>
              <a:off x="6480000" y="5436000"/>
              <a:ext cx="7200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77C0B022-F592-4BFD-B698-47E956BAFD13}"/>
                </a:ext>
              </a:extLst>
            </p:cNvPr>
            <p:cNvCxnSpPr/>
            <p:nvPr/>
          </p:nvCxnSpPr>
          <p:spPr>
            <a:xfrm>
              <a:off x="6480000" y="5436000"/>
              <a:ext cx="0" cy="14400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69312A32-01AA-44B7-8946-5AFC3D7C8C1A}"/>
                </a:ext>
              </a:extLst>
            </p:cNvPr>
            <p:cNvCxnSpPr/>
            <p:nvPr/>
          </p:nvCxnSpPr>
          <p:spPr>
            <a:xfrm>
              <a:off x="6552000" y="5580000"/>
              <a:ext cx="648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558670EF-466B-4B29-B22F-A42F463DD67F}"/>
                </a:ext>
              </a:extLst>
            </p:cNvPr>
            <p:cNvCxnSpPr/>
            <p:nvPr/>
          </p:nvCxnSpPr>
          <p:spPr>
            <a:xfrm>
              <a:off x="5940000" y="5796000"/>
              <a:ext cx="108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FCBA5242-9515-4D85-8F48-A0348267FDB8}"/>
                </a:ext>
              </a:extLst>
            </p:cNvPr>
            <p:cNvCxnSpPr/>
            <p:nvPr/>
          </p:nvCxnSpPr>
          <p:spPr>
            <a:xfrm>
              <a:off x="6048088" y="5652000"/>
              <a:ext cx="0" cy="14400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33467831-D98B-441F-8F61-EDBDC4C53CBD}"/>
                </a:ext>
              </a:extLst>
            </p:cNvPr>
            <p:cNvCxnSpPr/>
            <p:nvPr/>
          </p:nvCxnSpPr>
          <p:spPr>
            <a:xfrm>
              <a:off x="6048088" y="5652000"/>
              <a:ext cx="432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EE98E209-F5D4-4293-98D8-FE4CFE0DB1F0}"/>
                </a:ext>
              </a:extLst>
            </p:cNvPr>
            <p:cNvCxnSpPr/>
            <p:nvPr/>
          </p:nvCxnSpPr>
          <p:spPr>
            <a:xfrm>
              <a:off x="6480000" y="5652000"/>
              <a:ext cx="0" cy="14400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B204B4D4-912C-418C-8936-D0293E9C2AEA}"/>
                </a:ext>
              </a:extLst>
            </p:cNvPr>
            <p:cNvCxnSpPr/>
            <p:nvPr/>
          </p:nvCxnSpPr>
          <p:spPr>
            <a:xfrm>
              <a:off x="6480000" y="5796000"/>
              <a:ext cx="72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7F90FCFD-0898-4C23-A930-C12B8ABA8E4E}"/>
                </a:ext>
              </a:extLst>
            </p:cNvPr>
            <p:cNvCxnSpPr/>
            <p:nvPr/>
          </p:nvCxnSpPr>
          <p:spPr>
            <a:xfrm>
              <a:off x="6048000" y="6084000"/>
              <a:ext cx="0" cy="14400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86722C9E-B5EE-4370-9119-BC779FC994F0}"/>
                </a:ext>
              </a:extLst>
            </p:cNvPr>
            <p:cNvCxnSpPr/>
            <p:nvPr/>
          </p:nvCxnSpPr>
          <p:spPr>
            <a:xfrm>
              <a:off x="5940088" y="6084000"/>
              <a:ext cx="108012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F39003DE-ED6B-4A66-90B5-952122E1F047}"/>
                </a:ext>
              </a:extLst>
            </p:cNvPr>
            <p:cNvCxnSpPr/>
            <p:nvPr/>
          </p:nvCxnSpPr>
          <p:spPr>
            <a:xfrm>
              <a:off x="5940000" y="6012000"/>
              <a:ext cx="54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B022656A-FE3C-4254-B1F4-769BF11CC677}"/>
                </a:ext>
              </a:extLst>
            </p:cNvPr>
            <p:cNvCxnSpPr/>
            <p:nvPr/>
          </p:nvCxnSpPr>
          <p:spPr>
            <a:xfrm>
              <a:off x="6048088" y="6228000"/>
              <a:ext cx="1152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B33638E4-8CFD-4324-BCC7-206DB729CF8F}"/>
                </a:ext>
              </a:extLst>
            </p:cNvPr>
            <p:cNvCxnSpPr/>
            <p:nvPr/>
          </p:nvCxnSpPr>
          <p:spPr>
            <a:xfrm>
              <a:off x="6480000" y="5868000"/>
              <a:ext cx="0" cy="14400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74409DF3-39AD-4483-9875-71031D4AD6ED}"/>
                </a:ext>
              </a:extLst>
            </p:cNvPr>
            <p:cNvCxnSpPr/>
            <p:nvPr/>
          </p:nvCxnSpPr>
          <p:spPr>
            <a:xfrm>
              <a:off x="6480000" y="5868000"/>
              <a:ext cx="72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8C19100D-B2AC-4897-8165-5F503071E4FB}"/>
                </a:ext>
              </a:extLst>
            </p:cNvPr>
            <p:cNvCxnSpPr/>
            <p:nvPr/>
          </p:nvCxnSpPr>
          <p:spPr>
            <a:xfrm>
              <a:off x="6156000" y="4500000"/>
              <a:ext cx="108000" cy="936000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>
              <a:extLst>
                <a:ext uri="{FF2B5EF4-FFF2-40B4-BE49-F238E27FC236}">
                  <a16:creationId xmlns:a16="http://schemas.microsoft.com/office/drawing/2014/main" id="{28937C87-1417-471E-BC96-64423ABAF833}"/>
                </a:ext>
              </a:extLst>
            </p:cNvPr>
            <p:cNvCxnSpPr/>
            <p:nvPr/>
          </p:nvCxnSpPr>
          <p:spPr>
            <a:xfrm>
              <a:off x="5940000" y="5148000"/>
              <a:ext cx="540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C1E02EB5-1970-4562-B9B8-7FF543BF91DB}"/>
                </a:ext>
              </a:extLst>
            </p:cNvPr>
            <p:cNvCxnSpPr/>
            <p:nvPr/>
          </p:nvCxnSpPr>
          <p:spPr>
            <a:xfrm>
              <a:off x="6479912" y="5004000"/>
              <a:ext cx="0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90ADFED8-36F3-430A-A821-BEF471CFC0E0}"/>
                </a:ext>
              </a:extLst>
            </p:cNvPr>
            <p:cNvCxnSpPr/>
            <p:nvPr/>
          </p:nvCxnSpPr>
          <p:spPr>
            <a:xfrm>
              <a:off x="6479912" y="5004000"/>
              <a:ext cx="720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DF865387-8685-47C5-9714-1D831E84585E}"/>
                </a:ext>
              </a:extLst>
            </p:cNvPr>
            <p:cNvCxnSpPr/>
            <p:nvPr/>
          </p:nvCxnSpPr>
          <p:spPr>
            <a:xfrm>
              <a:off x="6480000" y="4716000"/>
              <a:ext cx="720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7D2DEF57-A3DE-4A9B-B883-C80F3366CC3F}"/>
                </a:ext>
              </a:extLst>
            </p:cNvPr>
            <p:cNvCxnSpPr/>
            <p:nvPr/>
          </p:nvCxnSpPr>
          <p:spPr>
            <a:xfrm>
              <a:off x="6480000" y="4572000"/>
              <a:ext cx="0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B2544382-56A7-485C-B1DD-8897E15AAA52}"/>
                </a:ext>
              </a:extLst>
            </p:cNvPr>
            <p:cNvCxnSpPr/>
            <p:nvPr/>
          </p:nvCxnSpPr>
          <p:spPr>
            <a:xfrm>
              <a:off x="7200000" y="5220000"/>
              <a:ext cx="0" cy="14400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FA295E1A-0F14-44C7-B54A-D50C921DC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4000" y="4284000"/>
              <a:ext cx="0" cy="1152000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DFD4A135-E843-4975-9AE6-BFDA905222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9717" y="4500000"/>
              <a:ext cx="110531" cy="936000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8809DBFA-8E16-4B52-8D56-4FEF3205DA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2000" y="5363977"/>
              <a:ext cx="72000" cy="72000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78C58970-933D-47F3-899F-8E01795EF9D0}"/>
                </a:ext>
              </a:extLst>
            </p:cNvPr>
            <p:cNvCxnSpPr>
              <a:cxnSpLocks/>
            </p:cNvCxnSpPr>
            <p:nvPr/>
          </p:nvCxnSpPr>
          <p:spPr>
            <a:xfrm>
              <a:off x="6120000" y="4935617"/>
              <a:ext cx="144000" cy="504000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2A02EE35-B478-4BC6-9265-A8AABF2451BD}"/>
                </a:ext>
              </a:extLst>
            </p:cNvPr>
            <p:cNvCxnSpPr/>
            <p:nvPr/>
          </p:nvCxnSpPr>
          <p:spPr>
            <a:xfrm>
              <a:off x="6480000" y="4284000"/>
              <a:ext cx="0" cy="1944000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81CC7143-28BF-4415-AE6C-80BA8FBA509A}"/>
              </a:ext>
            </a:extLst>
          </p:cNvPr>
          <p:cNvGrpSpPr/>
          <p:nvPr/>
        </p:nvGrpSpPr>
        <p:grpSpPr>
          <a:xfrm>
            <a:off x="6911984" y="4257072"/>
            <a:ext cx="792000" cy="1944000"/>
            <a:chOff x="7128000" y="4284000"/>
            <a:chExt cx="792000" cy="1944000"/>
          </a:xfrm>
        </p:grpSpPr>
        <p:sp>
          <p:nvSpPr>
            <p:cNvPr id="244" name="Text Box 109">
              <a:extLst>
                <a:ext uri="{FF2B5EF4-FFF2-40B4-BE49-F238E27FC236}">
                  <a16:creationId xmlns:a16="http://schemas.microsoft.com/office/drawing/2014/main" id="{08A4F592-BB0F-4BBA-B931-92C516FD1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0000" y="4788000"/>
              <a:ext cx="144000" cy="144000"/>
            </a:xfrm>
            <a:prstGeom prst="rect">
              <a:avLst/>
            </a:prstGeom>
            <a:pattFill prst="wdUpDiag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9525">
              <a:noFill/>
              <a:prstDash val="sysDot"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zh-CN" altLang="en-US" sz="1400" dirty="0">
                <a:latin typeface="宋体" panose="02010600030101010101" pitchFamily="2" charset="-122"/>
              </a:endParaRPr>
            </a:p>
          </p:txBody>
        </p:sp>
        <p:sp>
          <p:nvSpPr>
            <p:cNvPr id="245" name="Text Box 109">
              <a:extLst>
                <a:ext uri="{FF2B5EF4-FFF2-40B4-BE49-F238E27FC236}">
                  <a16:creationId xmlns:a16="http://schemas.microsoft.com/office/drawing/2014/main" id="{49F2D09D-35C1-4CB0-9EFE-8AC70BD6C1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3805" y="4788000"/>
              <a:ext cx="576000" cy="144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prstDash val="sysDot"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 复杂</a:t>
              </a:r>
            </a:p>
          </p:txBody>
        </p:sp>
        <p:sp>
          <p:nvSpPr>
            <p:cNvPr id="246" name="Text Box 109">
              <a:extLst>
                <a:ext uri="{FF2B5EF4-FFF2-40B4-BE49-F238E27FC236}">
                  <a16:creationId xmlns:a16="http://schemas.microsoft.com/office/drawing/2014/main" id="{75E3AB38-D90A-4245-AF3D-FCE852BF6F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0000" y="4356000"/>
              <a:ext cx="144000" cy="144000"/>
            </a:xfrm>
            <a:prstGeom prst="rect">
              <a:avLst/>
            </a:prstGeom>
            <a:solidFill>
              <a:srgbClr val="CCCCFF"/>
            </a:solidFill>
            <a:ln w="9525">
              <a:noFill/>
              <a:prstDash val="sysDot"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endParaRPr lang="zh-CN" altLang="en-US" sz="1200" dirty="0">
                <a:latin typeface="宋体" panose="02010600030101010101" pitchFamily="2" charset="-122"/>
              </a:endParaRPr>
            </a:p>
          </p:txBody>
        </p: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C5434424-BCE4-484F-8747-D055DF65BCCC}"/>
                </a:ext>
              </a:extLst>
            </p:cNvPr>
            <p:cNvCxnSpPr/>
            <p:nvPr/>
          </p:nvCxnSpPr>
          <p:spPr>
            <a:xfrm>
              <a:off x="7344000" y="4284000"/>
              <a:ext cx="0" cy="1944000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id="{113E0FD5-FEB3-4B67-9E10-E3F8BE63A051}"/>
                </a:ext>
              </a:extLst>
            </p:cNvPr>
            <p:cNvCxnSpPr/>
            <p:nvPr/>
          </p:nvCxnSpPr>
          <p:spPr>
            <a:xfrm>
              <a:off x="7200000" y="4716000"/>
              <a:ext cx="144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6189203F-6AB3-4164-A4FC-4D3693BDCB6C}"/>
                </a:ext>
              </a:extLst>
            </p:cNvPr>
            <p:cNvCxnSpPr/>
            <p:nvPr/>
          </p:nvCxnSpPr>
          <p:spPr>
            <a:xfrm>
              <a:off x="7344000" y="6084000"/>
              <a:ext cx="576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C6166BB7-7FAC-493C-BBC9-23710D27DED8}"/>
                </a:ext>
              </a:extLst>
            </p:cNvPr>
            <p:cNvCxnSpPr/>
            <p:nvPr/>
          </p:nvCxnSpPr>
          <p:spPr>
            <a:xfrm>
              <a:off x="7200000" y="5796000"/>
              <a:ext cx="72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2CC2EA2C-B1D0-4C97-B4FF-5843A2ECA769}"/>
                </a:ext>
              </a:extLst>
            </p:cNvPr>
            <p:cNvCxnSpPr/>
            <p:nvPr/>
          </p:nvCxnSpPr>
          <p:spPr>
            <a:xfrm flipV="1">
              <a:off x="7344000" y="6012000"/>
              <a:ext cx="576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129AF109-F260-429D-AD08-A4F19DE966F6}"/>
                </a:ext>
              </a:extLst>
            </p:cNvPr>
            <p:cNvCxnSpPr/>
            <p:nvPr/>
          </p:nvCxnSpPr>
          <p:spPr>
            <a:xfrm>
              <a:off x="7200000" y="4932000"/>
              <a:ext cx="144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AC3A2BFD-5891-40F8-8CAD-512D3301957B}"/>
                </a:ext>
              </a:extLst>
            </p:cNvPr>
            <p:cNvCxnSpPr/>
            <p:nvPr/>
          </p:nvCxnSpPr>
          <p:spPr>
            <a:xfrm>
              <a:off x="7344000" y="5436000"/>
              <a:ext cx="0" cy="14400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50E54BEA-2794-4E9D-AE36-57413D0737D5}"/>
                </a:ext>
              </a:extLst>
            </p:cNvPr>
            <p:cNvCxnSpPr/>
            <p:nvPr/>
          </p:nvCxnSpPr>
          <p:spPr>
            <a:xfrm>
              <a:off x="7200000" y="5220000"/>
              <a:ext cx="72000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9C1675F6-1948-4C90-92AB-1FC10BA4D42D}"/>
                </a:ext>
              </a:extLst>
            </p:cNvPr>
            <p:cNvCxnSpPr/>
            <p:nvPr/>
          </p:nvCxnSpPr>
          <p:spPr>
            <a:xfrm>
              <a:off x="7344000" y="5436000"/>
              <a:ext cx="576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A0DBEF63-8E43-45DF-816D-8879B4CAB707}"/>
                </a:ext>
              </a:extLst>
            </p:cNvPr>
            <p:cNvCxnSpPr/>
            <p:nvPr/>
          </p:nvCxnSpPr>
          <p:spPr>
            <a:xfrm>
              <a:off x="7200000" y="5580000"/>
              <a:ext cx="144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B8A9EACF-F95B-4C5B-830C-DB538B2B269E}"/>
                </a:ext>
              </a:extLst>
            </p:cNvPr>
            <p:cNvCxnSpPr/>
            <p:nvPr/>
          </p:nvCxnSpPr>
          <p:spPr>
            <a:xfrm>
              <a:off x="7200000" y="5004000"/>
              <a:ext cx="144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8EE9D8B4-2128-4D95-B646-1A5488AD50AA}"/>
                </a:ext>
              </a:extLst>
            </p:cNvPr>
            <p:cNvCxnSpPr/>
            <p:nvPr/>
          </p:nvCxnSpPr>
          <p:spPr>
            <a:xfrm>
              <a:off x="7200000" y="4356000"/>
              <a:ext cx="144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Text Box 109">
              <a:extLst>
                <a:ext uri="{FF2B5EF4-FFF2-40B4-BE49-F238E27FC236}">
                  <a16:creationId xmlns:a16="http://schemas.microsoft.com/office/drawing/2014/main" id="{91354A1E-B383-4BE0-8D8E-4F053817E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4000" y="4351254"/>
              <a:ext cx="576000" cy="144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prstDash val="sysDot"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同步</a:t>
              </a:r>
            </a:p>
          </p:txBody>
        </p: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3C1F2703-9783-4169-9641-ADACDFF02C92}"/>
                </a:ext>
              </a:extLst>
            </p:cNvPr>
            <p:cNvCxnSpPr/>
            <p:nvPr/>
          </p:nvCxnSpPr>
          <p:spPr>
            <a:xfrm>
              <a:off x="7344000" y="4356000"/>
              <a:ext cx="0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07600F64-E552-45F8-8518-525EB9880143}"/>
                </a:ext>
              </a:extLst>
            </p:cNvPr>
            <p:cNvCxnSpPr/>
            <p:nvPr/>
          </p:nvCxnSpPr>
          <p:spPr>
            <a:xfrm>
              <a:off x="7344000" y="4500000"/>
              <a:ext cx="576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858CC415-34C5-4A56-ADD9-042E8817D247}"/>
                </a:ext>
              </a:extLst>
            </p:cNvPr>
            <p:cNvCxnSpPr/>
            <p:nvPr/>
          </p:nvCxnSpPr>
          <p:spPr>
            <a:xfrm>
              <a:off x="7344000" y="4788000"/>
              <a:ext cx="0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712DFF80-7B7E-41B4-B1C1-44AF31E89AAC}"/>
                </a:ext>
              </a:extLst>
            </p:cNvPr>
            <p:cNvCxnSpPr/>
            <p:nvPr/>
          </p:nvCxnSpPr>
          <p:spPr>
            <a:xfrm>
              <a:off x="7344000" y="4572000"/>
              <a:ext cx="0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D2EDF429-B152-417B-99E2-7951C3711465}"/>
                </a:ext>
              </a:extLst>
            </p:cNvPr>
            <p:cNvCxnSpPr/>
            <p:nvPr/>
          </p:nvCxnSpPr>
          <p:spPr>
            <a:xfrm>
              <a:off x="7344000" y="4572000"/>
              <a:ext cx="576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40E9FFFD-C9C2-4F91-ABCF-D319906676E0}"/>
                </a:ext>
              </a:extLst>
            </p:cNvPr>
            <p:cNvCxnSpPr/>
            <p:nvPr/>
          </p:nvCxnSpPr>
          <p:spPr>
            <a:xfrm>
              <a:off x="7344000" y="4788000"/>
              <a:ext cx="576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028D11E0-2758-41F2-AFC3-49E96F804562}"/>
                </a:ext>
              </a:extLst>
            </p:cNvPr>
            <p:cNvCxnSpPr/>
            <p:nvPr/>
          </p:nvCxnSpPr>
          <p:spPr>
            <a:xfrm>
              <a:off x="7344000" y="5004000"/>
              <a:ext cx="0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E945713B-6ACC-43FC-9453-76CEEF8CA1EB}"/>
                </a:ext>
              </a:extLst>
            </p:cNvPr>
            <p:cNvCxnSpPr/>
            <p:nvPr/>
          </p:nvCxnSpPr>
          <p:spPr>
            <a:xfrm>
              <a:off x="7344000" y="5148000"/>
              <a:ext cx="576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931A2F07-972F-4A98-A2BD-758F3186445E}"/>
                </a:ext>
              </a:extLst>
            </p:cNvPr>
            <p:cNvCxnSpPr/>
            <p:nvPr/>
          </p:nvCxnSpPr>
          <p:spPr>
            <a:xfrm>
              <a:off x="7200000" y="5868000"/>
              <a:ext cx="144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A0F7DB8D-2FCD-4DB7-AB6A-AE0662479149}"/>
                </a:ext>
              </a:extLst>
            </p:cNvPr>
            <p:cNvCxnSpPr/>
            <p:nvPr/>
          </p:nvCxnSpPr>
          <p:spPr>
            <a:xfrm>
              <a:off x="7344000" y="5868000"/>
              <a:ext cx="0" cy="14400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E4FF1B25-9BF1-4925-897F-23CA7E6BA745}"/>
                </a:ext>
              </a:extLst>
            </p:cNvPr>
            <p:cNvCxnSpPr/>
            <p:nvPr/>
          </p:nvCxnSpPr>
          <p:spPr>
            <a:xfrm>
              <a:off x="7200000" y="6228000"/>
              <a:ext cx="144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969418E4-75BF-40CE-9A86-6DE5B8186638}"/>
                </a:ext>
              </a:extLst>
            </p:cNvPr>
            <p:cNvCxnSpPr/>
            <p:nvPr/>
          </p:nvCxnSpPr>
          <p:spPr>
            <a:xfrm>
              <a:off x="7344000" y="6084000"/>
              <a:ext cx="0" cy="14400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7EBAACD2-5192-4892-8A67-B082251E5ADD}"/>
                </a:ext>
              </a:extLst>
            </p:cNvPr>
            <p:cNvCxnSpPr/>
            <p:nvPr/>
          </p:nvCxnSpPr>
          <p:spPr>
            <a:xfrm>
              <a:off x="7128000" y="4500000"/>
              <a:ext cx="216000" cy="936000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EECA9F83-61F5-45B4-BFCF-978B972655B9}"/>
                </a:ext>
              </a:extLst>
            </p:cNvPr>
            <p:cNvCxnSpPr>
              <a:cxnSpLocks/>
            </p:cNvCxnSpPr>
            <p:nvPr/>
          </p:nvCxnSpPr>
          <p:spPr>
            <a:xfrm>
              <a:off x="7236000" y="4284000"/>
              <a:ext cx="108000" cy="1152000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D4FE8810-4B95-482F-8DBA-8405D876C5A3}"/>
                </a:ext>
              </a:extLst>
            </p:cNvPr>
            <p:cNvCxnSpPr>
              <a:cxnSpLocks/>
            </p:cNvCxnSpPr>
            <p:nvPr/>
          </p:nvCxnSpPr>
          <p:spPr>
            <a:xfrm>
              <a:off x="7235999" y="5219999"/>
              <a:ext cx="108000" cy="216000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5" name="组合 274">
            <a:extLst>
              <a:ext uri="{FF2B5EF4-FFF2-40B4-BE49-F238E27FC236}">
                <a16:creationId xmlns:a16="http://schemas.microsoft.com/office/drawing/2014/main" id="{3EA14B6B-39BC-4405-BA5A-D89157EE872B}"/>
              </a:ext>
            </a:extLst>
          </p:cNvPr>
          <p:cNvGrpSpPr/>
          <p:nvPr/>
        </p:nvGrpSpPr>
        <p:grpSpPr>
          <a:xfrm>
            <a:off x="7559984" y="4257072"/>
            <a:ext cx="504000" cy="1944000"/>
            <a:chOff x="7776000" y="4284000"/>
            <a:chExt cx="504000" cy="1944000"/>
          </a:xfrm>
        </p:grpSpPr>
        <p:sp>
          <p:nvSpPr>
            <p:cNvPr id="276" name="Text Box 109">
              <a:extLst>
                <a:ext uri="{FF2B5EF4-FFF2-40B4-BE49-F238E27FC236}">
                  <a16:creationId xmlns:a16="http://schemas.microsoft.com/office/drawing/2014/main" id="{617B9C36-A425-4225-976C-0540011A2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0000" y="4788000"/>
              <a:ext cx="288000" cy="144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prstDash val="sysDot"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zh-CN" altLang="en-US" sz="1400" dirty="0">
                <a:latin typeface="宋体" panose="02010600030101010101" pitchFamily="2" charset="-122"/>
              </a:endParaRPr>
            </a:p>
          </p:txBody>
        </p:sp>
        <p:sp>
          <p:nvSpPr>
            <p:cNvPr id="277" name="Text Box 109">
              <a:extLst>
                <a:ext uri="{FF2B5EF4-FFF2-40B4-BE49-F238E27FC236}">
                  <a16:creationId xmlns:a16="http://schemas.microsoft.com/office/drawing/2014/main" id="{FA239FAE-D6EB-4CB0-859A-D18D734AB1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0000" y="4356000"/>
              <a:ext cx="288000" cy="144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prstDash val="sysDot"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endParaRPr lang="zh-CN" altLang="en-US" sz="1200" dirty="0">
                <a:latin typeface="宋体" panose="02010600030101010101" pitchFamily="2" charset="-122"/>
              </a:endParaRPr>
            </a:p>
          </p:txBody>
        </p: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E95F40DF-F9A3-481C-9410-C70388DE352F}"/>
                </a:ext>
              </a:extLst>
            </p:cNvPr>
            <p:cNvCxnSpPr/>
            <p:nvPr/>
          </p:nvCxnSpPr>
          <p:spPr>
            <a:xfrm>
              <a:off x="8208000" y="4284000"/>
              <a:ext cx="0" cy="1944000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738C2208-15B3-4615-B223-B34E2FBB798B}"/>
                </a:ext>
              </a:extLst>
            </p:cNvPr>
            <p:cNvCxnSpPr/>
            <p:nvPr/>
          </p:nvCxnSpPr>
          <p:spPr>
            <a:xfrm>
              <a:off x="7920000" y="4572000"/>
              <a:ext cx="288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42619CBD-185B-42CF-825B-D06151B90EAF}"/>
                </a:ext>
              </a:extLst>
            </p:cNvPr>
            <p:cNvCxnSpPr/>
            <p:nvPr/>
          </p:nvCxnSpPr>
          <p:spPr>
            <a:xfrm>
              <a:off x="7992000" y="5580000"/>
              <a:ext cx="216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EBF1AE3E-9CE2-4ED7-A1B1-1EED3362819B}"/>
                </a:ext>
              </a:extLst>
            </p:cNvPr>
            <p:cNvCxnSpPr/>
            <p:nvPr/>
          </p:nvCxnSpPr>
          <p:spPr>
            <a:xfrm>
              <a:off x="7920000" y="5796000"/>
              <a:ext cx="288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79C27D97-832A-4714-89CE-6CF12AE03078}"/>
                </a:ext>
              </a:extLst>
            </p:cNvPr>
            <p:cNvCxnSpPr/>
            <p:nvPr/>
          </p:nvCxnSpPr>
          <p:spPr>
            <a:xfrm flipV="1">
              <a:off x="8208000" y="5652000"/>
              <a:ext cx="72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D6ED0E47-3F65-402B-A2FE-9C2A4ECD8970}"/>
                </a:ext>
              </a:extLst>
            </p:cNvPr>
            <p:cNvCxnSpPr/>
            <p:nvPr/>
          </p:nvCxnSpPr>
          <p:spPr>
            <a:xfrm>
              <a:off x="7920000" y="4788000"/>
              <a:ext cx="288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F0333D4A-724F-493A-95E9-ECE13C20C3E0}"/>
                </a:ext>
              </a:extLst>
            </p:cNvPr>
            <p:cNvCxnSpPr/>
            <p:nvPr/>
          </p:nvCxnSpPr>
          <p:spPr>
            <a:xfrm>
              <a:off x="8208000" y="5436000"/>
              <a:ext cx="0" cy="14400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EC4BC492-9C47-4885-B380-DD9F9694CCBC}"/>
                </a:ext>
              </a:extLst>
            </p:cNvPr>
            <p:cNvCxnSpPr/>
            <p:nvPr/>
          </p:nvCxnSpPr>
          <p:spPr>
            <a:xfrm>
              <a:off x="7920000" y="5220000"/>
              <a:ext cx="36000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FE551A8B-EDEC-4379-B8D6-DAEF8F71BB61}"/>
                </a:ext>
              </a:extLst>
            </p:cNvPr>
            <p:cNvCxnSpPr/>
            <p:nvPr/>
          </p:nvCxnSpPr>
          <p:spPr>
            <a:xfrm>
              <a:off x="8208000" y="5436000"/>
              <a:ext cx="72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7F1B4FB7-6B3C-4E14-BFC9-B22B0385DBC8}"/>
                </a:ext>
              </a:extLst>
            </p:cNvPr>
            <p:cNvCxnSpPr/>
            <p:nvPr/>
          </p:nvCxnSpPr>
          <p:spPr>
            <a:xfrm>
              <a:off x="7920000" y="5436000"/>
              <a:ext cx="72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D37280D3-721E-4AED-AB6E-5AAC190F9DD8}"/>
                </a:ext>
              </a:extLst>
            </p:cNvPr>
            <p:cNvCxnSpPr/>
            <p:nvPr/>
          </p:nvCxnSpPr>
          <p:spPr>
            <a:xfrm>
              <a:off x="7920000" y="5148000"/>
              <a:ext cx="360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5A02CC52-F484-4337-813A-2EDE1C2CFAC5}"/>
                </a:ext>
              </a:extLst>
            </p:cNvPr>
            <p:cNvCxnSpPr/>
            <p:nvPr/>
          </p:nvCxnSpPr>
          <p:spPr>
            <a:xfrm>
              <a:off x="7920000" y="4500000"/>
              <a:ext cx="360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39186D50-1DD9-42CE-B1C5-D9AC2CCBDFCD}"/>
                </a:ext>
              </a:extLst>
            </p:cNvPr>
            <p:cNvCxnSpPr>
              <a:cxnSpLocks/>
            </p:cNvCxnSpPr>
            <p:nvPr/>
          </p:nvCxnSpPr>
          <p:spPr>
            <a:xfrm>
              <a:off x="7992000" y="5436000"/>
              <a:ext cx="0" cy="144016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72C184CC-46AA-49E8-A877-ED1E015A030F}"/>
                </a:ext>
              </a:extLst>
            </p:cNvPr>
            <p:cNvCxnSpPr/>
            <p:nvPr/>
          </p:nvCxnSpPr>
          <p:spPr>
            <a:xfrm>
              <a:off x="8208000" y="4788000"/>
              <a:ext cx="0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>
              <a:extLst>
                <a:ext uri="{FF2B5EF4-FFF2-40B4-BE49-F238E27FC236}">
                  <a16:creationId xmlns:a16="http://schemas.microsoft.com/office/drawing/2014/main" id="{35A79B80-E275-4693-82E8-67B5FFA81B9E}"/>
                </a:ext>
              </a:extLst>
            </p:cNvPr>
            <p:cNvCxnSpPr/>
            <p:nvPr/>
          </p:nvCxnSpPr>
          <p:spPr>
            <a:xfrm>
              <a:off x="8208000" y="4572000"/>
              <a:ext cx="0" cy="14400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0B1BE664-A0A0-4BC0-BD4F-645E9E5F54E5}"/>
                </a:ext>
              </a:extLst>
            </p:cNvPr>
            <p:cNvCxnSpPr/>
            <p:nvPr/>
          </p:nvCxnSpPr>
          <p:spPr>
            <a:xfrm>
              <a:off x="8208000" y="4716000"/>
              <a:ext cx="72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>
              <a:extLst>
                <a:ext uri="{FF2B5EF4-FFF2-40B4-BE49-F238E27FC236}">
                  <a16:creationId xmlns:a16="http://schemas.microsoft.com/office/drawing/2014/main" id="{4FDEF665-429D-4E46-B793-09360B32D4A8}"/>
                </a:ext>
              </a:extLst>
            </p:cNvPr>
            <p:cNvCxnSpPr/>
            <p:nvPr/>
          </p:nvCxnSpPr>
          <p:spPr>
            <a:xfrm>
              <a:off x="8208000" y="4932000"/>
              <a:ext cx="7200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>
              <a:extLst>
                <a:ext uri="{FF2B5EF4-FFF2-40B4-BE49-F238E27FC236}">
                  <a16:creationId xmlns:a16="http://schemas.microsoft.com/office/drawing/2014/main" id="{96E8008D-675A-43B2-A8BF-A4274DACB1E2}"/>
                </a:ext>
              </a:extLst>
            </p:cNvPr>
            <p:cNvCxnSpPr/>
            <p:nvPr/>
          </p:nvCxnSpPr>
          <p:spPr>
            <a:xfrm>
              <a:off x="7920000" y="6012000"/>
              <a:ext cx="36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0D32206B-97AE-4404-86CC-EB017FBC1204}"/>
                </a:ext>
              </a:extLst>
            </p:cNvPr>
            <p:cNvCxnSpPr/>
            <p:nvPr/>
          </p:nvCxnSpPr>
          <p:spPr>
            <a:xfrm>
              <a:off x="8208000" y="5652000"/>
              <a:ext cx="0" cy="14400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12C70533-1C47-43AB-A201-26EACE47BD55}"/>
                </a:ext>
              </a:extLst>
            </p:cNvPr>
            <p:cNvCxnSpPr/>
            <p:nvPr/>
          </p:nvCxnSpPr>
          <p:spPr>
            <a:xfrm>
              <a:off x="7920000" y="6084000"/>
              <a:ext cx="36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121AE75F-F86B-43E6-AE57-8F2D92DC1F23}"/>
                </a:ext>
              </a:extLst>
            </p:cNvPr>
            <p:cNvCxnSpPr/>
            <p:nvPr/>
          </p:nvCxnSpPr>
          <p:spPr>
            <a:xfrm>
              <a:off x="8208000" y="5436000"/>
              <a:ext cx="0" cy="14400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>
              <a:extLst>
                <a:ext uri="{FF2B5EF4-FFF2-40B4-BE49-F238E27FC236}">
                  <a16:creationId xmlns:a16="http://schemas.microsoft.com/office/drawing/2014/main" id="{211C99BA-C4A1-4914-9C05-34CE267E2811}"/>
                </a:ext>
              </a:extLst>
            </p:cNvPr>
            <p:cNvCxnSpPr/>
            <p:nvPr/>
          </p:nvCxnSpPr>
          <p:spPr>
            <a:xfrm>
              <a:off x="7884000" y="4500000"/>
              <a:ext cx="108000" cy="936000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C6648F59-243C-48B0-B7D1-1D4D36BDB3D2}"/>
                </a:ext>
              </a:extLst>
            </p:cNvPr>
            <p:cNvCxnSpPr>
              <a:cxnSpLocks/>
            </p:cNvCxnSpPr>
            <p:nvPr/>
          </p:nvCxnSpPr>
          <p:spPr>
            <a:xfrm>
              <a:off x="7992000" y="4284000"/>
              <a:ext cx="0" cy="1151977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>
              <a:extLst>
                <a:ext uri="{FF2B5EF4-FFF2-40B4-BE49-F238E27FC236}">
                  <a16:creationId xmlns:a16="http://schemas.microsoft.com/office/drawing/2014/main" id="{2C7B8834-9A8D-499C-BE59-297763B0DEE7}"/>
                </a:ext>
              </a:extLst>
            </p:cNvPr>
            <p:cNvCxnSpPr>
              <a:cxnSpLocks/>
            </p:cNvCxnSpPr>
            <p:nvPr/>
          </p:nvCxnSpPr>
          <p:spPr>
            <a:xfrm>
              <a:off x="7776000" y="4931999"/>
              <a:ext cx="216000" cy="503978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>
              <a:extLst>
                <a:ext uri="{FF2B5EF4-FFF2-40B4-BE49-F238E27FC236}">
                  <a16:creationId xmlns:a16="http://schemas.microsoft.com/office/drawing/2014/main" id="{D3411312-5F45-4AFC-A08D-6B0D1DAA6F29}"/>
                </a:ext>
              </a:extLst>
            </p:cNvPr>
            <p:cNvCxnSpPr/>
            <p:nvPr/>
          </p:nvCxnSpPr>
          <p:spPr>
            <a:xfrm>
              <a:off x="7776000" y="4788000"/>
              <a:ext cx="0" cy="144000"/>
            </a:xfrm>
            <a:prstGeom prst="line">
              <a:avLst/>
            </a:prstGeom>
            <a:ln w="9525">
              <a:solidFill>
                <a:srgbClr val="9900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0" name="线形标注 2 300">
            <a:extLst>
              <a:ext uri="{FF2B5EF4-FFF2-40B4-BE49-F238E27FC236}">
                <a16:creationId xmlns:a16="http://schemas.microsoft.com/office/drawing/2014/main" id="{50C68205-2E6A-4DEF-AA52-724BD3D99B44}"/>
              </a:ext>
            </a:extLst>
          </p:cNvPr>
          <p:cNvSpPr/>
          <p:nvPr/>
        </p:nvSpPr>
        <p:spPr bwMode="auto">
          <a:xfrm>
            <a:off x="8154264" y="4941168"/>
            <a:ext cx="900000" cy="252000"/>
          </a:xfrm>
          <a:prstGeom prst="borderCallout2">
            <a:avLst>
              <a:gd name="adj1" fmla="val 48029"/>
              <a:gd name="adj2" fmla="val 407"/>
              <a:gd name="adj3" fmla="val 50832"/>
              <a:gd name="adj4" fmla="val -10623"/>
              <a:gd name="adj5" fmla="val -127834"/>
              <a:gd name="adj6" fmla="val -111645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与</a:t>
            </a:r>
            <a:r>
              <a:rPr lang="en-US" altLang="zh-CN" sz="1600" b="1" dirty="0" err="1">
                <a:latin typeface="宋体" panose="02010600030101010101" pitchFamily="2" charset="-122"/>
              </a:rPr>
              <a:t>T</a:t>
            </a:r>
            <a:r>
              <a:rPr lang="en-US" altLang="zh-CN" sz="1600" b="1" baseline="-18000" dirty="0" err="1">
                <a:latin typeface="宋体" panose="02010600030101010101" pitchFamily="2" charset="-122"/>
              </a:rPr>
              <a:t>i</a:t>
            </a:r>
            <a:r>
              <a:rPr lang="zh-CN" altLang="en-US" sz="1600" b="1" dirty="0">
                <a:latin typeface="宋体" panose="02010600030101010101" pitchFamily="2" charset="-122"/>
              </a:rPr>
              <a:t>绑定</a:t>
            </a:r>
          </a:p>
        </p:txBody>
      </p:sp>
      <p:grpSp>
        <p:nvGrpSpPr>
          <p:cNvPr id="315" name="组合 314">
            <a:extLst>
              <a:ext uri="{FF2B5EF4-FFF2-40B4-BE49-F238E27FC236}">
                <a16:creationId xmlns:a16="http://schemas.microsoft.com/office/drawing/2014/main" id="{336CCBCA-DFB1-4997-9F12-AA6A7DBD80B5}"/>
              </a:ext>
            </a:extLst>
          </p:cNvPr>
          <p:cNvGrpSpPr/>
          <p:nvPr/>
        </p:nvGrpSpPr>
        <p:grpSpPr>
          <a:xfrm>
            <a:off x="1691680" y="4149080"/>
            <a:ext cx="2772415" cy="1224001"/>
            <a:chOff x="107504" y="2808000"/>
            <a:chExt cx="2772415" cy="1224001"/>
          </a:xfrm>
        </p:grpSpPr>
        <p:sp>
          <p:nvSpPr>
            <p:cNvPr id="335" name="矩形 334">
              <a:extLst>
                <a:ext uri="{FF2B5EF4-FFF2-40B4-BE49-F238E27FC236}">
                  <a16:creationId xmlns:a16="http://schemas.microsoft.com/office/drawing/2014/main" id="{8DE7A160-3D03-4737-8182-C9A867A38BF3}"/>
                </a:ext>
              </a:extLst>
            </p:cNvPr>
            <p:cNvSpPr/>
            <p:nvPr/>
          </p:nvSpPr>
          <p:spPr>
            <a:xfrm>
              <a:off x="755655" y="2808000"/>
              <a:ext cx="1764000" cy="11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336" name="直接箭头连接符 335">
              <a:extLst>
                <a:ext uri="{FF2B5EF4-FFF2-40B4-BE49-F238E27FC236}">
                  <a16:creationId xmlns:a16="http://schemas.microsoft.com/office/drawing/2014/main" id="{704B5E01-BA8F-4A46-BC2E-D0173AA543CF}"/>
                </a:ext>
              </a:extLst>
            </p:cNvPr>
            <p:cNvCxnSpPr/>
            <p:nvPr/>
          </p:nvCxnSpPr>
          <p:spPr bwMode="auto">
            <a:xfrm>
              <a:off x="2447824" y="3636001"/>
              <a:ext cx="17970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38" name="Text Box 320">
              <a:extLst>
                <a:ext uri="{FF2B5EF4-FFF2-40B4-BE49-F238E27FC236}">
                  <a16:creationId xmlns:a16="http://schemas.microsoft.com/office/drawing/2014/main" id="{029B17CD-ABF5-45BF-9181-3D9D107BB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7824" y="3528001"/>
              <a:ext cx="252095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>
                  <a:latin typeface="宋体" panose="02010600030101010101" pitchFamily="2" charset="-122"/>
                </a:rPr>
                <a:t>CP</a:t>
              </a:r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340" name="直接箭头连接符 339">
              <a:extLst>
                <a:ext uri="{FF2B5EF4-FFF2-40B4-BE49-F238E27FC236}">
                  <a16:creationId xmlns:a16="http://schemas.microsoft.com/office/drawing/2014/main" id="{184576C7-90EB-42DD-80B4-8E4C4700AC60}"/>
                </a:ext>
              </a:extLst>
            </p:cNvPr>
            <p:cNvCxnSpPr/>
            <p:nvPr/>
          </p:nvCxnSpPr>
          <p:spPr bwMode="auto">
            <a:xfrm>
              <a:off x="611504" y="2988001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1" name="直接箭头连接符 340">
              <a:extLst>
                <a:ext uri="{FF2B5EF4-FFF2-40B4-BE49-F238E27FC236}">
                  <a16:creationId xmlns:a16="http://schemas.microsoft.com/office/drawing/2014/main" id="{23BE3F0F-D48F-4831-B625-C4810BB0AF5C}"/>
                </a:ext>
              </a:extLst>
            </p:cNvPr>
            <p:cNvCxnSpPr/>
            <p:nvPr/>
          </p:nvCxnSpPr>
          <p:spPr bwMode="auto">
            <a:xfrm>
              <a:off x="611504" y="342172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2" name="直接箭头连接符 341">
              <a:extLst>
                <a:ext uri="{FF2B5EF4-FFF2-40B4-BE49-F238E27FC236}">
                  <a16:creationId xmlns:a16="http://schemas.microsoft.com/office/drawing/2014/main" id="{0DBD55DB-6C4C-4F5C-84BB-E884338C364D}"/>
                </a:ext>
              </a:extLst>
            </p:cNvPr>
            <p:cNvCxnSpPr/>
            <p:nvPr/>
          </p:nvCxnSpPr>
          <p:spPr bwMode="auto">
            <a:xfrm flipV="1">
              <a:off x="611504" y="3924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3" name="直接箭头连接符 342">
              <a:extLst>
                <a:ext uri="{FF2B5EF4-FFF2-40B4-BE49-F238E27FC236}">
                  <a16:creationId xmlns:a16="http://schemas.microsoft.com/office/drawing/2014/main" id="{1D29CF9A-BB54-49B3-A2EF-C682A2659357}"/>
                </a:ext>
              </a:extLst>
            </p:cNvPr>
            <p:cNvCxnSpPr/>
            <p:nvPr/>
          </p:nvCxnSpPr>
          <p:spPr bwMode="auto">
            <a:xfrm>
              <a:off x="611504" y="3708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44" name="Text Box 320">
              <a:extLst>
                <a:ext uri="{FF2B5EF4-FFF2-40B4-BE49-F238E27FC236}">
                  <a16:creationId xmlns:a16="http://schemas.microsoft.com/office/drawing/2014/main" id="{86A62D58-C18C-4914-868E-246AF4E3F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504" y="2916001"/>
              <a:ext cx="504000" cy="11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 anchor="t" anchorCtr="0"/>
            <a:lstStyle/>
            <a:p>
              <a:pPr algn="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Type</a:t>
              </a:r>
            </a:p>
            <a:p>
              <a:pPr algn="r">
                <a:lnSpc>
                  <a:spcPct val="80000"/>
                </a:lnSpc>
                <a:spcBef>
                  <a:spcPts val="18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CLK</a:t>
              </a:r>
            </a:p>
            <a:p>
              <a:pPr algn="r">
                <a:lnSpc>
                  <a:spcPct val="80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WC</a:t>
              </a:r>
            </a:p>
            <a:p>
              <a:pPr algn="r">
                <a:lnSpc>
                  <a:spcPct val="80000"/>
                </a:lnSpc>
                <a:spcBef>
                  <a:spcPts val="3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ACK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45" name="组合 344">
            <a:extLst>
              <a:ext uri="{FF2B5EF4-FFF2-40B4-BE49-F238E27FC236}">
                <a16:creationId xmlns:a16="http://schemas.microsoft.com/office/drawing/2014/main" id="{AF0E5968-B971-49DF-AB3B-5FAA9EF18BC5}"/>
              </a:ext>
            </a:extLst>
          </p:cNvPr>
          <p:cNvGrpSpPr/>
          <p:nvPr/>
        </p:nvGrpSpPr>
        <p:grpSpPr>
          <a:xfrm>
            <a:off x="2339680" y="4185065"/>
            <a:ext cx="1692565" cy="1116016"/>
            <a:chOff x="2339680" y="4068000"/>
            <a:chExt cx="1692565" cy="1116016"/>
          </a:xfrm>
        </p:grpSpPr>
        <p:sp>
          <p:nvSpPr>
            <p:cNvPr id="346" name="Text Box 260">
              <a:extLst>
                <a:ext uri="{FF2B5EF4-FFF2-40B4-BE49-F238E27FC236}">
                  <a16:creationId xmlns:a16="http://schemas.microsoft.com/office/drawing/2014/main" id="{1964DE75-DDF0-40C2-9D57-78769416B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5680" y="4356016"/>
              <a:ext cx="396000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CNT</a:t>
              </a:r>
            </a:p>
          </p:txBody>
        </p:sp>
        <p:cxnSp>
          <p:nvCxnSpPr>
            <p:cNvPr id="347" name="直接箭头连接符 346">
              <a:extLst>
                <a:ext uri="{FF2B5EF4-FFF2-40B4-BE49-F238E27FC236}">
                  <a16:creationId xmlns:a16="http://schemas.microsoft.com/office/drawing/2014/main" id="{7CE8F6FA-CDD3-4157-A3F6-EC40716FD2DC}"/>
                </a:ext>
              </a:extLst>
            </p:cNvPr>
            <p:cNvCxnSpPr/>
            <p:nvPr/>
          </p:nvCxnSpPr>
          <p:spPr bwMode="auto">
            <a:xfrm>
              <a:off x="2951680" y="4464016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48" name="直接箭头连接符 347">
              <a:extLst>
                <a:ext uri="{FF2B5EF4-FFF2-40B4-BE49-F238E27FC236}">
                  <a16:creationId xmlns:a16="http://schemas.microsoft.com/office/drawing/2014/main" id="{6495DD5D-ED96-4492-B64E-848DEB681A3F}"/>
                </a:ext>
              </a:extLst>
            </p:cNvPr>
            <p:cNvCxnSpPr/>
            <p:nvPr/>
          </p:nvCxnSpPr>
          <p:spPr bwMode="auto">
            <a:xfrm>
              <a:off x="2447680" y="5040015"/>
              <a:ext cx="11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49" name="直接箭头连接符 348">
              <a:extLst>
                <a:ext uri="{FF2B5EF4-FFF2-40B4-BE49-F238E27FC236}">
                  <a16:creationId xmlns:a16="http://schemas.microsoft.com/office/drawing/2014/main" id="{BF564E3C-E888-467C-87D1-AA91541B735B}"/>
                </a:ext>
              </a:extLst>
            </p:cNvPr>
            <p:cNvCxnSpPr/>
            <p:nvPr/>
          </p:nvCxnSpPr>
          <p:spPr bwMode="auto">
            <a:xfrm>
              <a:off x="2339680" y="4212000"/>
              <a:ext cx="50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50" name="直接箭头连接符 349">
              <a:extLst>
                <a:ext uri="{FF2B5EF4-FFF2-40B4-BE49-F238E27FC236}">
                  <a16:creationId xmlns:a16="http://schemas.microsoft.com/office/drawing/2014/main" id="{2A66400E-9C24-40FB-B2B6-DC6944C053D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447680" y="4645735"/>
              <a:ext cx="1" cy="39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51" name="直接箭头连接符 350">
              <a:extLst>
                <a:ext uri="{FF2B5EF4-FFF2-40B4-BE49-F238E27FC236}">
                  <a16:creationId xmlns:a16="http://schemas.microsoft.com/office/drawing/2014/main" id="{31F6D360-F114-4219-8CAA-6C1616314A6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47783" y="4464016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52" name="直接箭头连接符 351">
              <a:extLst>
                <a:ext uri="{FF2B5EF4-FFF2-40B4-BE49-F238E27FC236}">
                  <a16:creationId xmlns:a16="http://schemas.microsoft.com/office/drawing/2014/main" id="{F722629E-3ED3-445A-9A29-E2083C79A25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19729" y="4212000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353" name="直接箭头连接符 352">
              <a:extLst>
                <a:ext uri="{FF2B5EF4-FFF2-40B4-BE49-F238E27FC236}">
                  <a16:creationId xmlns:a16="http://schemas.microsoft.com/office/drawing/2014/main" id="{C3A439BE-4AA0-424B-A478-3C9E4807B34D}"/>
                </a:ext>
              </a:extLst>
            </p:cNvPr>
            <p:cNvCxnSpPr/>
            <p:nvPr/>
          </p:nvCxnSpPr>
          <p:spPr bwMode="auto">
            <a:xfrm>
              <a:off x="2339680" y="5148015"/>
              <a:ext cx="122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54" name="直接箭头连接符 353">
              <a:extLst>
                <a:ext uri="{FF2B5EF4-FFF2-40B4-BE49-F238E27FC236}">
                  <a16:creationId xmlns:a16="http://schemas.microsoft.com/office/drawing/2014/main" id="{0E01F244-0211-4034-A77B-E7DE17EDACDC}"/>
                </a:ext>
              </a:extLst>
            </p:cNvPr>
            <p:cNvCxnSpPr/>
            <p:nvPr/>
          </p:nvCxnSpPr>
          <p:spPr bwMode="auto">
            <a:xfrm>
              <a:off x="2340176" y="4932016"/>
              <a:ext cx="122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55" name="直接箭头连接符 354">
              <a:extLst>
                <a:ext uri="{FF2B5EF4-FFF2-40B4-BE49-F238E27FC236}">
                  <a16:creationId xmlns:a16="http://schemas.microsoft.com/office/drawing/2014/main" id="{FCCAFB58-CFC5-4068-8FB0-440E8C12C71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628176" y="4788016"/>
              <a:ext cx="0" cy="14399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356" name="Text Box 260">
              <a:extLst>
                <a:ext uri="{FF2B5EF4-FFF2-40B4-BE49-F238E27FC236}">
                  <a16:creationId xmlns:a16="http://schemas.microsoft.com/office/drawing/2014/main" id="{1959B8CD-14B3-4EAD-916B-CBD99F76A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680" y="4698016"/>
              <a:ext cx="179705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357" name="椭圆 356">
              <a:extLst>
                <a:ext uri="{FF2B5EF4-FFF2-40B4-BE49-F238E27FC236}">
                  <a16:creationId xmlns:a16="http://schemas.microsoft.com/office/drawing/2014/main" id="{EED45FA2-57F5-4B9E-A905-5BF328BE3193}"/>
                </a:ext>
              </a:extLst>
            </p:cNvPr>
            <p:cNvSpPr/>
            <p:nvPr/>
          </p:nvSpPr>
          <p:spPr bwMode="auto">
            <a:xfrm>
              <a:off x="2952655" y="4752016"/>
              <a:ext cx="70485" cy="6477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58" name="直接箭头连接符 357">
              <a:extLst>
                <a:ext uri="{FF2B5EF4-FFF2-40B4-BE49-F238E27FC236}">
                  <a16:creationId xmlns:a16="http://schemas.microsoft.com/office/drawing/2014/main" id="{4D17674C-1F27-4C61-93AF-187A6959AD3F}"/>
                </a:ext>
              </a:extLst>
            </p:cNvPr>
            <p:cNvCxnSpPr/>
            <p:nvPr/>
          </p:nvCxnSpPr>
          <p:spPr bwMode="auto">
            <a:xfrm>
              <a:off x="2628176" y="4788016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59" name="直接箭头连接符 358">
              <a:extLst>
                <a:ext uri="{FF2B5EF4-FFF2-40B4-BE49-F238E27FC236}">
                  <a16:creationId xmlns:a16="http://schemas.microsoft.com/office/drawing/2014/main" id="{9DF42E74-697F-4F45-BD95-4A911657005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39783" y="4644016"/>
              <a:ext cx="90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360" name="Text Box 260">
              <a:extLst>
                <a:ext uri="{FF2B5EF4-FFF2-40B4-BE49-F238E27FC236}">
                  <a16:creationId xmlns:a16="http://schemas.microsoft.com/office/drawing/2014/main" id="{CDA10A73-C5A5-4F3C-B728-6961B5F96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540" y="4356016"/>
              <a:ext cx="216000" cy="36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"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361" name="直接箭头连接符 360">
              <a:extLst>
                <a:ext uri="{FF2B5EF4-FFF2-40B4-BE49-F238E27FC236}">
                  <a16:creationId xmlns:a16="http://schemas.microsoft.com/office/drawing/2014/main" id="{DB4CC015-07A0-4A4F-9A27-3C0363B7851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49036" y="4212016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2" name="直接箭头连接符 361">
              <a:extLst>
                <a:ext uri="{FF2B5EF4-FFF2-40B4-BE49-F238E27FC236}">
                  <a16:creationId xmlns:a16="http://schemas.microsoft.com/office/drawing/2014/main" id="{F10B01AB-ECB1-4BD5-9635-EBAD9D45A404}"/>
                </a:ext>
              </a:extLst>
            </p:cNvPr>
            <p:cNvCxnSpPr/>
            <p:nvPr/>
          </p:nvCxnSpPr>
          <p:spPr bwMode="auto">
            <a:xfrm>
              <a:off x="3456540" y="4536016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363" name="Text Box 260">
              <a:extLst>
                <a:ext uri="{FF2B5EF4-FFF2-40B4-BE49-F238E27FC236}">
                  <a16:creationId xmlns:a16="http://schemas.microsoft.com/office/drawing/2014/main" id="{4CE01627-5927-491C-8EE9-5DB20153FB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4540" y="4896016"/>
              <a:ext cx="179705" cy="288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364" name="直接箭头连接符 363">
              <a:extLst>
                <a:ext uri="{FF2B5EF4-FFF2-40B4-BE49-F238E27FC236}">
                  <a16:creationId xmlns:a16="http://schemas.microsoft.com/office/drawing/2014/main" id="{9148F063-AA34-48DD-8E8F-9B00605A5D55}"/>
                </a:ext>
              </a:extLst>
            </p:cNvPr>
            <p:cNvCxnSpPr/>
            <p:nvPr/>
          </p:nvCxnSpPr>
          <p:spPr bwMode="auto">
            <a:xfrm>
              <a:off x="3024000" y="4788016"/>
              <a:ext cx="54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5" name="直接箭头连接符 364">
              <a:extLst>
                <a:ext uri="{FF2B5EF4-FFF2-40B4-BE49-F238E27FC236}">
                  <a16:creationId xmlns:a16="http://schemas.microsoft.com/office/drawing/2014/main" id="{8AE784A6-92F7-4794-BDF5-0A3796FC220A}"/>
                </a:ext>
              </a:extLst>
            </p:cNvPr>
            <p:cNvCxnSpPr/>
            <p:nvPr/>
          </p:nvCxnSpPr>
          <p:spPr bwMode="auto">
            <a:xfrm>
              <a:off x="3744540" y="5004016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66" name="Text Box 260">
              <a:extLst>
                <a:ext uri="{FF2B5EF4-FFF2-40B4-BE49-F238E27FC236}">
                  <a16:creationId xmlns:a16="http://schemas.microsoft.com/office/drawing/2014/main" id="{045CA2C1-1770-4011-8F44-9F871EB30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540" y="4644016"/>
              <a:ext cx="179705" cy="39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latin typeface="宋体" panose="02010600030101010101" pitchFamily="2" charset="-122"/>
                  <a:sym typeface="+mn-ea"/>
                </a:rPr>
                <a:t>≥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67" name="Text Box 260">
              <a:extLst>
                <a:ext uri="{FF2B5EF4-FFF2-40B4-BE49-F238E27FC236}">
                  <a16:creationId xmlns:a16="http://schemas.microsoft.com/office/drawing/2014/main" id="{83E50473-5BB9-4C5C-8347-7FA33B87EF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4540" y="4500016"/>
              <a:ext cx="180000" cy="32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368" name="直接箭头连接符 367">
              <a:extLst>
                <a:ext uri="{FF2B5EF4-FFF2-40B4-BE49-F238E27FC236}">
                  <a16:creationId xmlns:a16="http://schemas.microsoft.com/office/drawing/2014/main" id="{846F5B2F-C579-41EB-838E-7942F61D13AF}"/>
                </a:ext>
              </a:extLst>
            </p:cNvPr>
            <p:cNvCxnSpPr/>
            <p:nvPr/>
          </p:nvCxnSpPr>
          <p:spPr bwMode="auto">
            <a:xfrm>
              <a:off x="3744540" y="4680016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9" name="直接箭头连接符 368">
              <a:extLst>
                <a:ext uri="{FF2B5EF4-FFF2-40B4-BE49-F238E27FC236}">
                  <a16:creationId xmlns:a16="http://schemas.microsoft.com/office/drawing/2014/main" id="{C285CDE6-D7DB-4593-A55C-4EB30C9ED67E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2447783" y="4465735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370" name="Text Box 320">
              <a:extLst>
                <a:ext uri="{FF2B5EF4-FFF2-40B4-BE49-F238E27FC236}">
                  <a16:creationId xmlns:a16="http://schemas.microsoft.com/office/drawing/2014/main" id="{BE51ACF0-5879-4767-9F45-9DB60C963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1009" y="4068000"/>
              <a:ext cx="108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k</a:t>
              </a:r>
              <a:endParaRPr lang="zh-CN" altLang="en-US" sz="12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371" name="直接箭头连接符 370">
              <a:extLst>
                <a:ext uri="{FF2B5EF4-FFF2-40B4-BE49-F238E27FC236}">
                  <a16:creationId xmlns:a16="http://schemas.microsoft.com/office/drawing/2014/main" id="{6DD53172-8E14-4674-989B-03DFE51BBC6B}"/>
                </a:ext>
              </a:extLst>
            </p:cNvPr>
            <p:cNvCxnSpPr/>
            <p:nvPr/>
          </p:nvCxnSpPr>
          <p:spPr bwMode="auto">
            <a:xfrm>
              <a:off x="2412000" y="4176000"/>
              <a:ext cx="72000" cy="7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72" name="Text Box 260">
              <a:extLst>
                <a:ext uri="{FF2B5EF4-FFF2-40B4-BE49-F238E27FC236}">
                  <a16:creationId xmlns:a16="http://schemas.microsoft.com/office/drawing/2014/main" id="{E0C12EED-1429-4C7A-845E-E41218B44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4000" y="4114800"/>
              <a:ext cx="324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latin typeface="宋体" panose="02010600030101010101" pitchFamily="2" charset="-122"/>
                  <a:sym typeface="+mn-ea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73" name="直接箭头连接符 372">
              <a:extLst>
                <a:ext uri="{FF2B5EF4-FFF2-40B4-BE49-F238E27FC236}">
                  <a16:creationId xmlns:a16="http://schemas.microsoft.com/office/drawing/2014/main" id="{5F43313C-38C5-4690-8BFC-CD20BF00DD84}"/>
                </a:ext>
              </a:extLst>
            </p:cNvPr>
            <p:cNvCxnSpPr/>
            <p:nvPr/>
          </p:nvCxnSpPr>
          <p:spPr bwMode="auto">
            <a:xfrm>
              <a:off x="3168000" y="4212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74" name="Text Box 320">
              <a:extLst>
                <a:ext uri="{FF2B5EF4-FFF2-40B4-BE49-F238E27FC236}">
                  <a16:creationId xmlns:a16="http://schemas.microsoft.com/office/drawing/2014/main" id="{669A0C45-B982-453C-AC44-BD840498D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000" y="4068000"/>
              <a:ext cx="108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1</a:t>
              </a:r>
              <a:endParaRPr lang="zh-CN" altLang="en-US" sz="12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375" name="直接箭头连接符 374">
              <a:extLst>
                <a:ext uri="{FF2B5EF4-FFF2-40B4-BE49-F238E27FC236}">
                  <a16:creationId xmlns:a16="http://schemas.microsoft.com/office/drawing/2014/main" id="{3FCA0788-DD11-4AC3-8CB5-FA8CDA823EB9}"/>
                </a:ext>
              </a:extLst>
            </p:cNvPr>
            <p:cNvCxnSpPr/>
            <p:nvPr/>
          </p:nvCxnSpPr>
          <p:spPr bwMode="auto">
            <a:xfrm>
              <a:off x="3240000" y="4176000"/>
              <a:ext cx="72000" cy="7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0" bldLvl="0" animBg="1"/>
      <p:bldP spid="460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57</a:t>
            </a:fld>
            <a:endParaRPr lang="en-US" altLang="zh-CN"/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179388" y="404664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>
            <a:defPPr>
              <a:defRPr lang="zh-CN"/>
            </a:defPPr>
            <a:lvl1pPr algn="l">
              <a:defRPr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三、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uOP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控制信号的形成   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--</a:t>
            </a:r>
            <a:r>
              <a:rPr lang="en-US" altLang="zh-CN" sz="1800" b="0" dirty="0" err="1">
                <a:solidFill>
                  <a:schemeClr val="tx1"/>
                </a:solidFill>
                <a:latin typeface="+mn-lt"/>
                <a:ea typeface="+mn-ea"/>
              </a:rPr>
              <a:t>μ</a:t>
            </a:r>
            <a:r>
              <a:rPr lang="en-US" altLang="zh-CN" sz="1800" dirty="0" err="1">
                <a:solidFill>
                  <a:schemeClr val="tx1"/>
                </a:solidFill>
                <a:latin typeface="+mn-ea"/>
                <a:ea typeface="+mn-ea"/>
              </a:rPr>
              <a:t>OP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控制信号形成电路的组织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4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2" name="Text Box 132"/>
          <p:cNvSpPr txBox="1">
            <a:spLocks noChangeArrowheads="1"/>
          </p:cNvSpPr>
          <p:nvPr/>
        </p:nvSpPr>
        <p:spPr bwMode="auto">
          <a:xfrm>
            <a:off x="179513" y="1556792"/>
            <a:ext cx="2808312" cy="4685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spc="-140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spc="-140" dirty="0">
                <a:solidFill>
                  <a:srgbClr val="C00000"/>
                </a:solidFill>
                <a:latin typeface="宋体" panose="02010600030101010101" pitchFamily="2" charset="-122"/>
              </a:rPr>
              <a:t>*电路</a:t>
            </a:r>
            <a:r>
              <a:rPr lang="en-US" altLang="zh-CN" sz="2200" b="1" spc="-140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spc="-140" dirty="0">
                <a:solidFill>
                  <a:srgbClr val="C00000"/>
                </a:solidFill>
                <a:latin typeface="宋体" panose="02010600030101010101" pitchFamily="2" charset="-122"/>
              </a:rPr>
              <a:t>信号：</a:t>
            </a:r>
            <a:endParaRPr lang="en-US" altLang="zh-CN" sz="2200" b="1" spc="-14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140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140" dirty="0">
                <a:solidFill>
                  <a:schemeClr val="accent2"/>
                </a:solidFill>
                <a:latin typeface="宋体" panose="02010600030101010101" pitchFamily="2" charset="-122"/>
              </a:rPr>
              <a:t>输入</a:t>
            </a:r>
            <a:r>
              <a:rPr lang="en-US" altLang="zh-CN" sz="2200" b="1" spc="-140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spc="-14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200" b="1" spc="-140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140" dirty="0">
                <a:solidFill>
                  <a:schemeClr val="accent2"/>
                </a:solidFill>
                <a:latin typeface="宋体" panose="02010600030101010101" pitchFamily="2" charset="-122"/>
              </a:rPr>
              <a:t>输出</a:t>
            </a:r>
            <a:r>
              <a:rPr lang="en-US" altLang="zh-CN" sz="2200" b="1" spc="-140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endParaRPr lang="en-US" altLang="zh-CN" sz="2200" b="1" spc="-14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4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4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spc="-140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spc="-140" dirty="0">
                <a:solidFill>
                  <a:srgbClr val="C00000"/>
                </a:solidFill>
                <a:latin typeface="宋体" panose="02010600030101010101" pitchFamily="2" charset="-122"/>
              </a:rPr>
              <a:t>*内部逻辑：</a:t>
            </a:r>
          </a:p>
          <a:p>
            <a:pPr algn="l">
              <a:lnSpc>
                <a:spcPct val="125000"/>
              </a:lnSpc>
            </a:pPr>
            <a:endParaRPr lang="en-US" altLang="zh-CN" sz="2200" b="1" spc="-5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50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50" dirty="0">
                <a:solidFill>
                  <a:schemeClr val="accent2"/>
                </a:solidFill>
                <a:latin typeface="宋体" panose="02010600030101010101" pitchFamily="2" charset="-122"/>
              </a:rPr>
              <a:t>硬布线</a:t>
            </a:r>
            <a:r>
              <a:rPr lang="en-US" altLang="zh-CN" sz="2200" b="1" spc="-50" dirty="0">
                <a:solidFill>
                  <a:schemeClr val="accent2"/>
                </a:solidFill>
                <a:latin typeface="宋体" panose="02010600030101010101" pitchFamily="2" charset="-122"/>
              </a:rPr>
              <a:t>CU</a:t>
            </a:r>
            <a:r>
              <a:rPr lang="en-US" altLang="zh-CN" sz="2200" b="1" spc="-14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spc="-50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50" dirty="0">
                <a:solidFill>
                  <a:schemeClr val="accent2"/>
                </a:solidFill>
                <a:latin typeface="宋体" panose="02010600030101010101" pitchFamily="2" charset="-122"/>
              </a:rPr>
              <a:t>微程序</a:t>
            </a:r>
            <a:r>
              <a:rPr lang="en-US" altLang="zh-CN" sz="2200" b="1" spc="-50" dirty="0">
                <a:solidFill>
                  <a:schemeClr val="accent2"/>
                </a:solidFill>
                <a:latin typeface="宋体" panose="02010600030101010101" pitchFamily="2" charset="-122"/>
              </a:rPr>
              <a:t>CU</a:t>
            </a:r>
            <a:r>
              <a:rPr lang="en-US" altLang="zh-CN" sz="2200" b="1" spc="-14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</p:txBody>
      </p:sp>
      <p:sp>
        <p:nvSpPr>
          <p:cNvPr id="93" name="Text Box 132"/>
          <p:cNvSpPr txBox="1">
            <a:spLocks noChangeArrowheads="1"/>
          </p:cNvSpPr>
          <p:nvPr/>
        </p:nvSpPr>
        <p:spPr bwMode="auto">
          <a:xfrm>
            <a:off x="1511935" y="1987540"/>
            <a:ext cx="7505065" cy="1184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节拍信号，指令操作</a:t>
            </a:r>
            <a:r>
              <a:rPr lang="en-US" sz="2200" b="1" dirty="0">
                <a:latin typeface="宋体" panose="02010600030101010101" pitchFamily="2" charset="-122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</a:rPr>
              <a:t>寻址方式、程序状态、机器状态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latin typeface="宋体" panose="02010600030101010101" pitchFamily="2" charset="-122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</a:rPr>
              <a:t>                   </a:t>
            </a:r>
            <a:r>
              <a:rPr lang="zh-CN" altLang="en-US" sz="1600" dirty="0">
                <a:latin typeface="宋体" panose="02010600030101010101" pitchFamily="2" charset="-122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</a:rPr>
              <a:t>←表示指令需求类型←</a:t>
            </a:r>
            <a:r>
              <a:rPr lang="zh-CN" altLang="en-US" sz="1600" dirty="0">
                <a:latin typeface="宋体" panose="02010600030101010101" pitchFamily="2" charset="-122"/>
              </a:rPr>
              <a:t>┘</a:t>
            </a:r>
            <a:r>
              <a:rPr lang="en-US" altLang="zh-CN" sz="1600" b="1" dirty="0">
                <a:latin typeface="宋体" panose="02010600030101010101" pitchFamily="2" charset="-122"/>
              </a:rPr>
              <a:t>          </a:t>
            </a:r>
            <a:r>
              <a:rPr lang="zh-CN" altLang="en-US" sz="1600" dirty="0">
                <a:latin typeface="宋体" panose="02010600030101010101" pitchFamily="2" charset="-122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</a:rPr>
              <a:t>←表示请求类型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所有的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</a:rPr>
              <a:t>控制信号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即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状态转换图</a:t>
            </a:r>
            <a:r>
              <a:rPr lang="zh-CN" altLang="en-US" sz="1800" b="1" dirty="0">
                <a:latin typeface="宋体" panose="02010600030101010101" pitchFamily="2" charset="-122"/>
              </a:rPr>
              <a:t>中所有的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OPCmd)</a:t>
            </a:r>
          </a:p>
        </p:txBody>
      </p:sp>
      <p:sp>
        <p:nvSpPr>
          <p:cNvPr id="119" name="Text Box 132"/>
          <p:cNvSpPr txBox="1">
            <a:spLocks noChangeArrowheads="1"/>
          </p:cNvSpPr>
          <p:nvPr/>
        </p:nvSpPr>
        <p:spPr bwMode="auto">
          <a:xfrm>
            <a:off x="1835785" y="4439136"/>
            <a:ext cx="6904355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50" dirty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200" b="1" spc="-50" dirty="0">
                <a:latin typeface="宋体" panose="02010600030101010101" pitchFamily="2" charset="-122"/>
              </a:rPr>
              <a:t>每个</a:t>
            </a: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Cmd</a:t>
            </a:r>
            <a:r>
              <a:rPr lang="zh-CN" altLang="en-US" sz="2200" b="1" spc="-50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spc="-50" dirty="0">
                <a:solidFill>
                  <a:srgbClr val="0070C0"/>
                </a:solidFill>
                <a:latin typeface="宋体" panose="02010600030101010101" pitchFamily="2" charset="-122"/>
              </a:rPr>
              <a:t>逻辑函数</a:t>
            </a:r>
            <a:r>
              <a:rPr lang="zh-CN" altLang="en-US" sz="2200" b="1" spc="-50" dirty="0">
                <a:latin typeface="宋体" panose="02010600030101010101" pitchFamily="2" charset="-122"/>
              </a:rPr>
              <a:t>；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←满足状态转换图需求</a:t>
            </a:r>
            <a:endParaRPr lang="zh-CN" altLang="en-US" sz="2200" b="1" spc="-5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有</a:t>
            </a:r>
            <a:r>
              <a:rPr lang="en-US" altLang="zh-CN" sz="2200" b="1" u="sng" spc="-5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u="sng" spc="-5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种</a:t>
            </a: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</a:rPr>
              <a:t>实现方法</a:t>
            </a:r>
            <a:r>
              <a:rPr lang="en-US" altLang="zh-CN" sz="2200" b="1" spc="-50" dirty="0">
                <a:latin typeface="宋体" panose="02010600030101010101" pitchFamily="2" charset="-122"/>
              </a:rPr>
              <a:t>  </a:t>
            </a:r>
            <a:r>
              <a:rPr lang="en-US" altLang="zh-CN" sz="1800" b="1" spc="-50" dirty="0">
                <a:latin typeface="宋体" panose="02010600030101010101" pitchFamily="2" charset="-122"/>
              </a:rPr>
              <a:t>(</a:t>
            </a:r>
            <a:r>
              <a:rPr lang="zh-CN" altLang="en-US" sz="1800" b="1" spc="-50" dirty="0">
                <a:latin typeface="宋体" panose="02010600030101010101" pitchFamily="2" charset="-122"/>
              </a:rPr>
              <a:t>稍后讨论</a:t>
            </a:r>
            <a:r>
              <a:rPr lang="en-US" altLang="zh-CN" sz="1800" b="1" spc="-50" dirty="0">
                <a:latin typeface="宋体" panose="02010600030101010101" pitchFamily="2" charset="-122"/>
              </a:rPr>
              <a:t>)</a:t>
            </a:r>
            <a:endParaRPr lang="zh-CN" altLang="en-US" sz="2200" b="1" spc="-5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50" dirty="0">
                <a:latin typeface="宋体" panose="02010600030101010101" pitchFamily="2" charset="-122"/>
              </a:rPr>
              <a:t>  </a:t>
            </a:r>
            <a:r>
              <a:rPr lang="zh-CN" altLang="en-US" sz="2200" b="1" spc="-50" dirty="0">
                <a:latin typeface="宋体" panose="02010600030101010101" pitchFamily="2" charset="-122"/>
              </a:rPr>
              <a:t>组合逻辑，实质是编码器</a:t>
            </a:r>
            <a:r>
              <a:rPr lang="en-US" altLang="zh-CN" sz="1800" b="1" spc="-50" dirty="0">
                <a:latin typeface="宋体" panose="02010600030101010101" pitchFamily="2" charset="-122"/>
              </a:rPr>
              <a:t>[</a:t>
            </a:r>
            <a:r>
              <a:rPr lang="zh-CN" altLang="en-US" sz="1800" b="1" spc="-50" dirty="0">
                <a:latin typeface="宋体" panose="02010600030101010101" pitchFamily="2" charset="-122"/>
              </a:rPr>
              <a:t>输出</a:t>
            </a:r>
            <a:r>
              <a:rPr lang="en-US" altLang="zh-CN" sz="1800" b="1" spc="-50" dirty="0">
                <a:latin typeface="宋体" panose="02010600030101010101" pitchFamily="2" charset="-122"/>
              </a:rPr>
              <a:t>=f(in)]</a:t>
            </a:r>
            <a:endParaRPr lang="en-US" altLang="zh-CN" sz="2200" b="1" spc="-5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50" dirty="0">
                <a:latin typeface="宋体" panose="02010600030101010101" pitchFamily="2" charset="-122"/>
              </a:rPr>
              <a:t>  </a:t>
            </a:r>
            <a:r>
              <a:rPr lang="zh-CN" altLang="en-US" sz="2200" b="1" spc="-50" dirty="0">
                <a:latin typeface="宋体" panose="02010600030101010101" pitchFamily="2" charset="-122"/>
              </a:rPr>
              <a:t>存储逻辑，实质是微主机</a:t>
            </a:r>
            <a:r>
              <a:rPr lang="en-US" altLang="zh-CN" sz="1800" b="1" spc="-50" dirty="0">
                <a:latin typeface="宋体" panose="02010600030101010101" pitchFamily="2" charset="-122"/>
              </a:rPr>
              <a:t>[</a:t>
            </a:r>
            <a:r>
              <a:rPr lang="zh-CN" altLang="en-US" sz="1800" b="1" spc="-50" dirty="0">
                <a:latin typeface="宋体" panose="02010600030101010101" pitchFamily="2" charset="-122"/>
              </a:rPr>
              <a:t>输出</a:t>
            </a:r>
            <a:r>
              <a:rPr lang="en-US" altLang="zh-CN" sz="1800" b="1" spc="-50" dirty="0">
                <a:latin typeface="宋体" panose="02010600030101010101" pitchFamily="2" charset="-122"/>
              </a:rPr>
              <a:t>=</a:t>
            </a:r>
            <a:r>
              <a:rPr lang="zh-CN" altLang="en-US" sz="1800" b="1" spc="-50" dirty="0">
                <a:latin typeface="宋体" panose="02010600030101010101" pitchFamily="2" charset="-122"/>
              </a:rPr>
              <a:t>微指令执行结果</a:t>
            </a:r>
            <a:r>
              <a:rPr lang="en-US" altLang="zh-CN" sz="1800" b="1" spc="-50" dirty="0">
                <a:latin typeface="宋体" panose="02010600030101010101" pitchFamily="2" charset="-122"/>
              </a:rPr>
              <a:t>]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972490" y="3215000"/>
            <a:ext cx="7595235" cy="1224915"/>
            <a:chOff x="1985" y="4932"/>
            <a:chExt cx="11961" cy="1929"/>
          </a:xfrm>
        </p:grpSpPr>
        <p:sp>
          <p:nvSpPr>
            <p:cNvPr id="35" name="Text Box 320"/>
            <p:cNvSpPr txBox="1">
              <a:spLocks noChangeArrowheads="1"/>
            </p:cNvSpPr>
            <p:nvPr/>
          </p:nvSpPr>
          <p:spPr bwMode="auto">
            <a:xfrm>
              <a:off x="10148" y="5216"/>
              <a:ext cx="2694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联合控制方式时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36" name="Text Box 320"/>
            <p:cNvSpPr txBox="1">
              <a:spLocks noChangeArrowheads="1"/>
            </p:cNvSpPr>
            <p:nvPr/>
          </p:nvSpPr>
          <p:spPr bwMode="auto">
            <a:xfrm>
              <a:off x="2892" y="5273"/>
              <a:ext cx="2041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多种序列时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21" name="Text Box 242"/>
            <p:cNvSpPr txBox="1">
              <a:spLocks noChangeArrowheads="1"/>
            </p:cNvSpPr>
            <p:nvPr/>
          </p:nvSpPr>
          <p:spPr bwMode="auto">
            <a:xfrm>
              <a:off x="5499" y="4932"/>
              <a:ext cx="4139" cy="454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cxnSp>
          <p:nvCxnSpPr>
            <p:cNvPr id="122" name="直接箭头连接符 121"/>
            <p:cNvCxnSpPr/>
            <p:nvPr/>
          </p:nvCxnSpPr>
          <p:spPr bwMode="auto">
            <a:xfrm rot="5400000">
              <a:off x="6181" y="5607"/>
              <a:ext cx="454" cy="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3" name="直接箭头连接符 122"/>
            <p:cNvCxnSpPr/>
            <p:nvPr/>
          </p:nvCxnSpPr>
          <p:spPr bwMode="auto">
            <a:xfrm rot="5400000">
              <a:off x="6859" y="5611"/>
              <a:ext cx="454" cy="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4" name="Text Box 211"/>
            <p:cNvSpPr txBox="1">
              <a:spLocks noChangeArrowheads="1"/>
            </p:cNvSpPr>
            <p:nvPr/>
          </p:nvSpPr>
          <p:spPr bwMode="auto">
            <a:xfrm>
              <a:off x="6520" y="5386"/>
              <a:ext cx="454" cy="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accent2"/>
                  </a:solidFill>
                </a:rPr>
                <a:t>…</a:t>
              </a:r>
              <a:endParaRPr lang="en-US" altLang="zh-CN" sz="1600" b="1" baseline="-20000" dirty="0">
                <a:solidFill>
                  <a:schemeClr val="accent2"/>
                </a:solidFill>
              </a:endParaRPr>
            </a:p>
          </p:txBody>
        </p:sp>
        <p:cxnSp>
          <p:nvCxnSpPr>
            <p:cNvPr id="125" name="直接箭头连接符 124"/>
            <p:cNvCxnSpPr/>
            <p:nvPr/>
          </p:nvCxnSpPr>
          <p:spPr bwMode="auto">
            <a:xfrm flipV="1">
              <a:off x="4479" y="5953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6" name="直接箭头连接符 125"/>
            <p:cNvCxnSpPr/>
            <p:nvPr/>
          </p:nvCxnSpPr>
          <p:spPr bwMode="auto">
            <a:xfrm>
              <a:off x="4479" y="6293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7" name="Text Box 211"/>
            <p:cNvSpPr txBox="1">
              <a:spLocks noChangeArrowheads="1"/>
            </p:cNvSpPr>
            <p:nvPr/>
          </p:nvSpPr>
          <p:spPr bwMode="auto">
            <a:xfrm rot="16200000">
              <a:off x="5102" y="5954"/>
              <a:ext cx="340" cy="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/>
                <a:t>…</a:t>
              </a:r>
              <a:endParaRPr lang="en-US" altLang="zh-CN" sz="1600" b="1" baseline="-20000" dirty="0"/>
            </a:p>
          </p:txBody>
        </p:sp>
        <p:cxnSp>
          <p:nvCxnSpPr>
            <p:cNvPr id="128" name="直接箭头连接符 127"/>
            <p:cNvCxnSpPr/>
            <p:nvPr/>
          </p:nvCxnSpPr>
          <p:spPr bwMode="auto">
            <a:xfrm flipV="1">
              <a:off x="4479" y="6520"/>
              <a:ext cx="1134" cy="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9" name="Text Box 320"/>
            <p:cNvSpPr txBox="1">
              <a:spLocks noChangeArrowheads="1"/>
            </p:cNvSpPr>
            <p:nvPr/>
          </p:nvSpPr>
          <p:spPr bwMode="auto">
            <a:xfrm>
              <a:off x="2098" y="5953"/>
              <a:ext cx="2268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/>
              <a:r>
                <a:rPr lang="zh-CN" altLang="en-US" sz="1600" b="1" dirty="0">
                  <a:latin typeface="宋体" panose="02010600030101010101" pitchFamily="2" charset="-122"/>
                </a:rPr>
                <a:t>指令操作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寻址</a:t>
              </a:r>
            </a:p>
          </p:txBody>
        </p:sp>
        <p:sp>
          <p:nvSpPr>
            <p:cNvPr id="130" name="Text Box 320"/>
            <p:cNvSpPr txBox="1">
              <a:spLocks noChangeArrowheads="1"/>
            </p:cNvSpPr>
            <p:nvPr/>
          </p:nvSpPr>
          <p:spPr bwMode="auto">
            <a:xfrm>
              <a:off x="1985" y="6293"/>
              <a:ext cx="2381" cy="4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/>
              <a:r>
                <a:rPr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如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ZF)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程序状态</a:t>
              </a:r>
            </a:p>
          </p:txBody>
        </p:sp>
        <p:cxnSp>
          <p:nvCxnSpPr>
            <p:cNvPr id="131" name="直接箭头连接符 130"/>
            <p:cNvCxnSpPr/>
            <p:nvPr/>
          </p:nvCxnSpPr>
          <p:spPr bwMode="auto">
            <a:xfrm>
              <a:off x="7767" y="5955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2" name="直接箭头连接符 131"/>
            <p:cNvCxnSpPr/>
            <p:nvPr/>
          </p:nvCxnSpPr>
          <p:spPr bwMode="auto">
            <a:xfrm flipH="1">
              <a:off x="7768" y="6633"/>
              <a:ext cx="232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3" name="Text Box 320"/>
            <p:cNvSpPr txBox="1">
              <a:spLocks noChangeArrowheads="1"/>
            </p:cNvSpPr>
            <p:nvPr/>
          </p:nvSpPr>
          <p:spPr bwMode="auto">
            <a:xfrm>
              <a:off x="10091" y="6407"/>
              <a:ext cx="3855" cy="4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机器状态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如中断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异常请求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)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4" name="直接箭头连接符 133"/>
            <p:cNvCxnSpPr/>
            <p:nvPr/>
          </p:nvCxnSpPr>
          <p:spPr bwMode="auto">
            <a:xfrm flipH="1">
              <a:off x="9638" y="5159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135" name="Text Box 320"/>
            <p:cNvSpPr txBox="1">
              <a:spLocks noChangeArrowheads="1"/>
            </p:cNvSpPr>
            <p:nvPr/>
          </p:nvSpPr>
          <p:spPr bwMode="auto">
            <a:xfrm>
              <a:off x="10148" y="5613"/>
              <a:ext cx="3655" cy="4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操作状态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如部件状态</a:t>
              </a:r>
              <a:r>
                <a:rPr lang="en-US" altLang="zh-CN" sz="1400" b="1" dirty="0" err="1">
                  <a:latin typeface="宋体" panose="02010600030101010101" pitchFamily="2" charset="-122"/>
                </a:rPr>
                <a:t>mfc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)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6" name="直接箭头连接符 82"/>
            <p:cNvCxnSpPr/>
            <p:nvPr/>
          </p:nvCxnSpPr>
          <p:spPr bwMode="auto">
            <a:xfrm rot="5400000" flipH="1" flipV="1">
              <a:off x="4819" y="5613"/>
              <a:ext cx="1020" cy="340"/>
            </a:xfrm>
            <a:prstGeom prst="bentConnector3">
              <a:avLst>
                <a:gd name="adj1" fmla="val 100271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37" name="直接箭头连接符 85"/>
            <p:cNvCxnSpPr/>
            <p:nvPr/>
          </p:nvCxnSpPr>
          <p:spPr bwMode="auto">
            <a:xfrm rot="5400000" flipH="1" flipV="1">
              <a:off x="4791" y="5244"/>
              <a:ext cx="907" cy="510"/>
            </a:xfrm>
            <a:prstGeom prst="bentConnector3">
              <a:avLst>
                <a:gd name="adj1" fmla="val 100126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oval" w="sm" len="sm"/>
              <a:tailEnd type="triangle"/>
            </a:ln>
            <a:effectLst/>
          </p:spPr>
        </p:cxnSp>
        <p:sp>
          <p:nvSpPr>
            <p:cNvPr id="138" name="Text Box 238"/>
            <p:cNvSpPr txBox="1">
              <a:spLocks noChangeArrowheads="1"/>
            </p:cNvSpPr>
            <p:nvPr/>
          </p:nvSpPr>
          <p:spPr bwMode="auto">
            <a:xfrm>
              <a:off x="5613" y="5839"/>
              <a:ext cx="2154" cy="90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spc="-5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控制信号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r>
                <a:rPr lang="zh-CN" altLang="en-US" sz="1600" b="1" dirty="0">
                  <a:latin typeface="宋体" panose="02010600030101010101" pitchFamily="2" charset="-122"/>
                </a:rPr>
                <a:t>形成电路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9" name="Text Box 238"/>
            <p:cNvSpPr txBox="1">
              <a:spLocks noChangeArrowheads="1"/>
            </p:cNvSpPr>
            <p:nvPr/>
          </p:nvSpPr>
          <p:spPr bwMode="auto">
            <a:xfrm>
              <a:off x="8334" y="5839"/>
              <a:ext cx="1417" cy="68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数据通路</a:t>
              </a:r>
            </a:p>
          </p:txBody>
        </p:sp>
        <p:cxnSp>
          <p:nvCxnSpPr>
            <p:cNvPr id="140" name="直接箭头连接符 139"/>
            <p:cNvCxnSpPr/>
            <p:nvPr/>
          </p:nvCxnSpPr>
          <p:spPr bwMode="auto">
            <a:xfrm>
              <a:off x="7768" y="6406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1" name="Text Box 211"/>
            <p:cNvSpPr txBox="1">
              <a:spLocks noChangeArrowheads="1"/>
            </p:cNvSpPr>
            <p:nvPr/>
          </p:nvSpPr>
          <p:spPr bwMode="auto">
            <a:xfrm rot="16200000">
              <a:off x="7767" y="6010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</a:rPr>
                <a:t>…</a:t>
              </a:r>
              <a:endParaRPr lang="en-US" altLang="zh-CN" sz="1600" b="1" baseline="-20000" dirty="0">
                <a:solidFill>
                  <a:srgbClr val="FF3399"/>
                </a:solidFill>
              </a:endParaRPr>
            </a:p>
          </p:txBody>
        </p:sp>
        <p:cxnSp>
          <p:nvCxnSpPr>
            <p:cNvPr id="142" name="直接箭头连接符 141"/>
            <p:cNvCxnSpPr/>
            <p:nvPr/>
          </p:nvCxnSpPr>
          <p:spPr bwMode="auto">
            <a:xfrm rot="5400000">
              <a:off x="8674" y="5607"/>
              <a:ext cx="454" cy="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3" name="直接箭头连接符 142"/>
            <p:cNvCxnSpPr/>
            <p:nvPr/>
          </p:nvCxnSpPr>
          <p:spPr bwMode="auto">
            <a:xfrm rot="5400000">
              <a:off x="9128" y="5611"/>
              <a:ext cx="454" cy="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4" name="Text Box 211"/>
            <p:cNvSpPr txBox="1">
              <a:spLocks noChangeArrowheads="1"/>
            </p:cNvSpPr>
            <p:nvPr/>
          </p:nvSpPr>
          <p:spPr bwMode="auto">
            <a:xfrm>
              <a:off x="8957" y="5386"/>
              <a:ext cx="340" cy="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</a:rPr>
                <a:t>…</a:t>
              </a:r>
              <a:endParaRPr lang="en-US" altLang="zh-CN" sz="1600" b="1" baseline="-20000" dirty="0">
                <a:solidFill>
                  <a:srgbClr val="990099"/>
                </a:solidFill>
              </a:endParaRPr>
            </a:p>
          </p:txBody>
        </p:sp>
        <p:cxnSp>
          <p:nvCxnSpPr>
            <p:cNvPr id="145" name="直接箭头连接符 36"/>
            <p:cNvCxnSpPr/>
            <p:nvPr/>
          </p:nvCxnSpPr>
          <p:spPr bwMode="auto">
            <a:xfrm flipV="1">
              <a:off x="9751" y="5159"/>
              <a:ext cx="340" cy="1020"/>
            </a:xfrm>
            <a:prstGeom prst="bentConnector3">
              <a:avLst>
                <a:gd name="adj1" fmla="val 99125"/>
              </a:avLst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4" name="Text Box 320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5613" y="5386"/>
              <a:ext cx="737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节拍</a:t>
              </a:r>
            </a:p>
          </p:txBody>
        </p:sp>
        <p:sp>
          <p:nvSpPr>
            <p:cNvPr id="5" name="Text Box 320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427" y="5381"/>
              <a:ext cx="1417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工作脉冲</a:t>
              </a:r>
            </a:p>
          </p:txBody>
        </p:sp>
      </p:grpSp>
      <p:sp>
        <p:nvSpPr>
          <p:cNvPr id="3" name="Text Box 132"/>
          <p:cNvSpPr txBox="1">
            <a:spLocks noChangeArrowheads="1"/>
          </p:cNvSpPr>
          <p:nvPr/>
        </p:nvSpPr>
        <p:spPr bwMode="auto">
          <a:xfrm>
            <a:off x="179705" y="908720"/>
            <a:ext cx="8724900" cy="7727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50" dirty="0">
                <a:solidFill>
                  <a:schemeClr val="accent2"/>
                </a:solidFill>
                <a:latin typeface="宋体" panose="02010600030101010101" pitchFamily="2" charset="-122"/>
              </a:rPr>
              <a:t>    目标</a:t>
            </a:r>
            <a:r>
              <a:rPr lang="en-US" altLang="zh-CN" sz="2200" b="1" spc="-50" dirty="0">
                <a:solidFill>
                  <a:schemeClr val="accent2"/>
                </a:solidFill>
                <a:latin typeface="宋体" panose="02010600030101010101" pitchFamily="2" charset="-122"/>
              </a:rPr>
              <a:t>--</a:t>
            </a:r>
            <a:r>
              <a:rPr lang="zh-CN" altLang="en-US" sz="2200" b="1" spc="-50" dirty="0">
                <a:solidFill>
                  <a:srgbClr val="0070C0"/>
                </a:solidFill>
                <a:latin typeface="宋体" panose="02010600030101010101" pitchFamily="2" charset="-122"/>
              </a:rPr>
              <a:t>有序地</a:t>
            </a:r>
            <a:r>
              <a:rPr lang="zh-CN" altLang="en-US" sz="2200" b="1" u="sng" spc="-50" dirty="0">
                <a:solidFill>
                  <a:srgbClr val="FF3399"/>
                </a:solidFill>
                <a:latin typeface="宋体" panose="02010600030101010101" pitchFamily="2" charset="-122"/>
              </a:rPr>
              <a:t>产生</a:t>
            </a:r>
            <a:r>
              <a:rPr lang="zh-CN" altLang="en-US" sz="2200" b="1" spc="-50" dirty="0">
                <a:solidFill>
                  <a:srgbClr val="990099"/>
                </a:solidFill>
                <a:latin typeface="宋体" panose="02010600030101010101" pitchFamily="2" charset="-122"/>
              </a:rPr>
              <a:t>各个</a:t>
            </a:r>
            <a:r>
              <a:rPr lang="en-US" altLang="zh-CN" sz="2200" dirty="0" err="1">
                <a:solidFill>
                  <a:srgbClr val="990099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 err="1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序列</a:t>
            </a:r>
            <a:r>
              <a:rPr lang="zh-CN" altLang="en-US" sz="2200" b="1" spc="-80" dirty="0">
                <a:latin typeface="宋体" panose="02010600030101010101" pitchFamily="2" charset="-122"/>
                <a:sym typeface="+mn-ea"/>
              </a:rPr>
              <a:t>所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所需的</a:t>
            </a:r>
            <a:r>
              <a:rPr lang="en-US" altLang="zh-CN" sz="2200" spc="-50" dirty="0" err="1">
                <a:solidFill>
                  <a:schemeClr val="tx1"/>
                </a:solidFill>
              </a:rPr>
              <a:t>μ</a:t>
            </a:r>
            <a:r>
              <a:rPr lang="en-US" altLang="zh-CN" sz="2200" b="1" spc="-50" dirty="0" err="1">
                <a:solidFill>
                  <a:schemeClr val="tx1"/>
                </a:solidFill>
                <a:latin typeface="宋体" panose="02010600030101010101" pitchFamily="2" charset="-122"/>
              </a:rPr>
              <a:t>OP</a:t>
            </a:r>
            <a:r>
              <a:rPr lang="en-US" altLang="zh-CN" sz="2200" b="1" spc="-50" dirty="0">
                <a:solidFill>
                  <a:schemeClr val="tx1"/>
                </a:solidFill>
                <a:latin typeface="宋体" panose="02010600030101010101" pitchFamily="2" charset="-122"/>
              </a:rPr>
              <a:t>Cmd</a:t>
            </a:r>
            <a:endParaRPr lang="en-US" altLang="zh-CN" sz="2200" b="1" spc="-50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latin typeface="宋体" panose="02010600030101010101" pitchFamily="2" charset="-122"/>
              </a:rPr>
              <a:t>                 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└──┴</a:t>
            </a:r>
            <a:r>
              <a:rPr 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←时序信号</a:t>
            </a:r>
            <a:r>
              <a:rPr lang="zh-CN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与</a:t>
            </a:r>
            <a:r>
              <a:rPr 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形成逻辑</a:t>
            </a:r>
            <a:r>
              <a:rPr lang="zh-CN" sz="16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绑定</a:t>
            </a:r>
            <a:endParaRPr lang="en-US" altLang="zh-CN" sz="1800" b="1" dirty="0" err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58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90500" y="332740"/>
            <a:ext cx="4803775" cy="502475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控制器的组成小结：</a:t>
            </a: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功能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en-US" altLang="zh-CN" sz="2200" b="1" spc="-50" dirty="0">
                <a:latin typeface="+mn-ea"/>
                <a:ea typeface="+mn-ea"/>
              </a:rPr>
              <a:t> 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endParaRPr lang="en-US" altLang="zh-CN" sz="1600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控制器的组成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  <a:p>
            <a:pPr algn="l">
              <a:lnSpc>
                <a:spcPct val="90000"/>
              </a:lnSpc>
              <a:spcBef>
                <a:spcPts val="300"/>
              </a:spcBef>
            </a:pPr>
            <a:endParaRPr lang="zh-CN" altLang="en-US" sz="16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lang="zh-CN" altLang="en-US" sz="16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 时序信号形成电路的组成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时序系统组织：</a:t>
            </a:r>
            <a:r>
              <a:rPr lang="zh-CN" altLang="en-US" sz="2200" b="1" dirty="0">
                <a:latin typeface="+mn-ea"/>
                <a:ea typeface="+mn-ea"/>
              </a:rPr>
              <a:t> 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endParaRPr lang="en-US" altLang="zh-CN" sz="1600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时序系统实现：</a:t>
            </a:r>
            <a:r>
              <a:rPr lang="zh-CN" altLang="en-US" sz="2200" b="1" dirty="0">
                <a:latin typeface="+mn-ea"/>
                <a:ea typeface="+mn-ea"/>
              </a:rPr>
              <a:t> 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en-US" altLang="zh-CN" sz="2200" dirty="0" err="1">
                <a:solidFill>
                  <a:schemeClr val="accent2"/>
                </a:solidFill>
                <a:latin typeface="+mn-lt"/>
                <a:ea typeface="+mn-ea"/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+mn-ea"/>
                <a:ea typeface="+mn-ea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控制信号形成电路的组成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 I/O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信号：</a:t>
            </a:r>
            <a:r>
              <a:rPr lang="en-US" altLang="zh-CN" sz="2200" b="1" dirty="0">
                <a:latin typeface="+mn-ea"/>
                <a:ea typeface="+mn-ea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内部逻辑：</a:t>
            </a:r>
            <a:r>
              <a:rPr lang="zh-CN" altLang="en-US" sz="2200" b="1" dirty="0">
                <a:latin typeface="+mn-ea"/>
                <a:ea typeface="+mn-ea"/>
              </a:rPr>
              <a:t> 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188085" y="756285"/>
            <a:ext cx="7848411" cy="499999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  循环</a:t>
            </a:r>
            <a:r>
              <a:rPr lang="en-US" altLang="zh-CN" sz="2200" b="1" dirty="0">
                <a:latin typeface="+mn-ea"/>
                <a:ea typeface="+mn-ea"/>
              </a:rPr>
              <a:t>&amp;</a:t>
            </a:r>
            <a:r>
              <a:rPr lang="zh-CN" altLang="en-US" sz="2200" b="1" dirty="0">
                <a:latin typeface="+mn-ea"/>
                <a:ea typeface="+mn-ea"/>
              </a:rPr>
              <a:t>有序地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产生</a:t>
            </a:r>
            <a:r>
              <a:rPr lang="zh-CN" altLang="en-US" sz="2200" b="1" dirty="0">
                <a:latin typeface="+mn-ea"/>
                <a:ea typeface="+mn-ea"/>
              </a:rPr>
              <a:t>工作流程所需的</a:t>
            </a:r>
            <a:r>
              <a:rPr lang="en-US" altLang="zh-CN" sz="2200" dirty="0" err="1">
                <a:latin typeface="+mn-lt"/>
                <a:ea typeface="+mn-ea"/>
              </a:rPr>
              <a:t>μ</a:t>
            </a:r>
            <a:r>
              <a:rPr lang="en-US" altLang="zh-CN" sz="2200" b="1" dirty="0" err="1">
                <a:latin typeface="+mn-ea"/>
                <a:ea typeface="+mn-ea"/>
              </a:rPr>
              <a:t>OP</a:t>
            </a:r>
            <a:r>
              <a:rPr lang="zh-CN" altLang="en-US" sz="2200" b="1" dirty="0">
                <a:latin typeface="+mn-ea"/>
                <a:ea typeface="+mn-ea"/>
              </a:rPr>
              <a:t>控制信号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zh-CN" altLang="en-US" sz="1600" b="1" dirty="0">
                <a:latin typeface="+mn-ea"/>
                <a:ea typeface="+mn-ea"/>
              </a:rPr>
              <a:t>                       </a:t>
            </a:r>
            <a:r>
              <a:rPr lang="en-US" altLang="zh-CN" sz="1600" b="1" dirty="0">
                <a:latin typeface="+mn-ea"/>
                <a:ea typeface="+mn-ea"/>
              </a:rPr>
              <a:t> </a:t>
            </a:r>
            <a:r>
              <a:rPr lang="zh-CN" altLang="en-US" sz="1600" b="1" dirty="0">
                <a:latin typeface="+mn-ea"/>
                <a:ea typeface="+mn-ea"/>
              </a:rPr>
              <a:t> 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源自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ea typeface="+mn-ea"/>
              </a:rPr>
              <a:t>状态转换图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sz="1600" dirty="0">
              <a:solidFill>
                <a:srgbClr val="0070C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+mn-ea"/>
              </a:rPr>
              <a:t>           CU</a:t>
            </a:r>
            <a:r>
              <a:rPr lang="zh-CN" altLang="en-US" sz="2200" b="1" dirty="0">
                <a:latin typeface="+mn-ea"/>
              </a:rPr>
              <a:t>＝</a:t>
            </a:r>
            <a:r>
              <a:rPr lang="en-US" altLang="zh-CN" sz="2200" b="1" dirty="0">
                <a:latin typeface="+mn-ea"/>
              </a:rPr>
              <a:t>ID</a:t>
            </a:r>
            <a:r>
              <a:rPr lang="zh-CN" altLang="en-US" sz="2200" b="1" dirty="0">
                <a:latin typeface="+mn-ea"/>
              </a:rPr>
              <a:t>＋时序信号形成电路＋控制信号形成电路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                    </a:t>
            </a:r>
            <a:r>
              <a:rPr lang="en-US" altLang="zh-CN" sz="1600" dirty="0">
                <a:latin typeface="+mn-ea"/>
              </a:rPr>
              <a:t>│</a:t>
            </a:r>
            <a:r>
              <a:rPr lang="en-US" altLang="zh-CN" sz="1600" b="1" dirty="0">
                <a:latin typeface="+mn-ea"/>
              </a:rPr>
              <a:t>       </a:t>
            </a:r>
            <a:r>
              <a:rPr lang="zh-CN" altLang="en-US" sz="1600" dirty="0">
                <a:latin typeface="+mn-ea"/>
                <a:sym typeface="+mn-ea"/>
              </a:rPr>
              <a:t>└</a:t>
            </a:r>
            <a:r>
              <a:rPr lang="zh-CN" altLang="en-US" sz="1600" b="1" dirty="0">
                <a:latin typeface="+mn-ea"/>
                <a:sym typeface="+mn-ea"/>
              </a:rPr>
              <a:t>←表示所有节拍</a:t>
            </a:r>
            <a:r>
              <a:rPr lang="en-US" altLang="zh-CN" sz="1600" b="1" dirty="0">
                <a:latin typeface="+mn-ea"/>
                <a:sym typeface="+mn-ea"/>
              </a:rPr>
              <a:t>       </a:t>
            </a:r>
            <a:r>
              <a:rPr lang="zh-CN" altLang="en-US" sz="1600" dirty="0">
                <a:latin typeface="+mn-ea"/>
                <a:sym typeface="+mn-ea"/>
              </a:rPr>
              <a:t>└</a:t>
            </a:r>
            <a:r>
              <a:rPr lang="zh-CN" altLang="en-US" sz="1600" b="1" dirty="0">
                <a:latin typeface="+mn-ea"/>
                <a:sym typeface="+mn-ea"/>
              </a:rPr>
              <a:t>←输出所有</a:t>
            </a:r>
            <a:r>
              <a:rPr lang="en-US" altLang="zh-CN" sz="1600" dirty="0" err="1">
                <a:sym typeface="+mn-ea"/>
              </a:rPr>
              <a:t>μ</a:t>
            </a:r>
            <a:r>
              <a:rPr lang="en-US" altLang="zh-CN" sz="1600" b="1" dirty="0" err="1">
                <a:latin typeface="+mn-ea"/>
                <a:sym typeface="+mn-ea"/>
              </a:rPr>
              <a:t>OPCmd</a:t>
            </a:r>
            <a:endParaRPr lang="en-US" altLang="zh-CN" sz="16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zh-CN" altLang="en-US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                    </a:t>
            </a:r>
            <a:r>
              <a:rPr lang="zh-CN" altLang="en-US" sz="1600" dirty="0">
                <a:latin typeface="+mn-ea"/>
                <a:sym typeface="+mn-ea"/>
              </a:rPr>
              <a:t>└</a:t>
            </a:r>
            <a:r>
              <a:rPr lang="zh-CN" altLang="en-US" sz="1600" b="1" dirty="0">
                <a:latin typeface="+mn-ea"/>
                <a:sym typeface="+mn-ea"/>
              </a:rPr>
              <a:t>←表示控制需求类型</a:t>
            </a:r>
            <a:endParaRPr lang="en-US" altLang="zh-CN" sz="16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+mn-ea"/>
                <a:ea typeface="+mn-ea"/>
              </a:rPr>
              <a:t>              </a:t>
            </a:r>
            <a:r>
              <a:rPr lang="zh-CN" altLang="en-US" sz="2200" b="1" u="sng" dirty="0">
                <a:latin typeface="+mn-ea"/>
                <a:ea typeface="+mn-ea"/>
              </a:rPr>
              <a:t>信号</a:t>
            </a:r>
            <a:r>
              <a:rPr lang="zh-CN" altLang="en-US" sz="2200" b="1" dirty="0">
                <a:latin typeface="+mn-ea"/>
                <a:ea typeface="+mn-ea"/>
              </a:rPr>
              <a:t>的个数</a:t>
            </a:r>
            <a:r>
              <a:rPr lang="en-US" altLang="zh-CN" sz="2200" b="1" dirty="0">
                <a:latin typeface="+mn-ea"/>
                <a:ea typeface="+mn-ea"/>
              </a:rPr>
              <a:t>/</a:t>
            </a:r>
            <a:r>
              <a:rPr lang="zh-CN" altLang="en-US" sz="2200" b="1" dirty="0">
                <a:latin typeface="+mn-ea"/>
                <a:ea typeface="+mn-ea"/>
              </a:rPr>
              <a:t>定时方式，</a:t>
            </a:r>
            <a:r>
              <a:rPr lang="zh-CN" altLang="en-US" sz="2200" b="1" u="sng" dirty="0">
                <a:latin typeface="+mn-ea"/>
                <a:ea typeface="+mn-ea"/>
              </a:rPr>
              <a:t>信号序列</a:t>
            </a:r>
            <a:r>
              <a:rPr lang="zh-CN" altLang="en-US" sz="2200" b="1" dirty="0">
                <a:latin typeface="+mn-ea"/>
                <a:ea typeface="+mn-ea"/>
              </a:rPr>
              <a:t>的组成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zh-CN" altLang="en-US" sz="1600" b="1" dirty="0">
                <a:latin typeface="+mn-ea"/>
              </a:rPr>
              <a:t>          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zh-CN" altLang="en-US" sz="1600" dirty="0">
                <a:latin typeface="+mn-ea"/>
              </a:rPr>
              <a:t>└</a:t>
            </a:r>
            <a:r>
              <a:rPr lang="zh-CN" altLang="en-US" sz="1600" b="1" dirty="0">
                <a:latin typeface="+mn-ea"/>
              </a:rPr>
              <a:t>←基于状态转换图        </a:t>
            </a:r>
            <a:r>
              <a:rPr lang="zh-CN" altLang="en-US" sz="1600" dirty="0">
                <a:latin typeface="+mn-ea"/>
              </a:rPr>
              <a:t>└</a:t>
            </a:r>
            <a:r>
              <a:rPr lang="zh-CN" altLang="en-US" sz="1600" b="1" dirty="0">
                <a:latin typeface="+mn-ea"/>
              </a:rPr>
              <a:t>←满足各</a:t>
            </a:r>
            <a:r>
              <a:rPr lang="en-US" altLang="zh-CN" sz="1600" dirty="0" err="1"/>
              <a:t>μ</a:t>
            </a:r>
            <a:r>
              <a:rPr lang="en-US" altLang="zh-CN" sz="1600" b="1" dirty="0" err="1">
                <a:latin typeface="+mn-ea"/>
              </a:rPr>
              <a:t>OP</a:t>
            </a:r>
            <a:r>
              <a:rPr lang="zh-CN" altLang="en-US" sz="1600" b="1" dirty="0">
                <a:latin typeface="+mn-ea"/>
              </a:rPr>
              <a:t>时延需求</a:t>
            </a:r>
            <a:endParaRPr lang="en-US" altLang="zh-CN" sz="1600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+mn-ea"/>
                <a:ea typeface="+mn-ea"/>
              </a:rPr>
              <a:t>              定时逻辑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CLK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→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CP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＋定序逻辑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CP</a:t>
            </a:r>
            <a:r>
              <a:rPr lang="zh-CN" altLang="en-US" sz="1600" b="1" dirty="0">
                <a:latin typeface="+mn-ea"/>
                <a:sym typeface="+mn-ea"/>
              </a:rPr>
              <a:t>→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信号序列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   </a:t>
            </a:r>
            <a:r>
              <a:rPr lang="zh-CN" altLang="en-US" sz="2200" b="1" dirty="0">
                <a:latin typeface="+mn-ea"/>
                <a:ea typeface="+mn-ea"/>
              </a:rPr>
              <a:t>节拍、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ID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等信号</a:t>
            </a:r>
            <a:r>
              <a:rPr lang="zh-CN" altLang="en-US" sz="2200" b="1" dirty="0">
                <a:latin typeface="+mn-ea"/>
                <a:ea typeface="+mn-ea"/>
              </a:rPr>
              <a:t>，所有</a:t>
            </a:r>
            <a:r>
              <a:rPr lang="en-US" altLang="zh-CN" sz="2200" dirty="0" err="1">
                <a:latin typeface="+mn-lt"/>
                <a:ea typeface="+mn-ea"/>
              </a:rPr>
              <a:t>μ</a:t>
            </a:r>
            <a:r>
              <a:rPr lang="en-US" altLang="zh-CN" sz="2200" b="1" dirty="0" err="1">
                <a:latin typeface="+mn-ea"/>
                <a:ea typeface="+mn-ea"/>
              </a:rPr>
              <a:t>OP</a:t>
            </a:r>
            <a:r>
              <a:rPr lang="zh-CN" altLang="en-US" sz="2200" b="1" dirty="0">
                <a:latin typeface="+mn-ea"/>
                <a:ea typeface="+mn-ea"/>
              </a:rPr>
              <a:t>控制信号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状态转换图中</a:t>
            </a:r>
            <a:r>
              <a:rPr lang="zh-CN" altLang="en-US" sz="2200" b="1" dirty="0">
                <a:latin typeface="+mn-ea"/>
              </a:rPr>
              <a:t>所有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+mn-ea"/>
              </a:rPr>
              <a:t>OP</a:t>
            </a:r>
            <a:r>
              <a:rPr lang="en-US" altLang="zh-CN" sz="2200" b="1" dirty="0">
                <a:latin typeface="+mn-ea"/>
              </a:rPr>
              <a:t>Cmd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逻辑函数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组合逻辑、存储逻辑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016000" y="1224000"/>
            <a:ext cx="2088000" cy="360000"/>
            <a:chOff x="2610272" y="1340768"/>
            <a:chExt cx="2088000" cy="360000"/>
          </a:xfrm>
        </p:grpSpPr>
        <p:cxnSp>
          <p:nvCxnSpPr>
            <p:cNvPr id="5" name="直接箭头连接符 4"/>
            <p:cNvCxnSpPr/>
            <p:nvPr/>
          </p:nvCxnSpPr>
          <p:spPr bwMode="auto">
            <a:xfrm>
              <a:off x="2610272" y="1340768"/>
              <a:ext cx="194400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7" name="直接箭头连接符 6"/>
            <p:cNvCxnSpPr/>
            <p:nvPr/>
          </p:nvCxnSpPr>
          <p:spPr bwMode="auto">
            <a:xfrm>
              <a:off x="3438272" y="1340768"/>
              <a:ext cx="126000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59</a:t>
            </a:fld>
            <a:endParaRPr lang="en-US" altLang="zh-CN"/>
          </a:p>
        </p:txBody>
      </p:sp>
      <p:sp>
        <p:nvSpPr>
          <p:cNvPr id="44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§5.4  </a:t>
            </a:r>
            <a:r>
              <a:rPr lang="zh-CN" altLang="en-US" sz="2800" b="1" dirty="0">
                <a:latin typeface="宋体" panose="02010600030101010101" pitchFamily="2" charset="-122"/>
              </a:rPr>
              <a:t>硬布线控制器的设计</a:t>
            </a:r>
          </a:p>
        </p:txBody>
      </p:sp>
      <p:sp>
        <p:nvSpPr>
          <p:cNvPr id="45" name="Text Box 52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836712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>
                <a:latin typeface="宋体" panose="02010600030101010101" pitchFamily="2" charset="-122"/>
              </a:rPr>
              <a:t>设计步骤，设计过程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△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endParaRPr lang="en-US" altLang="zh-CN" sz="2000" b="1" spc="-80" dirty="0">
              <a:latin typeface="宋体" panose="02010600030101010101" pitchFamily="2" charset="-122"/>
            </a:endParaRPr>
          </a:p>
        </p:txBody>
      </p:sp>
      <p:sp>
        <p:nvSpPr>
          <p:cNvPr id="359509" name="Text Box 8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388" y="2924944"/>
            <a:ext cx="8785225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t" anchorCtr="0">
            <a:spAutoFit/>
          </a:bodyPr>
          <a:lstStyle>
            <a:defPPr>
              <a:defRPr lang="zh-CN"/>
            </a:defPPr>
            <a:lvl1pPr algn="l">
              <a:defRPr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CU</a:t>
            </a:r>
            <a:r>
              <a:rPr lang="zh-CN" altLang="en-US" sz="2400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的设计步骤</a:t>
            </a:r>
          </a:p>
        </p:txBody>
      </p:sp>
      <p:sp>
        <p:nvSpPr>
          <p:cNvPr id="46" name="Text Box 14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708520" y="3933056"/>
            <a:ext cx="3888432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l">
              <a:lnSpc>
                <a:spcPct val="12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合并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</a:rPr>
              <a:t>相同</a:t>
            </a:r>
            <a:r>
              <a:rPr lang="zh-CN" altLang="en-US" sz="1800" b="1" dirty="0">
                <a:latin typeface="+mn-ea"/>
              </a:rPr>
              <a:t>状态，</a:t>
            </a:r>
            <a:r>
              <a:rPr lang="zh-CN" altLang="en-US" sz="1800" b="1" u="sng" dirty="0">
                <a:solidFill>
                  <a:srgbClr val="990099"/>
                </a:solidFill>
                <a:latin typeface="+mn-ea"/>
              </a:rPr>
              <a:t>标注</a:t>
            </a:r>
            <a:r>
              <a:rPr lang="zh-CN" altLang="en-US" sz="1800" b="1" dirty="0">
                <a:latin typeface="+mn-ea"/>
              </a:rPr>
              <a:t>状态转换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</a:rPr>
              <a:t>条件</a:t>
            </a:r>
            <a:endParaRPr lang="zh-CN" altLang="en-US" sz="14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47" name="Text Box 14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708520" y="4437112"/>
            <a:ext cx="536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确定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信号</a:t>
            </a:r>
            <a:r>
              <a:rPr lang="zh-CN" altLang="en-US" sz="1800" b="1" dirty="0">
                <a:latin typeface="宋体" panose="02010600030101010101" pitchFamily="2" charset="-122"/>
              </a:rPr>
              <a:t>的个数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定时方式、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信号序列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含适用条件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755015" y="5517232"/>
            <a:ext cx="8281035" cy="798195"/>
            <a:chOff x="1189" y="5896"/>
            <a:chExt cx="13041" cy="1257"/>
          </a:xfrm>
        </p:grpSpPr>
        <p:sp>
          <p:nvSpPr>
            <p:cNvPr id="64" name="Text Box 147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7030" y="6246"/>
              <a:ext cx="7200" cy="907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zh-CN" altLang="en-US" sz="18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形成</a:t>
              </a:r>
              <a:r>
                <a:rPr lang="zh-CN" altLang="en-US" sz="1800" b="1" dirty="0">
                  <a:latin typeface="+mn-ea"/>
                </a:rPr>
                <a:t>各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时序信号的</a:t>
              </a:r>
              <a:r>
                <a:rPr lang="zh-CN" altLang="en-US" sz="1800" b="1" u="sng" dirty="0">
                  <a:solidFill>
                    <a:srgbClr val="0070C0"/>
                  </a:solidFill>
                  <a:latin typeface="宋体" panose="02010600030101010101" pitchFamily="2" charset="-122"/>
                </a:rPr>
                <a:t>次态函数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含复位逻辑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lang="zh-CN" altLang="en-US" sz="18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实现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定时</a:t>
              </a:r>
              <a:r>
                <a:rPr lang="zh-CN" altLang="en-US" sz="1800" b="1" u="sng" dirty="0">
                  <a:solidFill>
                    <a:srgbClr val="0070C0"/>
                  </a:solidFill>
                  <a:latin typeface="宋体" panose="02010600030101010101" pitchFamily="2" charset="-122"/>
                </a:rPr>
                <a:t>逻辑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、</a:t>
              </a:r>
              <a:r>
                <a:rPr lang="zh-CN" altLang="en-US" sz="1800" b="1" dirty="0">
                  <a:latin typeface="+mn-ea"/>
                </a:rPr>
                <a:t>各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时序信号的</a:t>
              </a:r>
              <a:r>
                <a:rPr lang="zh-CN" altLang="en-US" sz="1800" b="1" u="sng" dirty="0">
                  <a:solidFill>
                    <a:srgbClr val="0070C0"/>
                  </a:solidFill>
                  <a:latin typeface="宋体" panose="02010600030101010101" pitchFamily="2" charset="-122"/>
                </a:rPr>
                <a:t>存储</a:t>
              </a:r>
              <a:r>
                <a:rPr lang="en-US" altLang="zh-CN" sz="1800" b="1" u="sng" dirty="0">
                  <a:solidFill>
                    <a:srgbClr val="0070C0"/>
                  </a:solidFill>
                  <a:latin typeface="宋体" panose="02010600030101010101" pitchFamily="2" charset="-122"/>
                </a:rPr>
                <a:t>&amp;</a:t>
              </a:r>
              <a:r>
                <a:rPr lang="zh-CN" altLang="en-US" sz="1800" b="1" u="sng" dirty="0">
                  <a:solidFill>
                    <a:srgbClr val="0070C0"/>
                  </a:solidFill>
                  <a:latin typeface="宋体" panose="02010600030101010101" pitchFamily="2" charset="-122"/>
                </a:rPr>
                <a:t>次态函数</a:t>
              </a:r>
              <a:endParaRPr lang="zh-CN" altLang="en-US" sz="1400" b="1" u="sng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5" name="直接箭头连接符 64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1189" y="5896"/>
              <a:ext cx="0" cy="96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51"/>
              </p:custDataLst>
            </p:nvPr>
          </p:nvCxnSpPr>
          <p:spPr bwMode="auto">
            <a:xfrm flipH="1">
              <a:off x="1189" y="6860"/>
              <a:ext cx="5726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7" name="左大括号 66"/>
            <p:cNvSpPr/>
            <p:nvPr>
              <p:custDataLst>
                <p:tags r:id="rId52"/>
              </p:custDataLst>
            </p:nvPr>
          </p:nvSpPr>
          <p:spPr>
            <a:xfrm>
              <a:off x="6917" y="6473"/>
              <a:ext cx="119" cy="567"/>
            </a:xfrm>
            <a:prstGeom prst="leftBrace">
              <a:avLst>
                <a:gd name="adj1" fmla="val 27413"/>
                <a:gd name="adj2" fmla="val 67901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4176593" y="4869160"/>
            <a:ext cx="4427855" cy="828040"/>
            <a:chOff x="6633" y="4706"/>
            <a:chExt cx="6973" cy="1304"/>
          </a:xfrm>
        </p:grpSpPr>
        <p:sp>
          <p:nvSpPr>
            <p:cNvPr id="69" name="Text Box 147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6633" y="4706"/>
              <a:ext cx="6973" cy="1304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rgbClr val="990099"/>
                  </a:solidFill>
                  <a:latin typeface="+mn-ea"/>
                </a:rPr>
                <a:t>  </a:t>
              </a:r>
              <a:r>
                <a:rPr lang="en-US" altLang="zh-CN" sz="1200" b="1" dirty="0">
                  <a:solidFill>
                    <a:srgbClr val="990099"/>
                  </a:solidFill>
                  <a:latin typeface="+mn-ea"/>
                </a:rPr>
                <a:t> </a:t>
              </a:r>
              <a:r>
                <a:rPr lang="zh-CN" altLang="zh-CN" sz="1800" b="1" u="sng" dirty="0">
                  <a:solidFill>
                    <a:srgbClr val="990099"/>
                  </a:solidFill>
                  <a:latin typeface="+mn-ea"/>
                </a:rPr>
                <a:t>列出</a:t>
              </a:r>
              <a:r>
                <a:rPr lang="zh-CN" altLang="en-US" sz="1800" b="1" dirty="0">
                  <a:latin typeface="+mn-ea"/>
                </a:rPr>
                <a:t>各</a:t>
              </a:r>
              <a:r>
                <a:rPr lang="en-US" altLang="zh-CN" sz="1800" dirty="0" err="1"/>
                <a:t>μ</a:t>
              </a:r>
              <a:r>
                <a:rPr lang="en-US" altLang="zh-CN" sz="1800" b="1" dirty="0" err="1">
                  <a:latin typeface="+mn-ea"/>
                </a:rPr>
                <a:t>OPCmd</a:t>
              </a:r>
              <a:r>
                <a:rPr lang="zh-CN" altLang="zh-CN" sz="1800" b="1" dirty="0">
                  <a:latin typeface="+mn-ea"/>
                </a:rPr>
                <a:t>的</a:t>
              </a:r>
              <a:r>
                <a:rPr lang="zh-CN" altLang="zh-CN" sz="1800" b="1" u="sng" dirty="0">
                  <a:solidFill>
                    <a:srgbClr val="0070C0"/>
                  </a:solidFill>
                  <a:latin typeface="+mn-ea"/>
                </a:rPr>
                <a:t>使用时间</a:t>
              </a:r>
              <a:r>
                <a:rPr lang="zh-CN" altLang="en-US" sz="1800" b="1" u="sng" dirty="0">
                  <a:solidFill>
                    <a:srgbClr val="0070C0"/>
                  </a:solidFill>
                  <a:latin typeface="+mn-ea"/>
                </a:rPr>
                <a:t>表</a:t>
              </a:r>
              <a:r>
                <a:rPr lang="en-US" altLang="zh-CN" sz="1600" b="1" dirty="0">
                  <a:latin typeface="+mn-ea"/>
                </a:rPr>
                <a:t>(</a:t>
              </a:r>
              <a:r>
                <a:rPr lang="zh-CN" altLang="en-US" sz="1600" b="1" dirty="0">
                  <a:latin typeface="+mn-ea"/>
                </a:rPr>
                <a:t>填有效条件</a:t>
              </a:r>
              <a:r>
                <a:rPr lang="en-US" altLang="zh-CN" sz="1600" b="1" dirty="0">
                  <a:latin typeface="+mn-ea"/>
                </a:rPr>
                <a:t>)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en-US" altLang="zh-CN" sz="1200" b="1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800" b="1" u="sng" dirty="0">
                  <a:solidFill>
                    <a:srgbClr val="990099"/>
                  </a:solidFill>
                  <a:latin typeface="+mn-ea"/>
                </a:rPr>
                <a:t>形成</a:t>
              </a:r>
              <a:r>
                <a:rPr lang="zh-CN" altLang="en-US" sz="1800" b="1" dirty="0">
                  <a:latin typeface="+mn-ea"/>
                </a:rPr>
                <a:t>各</a:t>
              </a:r>
              <a:r>
                <a:rPr lang="en-US" altLang="zh-CN" sz="1800" dirty="0" err="1"/>
                <a:t>μ</a:t>
              </a:r>
              <a:r>
                <a:rPr lang="en-US" altLang="zh-CN" sz="1800" b="1" dirty="0" err="1">
                  <a:latin typeface="+mn-ea"/>
                </a:rPr>
                <a:t>OPCmd</a:t>
              </a:r>
              <a:r>
                <a:rPr lang="zh-CN" altLang="zh-CN" sz="1800" b="1" dirty="0">
                  <a:latin typeface="+mn-ea"/>
                </a:rPr>
                <a:t>的</a:t>
              </a:r>
              <a:r>
                <a:rPr lang="zh-CN" altLang="zh-CN" sz="1800" b="1" u="sng" dirty="0">
                  <a:solidFill>
                    <a:srgbClr val="0070C0"/>
                  </a:solidFill>
                  <a:latin typeface="+mn-ea"/>
                </a:rPr>
                <a:t>逻辑函数</a:t>
              </a:r>
              <a:r>
                <a:rPr lang="en-US" altLang="zh-CN" sz="1600" b="1" dirty="0">
                  <a:latin typeface="+mn-ea"/>
                </a:rPr>
                <a:t>(</a:t>
              </a:r>
              <a:r>
                <a:rPr lang="zh-CN" altLang="en-US" sz="1600" b="1" dirty="0">
                  <a:latin typeface="+mn-ea"/>
                </a:rPr>
                <a:t>按行汇总</a:t>
              </a:r>
              <a:r>
                <a:rPr lang="en-US" altLang="zh-CN" sz="1600" b="1" dirty="0">
                  <a:latin typeface="+mn-ea"/>
                </a:rPr>
                <a:t>)</a:t>
              </a:r>
              <a:endParaRPr lang="en-US" altLang="zh-CN" sz="1800" b="1" dirty="0">
                <a:latin typeface="+mn-ea"/>
              </a:endParaRPr>
            </a:p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latin typeface="+mn-ea"/>
                </a:rPr>
                <a:t>  </a:t>
              </a:r>
              <a:r>
                <a:rPr lang="en-US" altLang="zh-CN" sz="1200" b="1" dirty="0">
                  <a:latin typeface="+mn-ea"/>
                </a:rPr>
                <a:t> </a:t>
              </a:r>
              <a:r>
                <a:rPr lang="zh-CN" altLang="en-US" sz="1800" b="1" u="sng" dirty="0">
                  <a:solidFill>
                    <a:srgbClr val="990099"/>
                  </a:solidFill>
                  <a:latin typeface="+mn-ea"/>
                </a:rPr>
                <a:t>实现</a:t>
              </a:r>
              <a:r>
                <a:rPr lang="zh-CN" altLang="en-US" sz="1800" b="1" dirty="0">
                  <a:latin typeface="+mn-ea"/>
                </a:rPr>
                <a:t>各</a:t>
              </a:r>
              <a:r>
                <a:rPr lang="en-US" altLang="zh-CN" sz="1800" dirty="0" err="1"/>
                <a:t>μ</a:t>
              </a:r>
              <a:r>
                <a:rPr lang="en-US" altLang="zh-CN" sz="1800" b="1" dirty="0" err="1">
                  <a:latin typeface="+mn-ea"/>
                </a:rPr>
                <a:t>OPCmd</a:t>
              </a:r>
              <a:r>
                <a:rPr lang="zh-CN" altLang="zh-CN" sz="1800" b="1" dirty="0">
                  <a:latin typeface="+mn-ea"/>
                </a:rPr>
                <a:t>的</a:t>
              </a:r>
              <a:r>
                <a:rPr lang="zh-CN" altLang="zh-CN" sz="1800" b="1" u="sng" dirty="0">
                  <a:solidFill>
                    <a:srgbClr val="0070C0"/>
                  </a:solidFill>
                  <a:latin typeface="+mn-ea"/>
                </a:rPr>
                <a:t>逻辑函数</a:t>
              </a:r>
              <a:endPara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0" name="左大括号 69"/>
            <p:cNvSpPr/>
            <p:nvPr>
              <p:custDataLst>
                <p:tags r:id="rId48"/>
              </p:custDataLst>
            </p:nvPr>
          </p:nvSpPr>
          <p:spPr>
            <a:xfrm>
              <a:off x="7002" y="4932"/>
              <a:ext cx="113" cy="907"/>
            </a:xfrm>
            <a:prstGeom prst="leftBrace">
              <a:avLst>
                <a:gd name="adj1" fmla="val 37673"/>
                <a:gd name="adj2" fmla="val 45609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6732450" y="4221088"/>
            <a:ext cx="1548130" cy="685165"/>
            <a:chOff x="10318" y="3572"/>
            <a:chExt cx="2438" cy="1079"/>
          </a:xfrm>
        </p:grpSpPr>
        <p:cxnSp>
          <p:nvCxnSpPr>
            <p:cNvPr id="72" name="直接箭头连接符 71"/>
            <p:cNvCxnSpPr/>
            <p:nvPr>
              <p:custDataLst>
                <p:tags r:id="rId45"/>
              </p:custDataLst>
            </p:nvPr>
          </p:nvCxnSpPr>
          <p:spPr bwMode="auto">
            <a:xfrm>
              <a:off x="10318" y="3572"/>
              <a:ext cx="1984" cy="107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直接箭头连接符 72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12359" y="4368"/>
              <a:ext cx="397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74" name="Text Box 30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42875" y="1340768"/>
            <a:ext cx="873442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硬布线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CU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的实现方法：</a:t>
            </a:r>
            <a:r>
              <a:rPr lang="zh-CN" altLang="en-US" sz="2200" b="1" dirty="0">
                <a:latin typeface="宋体" panose="02010600030101010101" pitchFamily="2" charset="-122"/>
              </a:rPr>
              <a:t>有限状态机模型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时序信号为状态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1008087" y="1846800"/>
            <a:ext cx="6372225" cy="1007745"/>
            <a:chOff x="2834" y="2778"/>
            <a:chExt cx="10035" cy="1587"/>
          </a:xfrm>
        </p:grpSpPr>
        <p:sp>
          <p:nvSpPr>
            <p:cNvPr id="78" name="矩形 77"/>
            <p:cNvSpPr/>
            <p:nvPr>
              <p:custDataLst>
                <p:tags r:id="rId39"/>
              </p:custDataLst>
            </p:nvPr>
          </p:nvSpPr>
          <p:spPr>
            <a:xfrm>
              <a:off x="4592" y="3515"/>
              <a:ext cx="5443" cy="68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79" name="矩形 78"/>
            <p:cNvSpPr/>
            <p:nvPr>
              <p:custDataLst>
                <p:tags r:id="rId40"/>
              </p:custDataLst>
            </p:nvPr>
          </p:nvSpPr>
          <p:spPr>
            <a:xfrm>
              <a:off x="4592" y="2778"/>
              <a:ext cx="8277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2" name="Text Box 147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0148" y="3005"/>
              <a:ext cx="2665" cy="340"/>
            </a:xfrm>
            <a:prstGeom prst="rect">
              <a:avLst/>
            </a:prstGeom>
            <a:solidFill>
              <a:schemeClr val="bg1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时序信号形成电路</a:t>
              </a:r>
            </a:p>
          </p:txBody>
        </p:sp>
        <p:sp>
          <p:nvSpPr>
            <p:cNvPr id="84" name="Text Box 147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648" y="3798"/>
              <a:ext cx="3175" cy="340"/>
            </a:xfrm>
            <a:prstGeom prst="rect">
              <a:avLst/>
            </a:prstGeom>
            <a:solidFill>
              <a:schemeClr val="bg1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>
                  <a:solidFill>
                    <a:schemeClr val="tx1"/>
                  </a:solidFill>
                  <a:sym typeface="+mn-ea"/>
                </a:rPr>
                <a:t>μ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OP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控制信号形成电路</a:t>
              </a:r>
            </a:p>
          </p:txBody>
        </p:sp>
        <p:sp>
          <p:nvSpPr>
            <p:cNvPr id="85" name="Text Box 147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2834" y="3969"/>
              <a:ext cx="1644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ID&amp;PSR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等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86" name="Text Box 147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10318" y="4025"/>
              <a:ext cx="1928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所有</a:t>
              </a:r>
              <a:r>
                <a:rPr lang="en-US" altLang="zh-CN" sz="1600" dirty="0" err="1">
                  <a:solidFill>
                    <a:srgbClr val="FF3399"/>
                  </a:solidFill>
                  <a:sym typeface="+mn-ea"/>
                </a:rPr>
                <a:t>μ</a:t>
              </a: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OPCmd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1080527" y="1918800"/>
            <a:ext cx="5579745" cy="720090"/>
            <a:chOff x="2948" y="2891"/>
            <a:chExt cx="8787" cy="1134"/>
          </a:xfrm>
        </p:grpSpPr>
        <p:sp>
          <p:nvSpPr>
            <p:cNvPr id="89" name="Text Box 132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045" y="3005"/>
              <a:ext cx="204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状态存储逻辑</a:t>
              </a:r>
            </a:p>
          </p:txBody>
        </p:sp>
        <p:sp>
          <p:nvSpPr>
            <p:cNvPr id="90" name="Text Box 147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948" y="3571"/>
              <a:ext cx="141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输入信号</a:t>
              </a:r>
            </a:p>
          </p:txBody>
        </p:sp>
        <p:cxnSp>
          <p:nvCxnSpPr>
            <p:cNvPr id="91" name="直接箭头连接符 90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7086" y="3175"/>
              <a:ext cx="130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91"/>
            <p:cNvCxnSpPr/>
            <p:nvPr>
              <p:custDataLst>
                <p:tags r:id="rId25"/>
              </p:custDataLst>
            </p:nvPr>
          </p:nvCxnSpPr>
          <p:spPr bwMode="auto">
            <a:xfrm>
              <a:off x="4365" y="3741"/>
              <a:ext cx="402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直接箭头连接符 92"/>
            <p:cNvCxnSpPr/>
            <p:nvPr>
              <p:custDataLst>
                <p:tags r:id="rId26"/>
              </p:custDataLst>
            </p:nvPr>
          </p:nvCxnSpPr>
          <p:spPr bwMode="auto">
            <a:xfrm>
              <a:off x="9865" y="3855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4" name="Text Box 14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0318" y="3628"/>
              <a:ext cx="141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输出信号</a:t>
              </a:r>
            </a:p>
          </p:txBody>
        </p:sp>
        <p:cxnSp>
          <p:nvCxnSpPr>
            <p:cNvPr id="95" name="直接箭头连接符 94"/>
            <p:cNvCxnSpPr/>
            <p:nvPr>
              <p:custDataLst>
                <p:tags r:id="rId28"/>
              </p:custDataLst>
            </p:nvPr>
          </p:nvCxnSpPr>
          <p:spPr bwMode="auto">
            <a:xfrm>
              <a:off x="4762" y="2891"/>
              <a:ext cx="5329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6" name="Text Box 132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8391" y="3005"/>
              <a:ext cx="1474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次态函数</a:t>
              </a:r>
            </a:p>
          </p:txBody>
        </p:sp>
        <p:sp>
          <p:nvSpPr>
            <p:cNvPr id="97" name="Text Box 132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8391" y="3628"/>
              <a:ext cx="1474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输出函数</a:t>
              </a:r>
            </a:p>
          </p:txBody>
        </p:sp>
        <p:cxnSp>
          <p:nvCxnSpPr>
            <p:cNvPr id="98" name="直接箭头连接符 97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4762" y="3232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9" name="直接箭头连接符 98"/>
            <p:cNvCxnSpPr/>
            <p:nvPr>
              <p:custDataLst>
                <p:tags r:id="rId32"/>
              </p:custDataLst>
            </p:nvPr>
          </p:nvCxnSpPr>
          <p:spPr bwMode="auto">
            <a:xfrm>
              <a:off x="4762" y="2892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0" name="直接箭头连接符 99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9865" y="3232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1" name="直接箭头连接符 100"/>
            <p:cNvCxnSpPr/>
            <p:nvPr>
              <p:custDataLst>
                <p:tags r:id="rId34"/>
              </p:custDataLst>
            </p:nvPr>
          </p:nvCxnSpPr>
          <p:spPr bwMode="auto">
            <a:xfrm>
              <a:off x="10091" y="2892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2" name="直接箭头连接符 101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8050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3" name="直接箭头连接符 102"/>
            <p:cNvCxnSpPr/>
            <p:nvPr>
              <p:custDataLst>
                <p:tags r:id="rId36"/>
              </p:custDataLst>
            </p:nvPr>
          </p:nvCxnSpPr>
          <p:spPr bwMode="auto">
            <a:xfrm>
              <a:off x="7878" y="3175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04" name="直接箭头连接符 103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7878" y="3911"/>
              <a:ext cx="51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5" name="直接箭头连接符 104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8050" y="3288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</p:grpSp>
      <p:sp>
        <p:nvSpPr>
          <p:cNvPr id="106" name="AutoShape 62">
            <a:hlinkClick r:id="rId55" action="ppaction://hlinksldjump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6200000">
            <a:off x="4068291" y="6524798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47</a:t>
            </a:r>
          </a:p>
        </p:txBody>
      </p:sp>
      <p:sp>
        <p:nvSpPr>
          <p:cNvPr id="107" name="AutoShape 499">
            <a:hlinkClick r:id="rId56" action="ppaction://hlinksldjump" highlightClick="1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10800000">
            <a:off x="298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468000" y="3429000"/>
            <a:ext cx="3636000" cy="2592000"/>
            <a:chOff x="468000" y="3492000"/>
            <a:chExt cx="3636000" cy="2592000"/>
          </a:xfrm>
        </p:grpSpPr>
        <p:sp>
          <p:nvSpPr>
            <p:cNvPr id="49" name="Text Box 13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36000" y="3996000"/>
              <a:ext cx="2376000" cy="28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800" b="1" dirty="0">
                  <a:latin typeface="宋体" panose="02010600030101010101" pitchFamily="2" charset="-122"/>
                </a:rPr>
                <a:t> (1)</a:t>
              </a:r>
              <a:r>
                <a:rPr lang="zh-CN" altLang="en-US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化简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状态转换图</a:t>
              </a:r>
            </a:p>
          </p:txBody>
        </p:sp>
        <p:sp>
          <p:nvSpPr>
            <p:cNvPr id="50" name="Text Box 13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36000" y="4500000"/>
              <a:ext cx="1980000" cy="28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800" b="1" dirty="0">
                  <a:latin typeface="宋体" panose="02010600030101010101" pitchFamily="2" charset="-122"/>
                </a:rPr>
                <a:t> (2)</a:t>
              </a:r>
              <a:r>
                <a:rPr lang="zh-CN" altLang="en-US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组织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时序系统</a:t>
              </a:r>
            </a:p>
          </p:txBody>
        </p:sp>
        <p:sp>
          <p:nvSpPr>
            <p:cNvPr id="51" name="Text Box 13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68000" y="5004000"/>
              <a:ext cx="1584000" cy="576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358775" indent="-358775" algn="l"/>
              <a:r>
                <a:rPr lang="en-US" altLang="zh-CN" sz="1800" b="1" dirty="0">
                  <a:latin typeface="宋体" panose="02010600030101010101" pitchFamily="2" charset="-122"/>
                </a:rPr>
                <a:t>(3)</a:t>
              </a:r>
              <a:r>
                <a:rPr lang="zh-CN" altLang="en-US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设计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sp>
          <p:nvSpPr>
            <p:cNvPr id="52" name="Text Box 13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340000" y="5004000"/>
              <a:ext cx="1764000" cy="576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271780" indent="-271780" algn="l"/>
              <a:r>
                <a:rPr lang="en-US" altLang="zh-CN" sz="1800" b="1" dirty="0">
                  <a:latin typeface="宋体" panose="02010600030101010101" pitchFamily="2" charset="-122"/>
                </a:rPr>
                <a:t>(4)</a:t>
              </a:r>
              <a:r>
                <a:rPr lang="zh-CN" altLang="en-US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设计</a:t>
              </a:r>
              <a:r>
                <a:rPr lang="en-US" altLang="zh-CN" sz="1800" spc="-100" dirty="0" err="1"/>
                <a:t>μ</a:t>
              </a:r>
              <a:r>
                <a:rPr lang="en-US" altLang="zh-CN" sz="1800" b="1" dirty="0" err="1">
                  <a:latin typeface="+mn-ea"/>
                </a:rPr>
                <a:t>OP</a:t>
              </a:r>
              <a:r>
                <a:rPr lang="zh-CN" altLang="en-US" sz="1800" b="1" dirty="0"/>
                <a:t>控制信号形成电路 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3" name="Text Box 132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080000" y="5796000"/>
              <a:ext cx="2448000" cy="288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+mn-ea"/>
                  <a:ea typeface="+mn-ea"/>
                </a:rPr>
                <a:t>(5)</a:t>
              </a:r>
              <a:r>
                <a:rPr lang="zh-CN" altLang="en-US" sz="1800" b="1" dirty="0">
                  <a:solidFill>
                    <a:srgbClr val="C00000"/>
                  </a:solidFill>
                  <a:latin typeface="+mn-ea"/>
                  <a:ea typeface="+mn-ea"/>
                </a:rPr>
                <a:t>连接</a:t>
              </a:r>
              <a:r>
                <a:rPr lang="en-US" altLang="zh-CN" sz="1800" b="1" dirty="0">
                  <a:latin typeface="+mn-ea"/>
                  <a:ea typeface="+mn-ea"/>
                </a:rPr>
                <a:t>3</a:t>
              </a:r>
              <a:r>
                <a:rPr lang="zh-CN" altLang="en-US" sz="1800" b="1" dirty="0">
                  <a:latin typeface="+mn-ea"/>
                  <a:ea typeface="+mn-ea"/>
                </a:rPr>
                <a:t>个电路构成</a:t>
              </a:r>
              <a:r>
                <a:rPr lang="en-US" altLang="zh-CN" sz="1800" b="1" dirty="0">
                  <a:latin typeface="+mn-ea"/>
                  <a:ea typeface="+mn-ea"/>
                </a:rPr>
                <a:t>CU</a:t>
              </a:r>
              <a:r>
                <a:rPr lang="zh-CN" altLang="en-US" sz="1800" b="1" dirty="0">
                  <a:latin typeface="+mn-ea"/>
                  <a:ea typeface="+mn-ea"/>
                </a:rPr>
                <a:t> </a:t>
              </a:r>
            </a:p>
          </p:txBody>
        </p:sp>
        <p:cxnSp>
          <p:nvCxnSpPr>
            <p:cNvPr id="54" name="直接箭头连接符 53"/>
            <p:cNvCxnSpPr/>
            <p:nvPr>
              <p:custDataLst>
                <p:tags r:id="rId14"/>
              </p:custDataLst>
            </p:nvPr>
          </p:nvCxnSpPr>
          <p:spPr bwMode="auto">
            <a:xfrm>
              <a:off x="2052000" y="4284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箭头连接符 54"/>
            <p:cNvCxnSpPr/>
            <p:nvPr>
              <p:custDataLst>
                <p:tags r:id="rId15"/>
              </p:custDataLst>
            </p:nvPr>
          </p:nvCxnSpPr>
          <p:spPr bwMode="auto">
            <a:xfrm>
              <a:off x="1259632" y="4788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55"/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3131839" y="4284000"/>
              <a:ext cx="1" cy="72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直接箭头连接符 56"/>
            <p:cNvCxnSpPr/>
            <p:nvPr>
              <p:custDataLst>
                <p:tags r:id="rId17"/>
              </p:custDataLst>
            </p:nvPr>
          </p:nvCxnSpPr>
          <p:spPr bwMode="auto">
            <a:xfrm>
              <a:off x="1253056" y="5580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8" name="直接箭头连接符 57"/>
            <p:cNvCxnSpPr/>
            <p:nvPr>
              <p:custDataLst>
                <p:tags r:id="rId18"/>
              </p:custDataLst>
            </p:nvPr>
          </p:nvCxnSpPr>
          <p:spPr bwMode="auto">
            <a:xfrm>
              <a:off x="3413296" y="5580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直接箭头连接符 58"/>
            <p:cNvCxnSpPr/>
            <p:nvPr>
              <p:custDataLst>
                <p:tags r:id="rId19"/>
              </p:custDataLst>
            </p:nvPr>
          </p:nvCxnSpPr>
          <p:spPr bwMode="auto">
            <a:xfrm>
              <a:off x="2699792" y="4788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20"/>
              </p:custDataLst>
            </p:nvPr>
          </p:nvCxnSpPr>
          <p:spPr bwMode="auto">
            <a:xfrm>
              <a:off x="2052000" y="3780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21"/>
              </p:custDataLst>
            </p:nvPr>
          </p:nvCxnSpPr>
          <p:spPr bwMode="auto">
            <a:xfrm>
              <a:off x="2052000" y="5292000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" name="矩形: 圆角 2"/>
            <p:cNvSpPr/>
            <p:nvPr/>
          </p:nvSpPr>
          <p:spPr bwMode="auto">
            <a:xfrm>
              <a:off x="936000" y="3492000"/>
              <a:ext cx="2448000" cy="288000"/>
            </a:xfrm>
            <a:prstGeom prst="roundRect">
              <a:avLst>
                <a:gd name="adj" fmla="val 28973"/>
              </a:avLst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</p:spPr>
          <p:txBody>
            <a:bodyPr wrap="none" rtlCol="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数据通路＋状态转换图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5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509" grpId="0" bldLvl="0" animBg="1"/>
      <p:bldP spid="46" grpId="0" bldLvl="0" animBg="1"/>
      <p:bldP spid="47" grpId="0" bldLvl="0" animBg="1"/>
      <p:bldP spid="74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Box 90"/>
          <p:cNvSpPr txBox="1">
            <a:spLocks noChangeArrowheads="1"/>
          </p:cNvSpPr>
          <p:nvPr/>
        </p:nvSpPr>
        <p:spPr bwMode="auto">
          <a:xfrm>
            <a:off x="179389" y="4941168"/>
            <a:ext cx="4032572" cy="9759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*化简状态转换图：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组织时序系统：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60</a:t>
            </a:fld>
            <a:endParaRPr lang="en-US" altLang="zh-CN"/>
          </a:p>
        </p:txBody>
      </p:sp>
      <p:sp>
        <p:nvSpPr>
          <p:cNvPr id="3" name="Text Box 133"/>
          <p:cNvSpPr txBox="1">
            <a:spLocks noChangeArrowheads="1"/>
          </p:cNvSpPr>
          <p:nvPr/>
        </p:nvSpPr>
        <p:spPr bwMode="auto">
          <a:xfrm>
            <a:off x="179388" y="332656"/>
            <a:ext cx="8785225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t" anchorCtr="0">
            <a:spAutoFit/>
          </a:bodyPr>
          <a:lstStyle/>
          <a:p>
            <a:pPr algn="l"/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、单周期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CU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的设计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不考，掌握过程</a:t>
            </a:r>
            <a:r>
              <a:rPr lang="en-US" altLang="zh-CN" sz="1800" b="1" dirty="0">
                <a:latin typeface="+mn-ea"/>
              </a:rPr>
              <a:t>)</a:t>
            </a:r>
          </a:p>
        </p:txBody>
      </p:sp>
      <p:sp>
        <p:nvSpPr>
          <p:cNvPr id="4" name="Text Box 90"/>
          <p:cNvSpPr txBox="1">
            <a:spLocks noChangeArrowheads="1"/>
          </p:cNvSpPr>
          <p:nvPr/>
        </p:nvSpPr>
        <p:spPr bwMode="auto">
          <a:xfrm>
            <a:off x="179388" y="692696"/>
            <a:ext cx="878522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*设计背景：</a:t>
            </a:r>
            <a:r>
              <a:rPr lang="zh-CN" altLang="en-US" sz="2200" b="1" dirty="0">
                <a:latin typeface="宋体" panose="02010600030101010101" pitchFamily="2" charset="-122"/>
              </a:rPr>
              <a:t>支持</a:t>
            </a:r>
            <a:r>
              <a:rPr lang="en-US" altLang="zh-CN" sz="2200" b="1" dirty="0">
                <a:latin typeface="宋体" panose="02010600030101010101" pitchFamily="2" charset="-122"/>
              </a:rPr>
              <a:t>7</a:t>
            </a:r>
            <a:r>
              <a:rPr lang="zh-CN" altLang="en-US" sz="2200" b="1" dirty="0">
                <a:latin typeface="宋体" panose="02010600030101010101" pitchFamily="2" charset="-122"/>
              </a:rPr>
              <a:t>条</a:t>
            </a:r>
            <a:r>
              <a:rPr lang="en-US" altLang="zh-CN" sz="2200" b="1" dirty="0">
                <a:latin typeface="宋体" panose="02010600030101010101" pitchFamily="2" charset="-122"/>
              </a:rPr>
              <a:t>MIPS</a:t>
            </a:r>
            <a:r>
              <a:rPr lang="zh-CN" altLang="en-US" sz="2200" b="1" dirty="0">
                <a:latin typeface="宋体" panose="02010600030101010101" pitchFamily="2" charset="-122"/>
              </a:rPr>
              <a:t>指令的数据通路＋状态转换图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5" name="Text Box 91"/>
          <p:cNvSpPr txBox="1">
            <a:spLocks noChangeArrowheads="1"/>
          </p:cNvSpPr>
          <p:nvPr/>
        </p:nvSpPr>
        <p:spPr bwMode="auto">
          <a:xfrm>
            <a:off x="2411730" y="4942840"/>
            <a:ext cx="6552880" cy="16205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100" dirty="0">
                <a:latin typeface="宋体" panose="02010600030101010101" pitchFamily="2" charset="-122"/>
              </a:rPr>
              <a:t>  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无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重复状态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(1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个状态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/</a:t>
            </a:r>
            <a:r>
              <a:rPr lang="zh-CN" altLang="en-US" sz="1800" b="1" spc="-100" dirty="0">
                <a:latin typeface="宋体" panose="02010600030101010101" pitchFamily="2" charset="-122"/>
                <a:sym typeface="+mn-ea"/>
              </a:rPr>
              <a:t>指令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，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操作码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为状态转换条件</a:t>
            </a:r>
            <a:endParaRPr lang="zh-CN" altLang="en-US" sz="2200" b="1" u="sng" spc="-100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仅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工作脉冲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无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节拍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，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同步方式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定时；</a:t>
            </a:r>
          </a:p>
          <a:p>
            <a:pPr algn="l">
              <a:lnSpc>
                <a:spcPct val="90000"/>
              </a:lnSpc>
            </a:pPr>
            <a:r>
              <a:rPr lang="zh-CN" altLang="en-US" sz="1600" b="1" spc="-100" dirty="0">
                <a:latin typeface="宋体" panose="02010600030101010101" pitchFamily="2" charset="-122"/>
              </a:rPr>
              <a:t> </a:t>
            </a:r>
            <a:r>
              <a:rPr lang="en-US" altLang="zh-CN" sz="1600" b="1" spc="-100" dirty="0">
                <a:latin typeface="宋体" panose="02010600030101010101" pitchFamily="2" charset="-122"/>
              </a:rPr>
              <a:t>                     </a:t>
            </a:r>
            <a:r>
              <a:rPr lang="en-US" altLang="zh-CN" sz="1600" spc="-100" dirty="0">
                <a:latin typeface="宋体" panose="02010600030101010101" pitchFamily="2" charset="-122"/>
              </a:rPr>
              <a:t>└</a:t>
            </a:r>
            <a:r>
              <a:rPr lang="en-US" altLang="zh-CN" sz="1600" b="1" spc="-100" dirty="0">
                <a:latin typeface="宋体" panose="02010600030101010101" pitchFamily="2" charset="-122"/>
              </a:rPr>
              <a:t>←</a:t>
            </a:r>
            <a:r>
              <a:rPr lang="zh-CN" altLang="en-US" sz="1600" b="1" spc="-100" dirty="0">
                <a:latin typeface="宋体" panose="02010600030101010101" pitchFamily="2" charset="-122"/>
              </a:rPr>
              <a:t>理论上为</a:t>
            </a:r>
            <a:r>
              <a:rPr lang="en-US" altLang="zh-CN" sz="1600" b="1" spc="-100" dirty="0">
                <a:latin typeface="宋体" panose="02010600030101010101" pitchFamily="2" charset="-122"/>
              </a:rPr>
              <a:t>1</a:t>
            </a:r>
            <a:r>
              <a:rPr lang="zh-CN" altLang="en-US" sz="1600" b="1" spc="-100" dirty="0">
                <a:latin typeface="宋体" panose="02010600030101010101" pitchFamily="2" charset="-122"/>
              </a:rPr>
              <a:t>个，一直有效可缺省</a:t>
            </a:r>
            <a:endParaRPr lang="en-US" altLang="zh-CN" sz="16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仅</a:t>
            </a:r>
            <a:r>
              <a:rPr lang="en-US" altLang="zh-CN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种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工作脉冲信号序列</a:t>
            </a:r>
            <a:r>
              <a:rPr lang="en-US" altLang="zh-CN" sz="1800" b="1" spc="-100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轮流有效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/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适于所有指令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endParaRPr lang="en-US" altLang="zh-CN" sz="2200" b="1" spc="-100" dirty="0">
              <a:latin typeface="宋体" panose="02010600030101010101" pitchFamily="2" charset="-122"/>
            </a:endParaRPr>
          </a:p>
        </p:txBody>
      </p:sp>
      <p:sp>
        <p:nvSpPr>
          <p:cNvPr id="74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dirty="0"/>
          </a:p>
        </p:txBody>
      </p:sp>
      <p:grpSp>
        <p:nvGrpSpPr>
          <p:cNvPr id="47" name="组合 46"/>
          <p:cNvGrpSpPr/>
          <p:nvPr/>
        </p:nvGrpSpPr>
        <p:grpSpPr>
          <a:xfrm>
            <a:off x="432000" y="1124744"/>
            <a:ext cx="8460000" cy="2412029"/>
            <a:chOff x="395536" y="1052715"/>
            <a:chExt cx="8460000" cy="2412029"/>
          </a:xfrm>
        </p:grpSpPr>
        <p:sp>
          <p:nvSpPr>
            <p:cNvPr id="49" name="Text Box 323"/>
            <p:cNvSpPr txBox="1">
              <a:spLocks noChangeArrowheads="1"/>
            </p:cNvSpPr>
            <p:nvPr/>
          </p:nvSpPr>
          <p:spPr bwMode="auto">
            <a:xfrm>
              <a:off x="1547664" y="1340720"/>
              <a:ext cx="7272808" cy="183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0" name="直接连接符 49"/>
            <p:cNvCxnSpPr/>
            <p:nvPr/>
          </p:nvCxnSpPr>
          <p:spPr>
            <a:xfrm flipH="1">
              <a:off x="7308317" y="2233634"/>
              <a:ext cx="2" cy="347540"/>
            </a:xfrm>
            <a:prstGeom prst="line">
              <a:avLst/>
            </a:prstGeom>
            <a:ln w="1905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8"/>
            <p:cNvCxnSpPr/>
            <p:nvPr/>
          </p:nvCxnSpPr>
          <p:spPr>
            <a:xfrm flipV="1">
              <a:off x="7308317" y="2577604"/>
              <a:ext cx="648059" cy="357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 Box 323"/>
            <p:cNvSpPr txBox="1">
              <a:spLocks noChangeArrowheads="1"/>
            </p:cNvSpPr>
            <p:nvPr/>
          </p:nvSpPr>
          <p:spPr bwMode="auto">
            <a:xfrm>
              <a:off x="4787536" y="1916832"/>
              <a:ext cx="723618" cy="64807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3" name="直接连接符 8"/>
            <p:cNvCxnSpPr/>
            <p:nvPr/>
          </p:nvCxnSpPr>
          <p:spPr>
            <a:xfrm flipV="1">
              <a:off x="5508104" y="1988720"/>
              <a:ext cx="432048" cy="324000"/>
            </a:xfrm>
            <a:prstGeom prst="bentConnector3">
              <a:avLst>
                <a:gd name="adj1" fmla="val 32363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 Box 363"/>
            <p:cNvSpPr txBox="1">
              <a:spLocks noChangeArrowheads="1"/>
            </p:cNvSpPr>
            <p:nvPr/>
          </p:nvSpPr>
          <p:spPr bwMode="auto">
            <a:xfrm>
              <a:off x="3203848" y="1772816"/>
              <a:ext cx="360040" cy="72008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700"/>
                </a:spcBef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5" name="直接连接符 54"/>
            <p:cNvCxnSpPr/>
            <p:nvPr/>
          </p:nvCxnSpPr>
          <p:spPr bwMode="auto">
            <a:xfrm>
              <a:off x="3203536" y="1520720"/>
              <a:ext cx="0" cy="1512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连接符 55"/>
            <p:cNvCxnSpPr/>
            <p:nvPr/>
          </p:nvCxnSpPr>
          <p:spPr>
            <a:xfrm>
              <a:off x="5508104" y="2492896"/>
              <a:ext cx="1295161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AutoShape 15"/>
            <p:cNvSpPr>
              <a:spLocks noChangeArrowheads="1"/>
            </p:cNvSpPr>
            <p:nvPr/>
          </p:nvSpPr>
          <p:spPr bwMode="auto">
            <a:xfrm rot="16200000">
              <a:off x="6659741" y="2060357"/>
              <a:ext cx="648071" cy="361023"/>
            </a:xfrm>
            <a:prstGeom prst="flowChartManualOperation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59" name="直接连接符 58"/>
            <p:cNvCxnSpPr/>
            <p:nvPr/>
          </p:nvCxnSpPr>
          <p:spPr>
            <a:xfrm>
              <a:off x="4283968" y="2132856"/>
              <a:ext cx="500518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3206090" y="2321322"/>
              <a:ext cx="1578396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3206090" y="2492896"/>
              <a:ext cx="1578396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35"/>
            <p:cNvCxnSpPr>
              <a:stCxn id="134" idx="1"/>
            </p:cNvCxnSpPr>
            <p:nvPr/>
          </p:nvCxnSpPr>
          <p:spPr>
            <a:xfrm rot="10800000" flipV="1">
              <a:off x="4567840" y="1701255"/>
              <a:ext cx="292193" cy="287584"/>
            </a:xfrm>
            <a:prstGeom prst="bentConnector3">
              <a:avLst>
                <a:gd name="adj1" fmla="val 99984"/>
              </a:avLst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82"/>
            <p:cNvCxnSpPr>
              <a:endCxn id="52" idx="2"/>
            </p:cNvCxnSpPr>
            <p:nvPr/>
          </p:nvCxnSpPr>
          <p:spPr bwMode="auto">
            <a:xfrm flipV="1">
              <a:off x="4503042" y="2564904"/>
              <a:ext cx="646303" cy="106075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70" name="直接连接符 69"/>
            <p:cNvCxnSpPr/>
            <p:nvPr/>
          </p:nvCxnSpPr>
          <p:spPr bwMode="auto">
            <a:xfrm flipV="1">
              <a:off x="5364088" y="2564904"/>
              <a:ext cx="0" cy="12363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4" name="直接连接符 8"/>
            <p:cNvCxnSpPr>
              <a:stCxn id="57" idx="2"/>
            </p:cNvCxnSpPr>
            <p:nvPr/>
          </p:nvCxnSpPr>
          <p:spPr>
            <a:xfrm flipH="1" flipV="1">
              <a:off x="5364088" y="1772817"/>
              <a:ext cx="1800200" cy="468051"/>
            </a:xfrm>
            <a:prstGeom prst="bentConnector3">
              <a:avLst>
                <a:gd name="adj1" fmla="val -7972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 bwMode="auto">
            <a:xfrm flipV="1">
              <a:off x="7020272" y="2492896"/>
              <a:ext cx="0" cy="75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06" name="直接连接符 105"/>
            <p:cNvCxnSpPr/>
            <p:nvPr/>
          </p:nvCxnSpPr>
          <p:spPr>
            <a:xfrm>
              <a:off x="7164288" y="2099790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>
              <a:off x="7164288" y="2348880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217"/>
            <p:cNvSpPr txBox="1"/>
            <p:nvPr/>
          </p:nvSpPr>
          <p:spPr>
            <a:xfrm>
              <a:off x="7532699" y="1966720"/>
              <a:ext cx="279661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OF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9" name="TextBox 218"/>
            <p:cNvSpPr txBox="1"/>
            <p:nvPr/>
          </p:nvSpPr>
          <p:spPr>
            <a:xfrm>
              <a:off x="7524328" y="2204864"/>
              <a:ext cx="279661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0" name="TextBox 219"/>
            <p:cNvSpPr txBox="1"/>
            <p:nvPr/>
          </p:nvSpPr>
          <p:spPr>
            <a:xfrm>
              <a:off x="6782320" y="3248720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</a:p>
          </p:txBody>
        </p:sp>
        <p:sp>
          <p:nvSpPr>
            <p:cNvPr id="111" name="TextBox 220"/>
            <p:cNvSpPr txBox="1"/>
            <p:nvPr/>
          </p:nvSpPr>
          <p:spPr>
            <a:xfrm>
              <a:off x="4167584" y="3248720"/>
              <a:ext cx="69244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</a:p>
          </p:txBody>
        </p:sp>
        <p:sp>
          <p:nvSpPr>
            <p:cNvPr id="112" name="TextBox 221"/>
            <p:cNvSpPr txBox="1"/>
            <p:nvPr/>
          </p:nvSpPr>
          <p:spPr>
            <a:xfrm>
              <a:off x="2895503" y="1916832"/>
              <a:ext cx="308345" cy="710598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</a:p>
          </p:txBody>
        </p:sp>
        <p:sp>
          <p:nvSpPr>
            <p:cNvPr id="113" name="Text Box 18"/>
            <p:cNvSpPr txBox="1">
              <a:spLocks noChangeArrowheads="1"/>
            </p:cNvSpPr>
            <p:nvPr/>
          </p:nvSpPr>
          <p:spPr bwMode="auto">
            <a:xfrm>
              <a:off x="3779913" y="1916832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114" name="矩形 113"/>
            <p:cNvSpPr/>
            <p:nvPr/>
          </p:nvSpPr>
          <p:spPr bwMode="auto">
            <a:xfrm>
              <a:off x="3779913" y="2104279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矩形 114"/>
            <p:cNvSpPr/>
            <p:nvPr/>
          </p:nvSpPr>
          <p:spPr bwMode="auto">
            <a:xfrm>
              <a:off x="3788297" y="1945769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16" name="直接连接符 115"/>
            <p:cNvCxnSpPr/>
            <p:nvPr/>
          </p:nvCxnSpPr>
          <p:spPr>
            <a:xfrm>
              <a:off x="3206090" y="2852936"/>
              <a:ext cx="1569500" cy="0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>
              <a:off x="3206090" y="1988840"/>
              <a:ext cx="571902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03"/>
            <p:cNvCxnSpPr/>
            <p:nvPr/>
          </p:nvCxnSpPr>
          <p:spPr>
            <a:xfrm flipV="1">
              <a:off x="3563888" y="2132856"/>
              <a:ext cx="214104" cy="185544"/>
            </a:xfrm>
            <a:prstGeom prst="bentConnector3">
              <a:avLst>
                <a:gd name="adj1" fmla="val -843"/>
              </a:avLst>
            </a:prstGeom>
            <a:ln w="12700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 Box 323"/>
            <p:cNvSpPr txBox="1">
              <a:spLocks noChangeArrowheads="1"/>
            </p:cNvSpPr>
            <p:nvPr/>
          </p:nvSpPr>
          <p:spPr bwMode="auto">
            <a:xfrm>
              <a:off x="4751536" y="2744720"/>
              <a:ext cx="732514" cy="252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>
                  <a:latin typeface="宋体" panose="02010600030101010101" pitchFamily="2" charset="-122"/>
                </a:rPr>
                <a:t>ExtU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18"/>
            <p:cNvSpPr txBox="1">
              <a:spLocks noChangeArrowheads="1"/>
            </p:cNvSpPr>
            <p:nvPr/>
          </p:nvSpPr>
          <p:spPr bwMode="auto">
            <a:xfrm>
              <a:off x="5940152" y="1916832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121" name="矩形 120"/>
            <p:cNvSpPr/>
            <p:nvPr/>
          </p:nvSpPr>
          <p:spPr bwMode="auto">
            <a:xfrm>
              <a:off x="5940152" y="2104279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" name="矩形 121"/>
            <p:cNvSpPr/>
            <p:nvPr/>
          </p:nvSpPr>
          <p:spPr bwMode="auto">
            <a:xfrm>
              <a:off x="5948536" y="1945769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23" name="直接连接符 122"/>
            <p:cNvCxnSpPr/>
            <p:nvPr/>
          </p:nvCxnSpPr>
          <p:spPr>
            <a:xfrm flipV="1">
              <a:off x="6444208" y="1988840"/>
              <a:ext cx="359057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8"/>
            <p:cNvCxnSpPr/>
            <p:nvPr/>
          </p:nvCxnSpPr>
          <p:spPr>
            <a:xfrm flipV="1">
              <a:off x="5471536" y="2132720"/>
              <a:ext cx="290274" cy="756000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>
              <a:off x="5759535" y="2132720"/>
              <a:ext cx="180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235"/>
            <p:cNvSpPr txBox="1"/>
            <p:nvPr/>
          </p:nvSpPr>
          <p:spPr>
            <a:xfrm>
              <a:off x="3244474" y="2636912"/>
              <a:ext cx="53543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7" name="直接连接符 126"/>
            <p:cNvCxnSpPr/>
            <p:nvPr/>
          </p:nvCxnSpPr>
          <p:spPr bwMode="auto">
            <a:xfrm flipV="1">
              <a:off x="3911128" y="2214834"/>
              <a:ext cx="0" cy="10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28" name="直接连接符 127"/>
            <p:cNvCxnSpPr/>
            <p:nvPr/>
          </p:nvCxnSpPr>
          <p:spPr bwMode="auto">
            <a:xfrm flipH="1" flipV="1">
              <a:off x="5291536" y="2996720"/>
              <a:ext cx="0" cy="25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29" name="直接连接符 128"/>
            <p:cNvCxnSpPr/>
            <p:nvPr/>
          </p:nvCxnSpPr>
          <p:spPr bwMode="auto">
            <a:xfrm flipV="1">
              <a:off x="6192179" y="2205758"/>
              <a:ext cx="0" cy="10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30" name="TextBox 240"/>
            <p:cNvSpPr txBox="1"/>
            <p:nvPr/>
          </p:nvSpPr>
          <p:spPr>
            <a:xfrm>
              <a:off x="3278098" y="3248720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RegAsrc</a:t>
              </a:r>
            </a:p>
          </p:txBody>
        </p:sp>
        <p:sp>
          <p:nvSpPr>
            <p:cNvPr id="131" name="TextBox 241"/>
            <p:cNvSpPr txBox="1"/>
            <p:nvPr/>
          </p:nvSpPr>
          <p:spPr>
            <a:xfrm>
              <a:off x="4932040" y="3248720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Extctr</a:t>
              </a:r>
            </a:p>
          </p:txBody>
        </p:sp>
        <p:cxnSp>
          <p:nvCxnSpPr>
            <p:cNvPr id="132" name="直接连接符 131"/>
            <p:cNvCxnSpPr/>
            <p:nvPr/>
          </p:nvCxnSpPr>
          <p:spPr bwMode="auto">
            <a:xfrm flipH="1" flipV="1">
              <a:off x="4502234" y="2670980"/>
              <a:ext cx="0" cy="57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33" name="TextBox 243"/>
            <p:cNvSpPr txBox="1"/>
            <p:nvPr/>
          </p:nvSpPr>
          <p:spPr>
            <a:xfrm>
              <a:off x="5868144" y="3248720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ALUBsrc</a:t>
              </a:r>
            </a:p>
          </p:txBody>
        </p:sp>
        <p:sp>
          <p:nvSpPr>
            <p:cNvPr id="134" name="Text Box 18"/>
            <p:cNvSpPr txBox="1">
              <a:spLocks noChangeArrowheads="1"/>
            </p:cNvSpPr>
            <p:nvPr/>
          </p:nvSpPr>
          <p:spPr bwMode="auto">
            <a:xfrm>
              <a:off x="4860032" y="1556792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135" name="矩形 134"/>
            <p:cNvSpPr/>
            <p:nvPr/>
          </p:nvSpPr>
          <p:spPr bwMode="auto">
            <a:xfrm>
              <a:off x="5283695" y="1591594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6" name="矩形 135"/>
            <p:cNvSpPr/>
            <p:nvPr/>
          </p:nvSpPr>
          <p:spPr bwMode="auto">
            <a:xfrm>
              <a:off x="5292079" y="1735610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7" name="直接连接符 136"/>
            <p:cNvCxnSpPr/>
            <p:nvPr/>
          </p:nvCxnSpPr>
          <p:spPr>
            <a:xfrm flipV="1">
              <a:off x="4574242" y="1988840"/>
              <a:ext cx="213782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ext Box 323"/>
            <p:cNvSpPr txBox="1">
              <a:spLocks noChangeArrowheads="1"/>
            </p:cNvSpPr>
            <p:nvPr/>
          </p:nvSpPr>
          <p:spPr bwMode="auto">
            <a:xfrm>
              <a:off x="7956376" y="2420888"/>
              <a:ext cx="648072" cy="504056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DMEM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9" name="直接连接符 8"/>
            <p:cNvCxnSpPr/>
            <p:nvPr/>
          </p:nvCxnSpPr>
          <p:spPr>
            <a:xfrm>
              <a:off x="5652120" y="2313924"/>
              <a:ext cx="2304256" cy="467004"/>
            </a:xfrm>
            <a:prstGeom prst="bentConnector3">
              <a:avLst>
                <a:gd name="adj1" fmla="val 160"/>
              </a:avLst>
            </a:prstGeom>
            <a:ln w="190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8"/>
            <p:cNvCxnSpPr>
              <a:stCxn id="138" idx="3"/>
            </p:cNvCxnSpPr>
            <p:nvPr/>
          </p:nvCxnSpPr>
          <p:spPr>
            <a:xfrm flipH="1" flipV="1">
              <a:off x="5364088" y="1627598"/>
              <a:ext cx="3240360" cy="1045318"/>
            </a:xfrm>
            <a:prstGeom prst="bentConnector3">
              <a:avLst>
                <a:gd name="adj1" fmla="val -4311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 bwMode="auto">
            <a:xfrm flipV="1">
              <a:off x="8460432" y="2924944"/>
              <a:ext cx="0" cy="32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42" name="TextBox 266"/>
            <p:cNvSpPr txBox="1"/>
            <p:nvPr/>
          </p:nvSpPr>
          <p:spPr>
            <a:xfrm>
              <a:off x="7703536" y="3248720"/>
              <a:ext cx="576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MEMW</a:t>
              </a:r>
            </a:p>
          </p:txBody>
        </p:sp>
        <p:sp>
          <p:nvSpPr>
            <p:cNvPr id="143" name="TextBox 273"/>
            <p:cNvSpPr txBox="1"/>
            <p:nvPr/>
          </p:nvSpPr>
          <p:spPr>
            <a:xfrm>
              <a:off x="8279536" y="3248720"/>
              <a:ext cx="576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MEMR</a:t>
              </a:r>
            </a:p>
          </p:txBody>
        </p:sp>
        <p:cxnSp>
          <p:nvCxnSpPr>
            <p:cNvPr id="144" name="直接连接符 143"/>
            <p:cNvCxnSpPr/>
            <p:nvPr/>
          </p:nvCxnSpPr>
          <p:spPr bwMode="auto">
            <a:xfrm flipV="1">
              <a:off x="8100392" y="2924944"/>
              <a:ext cx="0" cy="32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45" name="直接连接符 87"/>
            <p:cNvCxnSpPr/>
            <p:nvPr/>
          </p:nvCxnSpPr>
          <p:spPr bwMode="auto">
            <a:xfrm>
              <a:off x="5112058" y="1268715"/>
              <a:ext cx="2" cy="28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46" name="TextBox 276"/>
            <p:cNvSpPr txBox="1"/>
            <p:nvPr/>
          </p:nvSpPr>
          <p:spPr>
            <a:xfrm>
              <a:off x="4751536" y="1052715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RegDsrc</a:t>
              </a:r>
            </a:p>
          </p:txBody>
        </p:sp>
        <p:cxnSp>
          <p:nvCxnSpPr>
            <p:cNvPr id="147" name="直接连接符 146"/>
            <p:cNvCxnSpPr/>
            <p:nvPr/>
          </p:nvCxnSpPr>
          <p:spPr bwMode="auto">
            <a:xfrm flipV="1">
              <a:off x="8244408" y="2924945"/>
              <a:ext cx="0" cy="180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48" name="Text Box 323"/>
            <p:cNvSpPr txBox="1">
              <a:spLocks noChangeArrowheads="1"/>
            </p:cNvSpPr>
            <p:nvPr/>
          </p:nvSpPr>
          <p:spPr bwMode="auto">
            <a:xfrm>
              <a:off x="1835536" y="1556720"/>
              <a:ext cx="723618" cy="504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ACU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9" name="直接连接符 148"/>
            <p:cNvCxnSpPr/>
            <p:nvPr/>
          </p:nvCxnSpPr>
          <p:spPr>
            <a:xfrm flipH="1" flipV="1">
              <a:off x="2555776" y="1628720"/>
              <a:ext cx="650314" cy="1202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Box 282"/>
            <p:cNvSpPr txBox="1"/>
            <p:nvPr/>
          </p:nvSpPr>
          <p:spPr>
            <a:xfrm>
              <a:off x="2627784" y="1412720"/>
              <a:ext cx="535438" cy="49408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addr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51" name="直接连接符 150"/>
            <p:cNvCxnSpPr/>
            <p:nvPr/>
          </p:nvCxnSpPr>
          <p:spPr>
            <a:xfrm flipH="1" flipV="1">
              <a:off x="2555776" y="1844720"/>
              <a:ext cx="650314" cy="1202"/>
            </a:xfrm>
            <a:prstGeom prst="line">
              <a:avLst/>
            </a:prstGeom>
            <a:ln w="1905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 Box 323"/>
            <p:cNvSpPr txBox="1">
              <a:spLocks noChangeArrowheads="1"/>
            </p:cNvSpPr>
            <p:nvPr/>
          </p:nvSpPr>
          <p:spPr bwMode="auto">
            <a:xfrm>
              <a:off x="1835536" y="2204864"/>
              <a:ext cx="723618" cy="21812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PC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>
            <a:xfrm>
              <a:off x="2555776" y="2276872"/>
              <a:ext cx="14401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87"/>
            <p:cNvCxnSpPr/>
            <p:nvPr/>
          </p:nvCxnSpPr>
          <p:spPr>
            <a:xfrm rot="16200000" flipV="1">
              <a:off x="2483167" y="2060247"/>
              <a:ext cx="289234" cy="144016"/>
            </a:xfrm>
            <a:prstGeom prst="bentConnector3">
              <a:avLst>
                <a:gd name="adj1" fmla="val 100809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V="1">
              <a:off x="1691680" y="1988840"/>
              <a:ext cx="144016" cy="894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87"/>
            <p:cNvCxnSpPr/>
            <p:nvPr/>
          </p:nvCxnSpPr>
          <p:spPr>
            <a:xfrm rot="16200000" flipH="1">
              <a:off x="1612922" y="2060533"/>
              <a:ext cx="295097" cy="137579"/>
            </a:xfrm>
            <a:prstGeom prst="bentConnector3">
              <a:avLst>
                <a:gd name="adj1" fmla="val 103258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99"/>
            <p:cNvCxnSpPr/>
            <p:nvPr/>
          </p:nvCxnSpPr>
          <p:spPr bwMode="auto">
            <a:xfrm flipV="1">
              <a:off x="1403648" y="2420889"/>
              <a:ext cx="504056" cy="182114"/>
            </a:xfrm>
            <a:prstGeom prst="bentConnector3">
              <a:avLst>
                <a:gd name="adj1" fmla="val 99887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8" name="直接连接符 157"/>
            <p:cNvCxnSpPr/>
            <p:nvPr/>
          </p:nvCxnSpPr>
          <p:spPr>
            <a:xfrm flipV="1">
              <a:off x="755576" y="1844824"/>
              <a:ext cx="1080120" cy="894"/>
            </a:xfrm>
            <a:prstGeom prst="line">
              <a:avLst/>
            </a:prstGeom>
            <a:ln w="12700">
              <a:solidFill>
                <a:srgbClr val="FF33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1403648" y="1736720"/>
              <a:ext cx="432049" cy="0"/>
            </a:xfrm>
            <a:prstGeom prst="line">
              <a:avLst/>
            </a:prstGeom>
            <a:ln w="12700">
              <a:solidFill>
                <a:srgbClr val="FF33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246"/>
            <p:cNvCxnSpPr/>
            <p:nvPr/>
          </p:nvCxnSpPr>
          <p:spPr>
            <a:xfrm>
              <a:off x="1619671" y="1412720"/>
              <a:ext cx="216026" cy="216024"/>
            </a:xfrm>
            <a:prstGeom prst="bentConnector3">
              <a:avLst>
                <a:gd name="adj1" fmla="val -1307"/>
              </a:avLst>
            </a:prstGeom>
            <a:ln w="12700">
              <a:solidFill>
                <a:srgbClr val="9900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TextBox 293"/>
            <p:cNvSpPr txBox="1"/>
            <p:nvPr/>
          </p:nvSpPr>
          <p:spPr>
            <a:xfrm>
              <a:off x="395537" y="1052715"/>
              <a:ext cx="1332148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l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Branch Jump</a:t>
              </a:r>
            </a:p>
          </p:txBody>
        </p:sp>
        <p:cxnSp>
          <p:nvCxnSpPr>
            <p:cNvPr id="162" name="直接连接符 161"/>
            <p:cNvCxnSpPr/>
            <p:nvPr/>
          </p:nvCxnSpPr>
          <p:spPr>
            <a:xfrm flipV="1">
              <a:off x="7380312" y="1412720"/>
              <a:ext cx="1" cy="936000"/>
            </a:xfrm>
            <a:prstGeom prst="line">
              <a:avLst/>
            </a:prstGeom>
            <a:ln w="12700">
              <a:solidFill>
                <a:srgbClr val="990099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flipH="1">
              <a:off x="1619672" y="1412720"/>
              <a:ext cx="5760640" cy="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296"/>
            <p:cNvSpPr txBox="1"/>
            <p:nvPr/>
          </p:nvSpPr>
          <p:spPr>
            <a:xfrm>
              <a:off x="395536" y="2420888"/>
              <a:ext cx="1008112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=)P0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65" name="直接连接符 187"/>
            <p:cNvCxnSpPr/>
            <p:nvPr/>
          </p:nvCxnSpPr>
          <p:spPr>
            <a:xfrm rot="10800000" flipV="1">
              <a:off x="2051720" y="2276869"/>
              <a:ext cx="648072" cy="220220"/>
            </a:xfrm>
            <a:prstGeom prst="bentConnector3">
              <a:avLst>
                <a:gd name="adj1" fmla="val 29"/>
              </a:avLst>
            </a:prstGeom>
            <a:ln w="1905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Text Box 323"/>
            <p:cNvSpPr txBox="1">
              <a:spLocks noChangeArrowheads="1"/>
            </p:cNvSpPr>
            <p:nvPr/>
          </p:nvSpPr>
          <p:spPr bwMode="auto">
            <a:xfrm>
              <a:off x="2195736" y="2600720"/>
              <a:ext cx="648072" cy="360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IMEM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7" name="直接连接符 166"/>
            <p:cNvCxnSpPr/>
            <p:nvPr/>
          </p:nvCxnSpPr>
          <p:spPr>
            <a:xfrm>
              <a:off x="2843808" y="2780720"/>
              <a:ext cx="36004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87"/>
            <p:cNvCxnSpPr/>
            <p:nvPr/>
          </p:nvCxnSpPr>
          <p:spPr>
            <a:xfrm rot="16200000" flipH="1">
              <a:off x="2015479" y="2533329"/>
              <a:ext cx="211832" cy="139350"/>
            </a:xfrm>
            <a:prstGeom prst="bentConnector3">
              <a:avLst>
                <a:gd name="adj1" fmla="val 99461"/>
              </a:avLst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 bwMode="auto">
            <a:xfrm>
              <a:off x="1403648" y="3104720"/>
              <a:ext cx="684076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0" name="TextBox 302"/>
            <p:cNvSpPr txBox="1"/>
            <p:nvPr/>
          </p:nvSpPr>
          <p:spPr>
            <a:xfrm>
              <a:off x="395536" y="2924944"/>
              <a:ext cx="1008112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=)P1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71" name="直接连接符 170"/>
            <p:cNvCxnSpPr/>
            <p:nvPr/>
          </p:nvCxnSpPr>
          <p:spPr bwMode="auto">
            <a:xfrm>
              <a:off x="557536" y="2966472"/>
              <a:ext cx="32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直接连接符 171"/>
            <p:cNvCxnSpPr/>
            <p:nvPr/>
          </p:nvCxnSpPr>
          <p:spPr>
            <a:xfrm flipH="1">
              <a:off x="2843536" y="2996720"/>
              <a:ext cx="360000" cy="360000"/>
            </a:xfrm>
            <a:prstGeom prst="line">
              <a:avLst/>
            </a:prstGeom>
            <a:ln w="15875">
              <a:solidFill>
                <a:srgbClr val="9900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305"/>
            <p:cNvSpPr txBox="1"/>
            <p:nvPr/>
          </p:nvSpPr>
          <p:spPr>
            <a:xfrm>
              <a:off x="1311327" y="3248720"/>
              <a:ext cx="1604489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指令译码器</a:t>
              </a: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ID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74" name="直接连接符 173"/>
            <p:cNvCxnSpPr/>
            <p:nvPr/>
          </p:nvCxnSpPr>
          <p:spPr bwMode="auto">
            <a:xfrm flipV="1">
              <a:off x="1403648" y="1303160"/>
              <a:ext cx="1" cy="43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5" name="直接连接符 174"/>
            <p:cNvCxnSpPr/>
            <p:nvPr/>
          </p:nvCxnSpPr>
          <p:spPr bwMode="auto">
            <a:xfrm flipV="1">
              <a:off x="755576" y="1303160"/>
              <a:ext cx="1" cy="54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grpSp>
        <p:nvGrpSpPr>
          <p:cNvPr id="176" name="组合 175"/>
          <p:cNvGrpSpPr/>
          <p:nvPr/>
        </p:nvGrpSpPr>
        <p:grpSpPr>
          <a:xfrm>
            <a:off x="323640" y="3717032"/>
            <a:ext cx="8712856" cy="1080000"/>
            <a:chOff x="251520" y="2780952"/>
            <a:chExt cx="8712856" cy="1080000"/>
          </a:xfrm>
        </p:grpSpPr>
        <p:cxnSp>
          <p:nvCxnSpPr>
            <p:cNvPr id="177" name="直接箭头连接符 176"/>
            <p:cNvCxnSpPr/>
            <p:nvPr/>
          </p:nvCxnSpPr>
          <p:spPr bwMode="auto">
            <a:xfrm>
              <a:off x="251792" y="2888952"/>
              <a:ext cx="230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8" name="Text Box 132"/>
            <p:cNvSpPr txBox="1">
              <a:spLocks noChangeArrowheads="1"/>
            </p:cNvSpPr>
            <p:nvPr/>
          </p:nvSpPr>
          <p:spPr bwMode="auto">
            <a:xfrm>
              <a:off x="395672" y="3429032"/>
              <a:ext cx="1224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add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79" name="直接箭头连接符 178"/>
            <p:cNvCxnSpPr/>
            <p:nvPr/>
          </p:nvCxnSpPr>
          <p:spPr bwMode="auto">
            <a:xfrm flipH="1">
              <a:off x="3633141" y="3213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0" name="Text Box 132"/>
            <p:cNvSpPr txBox="1">
              <a:spLocks noChangeArrowheads="1"/>
            </p:cNvSpPr>
            <p:nvPr/>
          </p:nvSpPr>
          <p:spPr bwMode="auto">
            <a:xfrm>
              <a:off x="1691816" y="3429032"/>
              <a:ext cx="1224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sub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1" name="Text Box 132"/>
            <p:cNvSpPr txBox="1">
              <a:spLocks noChangeArrowheads="1"/>
            </p:cNvSpPr>
            <p:nvPr/>
          </p:nvSpPr>
          <p:spPr bwMode="auto">
            <a:xfrm>
              <a:off x="2987960" y="3429032"/>
              <a:ext cx="1224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ori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2" name="Text Box 132"/>
            <p:cNvSpPr txBox="1">
              <a:spLocks noChangeArrowheads="1"/>
            </p:cNvSpPr>
            <p:nvPr/>
          </p:nvSpPr>
          <p:spPr bwMode="auto">
            <a:xfrm>
              <a:off x="4283936" y="3429032"/>
              <a:ext cx="111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lw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3" name="Text Box 132"/>
            <p:cNvSpPr txBox="1">
              <a:spLocks noChangeArrowheads="1"/>
            </p:cNvSpPr>
            <p:nvPr/>
          </p:nvSpPr>
          <p:spPr bwMode="auto">
            <a:xfrm>
              <a:off x="5472224" y="3429032"/>
              <a:ext cx="111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sw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4" name="Text Box 132"/>
            <p:cNvSpPr txBox="1">
              <a:spLocks noChangeArrowheads="1"/>
            </p:cNvSpPr>
            <p:nvPr/>
          </p:nvSpPr>
          <p:spPr bwMode="auto">
            <a:xfrm>
              <a:off x="6660345" y="3429032"/>
              <a:ext cx="1224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beq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5" name="Text Box 132"/>
            <p:cNvSpPr txBox="1">
              <a:spLocks noChangeArrowheads="1"/>
            </p:cNvSpPr>
            <p:nvPr/>
          </p:nvSpPr>
          <p:spPr bwMode="auto">
            <a:xfrm>
              <a:off x="7956376" y="3429032"/>
              <a:ext cx="100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j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6" name="Text Box 132"/>
            <p:cNvSpPr txBox="1">
              <a:spLocks noChangeArrowheads="1"/>
            </p:cNvSpPr>
            <p:nvPr/>
          </p:nvSpPr>
          <p:spPr bwMode="auto">
            <a:xfrm>
              <a:off x="2555776" y="2780952"/>
              <a:ext cx="424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取指令及译码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+mn-ea"/>
                  <a:ea typeface="+mn-ea"/>
                </a:rPr>
                <a:t>由</a:t>
              </a:r>
              <a:r>
                <a:rPr lang="en-US" altLang="zh-CN" sz="1600" b="1" dirty="0">
                  <a:latin typeface="+mn-ea"/>
                  <a:ea typeface="+mn-ea"/>
                </a:rPr>
                <a:t>PC</a:t>
              </a:r>
              <a:r>
                <a:rPr lang="zh-CN" altLang="en-US" sz="1600" b="1" dirty="0">
                  <a:latin typeface="+mn-ea"/>
                  <a:ea typeface="+mn-ea"/>
                </a:rPr>
                <a:t>值改变触发、没有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OPCmd</a:t>
              </a:r>
              <a:r>
                <a:rPr lang="en-US" altLang="zh-CN" sz="1600" b="1" dirty="0">
                  <a:latin typeface="+mn-ea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7" name="直接箭头连接符 186"/>
            <p:cNvCxnSpPr/>
            <p:nvPr/>
          </p:nvCxnSpPr>
          <p:spPr bwMode="auto">
            <a:xfrm>
              <a:off x="4860032" y="3212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8" name="直接箭头连接符 187"/>
            <p:cNvCxnSpPr/>
            <p:nvPr/>
          </p:nvCxnSpPr>
          <p:spPr bwMode="auto">
            <a:xfrm>
              <a:off x="6012048" y="3212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9" name="直接箭头连接符 188"/>
            <p:cNvCxnSpPr/>
            <p:nvPr/>
          </p:nvCxnSpPr>
          <p:spPr bwMode="auto">
            <a:xfrm>
              <a:off x="7308305" y="3212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0" name="直接箭头连接符 189"/>
            <p:cNvCxnSpPr/>
            <p:nvPr/>
          </p:nvCxnSpPr>
          <p:spPr bwMode="auto">
            <a:xfrm>
              <a:off x="1043777" y="3213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1" name="直接箭头连接符 190"/>
            <p:cNvCxnSpPr/>
            <p:nvPr/>
          </p:nvCxnSpPr>
          <p:spPr bwMode="auto">
            <a:xfrm>
              <a:off x="2339831" y="3213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2" name="直接箭头连接符 191"/>
            <p:cNvCxnSpPr/>
            <p:nvPr/>
          </p:nvCxnSpPr>
          <p:spPr bwMode="auto">
            <a:xfrm>
              <a:off x="8460320" y="3212976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3" name="Text Box 147"/>
            <p:cNvSpPr txBox="1">
              <a:spLocks noChangeArrowheads="1"/>
            </p:cNvSpPr>
            <p:nvPr/>
          </p:nvSpPr>
          <p:spPr bwMode="auto">
            <a:xfrm>
              <a:off x="539721" y="3213000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add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4" name="Text Box 147"/>
            <p:cNvSpPr txBox="1">
              <a:spLocks noChangeArrowheads="1"/>
            </p:cNvSpPr>
            <p:nvPr/>
          </p:nvSpPr>
          <p:spPr bwMode="auto">
            <a:xfrm>
              <a:off x="1835831" y="3213000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sub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5" name="Text Box 147"/>
            <p:cNvSpPr txBox="1">
              <a:spLocks noChangeArrowheads="1"/>
            </p:cNvSpPr>
            <p:nvPr/>
          </p:nvSpPr>
          <p:spPr bwMode="auto">
            <a:xfrm>
              <a:off x="3129085" y="3213000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ori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6" name="Text Box 147"/>
            <p:cNvSpPr txBox="1">
              <a:spLocks noChangeArrowheads="1"/>
            </p:cNvSpPr>
            <p:nvPr/>
          </p:nvSpPr>
          <p:spPr bwMode="auto">
            <a:xfrm>
              <a:off x="4497214" y="3213000"/>
              <a:ext cx="36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lw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7" name="Text Box 147"/>
            <p:cNvSpPr txBox="1">
              <a:spLocks noChangeArrowheads="1"/>
            </p:cNvSpPr>
            <p:nvPr/>
          </p:nvSpPr>
          <p:spPr bwMode="auto">
            <a:xfrm>
              <a:off x="5652048" y="3213000"/>
              <a:ext cx="36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8" name="Text Box 147"/>
            <p:cNvSpPr txBox="1">
              <a:spLocks noChangeArrowheads="1"/>
            </p:cNvSpPr>
            <p:nvPr/>
          </p:nvSpPr>
          <p:spPr bwMode="auto">
            <a:xfrm>
              <a:off x="6804249" y="3213000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beq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9" name="Text Box 147"/>
            <p:cNvSpPr txBox="1">
              <a:spLocks noChangeArrowheads="1"/>
            </p:cNvSpPr>
            <p:nvPr/>
          </p:nvSpPr>
          <p:spPr bwMode="auto">
            <a:xfrm>
              <a:off x="8172289" y="3213000"/>
              <a:ext cx="28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j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00" name="直接箭头连接符 199"/>
            <p:cNvCxnSpPr/>
            <p:nvPr/>
          </p:nvCxnSpPr>
          <p:spPr bwMode="auto">
            <a:xfrm>
              <a:off x="252464" y="3860952"/>
              <a:ext cx="820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箭头连接符 200"/>
            <p:cNvCxnSpPr/>
            <p:nvPr/>
          </p:nvCxnSpPr>
          <p:spPr bwMode="auto">
            <a:xfrm>
              <a:off x="1031262" y="3680952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2" name="直接箭头连接符 201"/>
            <p:cNvCxnSpPr/>
            <p:nvPr/>
          </p:nvCxnSpPr>
          <p:spPr bwMode="auto">
            <a:xfrm>
              <a:off x="2339831" y="3680952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3" name="直接箭头连接符 202"/>
            <p:cNvCxnSpPr/>
            <p:nvPr/>
          </p:nvCxnSpPr>
          <p:spPr bwMode="auto">
            <a:xfrm>
              <a:off x="8460320" y="3680952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4" name="直接箭头连接符 203"/>
            <p:cNvCxnSpPr/>
            <p:nvPr/>
          </p:nvCxnSpPr>
          <p:spPr bwMode="auto">
            <a:xfrm>
              <a:off x="3633141" y="3680952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5" name="直接箭头连接符 204"/>
            <p:cNvCxnSpPr/>
            <p:nvPr/>
          </p:nvCxnSpPr>
          <p:spPr bwMode="auto">
            <a:xfrm>
              <a:off x="4860032" y="3680952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6" name="直接箭头连接符 205"/>
            <p:cNvCxnSpPr/>
            <p:nvPr/>
          </p:nvCxnSpPr>
          <p:spPr bwMode="auto">
            <a:xfrm>
              <a:off x="7308304" y="3680952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7" name="直接箭头连接符 206"/>
            <p:cNvCxnSpPr/>
            <p:nvPr/>
          </p:nvCxnSpPr>
          <p:spPr bwMode="auto">
            <a:xfrm>
              <a:off x="6012048" y="3680952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8" name="直接箭头连接符 207"/>
            <p:cNvCxnSpPr/>
            <p:nvPr/>
          </p:nvCxnSpPr>
          <p:spPr bwMode="auto">
            <a:xfrm>
              <a:off x="251520" y="2888952"/>
              <a:ext cx="0" cy="97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9" name="直接箭头连接符 208"/>
            <p:cNvCxnSpPr/>
            <p:nvPr/>
          </p:nvCxnSpPr>
          <p:spPr bwMode="auto">
            <a:xfrm>
              <a:off x="1044472" y="3212976"/>
              <a:ext cx="741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0" name="直接箭头连接符 209"/>
            <p:cNvCxnSpPr/>
            <p:nvPr/>
          </p:nvCxnSpPr>
          <p:spPr bwMode="auto">
            <a:xfrm>
              <a:off x="4716016" y="3032952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61</a:t>
            </a:fld>
            <a:endParaRPr lang="en-US" altLang="zh-CN"/>
          </a:p>
        </p:txBody>
      </p:sp>
      <p:sp>
        <p:nvSpPr>
          <p:cNvPr id="130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000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41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2" name="Text Box 93"/>
          <p:cNvSpPr txBox="1">
            <a:spLocks noChangeArrowheads="1"/>
          </p:cNvSpPr>
          <p:nvPr/>
        </p:nvSpPr>
        <p:spPr bwMode="auto">
          <a:xfrm>
            <a:off x="179512" y="332656"/>
            <a:ext cx="8064893" cy="40118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*设计时序信号形成电路：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时序信号次态函数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电路实现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*设计</a:t>
            </a:r>
            <a:r>
              <a:rPr lang="en-US" altLang="zh-CN" sz="2200" spc="-100" dirty="0" err="1">
                <a:solidFill>
                  <a:srgbClr val="C00000"/>
                </a:solidFill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+mn-ea"/>
                <a:ea typeface="+mn-ea"/>
              </a:rPr>
              <a:t>OP</a:t>
            </a:r>
            <a:r>
              <a:rPr lang="zh-CN" altLang="en-US" sz="2200" b="1" dirty="0">
                <a:solidFill>
                  <a:srgbClr val="C00000"/>
                </a:solidFill>
              </a:rPr>
              <a:t>控制信号形成电路：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 algn="l">
              <a:lnSpc>
                <a:spcPct val="114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 ⑴</a:t>
            </a:r>
            <a:r>
              <a:rPr lang="en-US" altLang="zh-CN" sz="2200" dirty="0" err="1">
                <a:latin typeface="+mn-lt"/>
                <a:ea typeface="+mn-ea"/>
              </a:rPr>
              <a:t>μ</a:t>
            </a:r>
            <a:r>
              <a:rPr lang="en-US" altLang="zh-CN" sz="2200" b="1" dirty="0" err="1">
                <a:latin typeface="+mn-ea"/>
                <a:ea typeface="+mn-ea"/>
              </a:rPr>
              <a:t>OPCmd</a:t>
            </a:r>
            <a:r>
              <a:rPr lang="zh-CN" altLang="zh-CN" sz="2200" b="1" dirty="0">
                <a:latin typeface="+mn-ea"/>
                <a:ea typeface="+mn-ea"/>
              </a:rPr>
              <a:t>使用时间表</a:t>
            </a:r>
            <a:r>
              <a:rPr lang="zh-CN" altLang="en-US" sz="2200" b="1" dirty="0">
                <a:latin typeface="+mn-ea"/>
                <a:ea typeface="+mn-ea"/>
              </a:rPr>
              <a:t>只有</a:t>
            </a:r>
            <a:r>
              <a:rPr lang="en-US" altLang="zh-CN" sz="2200" b="1" dirty="0">
                <a:latin typeface="+mn-ea"/>
                <a:ea typeface="+mn-ea"/>
              </a:rPr>
              <a:t>1</a:t>
            </a:r>
            <a:r>
              <a:rPr lang="zh-CN" altLang="en-US" sz="2200" b="1" dirty="0">
                <a:latin typeface="+mn-ea"/>
                <a:ea typeface="+mn-ea"/>
              </a:rPr>
              <a:t>列，无时间戳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时序系统无节拍信号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 ⑵⑶</a:t>
            </a:r>
            <a:r>
              <a:rPr lang="zh-CN" altLang="en-US" sz="2200" b="1" dirty="0">
                <a:latin typeface="+mn-ea"/>
                <a:ea typeface="+mn-ea"/>
              </a:rPr>
              <a:t>各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+mn-ea"/>
              </a:rPr>
              <a:t>OPCmd</a:t>
            </a:r>
            <a:r>
              <a:rPr lang="zh-CN" altLang="en-US" sz="2200" b="1" dirty="0">
                <a:latin typeface="+mn-ea"/>
              </a:rPr>
              <a:t>的有效逻辑如上表，用门电路实现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连接成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CU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</a:endParaRPr>
          </a:p>
        </p:txBody>
      </p:sp>
      <p:cxnSp>
        <p:nvCxnSpPr>
          <p:cNvPr id="83" name="直接连接符 82"/>
          <p:cNvCxnSpPr/>
          <p:nvPr/>
        </p:nvCxnSpPr>
        <p:spPr>
          <a:xfrm flipH="1">
            <a:off x="5778000" y="854656"/>
            <a:ext cx="261210" cy="0"/>
          </a:xfrm>
          <a:prstGeom prst="line">
            <a:avLst/>
          </a:prstGeom>
          <a:ln w="158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 Box 91"/>
          <p:cNvSpPr txBox="1">
            <a:spLocks noChangeArrowheads="1"/>
          </p:cNvSpPr>
          <p:nvPr/>
        </p:nvSpPr>
        <p:spPr bwMode="auto">
          <a:xfrm>
            <a:off x="2195736" y="728656"/>
            <a:ext cx="6840000" cy="91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P0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 err="1">
                <a:latin typeface="宋体" panose="02010600030101010101" pitchFamily="2" charset="-122"/>
              </a:rPr>
              <a:t>CP</a:t>
            </a:r>
            <a:r>
              <a:rPr lang="en-US" altLang="zh-CN" sz="2200" b="1" dirty="0" err="1"/>
              <a:t>·</a:t>
            </a:r>
            <a:r>
              <a:rPr lang="en-US" altLang="zh-CN" sz="2200" b="1" dirty="0" err="1">
                <a:latin typeface="宋体" panose="02010600030101010101" pitchFamily="2" charset="-122"/>
              </a:rPr>
              <a:t>ClrN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P1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 err="1">
                <a:latin typeface="宋体" panose="02010600030101010101" pitchFamily="2" charset="-122"/>
              </a:rPr>
              <a:t>CP</a:t>
            </a:r>
            <a:r>
              <a:rPr lang="en-US" altLang="zh-CN" sz="2200" b="1" dirty="0" err="1"/>
              <a:t>·</a:t>
            </a:r>
            <a:r>
              <a:rPr lang="en-US" altLang="zh-CN" sz="2200" b="1" dirty="0" err="1">
                <a:latin typeface="宋体" panose="02010600030101010101" pitchFamily="2" charset="-122"/>
              </a:rPr>
              <a:t>ClrN  </a:t>
            </a:r>
            <a:r>
              <a:rPr lang="en-US" altLang="zh-CN" sz="1800" b="1" dirty="0" err="1">
                <a:latin typeface="宋体" panose="02010600030101010101" pitchFamily="2" charset="-122"/>
              </a:rPr>
              <a:t>←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ClrN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为复位信号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spc="-100" dirty="0">
                <a:latin typeface="宋体" panose="02010600030101010101" pitchFamily="2" charset="-122"/>
              </a:rPr>
              <a:t>定时逻辑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en-US" altLang="zh-CN" sz="1800" b="1" dirty="0">
                <a:latin typeface="宋体" panose="02010600030101010101" pitchFamily="2" charset="-122"/>
              </a:rPr>
              <a:t>CP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</a:rPr>
              <a:t>CLK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，信号的存储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门电路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、次态函数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zh-CN" sz="1800" b="1" spc="-100" dirty="0">
                <a:latin typeface="宋体" panose="02010600030101010101" pitchFamily="2" charset="-122"/>
              </a:rPr>
              <a:t>如上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endParaRPr lang="en-US" altLang="zh-CN" sz="2000" b="1" spc="-100" dirty="0">
              <a:latin typeface="宋体" panose="02010600030101010101" pitchFamily="2" charset="-122"/>
            </a:endParaRPr>
          </a:p>
        </p:txBody>
      </p:sp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161911"/>
              </p:ext>
            </p:extLst>
          </p:nvPr>
        </p:nvGraphicFramePr>
        <p:xfrm>
          <a:off x="1547664" y="2422800"/>
          <a:ext cx="5976664" cy="1053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596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Extctr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lang="en-US" altLang="zh-CN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lw+sw</a:t>
                      </a:r>
                      <a:endParaRPr lang="zh-CN" alt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RegAsrc</a:t>
                      </a:r>
                      <a:endParaRPr lang="zh-CN" alt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add+sub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7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ALUBsrc</a:t>
                      </a:r>
                      <a:endParaRPr lang="zh-CN" alt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add+sub+beq</a:t>
                      </a:r>
                      <a:endParaRPr lang="en-US" alt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RegDsrc</a:t>
                      </a:r>
                      <a:endParaRPr lang="zh-CN" alt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add+sub+</a:t>
                      </a:r>
                      <a:r>
                        <a:rPr lang="en-US" altLang="zh-CN" sz="1600" b="1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ori</a:t>
                      </a:r>
                      <a:endParaRPr lang="zh-CN" alt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2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ALUctr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[1]=</a:t>
                      </a:r>
                      <a:r>
                        <a:rPr lang="en-US" altLang="zh-CN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ori+beq</a:t>
                      </a: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,[0]=</a:t>
                      </a:r>
                      <a:r>
                        <a:rPr lang="en-US" altLang="zh-CN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sub+beq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RegWr</a:t>
                      </a:r>
                      <a:endParaRPr lang="zh-CN" alt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lang="en-US" altLang="zh-CN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add+sub+</a:t>
                      </a:r>
                      <a:r>
                        <a:rPr lang="en-US" altLang="zh-CN" sz="1600" b="1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ori+</a:t>
                      </a:r>
                      <a:r>
                        <a:rPr lang="en-US" altLang="zh-CN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532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MEMR</a:t>
                      </a:r>
                      <a:endParaRPr lang="zh-CN" altLang="en-US" sz="16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600" b="1" dirty="0" err="1">
                          <a:latin typeface="+mn-ea"/>
                          <a:ea typeface="+mn-ea"/>
                        </a:rPr>
                        <a:t>lw</a:t>
                      </a:r>
                      <a:endParaRPr lang="zh-CN" altLang="en-US" sz="16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MEMW</a:t>
                      </a:r>
                      <a:endParaRPr lang="zh-CN" alt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600" b="1" dirty="0" err="1">
                          <a:latin typeface="+mn-ea"/>
                          <a:ea typeface="+mn-ea"/>
                        </a:rPr>
                        <a:t>sw</a:t>
                      </a:r>
                      <a:endParaRPr lang="zh-CN" altLang="en-US" sz="16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6" name="组合 85"/>
          <p:cNvGrpSpPr/>
          <p:nvPr/>
        </p:nvGrpSpPr>
        <p:grpSpPr>
          <a:xfrm>
            <a:off x="2951820" y="4510800"/>
            <a:ext cx="3348372" cy="1044000"/>
            <a:chOff x="2735796" y="4365104"/>
            <a:chExt cx="3348372" cy="1044000"/>
          </a:xfrm>
        </p:grpSpPr>
        <p:sp>
          <p:nvSpPr>
            <p:cNvPr id="87" name="矩形 86"/>
            <p:cNvSpPr/>
            <p:nvPr/>
          </p:nvSpPr>
          <p:spPr>
            <a:xfrm>
              <a:off x="2735796" y="4365104"/>
              <a:ext cx="3348372" cy="1044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88" name="直接箭头连接符 87"/>
            <p:cNvCxnSpPr/>
            <p:nvPr/>
          </p:nvCxnSpPr>
          <p:spPr bwMode="auto">
            <a:xfrm>
              <a:off x="2843808" y="4365104"/>
              <a:ext cx="0" cy="54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9" name="直接箭头连接符 88"/>
            <p:cNvCxnSpPr/>
            <p:nvPr/>
          </p:nvCxnSpPr>
          <p:spPr bwMode="auto">
            <a:xfrm>
              <a:off x="3275856" y="4365104"/>
              <a:ext cx="0" cy="54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0" name="直接箭头连接符 89"/>
            <p:cNvCxnSpPr/>
            <p:nvPr/>
          </p:nvCxnSpPr>
          <p:spPr bwMode="auto">
            <a:xfrm>
              <a:off x="3707904" y="4365104"/>
              <a:ext cx="0" cy="54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1" name="直接箭头连接符 90"/>
            <p:cNvCxnSpPr/>
            <p:nvPr/>
          </p:nvCxnSpPr>
          <p:spPr bwMode="auto">
            <a:xfrm>
              <a:off x="4139952" y="4365104"/>
              <a:ext cx="0" cy="97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3" name="直接箭头连接符 122"/>
            <p:cNvCxnSpPr/>
            <p:nvPr/>
          </p:nvCxnSpPr>
          <p:spPr bwMode="auto">
            <a:xfrm>
              <a:off x="4572000" y="4365104"/>
              <a:ext cx="0" cy="97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5" name="直接箭头连接符 134"/>
            <p:cNvCxnSpPr/>
            <p:nvPr/>
          </p:nvCxnSpPr>
          <p:spPr bwMode="auto">
            <a:xfrm>
              <a:off x="5004048" y="4365104"/>
              <a:ext cx="0" cy="97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6" name="直接箭头连接符 135"/>
            <p:cNvCxnSpPr/>
            <p:nvPr/>
          </p:nvCxnSpPr>
          <p:spPr bwMode="auto">
            <a:xfrm>
              <a:off x="5436096" y="4365104"/>
              <a:ext cx="0" cy="97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9" name="Text Box 260"/>
            <p:cNvSpPr txBox="1">
              <a:spLocks noChangeArrowheads="1"/>
            </p:cNvSpPr>
            <p:nvPr/>
          </p:nvSpPr>
          <p:spPr bwMode="auto">
            <a:xfrm>
              <a:off x="5652120" y="4437112"/>
              <a:ext cx="36004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50" name="直接箭头连接符 149"/>
            <p:cNvCxnSpPr/>
            <p:nvPr/>
          </p:nvCxnSpPr>
          <p:spPr bwMode="auto">
            <a:xfrm>
              <a:off x="4139952" y="4509104"/>
              <a:ext cx="151216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51" name="直接箭头连接符 150"/>
            <p:cNvCxnSpPr/>
            <p:nvPr/>
          </p:nvCxnSpPr>
          <p:spPr bwMode="auto">
            <a:xfrm>
              <a:off x="4572000" y="4593262"/>
              <a:ext cx="108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52" name="Text Box 260"/>
            <p:cNvSpPr txBox="1">
              <a:spLocks noChangeArrowheads="1"/>
            </p:cNvSpPr>
            <p:nvPr/>
          </p:nvSpPr>
          <p:spPr bwMode="auto">
            <a:xfrm>
              <a:off x="5652120" y="4725104"/>
              <a:ext cx="36004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53" name="直接箭头连接符 152"/>
            <p:cNvCxnSpPr/>
            <p:nvPr/>
          </p:nvCxnSpPr>
          <p:spPr bwMode="auto">
            <a:xfrm>
              <a:off x="2843808" y="4761104"/>
              <a:ext cx="280831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54" name="直接箭头连接符 153"/>
            <p:cNvCxnSpPr/>
            <p:nvPr/>
          </p:nvCxnSpPr>
          <p:spPr bwMode="auto">
            <a:xfrm>
              <a:off x="5004048" y="4905104"/>
              <a:ext cx="64807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55" name="直接箭头连接符 154"/>
            <p:cNvCxnSpPr/>
            <p:nvPr/>
          </p:nvCxnSpPr>
          <p:spPr bwMode="auto">
            <a:xfrm>
              <a:off x="3275856" y="4833104"/>
              <a:ext cx="237626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56" name="直接箭头连接符 155"/>
            <p:cNvCxnSpPr/>
            <p:nvPr/>
          </p:nvCxnSpPr>
          <p:spPr bwMode="auto">
            <a:xfrm>
              <a:off x="4572000" y="5265104"/>
              <a:ext cx="144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57" name="Text Box 211"/>
            <p:cNvSpPr txBox="1">
              <a:spLocks noChangeArrowheads="1"/>
            </p:cNvSpPr>
            <p:nvPr/>
          </p:nvSpPr>
          <p:spPr bwMode="auto">
            <a:xfrm>
              <a:off x="5652120" y="4941104"/>
              <a:ext cx="36004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/>
                <a:t>…</a:t>
              </a:r>
              <a:endParaRPr lang="en-US" altLang="zh-CN" sz="1600" b="1" baseline="-20000" dirty="0"/>
            </a:p>
          </p:txBody>
        </p:sp>
        <p:sp>
          <p:nvSpPr>
            <p:cNvPr id="158" name="Text Box 147"/>
            <p:cNvSpPr txBox="1">
              <a:spLocks noChangeArrowheads="1"/>
            </p:cNvSpPr>
            <p:nvPr/>
          </p:nvSpPr>
          <p:spPr bwMode="auto">
            <a:xfrm>
              <a:off x="2879976" y="4941104"/>
              <a:ext cx="1206036" cy="44417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</a:rPr>
                <a:t>OP</a:t>
              </a:r>
              <a:r>
                <a:rPr lang="zh-CN" altLang="en-US" sz="1600" b="1" dirty="0">
                  <a:latin typeface="+mn-ea"/>
                </a:rPr>
                <a:t>控制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信号形成电路</a:t>
              </a:r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2699792" y="3898800"/>
            <a:ext cx="4968520" cy="2520000"/>
            <a:chOff x="2699792" y="3443493"/>
            <a:chExt cx="4968520" cy="2520000"/>
          </a:xfrm>
        </p:grpSpPr>
        <p:sp>
          <p:nvSpPr>
            <p:cNvPr id="160" name="Text Box 147"/>
            <p:cNvSpPr txBox="1">
              <a:spLocks noChangeArrowheads="1"/>
            </p:cNvSpPr>
            <p:nvPr/>
          </p:nvSpPr>
          <p:spPr bwMode="auto">
            <a:xfrm>
              <a:off x="6408000" y="3443493"/>
              <a:ext cx="90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及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func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1" name="矩形 160"/>
            <p:cNvSpPr/>
            <p:nvPr/>
          </p:nvSpPr>
          <p:spPr>
            <a:xfrm>
              <a:off x="2699792" y="3443493"/>
              <a:ext cx="3672000" cy="252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62" name="Text Box 132"/>
            <p:cNvSpPr txBox="1">
              <a:spLocks noChangeArrowheads="1"/>
            </p:cNvSpPr>
            <p:nvPr/>
          </p:nvSpPr>
          <p:spPr bwMode="auto">
            <a:xfrm>
              <a:off x="2951820" y="3515493"/>
              <a:ext cx="2772308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指令译码器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3" name="Text Box 147"/>
            <p:cNvSpPr txBox="1">
              <a:spLocks noChangeArrowheads="1"/>
            </p:cNvSpPr>
            <p:nvPr/>
          </p:nvSpPr>
          <p:spPr bwMode="auto">
            <a:xfrm>
              <a:off x="6444208" y="3623493"/>
              <a:ext cx="772368" cy="43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Branch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Jump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4" name="直接箭头连接符 163"/>
            <p:cNvCxnSpPr/>
            <p:nvPr/>
          </p:nvCxnSpPr>
          <p:spPr bwMode="auto">
            <a:xfrm flipH="1">
              <a:off x="5724128" y="3623493"/>
              <a:ext cx="165618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5" name="Text Box 147"/>
            <p:cNvSpPr txBox="1">
              <a:spLocks noChangeArrowheads="1"/>
            </p:cNvSpPr>
            <p:nvPr/>
          </p:nvSpPr>
          <p:spPr bwMode="auto">
            <a:xfrm>
              <a:off x="3059832" y="5396701"/>
              <a:ext cx="360040" cy="2528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2000" b="1" dirty="0">
                  <a:latin typeface="宋体" panose="02010600030101010101" pitchFamily="2" charset="-122"/>
                </a:rPr>
                <a:t>CU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6" name="Text Box 132"/>
            <p:cNvSpPr txBox="1">
              <a:spLocks noChangeArrowheads="1"/>
            </p:cNvSpPr>
            <p:nvPr/>
          </p:nvSpPr>
          <p:spPr bwMode="auto">
            <a:xfrm>
              <a:off x="7380312" y="3515493"/>
              <a:ext cx="288000" cy="2304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单周期数据通路</a:t>
              </a:r>
            </a:p>
          </p:txBody>
        </p:sp>
        <p:sp>
          <p:nvSpPr>
            <p:cNvPr id="167" name="Text Box 147"/>
            <p:cNvSpPr txBox="1">
              <a:spLocks noChangeArrowheads="1"/>
            </p:cNvSpPr>
            <p:nvPr/>
          </p:nvSpPr>
          <p:spPr bwMode="auto">
            <a:xfrm>
              <a:off x="2699792" y="3791446"/>
              <a:ext cx="2952328" cy="1921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add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sub</a:t>
              </a:r>
              <a:r>
                <a:rPr lang="en-US" altLang="zh-CN" sz="20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ori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sw</a:t>
              </a:r>
              <a:r>
                <a:rPr lang="en-US" altLang="zh-CN" sz="20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beq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  j 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68" name="直接箭头连接符 167"/>
            <p:cNvCxnSpPr/>
            <p:nvPr/>
          </p:nvCxnSpPr>
          <p:spPr bwMode="auto">
            <a:xfrm>
              <a:off x="3059832" y="3767565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9" name="直接箭头连接符 168"/>
            <p:cNvCxnSpPr/>
            <p:nvPr/>
          </p:nvCxnSpPr>
          <p:spPr bwMode="auto">
            <a:xfrm>
              <a:off x="3491880" y="3767565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0" name="直接箭头连接符 169"/>
            <p:cNvCxnSpPr/>
            <p:nvPr/>
          </p:nvCxnSpPr>
          <p:spPr bwMode="auto">
            <a:xfrm>
              <a:off x="3915400" y="3767565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8" name="直接箭头连接符 187"/>
            <p:cNvCxnSpPr/>
            <p:nvPr/>
          </p:nvCxnSpPr>
          <p:spPr bwMode="auto">
            <a:xfrm>
              <a:off x="4355976" y="3767565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9" name="直接箭头连接符 188"/>
            <p:cNvCxnSpPr/>
            <p:nvPr/>
          </p:nvCxnSpPr>
          <p:spPr bwMode="auto">
            <a:xfrm>
              <a:off x="4788024" y="3767565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1" name="直接箭头连接符 190"/>
            <p:cNvCxnSpPr/>
            <p:nvPr/>
          </p:nvCxnSpPr>
          <p:spPr bwMode="auto">
            <a:xfrm>
              <a:off x="5228600" y="3767565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192" name="组合 191"/>
            <p:cNvGrpSpPr/>
            <p:nvPr/>
          </p:nvGrpSpPr>
          <p:grpSpPr>
            <a:xfrm>
              <a:off x="5652120" y="3767565"/>
              <a:ext cx="1728192" cy="1979928"/>
              <a:chOff x="5652120" y="3767565"/>
              <a:chExt cx="1728192" cy="1979928"/>
            </a:xfrm>
          </p:grpSpPr>
          <p:cxnSp>
            <p:nvCxnSpPr>
              <p:cNvPr id="193" name="直接箭头连接符 192"/>
              <p:cNvCxnSpPr/>
              <p:nvPr/>
            </p:nvCxnSpPr>
            <p:spPr bwMode="auto">
              <a:xfrm>
                <a:off x="6084168" y="3839493"/>
                <a:ext cx="1296144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94" name="直接箭头连接符 193"/>
              <p:cNvCxnSpPr/>
              <p:nvPr/>
            </p:nvCxnSpPr>
            <p:spPr bwMode="auto">
              <a:xfrm flipV="1">
                <a:off x="6156176" y="3875493"/>
                <a:ext cx="1224136" cy="2406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95" name="直接箭头连接符 194"/>
              <p:cNvCxnSpPr/>
              <p:nvPr/>
            </p:nvCxnSpPr>
            <p:spPr bwMode="auto">
              <a:xfrm>
                <a:off x="5652120" y="3767565"/>
                <a:ext cx="0" cy="288032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97" name="Text Box 253"/>
              <p:cNvSpPr txBox="1">
                <a:spLocks noChangeArrowheads="1"/>
              </p:cNvSpPr>
              <p:nvPr/>
            </p:nvSpPr>
            <p:spPr bwMode="auto">
              <a:xfrm>
                <a:off x="6444208" y="5135493"/>
                <a:ext cx="252000" cy="612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l"/>
                <a:r>
                  <a:rPr lang="en-US" altLang="zh-CN" sz="1600" b="1" dirty="0">
                    <a:latin typeface="宋体" panose="02010600030101010101" pitchFamily="2" charset="-122"/>
                  </a:rPr>
                  <a:t>P</a:t>
                </a:r>
                <a:r>
                  <a:rPr lang="en-US" altLang="zh-CN" sz="1600" b="1" baseline="-14000" dirty="0">
                    <a:latin typeface="宋体" panose="02010600030101010101" pitchFamily="2" charset="-122"/>
                  </a:rPr>
                  <a:t>0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 algn="l">
                  <a:spcBef>
                    <a:spcPts val="800"/>
                  </a:spcBef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P</a:t>
                </a:r>
                <a:r>
                  <a:rPr lang="en-US" altLang="zh-CN" sz="1600" b="1" baseline="-14000" dirty="0">
                    <a:latin typeface="+mn-ea"/>
                    <a:ea typeface="+mn-ea"/>
                  </a:rPr>
                  <a:t>1</a:t>
                </a:r>
              </a:p>
            </p:txBody>
          </p:sp>
          <p:cxnSp>
            <p:nvCxnSpPr>
              <p:cNvPr id="198" name="直接箭头连接符 197"/>
              <p:cNvCxnSpPr/>
              <p:nvPr/>
            </p:nvCxnSpPr>
            <p:spPr bwMode="auto">
              <a:xfrm>
                <a:off x="6300192" y="5387493"/>
                <a:ext cx="108012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99" name="直接箭头连接符 198"/>
              <p:cNvCxnSpPr/>
              <p:nvPr/>
            </p:nvCxnSpPr>
            <p:spPr bwMode="auto">
              <a:xfrm>
                <a:off x="6300192" y="5747493"/>
                <a:ext cx="108012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00" name="直接箭头连接符 199"/>
              <p:cNvCxnSpPr/>
              <p:nvPr/>
            </p:nvCxnSpPr>
            <p:spPr bwMode="auto">
              <a:xfrm>
                <a:off x="6228184" y="4271621"/>
                <a:ext cx="1152128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01" name="直接箭头连接符 200"/>
              <p:cNvCxnSpPr/>
              <p:nvPr/>
            </p:nvCxnSpPr>
            <p:spPr bwMode="auto">
              <a:xfrm>
                <a:off x="6228184" y="4523493"/>
                <a:ext cx="1152128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202" name="Text Box 147"/>
              <p:cNvSpPr txBox="1">
                <a:spLocks noChangeArrowheads="1"/>
              </p:cNvSpPr>
              <p:nvPr/>
            </p:nvSpPr>
            <p:spPr bwMode="auto">
              <a:xfrm>
                <a:off x="6444208" y="4055597"/>
                <a:ext cx="792088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1600" b="1" dirty="0" err="1">
                    <a:latin typeface="宋体" panose="02010600030101010101" pitchFamily="2" charset="-122"/>
                  </a:rPr>
                  <a:t>Extctr</a:t>
                </a:r>
                <a:endParaRPr lang="zh-CN" altLang="en-US" sz="12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3" name="Text Box 147"/>
              <p:cNvSpPr txBox="1">
                <a:spLocks noChangeArrowheads="1"/>
              </p:cNvSpPr>
              <p:nvPr/>
            </p:nvSpPr>
            <p:spPr bwMode="auto">
              <a:xfrm>
                <a:off x="6444208" y="4307493"/>
                <a:ext cx="864096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1600" b="1" dirty="0" err="1">
                    <a:latin typeface="宋体" panose="02010600030101010101" pitchFamily="2" charset="-122"/>
                  </a:rPr>
                  <a:t>ALUBsrc</a:t>
                </a:r>
                <a:endParaRPr lang="zh-CN" altLang="en-US" sz="12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4" name="Text Box 147"/>
              <p:cNvSpPr txBox="1">
                <a:spLocks noChangeArrowheads="1"/>
              </p:cNvSpPr>
              <p:nvPr/>
            </p:nvSpPr>
            <p:spPr bwMode="auto">
              <a:xfrm>
                <a:off x="6461328" y="4739493"/>
                <a:ext cx="70296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MEMW</a:t>
                </a:r>
                <a:endParaRPr lang="zh-CN" altLang="en-US" sz="12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05" name="Text Box 211"/>
              <p:cNvSpPr txBox="1">
                <a:spLocks noChangeArrowheads="1"/>
              </p:cNvSpPr>
              <p:nvPr/>
            </p:nvSpPr>
            <p:spPr bwMode="auto">
              <a:xfrm>
                <a:off x="6516216" y="4523493"/>
                <a:ext cx="360040" cy="18002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/>
                  <a:t>…</a:t>
                </a:r>
                <a:endParaRPr lang="en-US" altLang="zh-CN" sz="1600" b="1" baseline="-20000" dirty="0"/>
              </a:p>
            </p:txBody>
          </p:sp>
          <p:cxnSp>
            <p:nvCxnSpPr>
              <p:cNvPr id="206" name="直接箭头连接符 205"/>
              <p:cNvCxnSpPr/>
              <p:nvPr/>
            </p:nvCxnSpPr>
            <p:spPr bwMode="auto">
              <a:xfrm>
                <a:off x="6228184" y="4955493"/>
                <a:ext cx="1152128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07" name="直接箭头连接符 206"/>
              <p:cNvCxnSpPr/>
              <p:nvPr/>
            </p:nvCxnSpPr>
            <p:spPr bwMode="auto">
              <a:xfrm>
                <a:off x="6156176" y="3875493"/>
                <a:ext cx="0" cy="180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08" name="直接箭头连接符 207"/>
              <p:cNvCxnSpPr/>
              <p:nvPr/>
            </p:nvCxnSpPr>
            <p:spPr bwMode="auto">
              <a:xfrm>
                <a:off x="6084168" y="3839493"/>
                <a:ext cx="0" cy="216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  <p:grpSp>
        <p:nvGrpSpPr>
          <p:cNvPr id="209" name="组合 208"/>
          <p:cNvGrpSpPr/>
          <p:nvPr/>
        </p:nvGrpSpPr>
        <p:grpSpPr>
          <a:xfrm>
            <a:off x="1152000" y="5626800"/>
            <a:ext cx="5148193" cy="761642"/>
            <a:chOff x="1007984" y="4378958"/>
            <a:chExt cx="5148193" cy="761642"/>
          </a:xfrm>
        </p:grpSpPr>
        <p:sp>
          <p:nvSpPr>
            <p:cNvPr id="210" name="矩形 209"/>
            <p:cNvSpPr/>
            <p:nvPr/>
          </p:nvSpPr>
          <p:spPr>
            <a:xfrm>
              <a:off x="3779913" y="4378958"/>
              <a:ext cx="2376264" cy="761642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211" name="直接箭头连接符 210"/>
            <p:cNvCxnSpPr/>
            <p:nvPr/>
          </p:nvCxnSpPr>
          <p:spPr bwMode="auto">
            <a:xfrm>
              <a:off x="5436096" y="4859113"/>
              <a:ext cx="3600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2" name="Text Box 260"/>
            <p:cNvSpPr txBox="1">
              <a:spLocks noChangeArrowheads="1"/>
            </p:cNvSpPr>
            <p:nvPr/>
          </p:nvSpPr>
          <p:spPr bwMode="auto">
            <a:xfrm>
              <a:off x="5185168" y="4725144"/>
              <a:ext cx="178920" cy="2160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13" name="椭圆 212"/>
            <p:cNvSpPr/>
            <p:nvPr/>
          </p:nvSpPr>
          <p:spPr bwMode="auto">
            <a:xfrm>
              <a:off x="5365679" y="4822250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14" name="直接箭头连接符 64"/>
            <p:cNvCxnSpPr/>
            <p:nvPr/>
          </p:nvCxnSpPr>
          <p:spPr bwMode="auto">
            <a:xfrm rot="5400000" flipH="1" flipV="1">
              <a:off x="5508104" y="4725144"/>
              <a:ext cx="360040" cy="216024"/>
            </a:xfrm>
            <a:prstGeom prst="bentConnector3">
              <a:avLst>
                <a:gd name="adj1" fmla="val 100025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215" name="直接箭头连接符 214"/>
            <p:cNvCxnSpPr/>
            <p:nvPr/>
          </p:nvCxnSpPr>
          <p:spPr bwMode="auto">
            <a:xfrm>
              <a:off x="2411760" y="4509118"/>
              <a:ext cx="1368000" cy="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6" name="Text Box 147"/>
            <p:cNvSpPr txBox="1">
              <a:spLocks noChangeArrowheads="1"/>
            </p:cNvSpPr>
            <p:nvPr/>
          </p:nvSpPr>
          <p:spPr bwMode="auto">
            <a:xfrm>
              <a:off x="1007984" y="4378958"/>
              <a:ext cx="14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主时钟脉冲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CLK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7" name="Text Box 147"/>
            <p:cNvSpPr txBox="1">
              <a:spLocks noChangeArrowheads="1"/>
            </p:cNvSpPr>
            <p:nvPr/>
          </p:nvSpPr>
          <p:spPr bwMode="auto">
            <a:xfrm>
              <a:off x="3923928" y="4548779"/>
              <a:ext cx="864096" cy="42199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sp>
          <p:nvSpPr>
            <p:cNvPr id="218" name="Text Box 260"/>
            <p:cNvSpPr txBox="1">
              <a:spLocks noChangeArrowheads="1"/>
            </p:cNvSpPr>
            <p:nvPr/>
          </p:nvSpPr>
          <p:spPr bwMode="auto">
            <a:xfrm>
              <a:off x="5796136" y="4437112"/>
              <a:ext cx="180020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219" name="Text Box 260"/>
            <p:cNvSpPr txBox="1">
              <a:spLocks noChangeArrowheads="1"/>
            </p:cNvSpPr>
            <p:nvPr/>
          </p:nvSpPr>
          <p:spPr bwMode="auto">
            <a:xfrm>
              <a:off x="5796136" y="4797152"/>
              <a:ext cx="180020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220" name="直接箭头连接符 219"/>
            <p:cNvCxnSpPr/>
            <p:nvPr/>
          </p:nvCxnSpPr>
          <p:spPr bwMode="auto">
            <a:xfrm>
              <a:off x="3779912" y="4509120"/>
              <a:ext cx="201622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1" name="直接箭头连接符 220"/>
            <p:cNvCxnSpPr/>
            <p:nvPr/>
          </p:nvCxnSpPr>
          <p:spPr bwMode="auto">
            <a:xfrm>
              <a:off x="3779913" y="5013176"/>
              <a:ext cx="201622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2" name="直接箭头连接符 221"/>
            <p:cNvCxnSpPr/>
            <p:nvPr/>
          </p:nvCxnSpPr>
          <p:spPr bwMode="auto">
            <a:xfrm>
              <a:off x="5976156" y="4586420"/>
              <a:ext cx="1800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3" name="直接箭头连接符 64"/>
            <p:cNvCxnSpPr>
              <a:endCxn id="212" idx="1"/>
            </p:cNvCxnSpPr>
            <p:nvPr/>
          </p:nvCxnSpPr>
          <p:spPr bwMode="auto">
            <a:xfrm rot="16200000" flipH="1">
              <a:off x="4932590" y="4580578"/>
              <a:ext cx="324036" cy="18112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24" name="直接箭头连接符 223"/>
            <p:cNvCxnSpPr/>
            <p:nvPr/>
          </p:nvCxnSpPr>
          <p:spPr bwMode="auto">
            <a:xfrm>
              <a:off x="5976156" y="4941168"/>
              <a:ext cx="1800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5" name="直接箭头连接符 224"/>
            <p:cNvCxnSpPr/>
            <p:nvPr/>
          </p:nvCxnSpPr>
          <p:spPr bwMode="auto">
            <a:xfrm>
              <a:off x="2411760" y="5013174"/>
              <a:ext cx="1368000" cy="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6" name="Text Box 147"/>
            <p:cNvSpPr txBox="1">
              <a:spLocks noChangeArrowheads="1"/>
            </p:cNvSpPr>
            <p:nvPr/>
          </p:nvSpPr>
          <p:spPr bwMode="auto">
            <a:xfrm>
              <a:off x="1115984" y="4882958"/>
              <a:ext cx="129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复位信号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ClrN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62</a:t>
            </a:fld>
            <a:endParaRPr lang="en-US" altLang="zh-CN"/>
          </a:p>
        </p:txBody>
      </p:sp>
      <p:sp>
        <p:nvSpPr>
          <p:cNvPr id="173" name="Text Box 133"/>
          <p:cNvSpPr txBox="1">
            <a:spLocks noChangeArrowheads="1"/>
          </p:cNvSpPr>
          <p:nvPr/>
        </p:nvSpPr>
        <p:spPr bwMode="auto">
          <a:xfrm>
            <a:off x="179388" y="332656"/>
            <a:ext cx="8785225" cy="39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t" anchorCtr="0">
            <a:spAutoFit/>
          </a:bodyPr>
          <a:lstStyle/>
          <a:p>
            <a:pPr algn="l"/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、多周期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CU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的设计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不考，掌握过程</a:t>
            </a:r>
            <a:r>
              <a:rPr lang="en-US" altLang="zh-CN" sz="1800" b="1" dirty="0">
                <a:latin typeface="+mn-ea"/>
              </a:rPr>
              <a:t>)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74" name="Text Box 90"/>
          <p:cNvSpPr txBox="1">
            <a:spLocks noChangeArrowheads="1"/>
          </p:cNvSpPr>
          <p:nvPr/>
        </p:nvSpPr>
        <p:spPr bwMode="auto">
          <a:xfrm>
            <a:off x="179388" y="763200"/>
            <a:ext cx="878522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*设计背景：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支持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7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条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MIPS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指令的数据通路</a:t>
            </a:r>
            <a:r>
              <a:rPr lang="zh-CN" altLang="en-US" sz="2200" b="1" dirty="0">
                <a:latin typeface="宋体" panose="02010600030101010101" pitchFamily="2" charset="-122"/>
              </a:rPr>
              <a:t>＋状态转换图</a:t>
            </a:r>
            <a:endParaRPr lang="en-US" altLang="zh-CN" sz="2200" b="1" spc="-100" dirty="0">
              <a:latin typeface="宋体" panose="02010600030101010101" pitchFamily="2" charset="-122"/>
            </a:endParaRPr>
          </a:p>
        </p:txBody>
      </p:sp>
      <p:sp>
        <p:nvSpPr>
          <p:cNvPr id="293" name="AutoShape 9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185" y="6523557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59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8" name="Text Box 90"/>
          <p:cNvSpPr txBox="1">
            <a:spLocks noChangeArrowheads="1"/>
          </p:cNvSpPr>
          <p:nvPr/>
        </p:nvSpPr>
        <p:spPr bwMode="auto">
          <a:xfrm>
            <a:off x="179705" y="5229860"/>
            <a:ext cx="871029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 *化简状态转换图：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无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重复状态，</a:t>
            </a:r>
            <a:endParaRPr lang="en-US" altLang="zh-CN" sz="22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100" dirty="0">
                <a:latin typeface="宋体" panose="02010600030101010101" pitchFamily="2" charset="-122"/>
              </a:rPr>
              <a:t>                   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状态转换条件为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操作码及状态序号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≤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5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个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endParaRPr lang="zh-CN" altLang="en-US" b="1" spc="-100" dirty="0">
              <a:latin typeface="宋体" panose="02010600030101010101" pitchFamily="2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755576" y="1342800"/>
            <a:ext cx="7992891" cy="3821235"/>
            <a:chOff x="755573" y="2010906"/>
            <a:chExt cx="7992891" cy="3821235"/>
          </a:xfrm>
        </p:grpSpPr>
        <p:sp>
          <p:nvSpPr>
            <p:cNvPr id="80" name="Text Box 63"/>
            <p:cNvSpPr txBox="1">
              <a:spLocks noChangeArrowheads="1"/>
            </p:cNvSpPr>
            <p:nvPr/>
          </p:nvSpPr>
          <p:spPr bwMode="auto">
            <a:xfrm>
              <a:off x="4211957" y="4891226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wb_m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1" name="直接箭头连接符 80"/>
            <p:cNvCxnSpPr>
              <a:stCxn id="114" idx="3"/>
              <a:endCxn id="115" idx="1"/>
            </p:cNvCxnSpPr>
            <p:nvPr/>
          </p:nvCxnSpPr>
          <p:spPr bwMode="auto">
            <a:xfrm>
              <a:off x="3131837" y="2587010"/>
              <a:ext cx="50405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2" name="直接箭头连接符 81"/>
            <p:cNvCxnSpPr/>
            <p:nvPr/>
          </p:nvCxnSpPr>
          <p:spPr bwMode="auto">
            <a:xfrm flipH="1">
              <a:off x="3131960" y="2947065"/>
              <a:ext cx="108000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3" name="直接箭头连接符 82"/>
            <p:cNvCxnSpPr/>
            <p:nvPr/>
          </p:nvCxnSpPr>
          <p:spPr bwMode="auto">
            <a:xfrm>
              <a:off x="4716016" y="2947066"/>
              <a:ext cx="64800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4" name="直接箭头连接符 83"/>
            <p:cNvCxnSpPr/>
            <p:nvPr/>
          </p:nvCxnSpPr>
          <p:spPr bwMode="auto">
            <a:xfrm>
              <a:off x="5796134" y="2947066"/>
              <a:ext cx="1229737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5" name="直接箭头连接符 84"/>
            <p:cNvCxnSpPr>
              <a:stCxn id="115" idx="3"/>
              <a:endCxn id="116" idx="1"/>
            </p:cNvCxnSpPr>
            <p:nvPr/>
          </p:nvCxnSpPr>
          <p:spPr bwMode="auto">
            <a:xfrm>
              <a:off x="5796133" y="2587010"/>
              <a:ext cx="57606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6" name="直接箭头连接符 85"/>
            <p:cNvCxnSpPr/>
            <p:nvPr/>
          </p:nvCxnSpPr>
          <p:spPr bwMode="auto">
            <a:xfrm>
              <a:off x="1475656" y="4387066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7" name="直接箭头连接符 86"/>
            <p:cNvCxnSpPr/>
            <p:nvPr/>
          </p:nvCxnSpPr>
          <p:spPr bwMode="auto">
            <a:xfrm flipH="1">
              <a:off x="4932088" y="3955122"/>
              <a:ext cx="43200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8" name="直接箭头连接符 87"/>
            <p:cNvCxnSpPr/>
            <p:nvPr/>
          </p:nvCxnSpPr>
          <p:spPr bwMode="auto">
            <a:xfrm>
              <a:off x="5364088" y="3955122"/>
              <a:ext cx="575659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9" name="直接箭头连接符 88"/>
            <p:cNvCxnSpPr/>
            <p:nvPr/>
          </p:nvCxnSpPr>
          <p:spPr bwMode="auto">
            <a:xfrm>
              <a:off x="4932037" y="4819194"/>
              <a:ext cx="1" cy="28803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0" name="直接箭头连接符 89"/>
            <p:cNvCxnSpPr/>
            <p:nvPr/>
          </p:nvCxnSpPr>
          <p:spPr bwMode="auto">
            <a:xfrm>
              <a:off x="6516216" y="4819218"/>
              <a:ext cx="0" cy="100811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1" name="直接箭头连接符 90"/>
            <p:cNvCxnSpPr/>
            <p:nvPr/>
          </p:nvCxnSpPr>
          <p:spPr bwMode="auto">
            <a:xfrm>
              <a:off x="1475656" y="5467210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91"/>
            <p:cNvCxnSpPr/>
            <p:nvPr/>
          </p:nvCxnSpPr>
          <p:spPr bwMode="auto">
            <a:xfrm>
              <a:off x="3118274" y="5472141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直接箭头连接符 92"/>
            <p:cNvCxnSpPr/>
            <p:nvPr/>
          </p:nvCxnSpPr>
          <p:spPr bwMode="auto">
            <a:xfrm>
              <a:off x="1475656" y="5827330"/>
              <a:ext cx="7272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4" name="直接箭头连接符 93"/>
            <p:cNvCxnSpPr/>
            <p:nvPr/>
          </p:nvCxnSpPr>
          <p:spPr bwMode="auto">
            <a:xfrm>
              <a:off x="4932037" y="5611282"/>
              <a:ext cx="1" cy="21602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5" name="直接箭头连接符 94"/>
            <p:cNvCxnSpPr/>
            <p:nvPr/>
          </p:nvCxnSpPr>
          <p:spPr bwMode="auto">
            <a:xfrm flipH="1">
              <a:off x="7809644" y="3955122"/>
              <a:ext cx="0" cy="187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6" name="直接箭头连接符 95"/>
            <p:cNvCxnSpPr/>
            <p:nvPr/>
          </p:nvCxnSpPr>
          <p:spPr bwMode="auto">
            <a:xfrm flipV="1">
              <a:off x="8748464" y="2010906"/>
              <a:ext cx="0" cy="38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7" name="直接箭头连接符 96"/>
            <p:cNvCxnSpPr/>
            <p:nvPr/>
          </p:nvCxnSpPr>
          <p:spPr bwMode="auto">
            <a:xfrm>
              <a:off x="1979712" y="201093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8" name="Text Box 63"/>
            <p:cNvSpPr txBox="1">
              <a:spLocks noChangeArrowheads="1"/>
            </p:cNvSpPr>
            <p:nvPr/>
          </p:nvSpPr>
          <p:spPr bwMode="auto">
            <a:xfrm>
              <a:off x="755576" y="2010930"/>
              <a:ext cx="288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if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9" name="Text Box 63"/>
            <p:cNvSpPr txBox="1">
              <a:spLocks noChangeArrowheads="1"/>
            </p:cNvSpPr>
            <p:nvPr/>
          </p:nvSpPr>
          <p:spPr bwMode="auto">
            <a:xfrm>
              <a:off x="827581" y="3235066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0" name="Text Box 63"/>
            <p:cNvSpPr txBox="1">
              <a:spLocks noChangeArrowheads="1"/>
            </p:cNvSpPr>
            <p:nvPr/>
          </p:nvSpPr>
          <p:spPr bwMode="auto">
            <a:xfrm>
              <a:off x="827581" y="4522042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wb_r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1" name="Text Box 63"/>
            <p:cNvSpPr txBox="1">
              <a:spLocks noChangeArrowheads="1"/>
            </p:cNvSpPr>
            <p:nvPr/>
          </p:nvSpPr>
          <p:spPr bwMode="auto">
            <a:xfrm>
              <a:off x="2555773" y="4522042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wb_i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2" name="Text Box 63"/>
            <p:cNvSpPr txBox="1">
              <a:spLocks noChangeArrowheads="1"/>
            </p:cNvSpPr>
            <p:nvPr/>
          </p:nvSpPr>
          <p:spPr bwMode="auto">
            <a:xfrm>
              <a:off x="2555773" y="3235066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ex_i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3" name="Text Box 63"/>
            <p:cNvSpPr txBox="1">
              <a:spLocks noChangeArrowheads="1"/>
            </p:cNvSpPr>
            <p:nvPr/>
          </p:nvSpPr>
          <p:spPr bwMode="auto">
            <a:xfrm>
              <a:off x="3661985" y="2010930"/>
              <a:ext cx="333948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id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4" name="Text Box 63"/>
            <p:cNvSpPr txBox="1">
              <a:spLocks noChangeArrowheads="1"/>
            </p:cNvSpPr>
            <p:nvPr/>
          </p:nvSpPr>
          <p:spPr bwMode="auto">
            <a:xfrm>
              <a:off x="4211957" y="3235066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ex_m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5" name="Text Box 63"/>
            <p:cNvSpPr txBox="1">
              <a:spLocks noChangeArrowheads="1"/>
            </p:cNvSpPr>
            <p:nvPr/>
          </p:nvSpPr>
          <p:spPr bwMode="auto">
            <a:xfrm>
              <a:off x="7020269" y="3235066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ex_j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6" name="Text Box 63"/>
            <p:cNvSpPr txBox="1">
              <a:spLocks noChangeArrowheads="1"/>
            </p:cNvSpPr>
            <p:nvPr/>
          </p:nvSpPr>
          <p:spPr bwMode="auto">
            <a:xfrm>
              <a:off x="6372197" y="2010906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ex_b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7" name="Text Box 63"/>
            <p:cNvSpPr txBox="1">
              <a:spLocks noChangeArrowheads="1"/>
            </p:cNvSpPr>
            <p:nvPr/>
          </p:nvSpPr>
          <p:spPr bwMode="auto">
            <a:xfrm>
              <a:off x="4209501" y="4099138"/>
              <a:ext cx="576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mem_r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8" name="Text Box 63"/>
            <p:cNvSpPr txBox="1">
              <a:spLocks noChangeArrowheads="1"/>
            </p:cNvSpPr>
            <p:nvPr/>
          </p:nvSpPr>
          <p:spPr bwMode="auto">
            <a:xfrm>
              <a:off x="6081709" y="4099138"/>
              <a:ext cx="576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mem_w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9" name="Text Box 63"/>
            <p:cNvSpPr txBox="1">
              <a:spLocks noChangeArrowheads="1"/>
            </p:cNvSpPr>
            <p:nvPr/>
          </p:nvSpPr>
          <p:spPr bwMode="auto">
            <a:xfrm>
              <a:off x="1835693" y="3019018"/>
              <a:ext cx="928816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add/sub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0" name="Text Box 63"/>
            <p:cNvSpPr txBox="1">
              <a:spLocks noChangeArrowheads="1"/>
            </p:cNvSpPr>
            <p:nvPr/>
          </p:nvSpPr>
          <p:spPr bwMode="auto">
            <a:xfrm>
              <a:off x="4107592" y="2947010"/>
              <a:ext cx="46440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ori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1" name="Text Box 63"/>
            <p:cNvSpPr txBox="1">
              <a:spLocks noChangeArrowheads="1"/>
            </p:cNvSpPr>
            <p:nvPr/>
          </p:nvSpPr>
          <p:spPr bwMode="auto">
            <a:xfrm>
              <a:off x="4932040" y="2947010"/>
              <a:ext cx="698433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18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2" name="Text Box 63"/>
            <p:cNvSpPr txBox="1">
              <a:spLocks noChangeArrowheads="1"/>
            </p:cNvSpPr>
            <p:nvPr/>
          </p:nvSpPr>
          <p:spPr bwMode="auto">
            <a:xfrm>
              <a:off x="5868144" y="2780984"/>
              <a:ext cx="179826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j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3" name="Text Box 63"/>
            <p:cNvSpPr txBox="1">
              <a:spLocks noChangeArrowheads="1"/>
            </p:cNvSpPr>
            <p:nvPr/>
          </p:nvSpPr>
          <p:spPr bwMode="auto">
            <a:xfrm>
              <a:off x="5843028" y="2370970"/>
              <a:ext cx="409877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beq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4" name="Text Box 323"/>
            <p:cNvSpPr txBox="1">
              <a:spLocks noChangeArrowheads="1"/>
            </p:cNvSpPr>
            <p:nvPr/>
          </p:nvSpPr>
          <p:spPr bwMode="auto">
            <a:xfrm>
              <a:off x="755573" y="2227010"/>
              <a:ext cx="2376264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IMRd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IRWr</a:t>
              </a:r>
              <a:endParaRPr lang="en-US" altLang="zh-CN" sz="1600" b="1" spc="-100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(3),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15" name="Text Box 323"/>
            <p:cNvSpPr txBox="1">
              <a:spLocks noChangeArrowheads="1"/>
            </p:cNvSpPr>
            <p:nvPr/>
          </p:nvSpPr>
          <p:spPr bwMode="auto">
            <a:xfrm>
              <a:off x="3635893" y="2227010"/>
              <a:ext cx="216024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Extctr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16" name="Text Box 323"/>
            <p:cNvSpPr txBox="1">
              <a:spLocks noChangeArrowheads="1"/>
            </p:cNvSpPr>
            <p:nvPr/>
          </p:nvSpPr>
          <p:spPr bwMode="auto">
            <a:xfrm>
              <a:off x="6372197" y="2227010"/>
              <a:ext cx="216024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(3),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PCWrB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17" name="Text Box 323"/>
            <p:cNvSpPr txBox="1">
              <a:spLocks noChangeArrowheads="1"/>
            </p:cNvSpPr>
            <p:nvPr/>
          </p:nvSpPr>
          <p:spPr bwMode="auto">
            <a:xfrm>
              <a:off x="827581" y="3451066"/>
              <a:ext cx="1224136" cy="93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(0/1),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18" name="Text Box 323"/>
            <p:cNvSpPr txBox="1">
              <a:spLocks noChangeArrowheads="1"/>
            </p:cNvSpPr>
            <p:nvPr/>
          </p:nvSpPr>
          <p:spPr bwMode="auto">
            <a:xfrm>
              <a:off x="827581" y="4747210"/>
              <a:ext cx="1224136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</a:p>
          </p:txBody>
        </p:sp>
        <p:sp>
          <p:nvSpPr>
            <p:cNvPr id="119" name="Text Box 323"/>
            <p:cNvSpPr txBox="1">
              <a:spLocks noChangeArrowheads="1"/>
            </p:cNvSpPr>
            <p:nvPr/>
          </p:nvSpPr>
          <p:spPr bwMode="auto">
            <a:xfrm>
              <a:off x="2555773" y="3451066"/>
              <a:ext cx="1152000" cy="93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20" name="Text Box 323"/>
            <p:cNvSpPr txBox="1">
              <a:spLocks noChangeArrowheads="1"/>
            </p:cNvSpPr>
            <p:nvPr/>
          </p:nvSpPr>
          <p:spPr bwMode="auto">
            <a:xfrm>
              <a:off x="2555773" y="4747210"/>
              <a:ext cx="115200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</a:p>
          </p:txBody>
        </p:sp>
        <p:sp>
          <p:nvSpPr>
            <p:cNvPr id="121" name="Text Box 323"/>
            <p:cNvSpPr txBox="1">
              <a:spLocks noChangeArrowheads="1"/>
            </p:cNvSpPr>
            <p:nvPr/>
          </p:nvSpPr>
          <p:spPr bwMode="auto">
            <a:xfrm>
              <a:off x="4194395" y="3451066"/>
              <a:ext cx="237600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Extctr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22" name="Text Box 323"/>
            <p:cNvSpPr txBox="1">
              <a:spLocks noChangeArrowheads="1"/>
            </p:cNvSpPr>
            <p:nvPr/>
          </p:nvSpPr>
          <p:spPr bwMode="auto">
            <a:xfrm>
              <a:off x="4216867" y="4315138"/>
              <a:ext cx="1152000" cy="50405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>
                  <a:latin typeface="+mn-ea"/>
                  <a:ea typeface="+mn-ea"/>
                </a:rPr>
                <a:t>MEMR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23" name="Text Box 323"/>
            <p:cNvSpPr txBox="1">
              <a:spLocks noChangeArrowheads="1"/>
            </p:cNvSpPr>
            <p:nvPr/>
          </p:nvSpPr>
          <p:spPr bwMode="auto">
            <a:xfrm>
              <a:off x="5640913" y="4315138"/>
              <a:ext cx="108000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MemWr</a:t>
              </a:r>
              <a:r>
                <a:rPr lang="en-US" altLang="zh-CN" sz="1600" b="1" spc="-100" dirty="0">
                  <a:latin typeface="+mn-ea"/>
                  <a:ea typeface="+mn-ea"/>
                </a:rPr>
                <a:t>,</a:t>
              </a:r>
              <a:endParaRPr lang="zh-CN" altLang="en-US" sz="1600" b="1" spc="-100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>
                  <a:latin typeface="+mn-ea"/>
                  <a:ea typeface="+mn-ea"/>
                </a:rPr>
                <a:t>End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24" name="Text Box 323"/>
            <p:cNvSpPr txBox="1">
              <a:spLocks noChangeArrowheads="1"/>
            </p:cNvSpPr>
            <p:nvPr/>
          </p:nvSpPr>
          <p:spPr bwMode="auto">
            <a:xfrm>
              <a:off x="4211957" y="5107226"/>
              <a:ext cx="216024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MemRd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</a:p>
          </p:txBody>
        </p:sp>
        <p:sp>
          <p:nvSpPr>
            <p:cNvPr id="125" name="Text Box 323"/>
            <p:cNvSpPr txBox="1">
              <a:spLocks noChangeArrowheads="1"/>
            </p:cNvSpPr>
            <p:nvPr/>
          </p:nvSpPr>
          <p:spPr bwMode="auto">
            <a:xfrm>
              <a:off x="7025871" y="3451066"/>
              <a:ext cx="151200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</a:p>
          </p:txBody>
        </p:sp>
        <p:cxnSp>
          <p:nvCxnSpPr>
            <p:cNvPr id="126" name="直接箭头连接符 125"/>
            <p:cNvCxnSpPr/>
            <p:nvPr/>
          </p:nvCxnSpPr>
          <p:spPr bwMode="auto">
            <a:xfrm flipH="1">
              <a:off x="2051717" y="2947066"/>
              <a:ext cx="1584176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7" name="Text Box 63"/>
            <p:cNvSpPr txBox="1">
              <a:spLocks noChangeArrowheads="1"/>
            </p:cNvSpPr>
            <p:nvPr/>
          </p:nvSpPr>
          <p:spPr bwMode="auto">
            <a:xfrm>
              <a:off x="4886316" y="3955122"/>
              <a:ext cx="108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     </a:t>
              </a:r>
              <a:r>
                <a:rPr lang="en-US" altLang="zh-CN" sz="18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28" name="直接箭头连接符 100"/>
            <p:cNvCxnSpPr/>
            <p:nvPr/>
          </p:nvCxnSpPr>
          <p:spPr bwMode="auto">
            <a:xfrm rot="16200000" flipH="1">
              <a:off x="7992317" y="2407010"/>
              <a:ext cx="216000" cy="1296000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9" name="直接箭头连接符 128"/>
            <p:cNvCxnSpPr/>
            <p:nvPr/>
          </p:nvCxnSpPr>
          <p:spPr bwMode="auto">
            <a:xfrm flipH="1">
              <a:off x="1979712" y="2010906"/>
              <a:ext cx="676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0" name="直接箭头连接符 129"/>
            <p:cNvCxnSpPr/>
            <p:nvPr/>
          </p:nvCxnSpPr>
          <p:spPr bwMode="auto">
            <a:xfrm>
              <a:off x="3131840" y="4387066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31" name="组合 130"/>
          <p:cNvGrpSpPr/>
          <p:nvPr/>
        </p:nvGrpSpPr>
        <p:grpSpPr>
          <a:xfrm>
            <a:off x="1115651" y="1342800"/>
            <a:ext cx="6768685" cy="3095427"/>
            <a:chOff x="1259664" y="908720"/>
            <a:chExt cx="6768685" cy="3095427"/>
          </a:xfrm>
        </p:grpSpPr>
        <p:sp>
          <p:nvSpPr>
            <p:cNvPr id="132" name="Text Box 63"/>
            <p:cNvSpPr txBox="1">
              <a:spLocks noChangeArrowheads="1"/>
            </p:cNvSpPr>
            <p:nvPr/>
          </p:nvSpPr>
          <p:spPr bwMode="auto">
            <a:xfrm>
              <a:off x="1259664" y="908720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0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3" name="Text Box 63"/>
            <p:cNvSpPr txBox="1">
              <a:spLocks noChangeArrowheads="1"/>
            </p:cNvSpPr>
            <p:nvPr/>
          </p:nvSpPr>
          <p:spPr bwMode="auto">
            <a:xfrm>
              <a:off x="4211960" y="908720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1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4" name="Text Box 63"/>
            <p:cNvSpPr txBox="1">
              <a:spLocks noChangeArrowheads="1"/>
            </p:cNvSpPr>
            <p:nvPr/>
          </p:nvSpPr>
          <p:spPr bwMode="auto">
            <a:xfrm>
              <a:off x="1547661" y="2132856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2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5" name="Text Box 63"/>
            <p:cNvSpPr txBox="1">
              <a:spLocks noChangeArrowheads="1"/>
            </p:cNvSpPr>
            <p:nvPr/>
          </p:nvSpPr>
          <p:spPr bwMode="auto">
            <a:xfrm>
              <a:off x="3563888" y="2132856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2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63"/>
            <p:cNvSpPr txBox="1">
              <a:spLocks noChangeArrowheads="1"/>
            </p:cNvSpPr>
            <p:nvPr/>
          </p:nvSpPr>
          <p:spPr bwMode="auto">
            <a:xfrm>
              <a:off x="5004048" y="2133749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2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7" name="Text Box 63"/>
            <p:cNvSpPr txBox="1">
              <a:spLocks noChangeArrowheads="1"/>
            </p:cNvSpPr>
            <p:nvPr/>
          </p:nvSpPr>
          <p:spPr bwMode="auto">
            <a:xfrm>
              <a:off x="7740349" y="2133749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2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8" name="Text Box 63"/>
            <p:cNvSpPr txBox="1">
              <a:spLocks noChangeArrowheads="1"/>
            </p:cNvSpPr>
            <p:nvPr/>
          </p:nvSpPr>
          <p:spPr bwMode="auto">
            <a:xfrm>
              <a:off x="7092277" y="908720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2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9" name="Text Box 63"/>
            <p:cNvSpPr txBox="1">
              <a:spLocks noChangeArrowheads="1"/>
            </p:cNvSpPr>
            <p:nvPr/>
          </p:nvSpPr>
          <p:spPr bwMode="auto">
            <a:xfrm>
              <a:off x="1763720" y="3429893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4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0" name="Text Box 63"/>
            <p:cNvSpPr txBox="1">
              <a:spLocks noChangeArrowheads="1"/>
            </p:cNvSpPr>
            <p:nvPr/>
          </p:nvSpPr>
          <p:spPr bwMode="auto">
            <a:xfrm>
              <a:off x="3419872" y="3429893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4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1" name="Text Box 63"/>
            <p:cNvSpPr txBox="1">
              <a:spLocks noChangeArrowheads="1"/>
            </p:cNvSpPr>
            <p:nvPr/>
          </p:nvSpPr>
          <p:spPr bwMode="auto">
            <a:xfrm>
              <a:off x="3995933" y="2996952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3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2" name="Text Box 63"/>
            <p:cNvSpPr txBox="1">
              <a:spLocks noChangeArrowheads="1"/>
            </p:cNvSpPr>
            <p:nvPr/>
          </p:nvSpPr>
          <p:spPr bwMode="auto">
            <a:xfrm>
              <a:off x="6876253" y="2996952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3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3" name="Text Box 63"/>
            <p:cNvSpPr txBox="1">
              <a:spLocks noChangeArrowheads="1"/>
            </p:cNvSpPr>
            <p:nvPr/>
          </p:nvSpPr>
          <p:spPr bwMode="auto">
            <a:xfrm>
              <a:off x="5220104" y="3788147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4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ext Box 90"/>
          <p:cNvSpPr txBox="1">
            <a:spLocks noChangeArrowheads="1"/>
          </p:cNvSpPr>
          <p:nvPr/>
        </p:nvSpPr>
        <p:spPr bwMode="auto">
          <a:xfrm>
            <a:off x="179388" y="332656"/>
            <a:ext cx="6558210" cy="50539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组织时序系统：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*设计时序信号形成电路：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⑴确定</a:t>
            </a:r>
            <a:r>
              <a:rPr lang="zh-CN" altLang="en-US" sz="2200" b="1" dirty="0">
                <a:latin typeface="宋体" panose="02010600030101010101" pitchFamily="2" charset="-122"/>
              </a:rPr>
              <a:t>次态产生函数：</a:t>
            </a:r>
            <a:r>
              <a:rPr lang="en-US" altLang="zh-CN" sz="1800" b="1" dirty="0">
                <a:latin typeface="宋体" panose="02010600030101010101" pitchFamily="2" charset="-122"/>
              </a:rPr>
              <a:t>(T</a:t>
            </a:r>
            <a:r>
              <a:rPr lang="en-US" altLang="zh-CN" sz="1800" b="1" baseline="-25000" dirty="0">
                <a:latin typeface="宋体" panose="02010600030101010101" pitchFamily="2" charset="-122"/>
              </a:rPr>
              <a:t>i</a:t>
            </a:r>
            <a:r>
              <a:rPr lang="en-US" altLang="zh-CN" sz="1800" b="1" baseline="30000" dirty="0">
                <a:latin typeface="宋体" panose="02010600030101010101" pitchFamily="2" charset="-122"/>
              </a:rPr>
              <a:t>*</a:t>
            </a:r>
            <a:r>
              <a:rPr lang="zh-CN" altLang="en-US" sz="1800" b="1" dirty="0">
                <a:latin typeface="宋体" panose="02010600030101010101" pitchFamily="2" charset="-122"/>
              </a:rPr>
              <a:t>表示</a:t>
            </a:r>
            <a:r>
              <a:rPr lang="en-US" altLang="zh-CN" sz="1800" b="1" dirty="0">
                <a:latin typeface="宋体" panose="02010600030101010101" pitchFamily="2" charset="-122"/>
              </a:rPr>
              <a:t>T</a:t>
            </a:r>
            <a:r>
              <a:rPr lang="en-US" altLang="zh-CN" sz="18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1800" b="1" dirty="0">
                <a:latin typeface="宋体" panose="02010600030101010101" pitchFamily="2" charset="-122"/>
              </a:rPr>
              <a:t>的次态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spc="-100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63</a:t>
            </a:fld>
            <a:endParaRPr lang="en-US" altLang="zh-CN" dirty="0"/>
          </a:p>
        </p:txBody>
      </p:sp>
      <p:sp>
        <p:nvSpPr>
          <p:cNvPr id="124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6037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" name="Text Box 91"/>
          <p:cNvSpPr txBox="1">
            <a:spLocks noChangeArrowheads="1"/>
          </p:cNvSpPr>
          <p:nvPr/>
        </p:nvSpPr>
        <p:spPr bwMode="auto">
          <a:xfrm>
            <a:off x="2484120" y="332656"/>
            <a:ext cx="644400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dirty="0">
                <a:latin typeface="宋体" panose="02010600030101010101" pitchFamily="2" charset="-122"/>
              </a:rPr>
              <a:t>节拍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、</a:t>
            </a:r>
            <a:r>
              <a:rPr lang="en-US" altLang="zh-CN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工作脉冲，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联合方式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定时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；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200" b="1" u="sng" spc="-100" dirty="0">
                <a:solidFill>
                  <a:srgbClr val="990099"/>
                </a:solidFill>
                <a:latin typeface="宋体" panose="02010600030101010101" pitchFamily="2" charset="-122"/>
              </a:rPr>
              <a:t>种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信号序列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适用条件</a:t>
            </a:r>
            <a:r>
              <a:rPr lang="zh-CN" altLang="en-US" sz="1800" b="1" spc="-100" dirty="0">
                <a:solidFill>
                  <a:srgbClr val="0070C0"/>
                </a:solidFill>
                <a:latin typeface="宋体" panose="02010600030101010101" pitchFamily="2" charset="-122"/>
              </a:rPr>
              <a:t>如下图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133" name="组合 132"/>
          <p:cNvGrpSpPr/>
          <p:nvPr/>
        </p:nvGrpSpPr>
        <p:grpSpPr>
          <a:xfrm>
            <a:off x="395536" y="1268760"/>
            <a:ext cx="8428198" cy="2664296"/>
            <a:chOff x="538386" y="2996952"/>
            <a:chExt cx="8428198" cy="2664296"/>
          </a:xfrm>
        </p:grpSpPr>
        <p:sp>
          <p:nvSpPr>
            <p:cNvPr id="134" name="Text Box 108"/>
            <p:cNvSpPr txBox="1">
              <a:spLocks noChangeArrowheads="1"/>
            </p:cNvSpPr>
            <p:nvPr/>
          </p:nvSpPr>
          <p:spPr bwMode="auto">
            <a:xfrm>
              <a:off x="538386" y="3284984"/>
              <a:ext cx="1225302" cy="237626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118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节拍脉冲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CP</a:t>
              </a:r>
            </a:p>
            <a:p>
              <a:pPr algn="r"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取指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)T</a:t>
              </a:r>
              <a:r>
                <a:rPr lang="en-US" altLang="zh-CN" sz="1800" b="1" baseline="-14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译码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)T</a:t>
              </a:r>
              <a:r>
                <a:rPr lang="en-US" altLang="zh-CN" sz="1800" b="1" baseline="-14000" dirty="0">
                  <a:latin typeface="宋体" panose="02010600030101010101" pitchFamily="2" charset="-122"/>
                </a:rPr>
                <a:t>1</a:t>
              </a:r>
            </a:p>
            <a:p>
              <a:pPr algn="r"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执行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)T</a:t>
              </a:r>
              <a:r>
                <a:rPr lang="en-US" altLang="zh-CN" sz="1800" b="1" baseline="-14000" dirty="0">
                  <a:latin typeface="宋体" panose="02010600030101010101" pitchFamily="2" charset="-122"/>
                </a:rPr>
                <a:t>2</a:t>
              </a:r>
            </a:p>
            <a:p>
              <a:pPr algn="r"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访存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)T</a:t>
              </a:r>
              <a:r>
                <a:rPr lang="en-US" altLang="zh-CN" sz="1800" b="1" baseline="-14000" dirty="0">
                  <a:latin typeface="宋体" panose="02010600030101010101" pitchFamily="2" charset="-122"/>
                </a:rPr>
                <a:t>3</a:t>
              </a:r>
            </a:p>
            <a:p>
              <a:pPr algn="r"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写回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)T</a:t>
              </a:r>
              <a:r>
                <a:rPr lang="en-US" altLang="zh-CN" sz="1800" b="1" baseline="-14000" dirty="0">
                  <a:latin typeface="宋体" panose="02010600030101010101" pitchFamily="2" charset="-122"/>
                </a:rPr>
                <a:t>4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CP)P</a:t>
              </a:r>
              <a:r>
                <a:rPr lang="en-US" altLang="zh-CN" sz="1800" b="1" baseline="-14000" dirty="0">
                  <a:latin typeface="宋体" panose="02010600030101010101" pitchFamily="2" charset="-122"/>
                </a:rPr>
                <a:t>0</a:t>
              </a:r>
            </a:p>
            <a:p>
              <a:pPr algn="r"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CP)P</a:t>
              </a:r>
              <a:r>
                <a:rPr lang="en-US" altLang="zh-CN" sz="1800" b="1" baseline="-14000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35" name="直接连接符 134"/>
            <p:cNvCxnSpPr/>
            <p:nvPr/>
          </p:nvCxnSpPr>
          <p:spPr>
            <a:xfrm flipH="1">
              <a:off x="8818376" y="3645024"/>
              <a:ext cx="4192" cy="2016224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>
              <a:off x="5794040" y="3573016"/>
              <a:ext cx="0" cy="2088232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1907704" y="3573016"/>
              <a:ext cx="0" cy="2088232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3635896" y="3573016"/>
              <a:ext cx="0" cy="2088232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/>
            <p:cNvSpPr txBox="1"/>
            <p:nvPr/>
          </p:nvSpPr>
          <p:spPr>
            <a:xfrm>
              <a:off x="2195736" y="2996952"/>
              <a:ext cx="1258044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l"/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R-</a:t>
              </a: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指令周期</a:t>
              </a:r>
            </a:p>
          </p:txBody>
        </p:sp>
        <p:cxnSp>
          <p:nvCxnSpPr>
            <p:cNvPr id="140" name="直接连接符 139"/>
            <p:cNvCxnSpPr/>
            <p:nvPr/>
          </p:nvCxnSpPr>
          <p:spPr>
            <a:xfrm>
              <a:off x="1907704" y="306896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2123728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>
              <a:off x="1907704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1907704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>
              <a:off x="1835696" y="3573016"/>
              <a:ext cx="72008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2123728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>
              <a:off x="2555776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2339752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2339752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2555776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2987824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>
              <a:off x="2771800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>
              <a:off x="2771800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>
              <a:off x="2987824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3419872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>
              <a:off x="3203848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3203848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3419872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>
              <a:off x="3851920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3635896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3635896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>
              <a:off x="3851920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>
              <a:off x="4283968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4067944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>
              <a:off x="4067944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>
              <a:off x="4283968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4716016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/>
          </p:nvCxnSpPr>
          <p:spPr>
            <a:xfrm>
              <a:off x="4499992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4499992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>
              <a:off x="4716016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>
              <a:off x="5148064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>
            <a:xfrm>
              <a:off x="4932040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>
              <a:off x="4932040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>
              <a:off x="5148064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>
              <a:off x="5580112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5364088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>
              <a:off x="5364088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5580112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>
            <a:xfrm>
              <a:off x="6012160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5796136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>
            <a:xfrm>
              <a:off x="5796136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>
            <a:xfrm>
              <a:off x="6012160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>
              <a:off x="6228184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2339752" y="3649794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/>
          </p:nvCxnSpPr>
          <p:spPr>
            <a:xfrm>
              <a:off x="1907704" y="364502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>
            <a:xfrm>
              <a:off x="1907704" y="3645024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>
            <a:xfrm>
              <a:off x="1835696" y="3861048"/>
              <a:ext cx="7200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/>
            <p:nvPr/>
          </p:nvCxnSpPr>
          <p:spPr>
            <a:xfrm>
              <a:off x="2341848" y="3861048"/>
              <a:ext cx="130033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/>
          </p:nvCxnSpPr>
          <p:spPr>
            <a:xfrm>
              <a:off x="2771800" y="3937826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/>
            <p:cNvCxnSpPr/>
            <p:nvPr/>
          </p:nvCxnSpPr>
          <p:spPr>
            <a:xfrm>
              <a:off x="2335560" y="393305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/>
            <p:cNvCxnSpPr/>
            <p:nvPr/>
          </p:nvCxnSpPr>
          <p:spPr>
            <a:xfrm>
              <a:off x="2335560" y="3933056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>
            <a:xfrm>
              <a:off x="1837792" y="4149080"/>
              <a:ext cx="49986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/>
          </p:nvCxnSpPr>
          <p:spPr>
            <a:xfrm>
              <a:off x="2769704" y="4149080"/>
              <a:ext cx="130452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>
            <a:xfrm>
              <a:off x="3203848" y="4225858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>
            <a:xfrm>
              <a:off x="2771800" y="4221088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>
            <a:xfrm>
              <a:off x="2771800" y="4221088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/>
          </p:nvCxnSpPr>
          <p:spPr>
            <a:xfrm>
              <a:off x="1837792" y="4437112"/>
              <a:ext cx="93191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>
              <a:off x="3205944" y="4437112"/>
              <a:ext cx="130033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>
            <a:xfrm>
              <a:off x="4067944" y="3649794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>
            <a:xfrm>
              <a:off x="3637992" y="364502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/>
            <p:cNvCxnSpPr/>
            <p:nvPr/>
          </p:nvCxnSpPr>
          <p:spPr>
            <a:xfrm>
              <a:off x="3635896" y="3645024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>
            <a:xfrm>
              <a:off x="4074232" y="3861048"/>
              <a:ext cx="172400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>
              <a:off x="4499992" y="3937826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>
            <a:xfrm>
              <a:off x="4067944" y="393305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>
              <a:off x="4067944" y="3933056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>
            <a:xfrm>
              <a:off x="4502088" y="4149080"/>
              <a:ext cx="172819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>
            <a:xfrm>
              <a:off x="4932040" y="4225858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>
              <a:off x="4499992" y="4221088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>
              <a:off x="4499992" y="4221088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>
              <a:off x="4934136" y="4437112"/>
              <a:ext cx="172819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>
            <a:xfrm>
              <a:off x="6230280" y="3649794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5798232" y="364502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>
              <a:off x="5796136" y="3645024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>
              <a:off x="6234472" y="3861048"/>
              <a:ext cx="129195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/>
            <p:nvPr/>
          </p:nvCxnSpPr>
          <p:spPr>
            <a:xfrm>
              <a:off x="6662328" y="3937826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/>
            <p:cNvCxnSpPr/>
            <p:nvPr/>
          </p:nvCxnSpPr>
          <p:spPr>
            <a:xfrm>
              <a:off x="6230280" y="393305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>
            <a:xfrm>
              <a:off x="6230280" y="3933056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>
            <a:xfrm>
              <a:off x="6662328" y="4149080"/>
              <a:ext cx="129614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>
            <a:xfrm>
              <a:off x="7094376" y="4225858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>
            <a:xfrm>
              <a:off x="6662328" y="4221088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>
              <a:off x="6662328" y="4221088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/>
            <p:cNvCxnSpPr/>
            <p:nvPr/>
          </p:nvCxnSpPr>
          <p:spPr>
            <a:xfrm>
              <a:off x="7094376" y="4437112"/>
              <a:ext cx="129614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/>
            <p:cNvCxnSpPr/>
            <p:nvPr/>
          </p:nvCxnSpPr>
          <p:spPr>
            <a:xfrm>
              <a:off x="7524328" y="3649794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>
            <a:xfrm>
              <a:off x="7522232" y="364502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>
            <a:xfrm>
              <a:off x="8822568" y="3645024"/>
              <a:ext cx="14401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>
              <a:off x="8822568" y="3645024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>
              <a:off x="3635896" y="306896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>
              <a:off x="3419872" y="3143260"/>
              <a:ext cx="213928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flipH="1">
              <a:off x="1907704" y="3140968"/>
              <a:ext cx="216024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>
              <a:off x="1835696" y="4725144"/>
              <a:ext cx="309583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/>
            <p:cNvCxnSpPr/>
            <p:nvPr/>
          </p:nvCxnSpPr>
          <p:spPr>
            <a:xfrm>
              <a:off x="5364088" y="4513890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/>
            <p:cNvCxnSpPr/>
            <p:nvPr/>
          </p:nvCxnSpPr>
          <p:spPr>
            <a:xfrm>
              <a:off x="4932040" y="4509120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/>
            <p:cNvCxnSpPr/>
            <p:nvPr/>
          </p:nvCxnSpPr>
          <p:spPr>
            <a:xfrm>
              <a:off x="4932040" y="4509120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>
              <a:off x="5366184" y="4725144"/>
              <a:ext cx="172400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>
              <a:off x="7526424" y="4513890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/>
            <p:nvPr/>
          </p:nvCxnSpPr>
          <p:spPr>
            <a:xfrm>
              <a:off x="7094376" y="4509120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/>
            <p:cNvCxnSpPr/>
            <p:nvPr/>
          </p:nvCxnSpPr>
          <p:spPr>
            <a:xfrm>
              <a:off x="7094376" y="4509120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/>
            <p:cNvCxnSpPr/>
            <p:nvPr/>
          </p:nvCxnSpPr>
          <p:spPr>
            <a:xfrm>
              <a:off x="7526424" y="4725144"/>
              <a:ext cx="144016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>
              <a:off x="3635896" y="4801922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/>
            <p:cNvCxnSpPr/>
            <p:nvPr/>
          </p:nvCxnSpPr>
          <p:spPr>
            <a:xfrm>
              <a:off x="3203848" y="4797152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/>
            <p:cNvCxnSpPr/>
            <p:nvPr/>
          </p:nvCxnSpPr>
          <p:spPr>
            <a:xfrm>
              <a:off x="3203848" y="4797152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/>
            <p:cNvCxnSpPr/>
            <p:nvPr/>
          </p:nvCxnSpPr>
          <p:spPr>
            <a:xfrm>
              <a:off x="1835696" y="5013176"/>
              <a:ext cx="136605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/>
            <p:cNvCxnSpPr/>
            <p:nvPr/>
          </p:nvCxnSpPr>
          <p:spPr>
            <a:xfrm>
              <a:off x="3637992" y="5013176"/>
              <a:ext cx="172819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/>
            <p:cNvCxnSpPr/>
            <p:nvPr/>
          </p:nvCxnSpPr>
          <p:spPr>
            <a:xfrm>
              <a:off x="5798232" y="4801922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/>
            <p:cNvCxnSpPr/>
            <p:nvPr/>
          </p:nvCxnSpPr>
          <p:spPr>
            <a:xfrm>
              <a:off x="5366184" y="4797152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/>
            <p:cNvCxnSpPr/>
            <p:nvPr/>
          </p:nvCxnSpPr>
          <p:spPr>
            <a:xfrm>
              <a:off x="5364088" y="4797152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/>
          </p:nvCxnSpPr>
          <p:spPr>
            <a:xfrm>
              <a:off x="5798232" y="5013176"/>
              <a:ext cx="316835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/>
          </p:nvCxnSpPr>
          <p:spPr>
            <a:xfrm>
              <a:off x="7958472" y="3645024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/>
            <p:cNvCxnSpPr/>
            <p:nvPr/>
          </p:nvCxnSpPr>
          <p:spPr>
            <a:xfrm>
              <a:off x="8390520" y="3933056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/>
          </p:nvCxnSpPr>
          <p:spPr>
            <a:xfrm>
              <a:off x="7958472" y="392828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/>
          </p:nvCxnSpPr>
          <p:spPr>
            <a:xfrm>
              <a:off x="7958472" y="3928286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/>
          </p:nvCxnSpPr>
          <p:spPr>
            <a:xfrm>
              <a:off x="8390520" y="4144310"/>
              <a:ext cx="57606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>
            <a:xfrm>
              <a:off x="8822568" y="4221088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>
              <a:off x="8390520" y="4216318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/>
          </p:nvCxnSpPr>
          <p:spPr>
            <a:xfrm>
              <a:off x="8390520" y="4216318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>
              <a:off x="8822568" y="4432342"/>
              <a:ext cx="14401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>
              <a:off x="7958472" y="3861048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/>
            <p:nvPr/>
          </p:nvCxnSpPr>
          <p:spPr>
            <a:xfrm flipH="1">
              <a:off x="7522232" y="3573016"/>
              <a:ext cx="2096" cy="2088232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/>
            <p:cNvCxnSpPr/>
            <p:nvPr/>
          </p:nvCxnSpPr>
          <p:spPr>
            <a:xfrm flipH="1">
              <a:off x="1200324" y="5366866"/>
              <a:ext cx="216024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/>
          </p:nvCxnSpPr>
          <p:spPr>
            <a:xfrm>
              <a:off x="6444208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/>
          </p:nvCxnSpPr>
          <p:spPr>
            <a:xfrm>
              <a:off x="6228184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/>
          </p:nvCxnSpPr>
          <p:spPr>
            <a:xfrm>
              <a:off x="6444208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/>
            <p:cNvCxnSpPr/>
            <p:nvPr/>
          </p:nvCxnSpPr>
          <p:spPr>
            <a:xfrm>
              <a:off x="6876256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/>
            <p:cNvCxnSpPr/>
            <p:nvPr/>
          </p:nvCxnSpPr>
          <p:spPr>
            <a:xfrm>
              <a:off x="6660232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/>
            <p:cNvCxnSpPr/>
            <p:nvPr/>
          </p:nvCxnSpPr>
          <p:spPr>
            <a:xfrm>
              <a:off x="6660232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/>
            <p:cNvCxnSpPr/>
            <p:nvPr/>
          </p:nvCxnSpPr>
          <p:spPr>
            <a:xfrm>
              <a:off x="6876256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/>
            <p:cNvCxnSpPr/>
            <p:nvPr/>
          </p:nvCxnSpPr>
          <p:spPr>
            <a:xfrm>
              <a:off x="7308304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/>
            <p:cNvCxnSpPr/>
            <p:nvPr/>
          </p:nvCxnSpPr>
          <p:spPr>
            <a:xfrm>
              <a:off x="7092280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/>
            <p:cNvCxnSpPr/>
            <p:nvPr/>
          </p:nvCxnSpPr>
          <p:spPr>
            <a:xfrm>
              <a:off x="7092280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/>
            <p:cNvCxnSpPr/>
            <p:nvPr/>
          </p:nvCxnSpPr>
          <p:spPr>
            <a:xfrm>
              <a:off x="7308304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/>
            <p:cNvCxnSpPr/>
            <p:nvPr/>
          </p:nvCxnSpPr>
          <p:spPr>
            <a:xfrm>
              <a:off x="7740352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/>
            <p:cNvCxnSpPr/>
            <p:nvPr/>
          </p:nvCxnSpPr>
          <p:spPr>
            <a:xfrm>
              <a:off x="7524328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/>
            <p:cNvCxnSpPr/>
            <p:nvPr/>
          </p:nvCxnSpPr>
          <p:spPr>
            <a:xfrm>
              <a:off x="7524328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/>
            <p:cNvCxnSpPr/>
            <p:nvPr/>
          </p:nvCxnSpPr>
          <p:spPr>
            <a:xfrm>
              <a:off x="7740352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/>
            <p:cNvCxnSpPr/>
            <p:nvPr/>
          </p:nvCxnSpPr>
          <p:spPr>
            <a:xfrm>
              <a:off x="8172400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/>
            <p:cNvCxnSpPr/>
            <p:nvPr/>
          </p:nvCxnSpPr>
          <p:spPr>
            <a:xfrm>
              <a:off x="7956376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/>
            <p:cNvCxnSpPr/>
            <p:nvPr/>
          </p:nvCxnSpPr>
          <p:spPr>
            <a:xfrm>
              <a:off x="7956376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/>
            <p:nvPr/>
          </p:nvCxnSpPr>
          <p:spPr>
            <a:xfrm>
              <a:off x="8172400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/>
            <p:cNvCxnSpPr/>
            <p:nvPr/>
          </p:nvCxnSpPr>
          <p:spPr>
            <a:xfrm>
              <a:off x="8604448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/>
            <p:cNvCxnSpPr/>
            <p:nvPr/>
          </p:nvCxnSpPr>
          <p:spPr>
            <a:xfrm>
              <a:off x="8388424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/>
            <p:cNvCxnSpPr/>
            <p:nvPr/>
          </p:nvCxnSpPr>
          <p:spPr>
            <a:xfrm>
              <a:off x="8388424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/>
            <p:cNvCxnSpPr/>
            <p:nvPr/>
          </p:nvCxnSpPr>
          <p:spPr>
            <a:xfrm>
              <a:off x="8604448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/>
            <p:cNvCxnSpPr/>
            <p:nvPr/>
          </p:nvCxnSpPr>
          <p:spPr>
            <a:xfrm>
              <a:off x="8820472" y="3356992"/>
              <a:ext cx="14611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连接符 282"/>
            <p:cNvCxnSpPr/>
            <p:nvPr/>
          </p:nvCxnSpPr>
          <p:spPr>
            <a:xfrm>
              <a:off x="8820472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/>
            <p:cNvCxnSpPr/>
            <p:nvPr/>
          </p:nvCxnSpPr>
          <p:spPr>
            <a:xfrm>
              <a:off x="2123728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/>
            <p:cNvCxnSpPr/>
            <p:nvPr/>
          </p:nvCxnSpPr>
          <p:spPr>
            <a:xfrm>
              <a:off x="1907704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/>
            <p:cNvCxnSpPr/>
            <p:nvPr/>
          </p:nvCxnSpPr>
          <p:spPr>
            <a:xfrm>
              <a:off x="1907704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/>
            <p:cNvCxnSpPr/>
            <p:nvPr/>
          </p:nvCxnSpPr>
          <p:spPr>
            <a:xfrm>
              <a:off x="1835696" y="5301208"/>
              <a:ext cx="7200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连接符 287"/>
            <p:cNvCxnSpPr/>
            <p:nvPr/>
          </p:nvCxnSpPr>
          <p:spPr>
            <a:xfrm>
              <a:off x="2123728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/>
            <p:cNvCxnSpPr/>
            <p:nvPr/>
          </p:nvCxnSpPr>
          <p:spPr>
            <a:xfrm>
              <a:off x="2555776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/>
            <p:cNvCxnSpPr/>
            <p:nvPr/>
          </p:nvCxnSpPr>
          <p:spPr>
            <a:xfrm>
              <a:off x="2339752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/>
            <p:nvPr/>
          </p:nvCxnSpPr>
          <p:spPr>
            <a:xfrm>
              <a:off x="2339752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/>
            <p:nvPr/>
          </p:nvCxnSpPr>
          <p:spPr>
            <a:xfrm>
              <a:off x="2555776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>
              <a:off x="2987824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>
              <a:off x="2771800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/>
            <p:nvPr/>
          </p:nvCxnSpPr>
          <p:spPr>
            <a:xfrm>
              <a:off x="2771800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/>
            <p:nvPr/>
          </p:nvCxnSpPr>
          <p:spPr>
            <a:xfrm>
              <a:off x="2987824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/>
            <p:nvPr/>
          </p:nvCxnSpPr>
          <p:spPr>
            <a:xfrm>
              <a:off x="3419872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/>
            <p:nvPr/>
          </p:nvCxnSpPr>
          <p:spPr>
            <a:xfrm>
              <a:off x="3203848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/>
            <p:nvPr/>
          </p:nvCxnSpPr>
          <p:spPr>
            <a:xfrm>
              <a:off x="3203848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/>
            <p:nvPr/>
          </p:nvCxnSpPr>
          <p:spPr>
            <a:xfrm>
              <a:off x="3419872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/>
            <p:nvPr/>
          </p:nvCxnSpPr>
          <p:spPr>
            <a:xfrm>
              <a:off x="3854016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/>
            <p:nvPr/>
          </p:nvCxnSpPr>
          <p:spPr>
            <a:xfrm>
              <a:off x="3637992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/>
            <p:nvPr/>
          </p:nvCxnSpPr>
          <p:spPr>
            <a:xfrm>
              <a:off x="3637992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/>
            <p:nvPr/>
          </p:nvCxnSpPr>
          <p:spPr>
            <a:xfrm>
              <a:off x="3851920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/>
            <p:cNvCxnSpPr/>
            <p:nvPr/>
          </p:nvCxnSpPr>
          <p:spPr>
            <a:xfrm>
              <a:off x="4283968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/>
            <p:cNvCxnSpPr/>
            <p:nvPr/>
          </p:nvCxnSpPr>
          <p:spPr>
            <a:xfrm>
              <a:off x="4067944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连接符 306"/>
            <p:cNvCxnSpPr/>
            <p:nvPr/>
          </p:nvCxnSpPr>
          <p:spPr>
            <a:xfrm>
              <a:off x="4067944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/>
            <p:cNvCxnSpPr/>
            <p:nvPr/>
          </p:nvCxnSpPr>
          <p:spPr>
            <a:xfrm>
              <a:off x="4283968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连接符 308"/>
            <p:cNvCxnSpPr/>
            <p:nvPr/>
          </p:nvCxnSpPr>
          <p:spPr>
            <a:xfrm>
              <a:off x="4716016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/>
            <p:cNvCxnSpPr/>
            <p:nvPr/>
          </p:nvCxnSpPr>
          <p:spPr>
            <a:xfrm>
              <a:off x="4499992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/>
            <p:cNvCxnSpPr/>
            <p:nvPr/>
          </p:nvCxnSpPr>
          <p:spPr>
            <a:xfrm>
              <a:off x="4499992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/>
            <p:cNvCxnSpPr/>
            <p:nvPr/>
          </p:nvCxnSpPr>
          <p:spPr>
            <a:xfrm>
              <a:off x="4716016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/>
            <p:cNvCxnSpPr/>
            <p:nvPr/>
          </p:nvCxnSpPr>
          <p:spPr>
            <a:xfrm>
              <a:off x="5148064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连接符 313"/>
            <p:cNvCxnSpPr/>
            <p:nvPr/>
          </p:nvCxnSpPr>
          <p:spPr>
            <a:xfrm>
              <a:off x="4932040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接连接符 314"/>
            <p:cNvCxnSpPr/>
            <p:nvPr/>
          </p:nvCxnSpPr>
          <p:spPr>
            <a:xfrm>
              <a:off x="4932040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接连接符 315"/>
            <p:cNvCxnSpPr/>
            <p:nvPr/>
          </p:nvCxnSpPr>
          <p:spPr>
            <a:xfrm>
              <a:off x="5148064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连接符 316"/>
            <p:cNvCxnSpPr/>
            <p:nvPr/>
          </p:nvCxnSpPr>
          <p:spPr>
            <a:xfrm>
              <a:off x="5580112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接连接符 317"/>
            <p:cNvCxnSpPr/>
            <p:nvPr/>
          </p:nvCxnSpPr>
          <p:spPr>
            <a:xfrm>
              <a:off x="5364088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连接符 318"/>
            <p:cNvCxnSpPr/>
            <p:nvPr/>
          </p:nvCxnSpPr>
          <p:spPr>
            <a:xfrm>
              <a:off x="5364088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连接符 319"/>
            <p:cNvCxnSpPr/>
            <p:nvPr/>
          </p:nvCxnSpPr>
          <p:spPr>
            <a:xfrm>
              <a:off x="5580112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接连接符 320"/>
            <p:cNvCxnSpPr/>
            <p:nvPr/>
          </p:nvCxnSpPr>
          <p:spPr>
            <a:xfrm>
              <a:off x="6012160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直接连接符 321"/>
            <p:cNvCxnSpPr/>
            <p:nvPr/>
          </p:nvCxnSpPr>
          <p:spPr>
            <a:xfrm>
              <a:off x="5796136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直接连接符 322"/>
            <p:cNvCxnSpPr/>
            <p:nvPr/>
          </p:nvCxnSpPr>
          <p:spPr>
            <a:xfrm>
              <a:off x="5796136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连接符 323"/>
            <p:cNvCxnSpPr/>
            <p:nvPr/>
          </p:nvCxnSpPr>
          <p:spPr>
            <a:xfrm>
              <a:off x="6012160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连接符 324"/>
            <p:cNvCxnSpPr/>
            <p:nvPr/>
          </p:nvCxnSpPr>
          <p:spPr>
            <a:xfrm>
              <a:off x="6228184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/>
            <p:cNvCxnSpPr/>
            <p:nvPr/>
          </p:nvCxnSpPr>
          <p:spPr>
            <a:xfrm>
              <a:off x="6444208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/>
            <p:cNvCxnSpPr/>
            <p:nvPr/>
          </p:nvCxnSpPr>
          <p:spPr>
            <a:xfrm>
              <a:off x="6228184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接连接符 327"/>
            <p:cNvCxnSpPr/>
            <p:nvPr/>
          </p:nvCxnSpPr>
          <p:spPr>
            <a:xfrm>
              <a:off x="6444208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直接连接符 328"/>
            <p:cNvCxnSpPr/>
            <p:nvPr/>
          </p:nvCxnSpPr>
          <p:spPr>
            <a:xfrm>
              <a:off x="6876256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接连接符 329"/>
            <p:cNvCxnSpPr/>
            <p:nvPr/>
          </p:nvCxnSpPr>
          <p:spPr>
            <a:xfrm>
              <a:off x="6660232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/>
            <p:cNvCxnSpPr/>
            <p:nvPr/>
          </p:nvCxnSpPr>
          <p:spPr>
            <a:xfrm>
              <a:off x="6660232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直接连接符 331"/>
            <p:cNvCxnSpPr/>
            <p:nvPr/>
          </p:nvCxnSpPr>
          <p:spPr>
            <a:xfrm>
              <a:off x="6876256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连接符 332"/>
            <p:cNvCxnSpPr/>
            <p:nvPr/>
          </p:nvCxnSpPr>
          <p:spPr>
            <a:xfrm>
              <a:off x="7308304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接连接符 333"/>
            <p:cNvCxnSpPr/>
            <p:nvPr/>
          </p:nvCxnSpPr>
          <p:spPr>
            <a:xfrm>
              <a:off x="7092280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接连接符 334"/>
            <p:cNvCxnSpPr/>
            <p:nvPr/>
          </p:nvCxnSpPr>
          <p:spPr>
            <a:xfrm>
              <a:off x="7092280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直接连接符 335"/>
            <p:cNvCxnSpPr/>
            <p:nvPr/>
          </p:nvCxnSpPr>
          <p:spPr>
            <a:xfrm>
              <a:off x="7308304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直接连接符 336"/>
            <p:cNvCxnSpPr/>
            <p:nvPr/>
          </p:nvCxnSpPr>
          <p:spPr>
            <a:xfrm>
              <a:off x="7740352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直接连接符 337"/>
            <p:cNvCxnSpPr/>
            <p:nvPr/>
          </p:nvCxnSpPr>
          <p:spPr>
            <a:xfrm>
              <a:off x="7524328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直接连接符 338"/>
            <p:cNvCxnSpPr/>
            <p:nvPr/>
          </p:nvCxnSpPr>
          <p:spPr>
            <a:xfrm>
              <a:off x="7524328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直接连接符 339"/>
            <p:cNvCxnSpPr/>
            <p:nvPr/>
          </p:nvCxnSpPr>
          <p:spPr>
            <a:xfrm>
              <a:off x="7740352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直接连接符 340"/>
            <p:cNvCxnSpPr/>
            <p:nvPr/>
          </p:nvCxnSpPr>
          <p:spPr>
            <a:xfrm>
              <a:off x="8172400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连接符 341"/>
            <p:cNvCxnSpPr/>
            <p:nvPr/>
          </p:nvCxnSpPr>
          <p:spPr>
            <a:xfrm>
              <a:off x="7956376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直接连接符 342"/>
            <p:cNvCxnSpPr/>
            <p:nvPr/>
          </p:nvCxnSpPr>
          <p:spPr>
            <a:xfrm>
              <a:off x="7956376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直接连接符 343"/>
            <p:cNvCxnSpPr/>
            <p:nvPr/>
          </p:nvCxnSpPr>
          <p:spPr>
            <a:xfrm>
              <a:off x="8172400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直接连接符 344"/>
            <p:cNvCxnSpPr/>
            <p:nvPr/>
          </p:nvCxnSpPr>
          <p:spPr>
            <a:xfrm>
              <a:off x="8604448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直接连接符 345"/>
            <p:cNvCxnSpPr/>
            <p:nvPr/>
          </p:nvCxnSpPr>
          <p:spPr>
            <a:xfrm>
              <a:off x="8388424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直接连接符 346"/>
            <p:cNvCxnSpPr/>
            <p:nvPr/>
          </p:nvCxnSpPr>
          <p:spPr>
            <a:xfrm>
              <a:off x="8388424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直接连接符 347"/>
            <p:cNvCxnSpPr/>
            <p:nvPr/>
          </p:nvCxnSpPr>
          <p:spPr>
            <a:xfrm>
              <a:off x="8604448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直接连接符 348"/>
            <p:cNvCxnSpPr/>
            <p:nvPr/>
          </p:nvCxnSpPr>
          <p:spPr>
            <a:xfrm>
              <a:off x="8820472" y="5085184"/>
              <a:ext cx="14611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直接连接符 349"/>
            <p:cNvCxnSpPr/>
            <p:nvPr/>
          </p:nvCxnSpPr>
          <p:spPr>
            <a:xfrm>
              <a:off x="8820472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接连接符 350"/>
            <p:cNvCxnSpPr/>
            <p:nvPr/>
          </p:nvCxnSpPr>
          <p:spPr>
            <a:xfrm>
              <a:off x="2337656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接连接符 351"/>
            <p:cNvCxnSpPr/>
            <p:nvPr/>
          </p:nvCxnSpPr>
          <p:spPr>
            <a:xfrm>
              <a:off x="2121632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直接连接符 352"/>
            <p:cNvCxnSpPr/>
            <p:nvPr/>
          </p:nvCxnSpPr>
          <p:spPr>
            <a:xfrm>
              <a:off x="2121632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直接连接符 353"/>
            <p:cNvCxnSpPr/>
            <p:nvPr/>
          </p:nvCxnSpPr>
          <p:spPr>
            <a:xfrm>
              <a:off x="1835696" y="5589240"/>
              <a:ext cx="285936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直接连接符 354"/>
            <p:cNvCxnSpPr/>
            <p:nvPr/>
          </p:nvCxnSpPr>
          <p:spPr>
            <a:xfrm>
              <a:off x="2337656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直接连接符 355"/>
            <p:cNvCxnSpPr/>
            <p:nvPr/>
          </p:nvCxnSpPr>
          <p:spPr>
            <a:xfrm>
              <a:off x="2769704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直接连接符 356"/>
            <p:cNvCxnSpPr/>
            <p:nvPr/>
          </p:nvCxnSpPr>
          <p:spPr>
            <a:xfrm>
              <a:off x="2553680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直接连接符 357"/>
            <p:cNvCxnSpPr/>
            <p:nvPr/>
          </p:nvCxnSpPr>
          <p:spPr>
            <a:xfrm>
              <a:off x="2553680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直接连接符 358"/>
            <p:cNvCxnSpPr/>
            <p:nvPr/>
          </p:nvCxnSpPr>
          <p:spPr>
            <a:xfrm>
              <a:off x="2769704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直接连接符 359"/>
            <p:cNvCxnSpPr/>
            <p:nvPr/>
          </p:nvCxnSpPr>
          <p:spPr>
            <a:xfrm>
              <a:off x="3201752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直接连接符 360"/>
            <p:cNvCxnSpPr/>
            <p:nvPr/>
          </p:nvCxnSpPr>
          <p:spPr>
            <a:xfrm>
              <a:off x="2985728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直接连接符 361"/>
            <p:cNvCxnSpPr/>
            <p:nvPr/>
          </p:nvCxnSpPr>
          <p:spPr>
            <a:xfrm>
              <a:off x="2985728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直接连接符 362"/>
            <p:cNvCxnSpPr/>
            <p:nvPr/>
          </p:nvCxnSpPr>
          <p:spPr>
            <a:xfrm>
              <a:off x="3201752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直接连接符 363"/>
            <p:cNvCxnSpPr/>
            <p:nvPr/>
          </p:nvCxnSpPr>
          <p:spPr>
            <a:xfrm>
              <a:off x="3635896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直接连接符 364"/>
            <p:cNvCxnSpPr/>
            <p:nvPr/>
          </p:nvCxnSpPr>
          <p:spPr>
            <a:xfrm>
              <a:off x="3417776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/>
            <p:cNvCxnSpPr/>
            <p:nvPr/>
          </p:nvCxnSpPr>
          <p:spPr>
            <a:xfrm>
              <a:off x="3417776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/>
            <p:cNvCxnSpPr/>
            <p:nvPr/>
          </p:nvCxnSpPr>
          <p:spPr>
            <a:xfrm>
              <a:off x="3635896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直接连接符 367"/>
            <p:cNvCxnSpPr/>
            <p:nvPr/>
          </p:nvCxnSpPr>
          <p:spPr>
            <a:xfrm>
              <a:off x="4065848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直接连接符 368"/>
            <p:cNvCxnSpPr/>
            <p:nvPr/>
          </p:nvCxnSpPr>
          <p:spPr>
            <a:xfrm>
              <a:off x="3849824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连接符 369"/>
            <p:cNvCxnSpPr/>
            <p:nvPr/>
          </p:nvCxnSpPr>
          <p:spPr>
            <a:xfrm>
              <a:off x="3851920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直接连接符 370"/>
            <p:cNvCxnSpPr/>
            <p:nvPr/>
          </p:nvCxnSpPr>
          <p:spPr>
            <a:xfrm>
              <a:off x="4065848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接连接符 371"/>
            <p:cNvCxnSpPr/>
            <p:nvPr/>
          </p:nvCxnSpPr>
          <p:spPr>
            <a:xfrm>
              <a:off x="4497896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直接连接符 372"/>
            <p:cNvCxnSpPr/>
            <p:nvPr/>
          </p:nvCxnSpPr>
          <p:spPr>
            <a:xfrm>
              <a:off x="4281872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直接连接符 373"/>
            <p:cNvCxnSpPr/>
            <p:nvPr/>
          </p:nvCxnSpPr>
          <p:spPr>
            <a:xfrm>
              <a:off x="4281872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直接连接符 374"/>
            <p:cNvCxnSpPr/>
            <p:nvPr/>
          </p:nvCxnSpPr>
          <p:spPr>
            <a:xfrm>
              <a:off x="4497896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直接连接符 375"/>
            <p:cNvCxnSpPr/>
            <p:nvPr/>
          </p:nvCxnSpPr>
          <p:spPr>
            <a:xfrm>
              <a:off x="4929944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直接连接符 376"/>
            <p:cNvCxnSpPr/>
            <p:nvPr/>
          </p:nvCxnSpPr>
          <p:spPr>
            <a:xfrm>
              <a:off x="4713920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直接连接符 377"/>
            <p:cNvCxnSpPr/>
            <p:nvPr/>
          </p:nvCxnSpPr>
          <p:spPr>
            <a:xfrm>
              <a:off x="4713920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接连接符 378"/>
            <p:cNvCxnSpPr/>
            <p:nvPr/>
          </p:nvCxnSpPr>
          <p:spPr>
            <a:xfrm>
              <a:off x="4929944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接连接符 379"/>
            <p:cNvCxnSpPr/>
            <p:nvPr/>
          </p:nvCxnSpPr>
          <p:spPr>
            <a:xfrm>
              <a:off x="5361992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接连接符 380"/>
            <p:cNvCxnSpPr/>
            <p:nvPr/>
          </p:nvCxnSpPr>
          <p:spPr>
            <a:xfrm>
              <a:off x="5145968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直接连接符 381"/>
            <p:cNvCxnSpPr/>
            <p:nvPr/>
          </p:nvCxnSpPr>
          <p:spPr>
            <a:xfrm>
              <a:off x="5145968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直接连接符 382"/>
            <p:cNvCxnSpPr/>
            <p:nvPr/>
          </p:nvCxnSpPr>
          <p:spPr>
            <a:xfrm>
              <a:off x="5361992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直接连接符 383"/>
            <p:cNvCxnSpPr/>
            <p:nvPr/>
          </p:nvCxnSpPr>
          <p:spPr>
            <a:xfrm>
              <a:off x="5794040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连接符 384"/>
            <p:cNvCxnSpPr/>
            <p:nvPr/>
          </p:nvCxnSpPr>
          <p:spPr>
            <a:xfrm>
              <a:off x="5578016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连接符 385"/>
            <p:cNvCxnSpPr/>
            <p:nvPr/>
          </p:nvCxnSpPr>
          <p:spPr>
            <a:xfrm>
              <a:off x="5578016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接连接符 386"/>
            <p:cNvCxnSpPr/>
            <p:nvPr/>
          </p:nvCxnSpPr>
          <p:spPr>
            <a:xfrm>
              <a:off x="5794040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直接连接符 387"/>
            <p:cNvCxnSpPr/>
            <p:nvPr/>
          </p:nvCxnSpPr>
          <p:spPr>
            <a:xfrm>
              <a:off x="6226088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直接连接符 388"/>
            <p:cNvCxnSpPr/>
            <p:nvPr/>
          </p:nvCxnSpPr>
          <p:spPr>
            <a:xfrm>
              <a:off x="6010064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直接连接符 389"/>
            <p:cNvCxnSpPr/>
            <p:nvPr/>
          </p:nvCxnSpPr>
          <p:spPr>
            <a:xfrm>
              <a:off x="6010064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直接连接符 390"/>
            <p:cNvCxnSpPr/>
            <p:nvPr/>
          </p:nvCxnSpPr>
          <p:spPr>
            <a:xfrm>
              <a:off x="6226088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连接符 391"/>
            <p:cNvCxnSpPr/>
            <p:nvPr/>
          </p:nvCxnSpPr>
          <p:spPr>
            <a:xfrm>
              <a:off x="6442112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直接连接符 392"/>
            <p:cNvCxnSpPr/>
            <p:nvPr/>
          </p:nvCxnSpPr>
          <p:spPr>
            <a:xfrm>
              <a:off x="6658136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直接连接符 393"/>
            <p:cNvCxnSpPr/>
            <p:nvPr/>
          </p:nvCxnSpPr>
          <p:spPr>
            <a:xfrm>
              <a:off x="6442112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连接符 394"/>
            <p:cNvCxnSpPr/>
            <p:nvPr/>
          </p:nvCxnSpPr>
          <p:spPr>
            <a:xfrm>
              <a:off x="6658136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连接符 395"/>
            <p:cNvCxnSpPr/>
            <p:nvPr/>
          </p:nvCxnSpPr>
          <p:spPr>
            <a:xfrm>
              <a:off x="7090184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直接连接符 396"/>
            <p:cNvCxnSpPr/>
            <p:nvPr/>
          </p:nvCxnSpPr>
          <p:spPr>
            <a:xfrm>
              <a:off x="6874160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连接符 397"/>
            <p:cNvCxnSpPr/>
            <p:nvPr/>
          </p:nvCxnSpPr>
          <p:spPr>
            <a:xfrm>
              <a:off x="6874160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直接连接符 398"/>
            <p:cNvCxnSpPr/>
            <p:nvPr/>
          </p:nvCxnSpPr>
          <p:spPr>
            <a:xfrm>
              <a:off x="7090184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直接连接符 399"/>
            <p:cNvCxnSpPr/>
            <p:nvPr/>
          </p:nvCxnSpPr>
          <p:spPr>
            <a:xfrm>
              <a:off x="7522232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连接符 400"/>
            <p:cNvCxnSpPr/>
            <p:nvPr/>
          </p:nvCxnSpPr>
          <p:spPr>
            <a:xfrm>
              <a:off x="7306208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直接连接符 401"/>
            <p:cNvCxnSpPr/>
            <p:nvPr/>
          </p:nvCxnSpPr>
          <p:spPr>
            <a:xfrm>
              <a:off x="7306208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直接连接符 402"/>
            <p:cNvCxnSpPr/>
            <p:nvPr/>
          </p:nvCxnSpPr>
          <p:spPr>
            <a:xfrm>
              <a:off x="7522232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连接符 403"/>
            <p:cNvCxnSpPr/>
            <p:nvPr/>
          </p:nvCxnSpPr>
          <p:spPr>
            <a:xfrm>
              <a:off x="7954280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直接连接符 404"/>
            <p:cNvCxnSpPr/>
            <p:nvPr/>
          </p:nvCxnSpPr>
          <p:spPr>
            <a:xfrm>
              <a:off x="7738256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接连接符 405"/>
            <p:cNvCxnSpPr/>
            <p:nvPr/>
          </p:nvCxnSpPr>
          <p:spPr>
            <a:xfrm>
              <a:off x="7738256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连接符 406"/>
            <p:cNvCxnSpPr/>
            <p:nvPr/>
          </p:nvCxnSpPr>
          <p:spPr>
            <a:xfrm>
              <a:off x="7954280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连接符 407"/>
            <p:cNvCxnSpPr/>
            <p:nvPr/>
          </p:nvCxnSpPr>
          <p:spPr>
            <a:xfrm>
              <a:off x="8386328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连接符 408"/>
            <p:cNvCxnSpPr/>
            <p:nvPr/>
          </p:nvCxnSpPr>
          <p:spPr>
            <a:xfrm>
              <a:off x="8170304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/>
            <p:cNvCxnSpPr/>
            <p:nvPr/>
          </p:nvCxnSpPr>
          <p:spPr>
            <a:xfrm>
              <a:off x="8170304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接连接符 410"/>
            <p:cNvCxnSpPr/>
            <p:nvPr/>
          </p:nvCxnSpPr>
          <p:spPr>
            <a:xfrm>
              <a:off x="8386328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连接符 411"/>
            <p:cNvCxnSpPr/>
            <p:nvPr/>
          </p:nvCxnSpPr>
          <p:spPr>
            <a:xfrm>
              <a:off x="8818376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12"/>
            <p:cNvCxnSpPr/>
            <p:nvPr/>
          </p:nvCxnSpPr>
          <p:spPr>
            <a:xfrm>
              <a:off x="8602352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直接连接符 413"/>
            <p:cNvCxnSpPr/>
            <p:nvPr/>
          </p:nvCxnSpPr>
          <p:spPr>
            <a:xfrm>
              <a:off x="8602352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直接连接符 414"/>
            <p:cNvCxnSpPr/>
            <p:nvPr/>
          </p:nvCxnSpPr>
          <p:spPr>
            <a:xfrm>
              <a:off x="8820472" y="5589240"/>
              <a:ext cx="14611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" name="TextBox 415"/>
            <p:cNvSpPr txBox="1"/>
            <p:nvPr/>
          </p:nvSpPr>
          <p:spPr>
            <a:xfrm>
              <a:off x="4106044" y="2996952"/>
              <a:ext cx="1258044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lw</a:t>
              </a: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指令周期</a:t>
              </a:r>
            </a:p>
          </p:txBody>
        </p:sp>
        <p:cxnSp>
          <p:nvCxnSpPr>
            <p:cNvPr id="417" name="直接连接符 416"/>
            <p:cNvCxnSpPr/>
            <p:nvPr/>
          </p:nvCxnSpPr>
          <p:spPr>
            <a:xfrm>
              <a:off x="5366184" y="3143260"/>
              <a:ext cx="429952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直接连接符 417"/>
            <p:cNvCxnSpPr/>
            <p:nvPr/>
          </p:nvCxnSpPr>
          <p:spPr>
            <a:xfrm flipH="1">
              <a:off x="3633800" y="3143260"/>
              <a:ext cx="432048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直接连接符 418"/>
            <p:cNvCxnSpPr/>
            <p:nvPr/>
          </p:nvCxnSpPr>
          <p:spPr>
            <a:xfrm>
              <a:off x="5796136" y="306896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0" name="TextBox 419"/>
            <p:cNvSpPr txBox="1"/>
            <p:nvPr/>
          </p:nvSpPr>
          <p:spPr>
            <a:xfrm>
              <a:off x="6084168" y="2996952"/>
              <a:ext cx="1258044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l"/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sw</a:t>
              </a: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指令周期</a:t>
              </a:r>
            </a:p>
          </p:txBody>
        </p:sp>
        <p:cxnSp>
          <p:nvCxnSpPr>
            <p:cNvPr id="421" name="直接连接符 420"/>
            <p:cNvCxnSpPr/>
            <p:nvPr/>
          </p:nvCxnSpPr>
          <p:spPr>
            <a:xfrm>
              <a:off x="7308304" y="3143260"/>
              <a:ext cx="21812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直接连接符 421"/>
            <p:cNvCxnSpPr/>
            <p:nvPr/>
          </p:nvCxnSpPr>
          <p:spPr>
            <a:xfrm flipH="1">
              <a:off x="5794040" y="3143260"/>
              <a:ext cx="220216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直接连接符 422"/>
            <p:cNvCxnSpPr/>
            <p:nvPr/>
          </p:nvCxnSpPr>
          <p:spPr>
            <a:xfrm>
              <a:off x="7526424" y="306896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TextBox 423"/>
            <p:cNvSpPr txBox="1"/>
            <p:nvPr/>
          </p:nvSpPr>
          <p:spPr>
            <a:xfrm>
              <a:off x="7740352" y="2996952"/>
              <a:ext cx="862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beq</a:t>
              </a: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</a:t>
              </a:r>
            </a:p>
          </p:txBody>
        </p:sp>
        <p:cxnSp>
          <p:nvCxnSpPr>
            <p:cNvPr id="425" name="直接连接符 424"/>
            <p:cNvCxnSpPr/>
            <p:nvPr/>
          </p:nvCxnSpPr>
          <p:spPr>
            <a:xfrm>
              <a:off x="8602352" y="3143260"/>
              <a:ext cx="216024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/>
            <p:cNvCxnSpPr/>
            <p:nvPr/>
          </p:nvCxnSpPr>
          <p:spPr>
            <a:xfrm flipH="1">
              <a:off x="7524328" y="3143260"/>
              <a:ext cx="213928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连接符 426"/>
            <p:cNvCxnSpPr/>
            <p:nvPr/>
          </p:nvCxnSpPr>
          <p:spPr>
            <a:xfrm>
              <a:off x="8818376" y="306896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3" name="组合 442"/>
          <p:cNvGrpSpPr/>
          <p:nvPr/>
        </p:nvGrpSpPr>
        <p:grpSpPr>
          <a:xfrm>
            <a:off x="972488" y="4869160"/>
            <a:ext cx="8064000" cy="818750"/>
            <a:chOff x="179388" y="4005064"/>
            <a:chExt cx="8064000" cy="818750"/>
          </a:xfrm>
        </p:grpSpPr>
        <p:sp>
          <p:nvSpPr>
            <p:cNvPr id="444" name="Text Box 92"/>
            <p:cNvSpPr txBox="1">
              <a:spLocks noChangeArrowheads="1"/>
            </p:cNvSpPr>
            <p:nvPr/>
          </p:nvSpPr>
          <p:spPr bwMode="auto">
            <a:xfrm>
              <a:off x="179388" y="4005064"/>
              <a:ext cx="8064000" cy="8187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1</a:t>
              </a:r>
              <a:r>
                <a:rPr lang="en-US" altLang="zh-CN" sz="2000" b="1" baseline="30000" dirty="0">
                  <a:latin typeface="宋体" panose="02010600030101010101" pitchFamily="2" charset="-122"/>
                  <a:sym typeface="+mn-ea"/>
                </a:rPr>
                <a:t>*</a:t>
              </a:r>
              <a:r>
                <a:rPr lang="zh-CN" altLang="zh-CN" sz="2000" b="1" dirty="0">
                  <a:latin typeface="+mn-ea"/>
                  <a:ea typeface="+mn-ea"/>
                </a:rPr>
                <a:t>＝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0</a:t>
              </a:r>
              <a:r>
                <a:rPr lang="zh-CN" altLang="zh-CN" sz="2000" b="1" dirty="0">
                  <a:latin typeface="+mn-ea"/>
                  <a:ea typeface="+mn-ea"/>
                </a:rPr>
                <a:t>，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2</a:t>
              </a:r>
              <a:r>
                <a:rPr lang="en-US" altLang="zh-CN" sz="2000" b="1" baseline="30000" dirty="0">
                  <a:latin typeface="宋体" panose="02010600030101010101" pitchFamily="2" charset="-122"/>
                  <a:sym typeface="+mn-ea"/>
                </a:rPr>
                <a:t>*</a:t>
              </a:r>
              <a:r>
                <a:rPr lang="zh-CN" altLang="zh-CN" sz="2000" b="1" dirty="0">
                  <a:latin typeface="+mn-ea"/>
                  <a:ea typeface="+mn-ea"/>
                </a:rPr>
                <a:t>＝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1</a:t>
              </a:r>
              <a:r>
                <a:rPr lang="zh-CN" altLang="zh-CN" sz="2000" b="1" dirty="0">
                  <a:latin typeface="+mn-ea"/>
                  <a:ea typeface="+mn-ea"/>
                </a:rPr>
                <a:t>，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3</a:t>
              </a:r>
              <a:r>
                <a:rPr lang="en-US" altLang="zh-CN" sz="2000" b="1" baseline="30000" dirty="0">
                  <a:latin typeface="宋体" panose="02010600030101010101" pitchFamily="2" charset="-122"/>
                  <a:sym typeface="+mn-ea"/>
                </a:rPr>
                <a:t>*</a:t>
              </a:r>
              <a:r>
                <a:rPr lang="zh-CN" altLang="zh-CN" sz="2000" b="1" dirty="0">
                  <a:latin typeface="+mn-ea"/>
                  <a:ea typeface="+mn-ea"/>
                </a:rPr>
                <a:t>＝</a:t>
              </a:r>
              <a:r>
                <a:rPr lang="en-US" altLang="zh-CN" sz="2000" b="1" dirty="0">
                  <a:latin typeface="+mn-ea"/>
                  <a:ea typeface="+mn-ea"/>
                </a:rPr>
                <a:t>(</a:t>
              </a:r>
              <a:r>
                <a:rPr lang="en-US" altLang="zh-CN" sz="2000" b="1" dirty="0" err="1">
                  <a:latin typeface="+mn-ea"/>
                  <a:ea typeface="+mn-ea"/>
                </a:rPr>
                <a:t>lw+sw</a:t>
              </a:r>
              <a:r>
                <a:rPr lang="en-US" altLang="zh-CN" sz="2000" b="1" dirty="0">
                  <a:latin typeface="+mn-ea"/>
                  <a:ea typeface="+mn-ea"/>
                </a:rPr>
                <a:t>)</a:t>
              </a:r>
              <a:r>
                <a:rPr lang="en-US" altLang="zh-CN" sz="2000" b="1" dirty="0">
                  <a:latin typeface="+mn-ea"/>
                  <a:ea typeface="+mn-ea"/>
                  <a:sym typeface="Symbol" panose="05050102010706020507"/>
                </a:rPr>
                <a:t>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2</a:t>
              </a:r>
              <a:r>
                <a:rPr lang="zh-CN" altLang="zh-CN" sz="2000" b="1" dirty="0">
                  <a:latin typeface="+mn-ea"/>
                  <a:ea typeface="+mn-ea"/>
                </a:rPr>
                <a:t>，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4</a:t>
              </a:r>
              <a:r>
                <a:rPr lang="en-US" altLang="zh-CN" sz="2000" b="1" baseline="30000" dirty="0">
                  <a:latin typeface="宋体" panose="02010600030101010101" pitchFamily="2" charset="-122"/>
                  <a:sym typeface="+mn-ea"/>
                </a:rPr>
                <a:t>*</a:t>
              </a:r>
              <a:r>
                <a:rPr lang="zh-CN" altLang="zh-CN" sz="2000" b="1" dirty="0">
                  <a:latin typeface="+mn-ea"/>
                  <a:ea typeface="+mn-ea"/>
                </a:rPr>
                <a:t>＝</a:t>
              </a:r>
              <a:r>
                <a:rPr lang="en-US" altLang="zh-CN" sz="2000" b="1" dirty="0">
                  <a:latin typeface="+mn-ea"/>
                  <a:ea typeface="+mn-ea"/>
                </a:rPr>
                <a:t>(</a:t>
              </a:r>
              <a:r>
                <a:rPr lang="en-US" altLang="zh-CN" sz="2000" b="1" dirty="0" err="1">
                  <a:latin typeface="+mn-ea"/>
                  <a:ea typeface="+mn-ea"/>
                </a:rPr>
                <a:t>add+sub+ori</a:t>
              </a:r>
              <a:r>
                <a:rPr lang="en-US" altLang="zh-CN" sz="2000" b="1" dirty="0">
                  <a:latin typeface="+mn-ea"/>
                  <a:ea typeface="+mn-ea"/>
                </a:rPr>
                <a:t>)</a:t>
              </a:r>
              <a:r>
                <a:rPr lang="en-US" altLang="zh-CN" sz="2000" b="1" dirty="0">
                  <a:latin typeface="+mn-ea"/>
                  <a:ea typeface="+mn-ea"/>
                  <a:sym typeface="Symbol" panose="05050102010706020507"/>
                </a:rPr>
                <a:t>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2</a:t>
              </a:r>
              <a:r>
                <a:rPr lang="en-US" altLang="zh-CN" sz="2000" b="1" dirty="0">
                  <a:latin typeface="+mn-ea"/>
                  <a:ea typeface="+mn-ea"/>
                </a:rPr>
                <a:t>+lw</a:t>
              </a:r>
              <a:r>
                <a:rPr lang="en-US" altLang="zh-CN" sz="2000" b="1" dirty="0">
                  <a:latin typeface="+mn-ea"/>
                  <a:ea typeface="+mn-ea"/>
                  <a:sym typeface="Symbol" panose="05050102010706020507"/>
                </a:rPr>
                <a:t>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3</a:t>
              </a:r>
              <a:r>
                <a:rPr lang="zh-CN" altLang="zh-CN" sz="2000" b="1" dirty="0">
                  <a:latin typeface="+mn-ea"/>
                  <a:ea typeface="+mn-ea"/>
                </a:rPr>
                <a:t>，</a:t>
              </a:r>
              <a:endParaRPr lang="en-US" altLang="zh-CN" sz="2000" b="1" dirty="0">
                <a:latin typeface="+mn-ea"/>
                <a:ea typeface="+mn-ea"/>
              </a:endParaRPr>
            </a:p>
            <a:p>
              <a:pPr algn="l">
                <a:lnSpc>
                  <a:spcPct val="125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25000" dirty="0">
                  <a:latin typeface="+mn-ea"/>
                  <a:ea typeface="+mn-ea"/>
                </a:rPr>
                <a:t>0</a:t>
              </a:r>
              <a:r>
                <a:rPr lang="en-US" altLang="zh-CN" sz="2000" b="1" baseline="30000" dirty="0">
                  <a:latin typeface="宋体" panose="02010600030101010101" pitchFamily="2" charset="-122"/>
                  <a:sym typeface="+mn-ea"/>
                </a:rPr>
                <a:t>*</a:t>
              </a:r>
              <a:r>
                <a:rPr lang="zh-CN" altLang="zh-CN" sz="2000" b="1" dirty="0">
                  <a:latin typeface="+mn-ea"/>
                  <a:ea typeface="+mn-ea"/>
                </a:rPr>
                <a:t>＝</a:t>
              </a:r>
              <a:r>
                <a:rPr lang="en-US" altLang="zh-CN" sz="2000" b="1" dirty="0">
                  <a:latin typeface="+mn-ea"/>
                  <a:ea typeface="+mn-ea"/>
                </a:rPr>
                <a:t>(</a:t>
              </a:r>
              <a:r>
                <a:rPr lang="en-US" altLang="zh-CN" sz="2000" b="1" dirty="0" err="1">
                  <a:latin typeface="+mn-ea"/>
                  <a:ea typeface="+mn-ea"/>
                </a:rPr>
                <a:t>add+sub+ori+lw</a:t>
              </a:r>
              <a:r>
                <a:rPr lang="en-US" altLang="zh-CN" sz="2000" b="1" dirty="0">
                  <a:latin typeface="+mn-ea"/>
                  <a:ea typeface="+mn-ea"/>
                </a:rPr>
                <a:t>)</a:t>
              </a:r>
              <a:r>
                <a:rPr lang="en-US" altLang="zh-CN" sz="2000" b="1" dirty="0">
                  <a:latin typeface="+mn-ea"/>
                  <a:ea typeface="+mn-ea"/>
                  <a:sym typeface="Symbol" panose="05050102010706020507"/>
                </a:rPr>
                <a:t>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4</a:t>
              </a:r>
              <a:r>
                <a:rPr lang="en-US" altLang="zh-CN" sz="2000" b="1" dirty="0">
                  <a:latin typeface="+mn-ea"/>
                  <a:ea typeface="+mn-ea"/>
                </a:rPr>
                <a:t>+sw</a:t>
              </a:r>
              <a:r>
                <a:rPr lang="en-US" altLang="zh-CN" sz="2000" b="1" dirty="0">
                  <a:latin typeface="+mn-ea"/>
                  <a:ea typeface="+mn-ea"/>
                  <a:sym typeface="Symbol" panose="05050102010706020507"/>
                </a:rPr>
                <a:t>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3</a:t>
              </a:r>
              <a:r>
                <a:rPr lang="en-US" altLang="zh-CN" sz="2000" b="1" dirty="0">
                  <a:latin typeface="+mn-ea"/>
                  <a:ea typeface="+mn-ea"/>
                </a:rPr>
                <a:t>+(</a:t>
              </a:r>
              <a:r>
                <a:rPr lang="en-US" altLang="zh-CN" sz="2000" b="1" dirty="0" err="1">
                  <a:latin typeface="+mn-ea"/>
                  <a:ea typeface="+mn-ea"/>
                </a:rPr>
                <a:t>beq+j</a:t>
              </a:r>
              <a:r>
                <a:rPr lang="en-US" altLang="zh-CN" sz="2000" b="1" dirty="0">
                  <a:latin typeface="+mn-ea"/>
                  <a:ea typeface="+mn-ea"/>
                </a:rPr>
                <a:t>)</a:t>
              </a:r>
              <a:r>
                <a:rPr lang="en-US" altLang="zh-CN" sz="2000" b="1" dirty="0">
                  <a:latin typeface="+mn-ea"/>
                  <a:ea typeface="+mn-ea"/>
                  <a:sym typeface="Symbol" panose="05050102010706020507"/>
                </a:rPr>
                <a:t>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2</a:t>
              </a:r>
              <a:r>
                <a:rPr lang="en-US" altLang="zh-CN" sz="2000" b="1" dirty="0">
                  <a:latin typeface="+mn-ea"/>
                  <a:ea typeface="+mn-ea"/>
                </a:rPr>
                <a:t>+</a:t>
              </a:r>
              <a:r>
                <a:rPr lang="en-US" altLang="zh-CN" sz="2000" b="1" dirty="0">
                  <a:latin typeface="+mn-ea"/>
                </a:rPr>
                <a:t>T</a:t>
              </a:r>
              <a:r>
                <a:rPr lang="en-US" altLang="zh-CN" sz="2000" b="1" baseline="-18000" dirty="0">
                  <a:latin typeface="+mn-ea"/>
                </a:rPr>
                <a:t>0</a:t>
              </a:r>
              <a:r>
                <a:rPr lang="en-US" altLang="zh-CN" sz="2000" dirty="0">
                  <a:sym typeface="Symbol" panose="05050102010706020507"/>
                </a:rPr>
                <a:t></a:t>
              </a:r>
              <a:r>
                <a:rPr lang="en-US" altLang="zh-CN" sz="2000" b="1" dirty="0">
                  <a:latin typeface="+mn-ea"/>
                </a:rPr>
                <a:t>T</a:t>
              </a:r>
              <a:r>
                <a:rPr lang="en-US" altLang="zh-CN" sz="2000" b="1" baseline="-18000" dirty="0">
                  <a:latin typeface="+mn-ea"/>
                </a:rPr>
                <a:t>1</a:t>
              </a:r>
              <a:r>
                <a:rPr lang="en-US" altLang="zh-CN" sz="2000" dirty="0">
                  <a:sym typeface="Symbol" panose="05050102010706020507"/>
                </a:rPr>
                <a:t></a:t>
              </a:r>
              <a:r>
                <a:rPr lang="en-US" altLang="zh-CN" sz="2000" b="1" dirty="0">
                  <a:latin typeface="+mn-ea"/>
                </a:rPr>
                <a:t>T</a:t>
              </a:r>
              <a:r>
                <a:rPr lang="en-US" altLang="zh-CN" sz="2000" b="1" baseline="-18000" dirty="0">
                  <a:latin typeface="+mn-ea"/>
                </a:rPr>
                <a:t>2</a:t>
              </a:r>
              <a:r>
                <a:rPr lang="en-US" altLang="zh-CN" sz="2000" dirty="0">
                  <a:sym typeface="Symbol" panose="05050102010706020507"/>
                </a:rPr>
                <a:t></a:t>
              </a:r>
              <a:r>
                <a:rPr lang="en-US" altLang="zh-CN" sz="2000" b="1" dirty="0">
                  <a:latin typeface="+mn-ea"/>
                </a:rPr>
                <a:t>T</a:t>
              </a:r>
              <a:r>
                <a:rPr lang="en-US" altLang="zh-CN" sz="2000" b="1" baseline="-18000" dirty="0">
                  <a:latin typeface="+mn-ea"/>
                </a:rPr>
                <a:t>3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cxnSp>
          <p:nvCxnSpPr>
            <p:cNvPr id="445" name="直接连接符 444"/>
            <p:cNvCxnSpPr/>
            <p:nvPr/>
          </p:nvCxnSpPr>
          <p:spPr>
            <a:xfrm flipH="1">
              <a:off x="5254900" y="4509120"/>
              <a:ext cx="203612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接连接符 445"/>
            <p:cNvCxnSpPr/>
            <p:nvPr/>
          </p:nvCxnSpPr>
          <p:spPr>
            <a:xfrm flipH="1">
              <a:off x="5528500" y="4509120"/>
              <a:ext cx="203612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直接连接符 446"/>
            <p:cNvCxnSpPr/>
            <p:nvPr/>
          </p:nvCxnSpPr>
          <p:spPr>
            <a:xfrm flipH="1">
              <a:off x="5809300" y="4509120"/>
              <a:ext cx="203612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接连接符 447"/>
            <p:cNvCxnSpPr/>
            <p:nvPr/>
          </p:nvCxnSpPr>
          <p:spPr>
            <a:xfrm flipH="1">
              <a:off x="6082900" y="4509120"/>
              <a:ext cx="203612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9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728000" y="5687494"/>
            <a:ext cx="5472000" cy="396032"/>
            <a:chOff x="2235292" y="6165304"/>
            <a:chExt cx="5472000" cy="396032"/>
          </a:xfrm>
        </p:grpSpPr>
        <p:sp>
          <p:nvSpPr>
            <p:cNvPr id="3" name="左大括号 2"/>
            <p:cNvSpPr/>
            <p:nvPr/>
          </p:nvSpPr>
          <p:spPr bwMode="auto">
            <a:xfrm rot="16200000">
              <a:off x="4245080" y="4155516"/>
              <a:ext cx="120424" cy="4140000"/>
            </a:xfrm>
            <a:prstGeom prst="leftBrace">
              <a:avLst>
                <a:gd name="adj1" fmla="val 21561"/>
                <a:gd name="adj2" fmla="val 50000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8" name="左大括号 427"/>
            <p:cNvSpPr/>
            <p:nvPr/>
          </p:nvSpPr>
          <p:spPr bwMode="auto">
            <a:xfrm rot="16200000">
              <a:off x="7025301" y="5739516"/>
              <a:ext cx="120424" cy="972000"/>
            </a:xfrm>
            <a:prstGeom prst="leftBrace">
              <a:avLst>
                <a:gd name="adj1" fmla="val 21561"/>
                <a:gd name="adj2" fmla="val 50000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3747292" y="6273304"/>
              <a:ext cx="1116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zh-CN" altLang="en-US" sz="1800" b="1" dirty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循环逻辑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6519292" y="6273304"/>
              <a:ext cx="1188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zh-CN" altLang="en-US" sz="1800" b="1" dirty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复位逻辑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789131" y="1700421"/>
            <a:ext cx="5887325" cy="3096344"/>
            <a:chOff x="2789131" y="1700421"/>
            <a:chExt cx="5887325" cy="3096344"/>
          </a:xfrm>
        </p:grpSpPr>
        <p:sp>
          <p:nvSpPr>
            <p:cNvPr id="15" name="Text Box 82"/>
            <p:cNvSpPr txBox="1">
              <a:spLocks noChangeArrowheads="1"/>
            </p:cNvSpPr>
            <p:nvPr/>
          </p:nvSpPr>
          <p:spPr bwMode="auto">
            <a:xfrm>
              <a:off x="2789131" y="1700421"/>
              <a:ext cx="5527285" cy="28803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100" b="1" dirty="0">
                  <a:latin typeface="+mn-lt"/>
                </a:rPr>
                <a:t>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P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P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4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      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3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      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2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      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      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00" name="Text Box 260"/>
            <p:cNvSpPr txBox="1">
              <a:spLocks noChangeArrowheads="1"/>
            </p:cNvSpPr>
            <p:nvPr/>
          </p:nvSpPr>
          <p:spPr bwMode="auto">
            <a:xfrm>
              <a:off x="2789131" y="2276485"/>
              <a:ext cx="232567" cy="21602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301" name="椭圆 300"/>
            <p:cNvSpPr/>
            <p:nvPr/>
          </p:nvSpPr>
          <p:spPr bwMode="auto">
            <a:xfrm>
              <a:off x="2879307" y="2211702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2" name="直接箭头连接符 301"/>
            <p:cNvCxnSpPr>
              <a:endCxn id="300" idx="2"/>
            </p:cNvCxnSpPr>
            <p:nvPr/>
          </p:nvCxnSpPr>
          <p:spPr bwMode="auto">
            <a:xfrm rot="10800000">
              <a:off x="2905416" y="2492509"/>
              <a:ext cx="298433" cy="144019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04" name="直接箭头连接符 303"/>
            <p:cNvCxnSpPr/>
            <p:nvPr/>
          </p:nvCxnSpPr>
          <p:spPr bwMode="auto">
            <a:xfrm flipV="1">
              <a:off x="2915816" y="1988453"/>
              <a:ext cx="0" cy="22325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" name="矩形 13"/>
            <p:cNvSpPr/>
            <p:nvPr/>
          </p:nvSpPr>
          <p:spPr>
            <a:xfrm>
              <a:off x="3347088" y="2132469"/>
              <a:ext cx="5329368" cy="266429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16" name="直接箭头连接符 15"/>
            <p:cNvCxnSpPr/>
            <p:nvPr/>
          </p:nvCxnSpPr>
          <p:spPr bwMode="auto">
            <a:xfrm flipV="1">
              <a:off x="3852696" y="1988453"/>
              <a:ext cx="0" cy="28803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" name="直接箭头连接符 21"/>
            <p:cNvCxnSpPr/>
            <p:nvPr/>
          </p:nvCxnSpPr>
          <p:spPr bwMode="auto">
            <a:xfrm flipV="1">
              <a:off x="4860032" y="1988453"/>
              <a:ext cx="0" cy="28803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" name="直接箭头连接符 24"/>
            <p:cNvCxnSpPr/>
            <p:nvPr/>
          </p:nvCxnSpPr>
          <p:spPr bwMode="auto">
            <a:xfrm>
              <a:off x="5148064" y="3070159"/>
              <a:ext cx="0" cy="14243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26" name="直接箭头连接符 25"/>
            <p:cNvCxnSpPr/>
            <p:nvPr/>
          </p:nvCxnSpPr>
          <p:spPr bwMode="auto">
            <a:xfrm flipV="1">
              <a:off x="4427208" y="2204477"/>
              <a:ext cx="1" cy="20162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7" name="直接箭头连接符 114"/>
            <p:cNvCxnSpPr>
              <a:endCxn id="28" idx="2"/>
            </p:cNvCxnSpPr>
            <p:nvPr/>
          </p:nvCxnSpPr>
          <p:spPr bwMode="auto">
            <a:xfrm rot="5400000" flipH="1" flipV="1">
              <a:off x="4196561" y="2979576"/>
              <a:ext cx="717260" cy="36799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8" name="椭圆 27"/>
            <p:cNvSpPr/>
            <p:nvPr/>
          </p:nvSpPr>
          <p:spPr bwMode="auto">
            <a:xfrm>
              <a:off x="4573591" y="2606953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箭头连接符 29"/>
            <p:cNvCxnSpPr/>
            <p:nvPr/>
          </p:nvCxnSpPr>
          <p:spPr bwMode="auto">
            <a:xfrm flipH="1">
              <a:off x="3347088" y="3212589"/>
              <a:ext cx="4824536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" name="直接箭头连接符 30"/>
            <p:cNvCxnSpPr/>
            <p:nvPr/>
          </p:nvCxnSpPr>
          <p:spPr bwMode="auto">
            <a:xfrm flipV="1">
              <a:off x="5868143" y="1988453"/>
              <a:ext cx="0" cy="28803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接箭头连接符 34"/>
            <p:cNvCxnSpPr/>
            <p:nvPr/>
          </p:nvCxnSpPr>
          <p:spPr bwMode="auto">
            <a:xfrm>
              <a:off x="6156175" y="3070159"/>
              <a:ext cx="0" cy="14243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36" name="直接箭头连接符 114"/>
            <p:cNvCxnSpPr>
              <a:endCxn id="37" idx="2"/>
            </p:cNvCxnSpPr>
            <p:nvPr/>
          </p:nvCxnSpPr>
          <p:spPr bwMode="auto">
            <a:xfrm rot="5400000" flipH="1" flipV="1">
              <a:off x="5204672" y="2979576"/>
              <a:ext cx="717260" cy="36799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37" name="椭圆 36"/>
            <p:cNvSpPr/>
            <p:nvPr/>
          </p:nvSpPr>
          <p:spPr bwMode="auto">
            <a:xfrm>
              <a:off x="5581702" y="2606953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8" name="直接箭头连接符 114"/>
            <p:cNvCxnSpPr>
              <a:endCxn id="39" idx="2"/>
            </p:cNvCxnSpPr>
            <p:nvPr/>
          </p:nvCxnSpPr>
          <p:spPr bwMode="auto">
            <a:xfrm rot="5400000" flipH="1" flipV="1">
              <a:off x="3189225" y="2979576"/>
              <a:ext cx="717260" cy="36799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39" name="椭圆 38"/>
            <p:cNvSpPr/>
            <p:nvPr/>
          </p:nvSpPr>
          <p:spPr bwMode="auto">
            <a:xfrm>
              <a:off x="3566255" y="2606953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1" name="直接箭头连接符 40"/>
            <p:cNvCxnSpPr/>
            <p:nvPr/>
          </p:nvCxnSpPr>
          <p:spPr bwMode="auto">
            <a:xfrm flipH="1" flipV="1">
              <a:off x="5436096" y="2204477"/>
              <a:ext cx="522" cy="194422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3" name="直接箭头连接符 42"/>
            <p:cNvCxnSpPr/>
            <p:nvPr/>
          </p:nvCxnSpPr>
          <p:spPr bwMode="auto">
            <a:xfrm flipH="1">
              <a:off x="4427208" y="2204477"/>
              <a:ext cx="43230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44" name="直接箭头连接符 43"/>
            <p:cNvCxnSpPr/>
            <p:nvPr/>
          </p:nvCxnSpPr>
          <p:spPr bwMode="auto">
            <a:xfrm flipH="1">
              <a:off x="5436096" y="2204477"/>
              <a:ext cx="43204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sp>
          <p:nvSpPr>
            <p:cNvPr id="50" name="Rectangle 128"/>
            <p:cNvSpPr>
              <a:spLocks noChangeArrowheads="1"/>
            </p:cNvSpPr>
            <p:nvPr/>
          </p:nvSpPr>
          <p:spPr bwMode="auto">
            <a:xfrm>
              <a:off x="3636672" y="2276485"/>
              <a:ext cx="648072" cy="792088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800" b="1" baseline="-25000" dirty="0">
                  <a:latin typeface="+mn-ea"/>
                  <a:ea typeface="+mn-ea"/>
                </a:rPr>
                <a:t>  </a:t>
              </a:r>
              <a:r>
                <a:rPr lang="en-US" altLang="zh-CN" sz="1800" b="1" dirty="0">
                  <a:latin typeface="+mn-ea"/>
                  <a:ea typeface="+mn-ea"/>
                </a:rPr>
                <a:t>Q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R   S</a:t>
              </a:r>
            </a:p>
            <a:p>
              <a:pPr algn="l">
                <a:spcBef>
                  <a:spcPts val="300"/>
                </a:spcBef>
              </a:pPr>
              <a:r>
                <a:rPr lang="en-US" altLang="zh-CN" sz="1200" b="1" dirty="0">
                  <a:latin typeface="+mn-ea"/>
                  <a:ea typeface="+mn-ea"/>
                </a:rPr>
                <a:t> </a:t>
              </a:r>
              <a:r>
                <a:rPr lang="en-US" altLang="zh-CN" sz="1800" b="1" dirty="0">
                  <a:latin typeface="+mn-ea"/>
                  <a:ea typeface="+mn-ea"/>
                </a:rPr>
                <a:t>D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51" name="Rectangle 128"/>
            <p:cNvSpPr>
              <a:spLocks noChangeArrowheads="1"/>
            </p:cNvSpPr>
            <p:nvPr/>
          </p:nvSpPr>
          <p:spPr bwMode="auto">
            <a:xfrm>
              <a:off x="4644008" y="2276485"/>
              <a:ext cx="648072" cy="792088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800" b="1" baseline="-25000" dirty="0">
                  <a:latin typeface="+mn-ea"/>
                  <a:ea typeface="+mn-ea"/>
                </a:rPr>
                <a:t>  </a:t>
              </a:r>
              <a:r>
                <a:rPr lang="en-US" altLang="zh-CN" sz="1800" b="1" dirty="0">
                  <a:latin typeface="+mn-ea"/>
                  <a:ea typeface="+mn-ea"/>
                </a:rPr>
                <a:t>Q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R   S</a:t>
              </a:r>
            </a:p>
            <a:p>
              <a:pPr algn="l">
                <a:spcBef>
                  <a:spcPts val="300"/>
                </a:spcBef>
              </a:pPr>
              <a:r>
                <a:rPr lang="en-US" altLang="zh-CN" sz="1200" b="1" dirty="0">
                  <a:latin typeface="+mn-ea"/>
                  <a:ea typeface="+mn-ea"/>
                </a:rPr>
                <a:t> </a:t>
              </a:r>
              <a:r>
                <a:rPr lang="en-US" altLang="zh-CN" sz="1800" b="1" dirty="0">
                  <a:latin typeface="+mn-ea"/>
                  <a:ea typeface="+mn-ea"/>
                </a:rPr>
                <a:t>D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52" name="Rectangle 128"/>
            <p:cNvSpPr>
              <a:spLocks noChangeArrowheads="1"/>
            </p:cNvSpPr>
            <p:nvPr/>
          </p:nvSpPr>
          <p:spPr bwMode="auto">
            <a:xfrm>
              <a:off x="5652119" y="2276485"/>
              <a:ext cx="648072" cy="792088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800" b="1" baseline="-25000" dirty="0">
                  <a:latin typeface="+mn-ea"/>
                  <a:ea typeface="+mn-ea"/>
                </a:rPr>
                <a:t>  </a:t>
              </a:r>
              <a:r>
                <a:rPr lang="en-US" altLang="zh-CN" sz="1800" b="1" dirty="0">
                  <a:latin typeface="+mn-ea"/>
                  <a:ea typeface="+mn-ea"/>
                </a:rPr>
                <a:t>Q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R   S</a:t>
              </a:r>
            </a:p>
            <a:p>
              <a:pPr algn="l">
                <a:spcBef>
                  <a:spcPts val="300"/>
                </a:spcBef>
              </a:pPr>
              <a:r>
                <a:rPr lang="en-US" altLang="zh-CN" sz="1200" b="1" dirty="0">
                  <a:latin typeface="+mn-ea"/>
                  <a:ea typeface="+mn-ea"/>
                </a:rPr>
                <a:t> </a:t>
              </a:r>
              <a:r>
                <a:rPr lang="en-US" altLang="zh-CN" sz="1800" b="1" dirty="0">
                  <a:latin typeface="+mn-ea"/>
                  <a:ea typeface="+mn-ea"/>
                </a:rPr>
                <a:t>D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cxnSp>
          <p:nvCxnSpPr>
            <p:cNvPr id="54" name="直接箭头连接符 53"/>
            <p:cNvCxnSpPr/>
            <p:nvPr/>
          </p:nvCxnSpPr>
          <p:spPr bwMode="auto">
            <a:xfrm flipV="1">
              <a:off x="6876255" y="1988453"/>
              <a:ext cx="0" cy="28803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直接箭头连接符 56"/>
            <p:cNvCxnSpPr/>
            <p:nvPr/>
          </p:nvCxnSpPr>
          <p:spPr bwMode="auto">
            <a:xfrm>
              <a:off x="7164287" y="3070159"/>
              <a:ext cx="0" cy="14243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58" name="直接箭头连接符 114"/>
            <p:cNvCxnSpPr>
              <a:endCxn id="59" idx="2"/>
            </p:cNvCxnSpPr>
            <p:nvPr/>
          </p:nvCxnSpPr>
          <p:spPr bwMode="auto">
            <a:xfrm rot="5400000" flipH="1" flipV="1">
              <a:off x="6212387" y="2979178"/>
              <a:ext cx="717260" cy="37594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59" name="椭圆 58"/>
            <p:cNvSpPr/>
            <p:nvPr/>
          </p:nvSpPr>
          <p:spPr bwMode="auto">
            <a:xfrm>
              <a:off x="6589814" y="2606953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60" name="直接箭头连接符 59"/>
            <p:cNvCxnSpPr/>
            <p:nvPr/>
          </p:nvCxnSpPr>
          <p:spPr bwMode="auto">
            <a:xfrm flipV="1">
              <a:off x="7884367" y="1988453"/>
              <a:ext cx="0" cy="28803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3" name="直接箭头连接符 62"/>
            <p:cNvCxnSpPr/>
            <p:nvPr/>
          </p:nvCxnSpPr>
          <p:spPr bwMode="auto">
            <a:xfrm>
              <a:off x="8172399" y="3070159"/>
              <a:ext cx="0" cy="14243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4" name="直接箭头连接符 114"/>
            <p:cNvCxnSpPr>
              <a:endCxn id="65" idx="2"/>
            </p:cNvCxnSpPr>
            <p:nvPr/>
          </p:nvCxnSpPr>
          <p:spPr bwMode="auto">
            <a:xfrm rot="5400000" flipH="1" flipV="1">
              <a:off x="7220896" y="2979576"/>
              <a:ext cx="717260" cy="36799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65" name="椭圆 64"/>
            <p:cNvSpPr/>
            <p:nvPr/>
          </p:nvSpPr>
          <p:spPr bwMode="auto">
            <a:xfrm>
              <a:off x="7597926" y="2606953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66" name="直接箭头连接符 65"/>
            <p:cNvCxnSpPr/>
            <p:nvPr/>
          </p:nvCxnSpPr>
          <p:spPr bwMode="auto">
            <a:xfrm flipH="1">
              <a:off x="6443686" y="2204477"/>
              <a:ext cx="43204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67" name="直接箭头连接符 66"/>
            <p:cNvCxnSpPr/>
            <p:nvPr/>
          </p:nvCxnSpPr>
          <p:spPr bwMode="auto">
            <a:xfrm flipH="1">
              <a:off x="7451798" y="2204477"/>
              <a:ext cx="43257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sp>
          <p:nvSpPr>
            <p:cNvPr id="68" name="Rectangle 128"/>
            <p:cNvSpPr>
              <a:spLocks noChangeArrowheads="1"/>
            </p:cNvSpPr>
            <p:nvPr/>
          </p:nvSpPr>
          <p:spPr bwMode="auto">
            <a:xfrm>
              <a:off x="6660231" y="2276485"/>
              <a:ext cx="648072" cy="792088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800" b="1" baseline="-25000" dirty="0">
                  <a:latin typeface="+mn-ea"/>
                  <a:ea typeface="+mn-ea"/>
                </a:rPr>
                <a:t>  </a:t>
              </a:r>
              <a:r>
                <a:rPr lang="en-US" altLang="zh-CN" sz="1800" b="1" dirty="0">
                  <a:latin typeface="+mn-ea"/>
                  <a:ea typeface="+mn-ea"/>
                </a:rPr>
                <a:t>Q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R   S</a:t>
              </a:r>
            </a:p>
            <a:p>
              <a:pPr algn="l">
                <a:spcBef>
                  <a:spcPts val="300"/>
                </a:spcBef>
              </a:pPr>
              <a:r>
                <a:rPr lang="en-US" altLang="zh-CN" sz="1200" b="1" dirty="0">
                  <a:latin typeface="+mn-ea"/>
                  <a:ea typeface="+mn-ea"/>
                </a:rPr>
                <a:t> </a:t>
              </a:r>
              <a:r>
                <a:rPr lang="en-US" altLang="zh-CN" sz="1800" b="1" dirty="0">
                  <a:latin typeface="+mn-ea"/>
                  <a:ea typeface="+mn-ea"/>
                </a:rPr>
                <a:t>D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69" name="Rectangle 128"/>
            <p:cNvSpPr>
              <a:spLocks noChangeArrowheads="1"/>
            </p:cNvSpPr>
            <p:nvPr/>
          </p:nvSpPr>
          <p:spPr bwMode="auto">
            <a:xfrm>
              <a:off x="7668343" y="2276485"/>
              <a:ext cx="648072" cy="792088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800" b="1" baseline="-25000" dirty="0">
                  <a:latin typeface="+mn-ea"/>
                  <a:ea typeface="+mn-ea"/>
                </a:rPr>
                <a:t>  </a:t>
              </a:r>
              <a:r>
                <a:rPr lang="en-US" altLang="zh-CN" sz="1800" b="1" dirty="0">
                  <a:latin typeface="+mn-ea"/>
                  <a:ea typeface="+mn-ea"/>
                </a:rPr>
                <a:t>Q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R   S</a:t>
              </a:r>
            </a:p>
            <a:p>
              <a:pPr algn="l">
                <a:spcBef>
                  <a:spcPts val="300"/>
                </a:spcBef>
              </a:pPr>
              <a:r>
                <a:rPr lang="en-US" altLang="zh-CN" sz="1200" b="1" dirty="0">
                  <a:latin typeface="+mn-ea"/>
                  <a:ea typeface="+mn-ea"/>
                </a:rPr>
                <a:t> </a:t>
              </a:r>
              <a:r>
                <a:rPr lang="en-US" altLang="zh-CN" sz="1800" b="1" dirty="0">
                  <a:latin typeface="+mn-ea"/>
                  <a:ea typeface="+mn-ea"/>
                </a:rPr>
                <a:t>D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cxnSp>
          <p:nvCxnSpPr>
            <p:cNvPr id="78" name="直接箭头连接符 77"/>
            <p:cNvCxnSpPr/>
            <p:nvPr/>
          </p:nvCxnSpPr>
          <p:spPr bwMode="auto">
            <a:xfrm flipH="1" flipV="1">
              <a:off x="6443686" y="2204477"/>
              <a:ext cx="522" cy="129614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2" name="直接箭头连接符 81"/>
            <p:cNvCxnSpPr/>
            <p:nvPr/>
          </p:nvCxnSpPr>
          <p:spPr bwMode="auto">
            <a:xfrm flipV="1">
              <a:off x="7451798" y="2204477"/>
              <a:ext cx="0" cy="129614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5" name="直接箭头连接符 94"/>
            <p:cNvCxnSpPr/>
            <p:nvPr/>
          </p:nvCxnSpPr>
          <p:spPr bwMode="auto">
            <a:xfrm flipV="1">
              <a:off x="3779912" y="3068571"/>
              <a:ext cx="0" cy="43205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6" name="直接箭头连接符 105"/>
            <p:cNvCxnSpPr/>
            <p:nvPr/>
          </p:nvCxnSpPr>
          <p:spPr bwMode="auto">
            <a:xfrm flipV="1">
              <a:off x="4788024" y="3068573"/>
              <a:ext cx="0" cy="43205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7" name="直接箭头连接符 106"/>
            <p:cNvCxnSpPr/>
            <p:nvPr/>
          </p:nvCxnSpPr>
          <p:spPr bwMode="auto">
            <a:xfrm flipV="1">
              <a:off x="5796136" y="3068573"/>
              <a:ext cx="0" cy="100812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8" name="直接箭头连接符 107"/>
            <p:cNvCxnSpPr/>
            <p:nvPr/>
          </p:nvCxnSpPr>
          <p:spPr bwMode="auto">
            <a:xfrm flipV="1">
              <a:off x="7812360" y="3068573"/>
              <a:ext cx="0" cy="43205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0" name="直接箭头连接符 129"/>
            <p:cNvCxnSpPr/>
            <p:nvPr/>
          </p:nvCxnSpPr>
          <p:spPr bwMode="auto">
            <a:xfrm flipV="1">
              <a:off x="6804248" y="3068574"/>
              <a:ext cx="0" cy="93486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9" name="直接箭头连接符 218"/>
            <p:cNvCxnSpPr/>
            <p:nvPr/>
          </p:nvCxnSpPr>
          <p:spPr bwMode="auto">
            <a:xfrm flipV="1">
              <a:off x="3419872" y="2204477"/>
              <a:ext cx="1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20" name="直接箭头连接符 219"/>
            <p:cNvCxnSpPr/>
            <p:nvPr/>
          </p:nvCxnSpPr>
          <p:spPr bwMode="auto">
            <a:xfrm flipH="1">
              <a:off x="3419872" y="2204477"/>
              <a:ext cx="43230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236" name="直接箭头连接符 235"/>
            <p:cNvCxnSpPr/>
            <p:nvPr/>
          </p:nvCxnSpPr>
          <p:spPr bwMode="auto">
            <a:xfrm>
              <a:off x="4139952" y="3068573"/>
              <a:ext cx="0" cy="14243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8" name="直接箭头连接符 17"/>
            <p:cNvCxnSpPr/>
            <p:nvPr/>
          </p:nvCxnSpPr>
          <p:spPr bwMode="auto">
            <a:xfrm flipV="1">
              <a:off x="4077104" y="2961126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" name="直接箭头连接符 18"/>
            <p:cNvCxnSpPr/>
            <p:nvPr/>
          </p:nvCxnSpPr>
          <p:spPr bwMode="auto">
            <a:xfrm flipH="1" flipV="1">
              <a:off x="4140728" y="2958243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" name="直接箭头连接符 22"/>
            <p:cNvCxnSpPr/>
            <p:nvPr/>
          </p:nvCxnSpPr>
          <p:spPr bwMode="auto">
            <a:xfrm flipV="1">
              <a:off x="5084440" y="2961126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" name="直接箭头连接符 23"/>
            <p:cNvCxnSpPr/>
            <p:nvPr/>
          </p:nvCxnSpPr>
          <p:spPr bwMode="auto">
            <a:xfrm flipH="1" flipV="1">
              <a:off x="5148064" y="2958243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3" name="直接箭头连接符 32"/>
            <p:cNvCxnSpPr/>
            <p:nvPr/>
          </p:nvCxnSpPr>
          <p:spPr bwMode="auto">
            <a:xfrm flipV="1">
              <a:off x="6092551" y="2961126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4" name="直接箭头连接符 33"/>
            <p:cNvCxnSpPr/>
            <p:nvPr/>
          </p:nvCxnSpPr>
          <p:spPr bwMode="auto">
            <a:xfrm flipH="1" flipV="1">
              <a:off x="6156175" y="2958243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5" name="直接箭头连接符 54"/>
            <p:cNvCxnSpPr/>
            <p:nvPr/>
          </p:nvCxnSpPr>
          <p:spPr bwMode="auto">
            <a:xfrm flipV="1">
              <a:off x="7100663" y="2961126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6" name="直接箭头连接符 55"/>
            <p:cNvCxnSpPr/>
            <p:nvPr/>
          </p:nvCxnSpPr>
          <p:spPr bwMode="auto">
            <a:xfrm flipH="1" flipV="1">
              <a:off x="7164287" y="2958243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1" name="直接箭头连接符 60"/>
            <p:cNvCxnSpPr/>
            <p:nvPr/>
          </p:nvCxnSpPr>
          <p:spPr bwMode="auto">
            <a:xfrm flipV="1">
              <a:off x="8108775" y="2961126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2" name="直接箭头连接符 61"/>
            <p:cNvCxnSpPr/>
            <p:nvPr/>
          </p:nvCxnSpPr>
          <p:spPr bwMode="auto">
            <a:xfrm flipH="1" flipV="1">
              <a:off x="8172399" y="2958243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6" name="直接箭头连接符 295"/>
            <p:cNvCxnSpPr/>
            <p:nvPr/>
          </p:nvCxnSpPr>
          <p:spPr bwMode="auto">
            <a:xfrm flipV="1">
              <a:off x="3203848" y="1988453"/>
              <a:ext cx="0" cy="122413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49" name="直接箭头连接符 148"/>
            <p:cNvCxnSpPr/>
            <p:nvPr/>
          </p:nvCxnSpPr>
          <p:spPr bwMode="auto">
            <a:xfrm flipH="1">
              <a:off x="3347088" y="3356605"/>
              <a:ext cx="420860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64</a:t>
            </a:fld>
            <a:endParaRPr lang="en-US" altLang="zh-CN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395536" y="2100078"/>
            <a:ext cx="8352928" cy="3128735"/>
            <a:chOff x="395536" y="2100078"/>
            <a:chExt cx="8352928" cy="3128735"/>
          </a:xfrm>
        </p:grpSpPr>
        <p:sp>
          <p:nvSpPr>
            <p:cNvPr id="49" name="Text Box 320"/>
            <p:cNvSpPr txBox="1">
              <a:spLocks noChangeArrowheads="1"/>
            </p:cNvSpPr>
            <p:nvPr/>
          </p:nvSpPr>
          <p:spPr bwMode="auto">
            <a:xfrm>
              <a:off x="395536" y="4040682"/>
              <a:ext cx="504639" cy="25202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err="1">
                  <a:latin typeface="宋体" panose="02010600030101010101" pitchFamily="2" charset="-122"/>
                </a:rPr>
                <a:t>ClrN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79" name="直接箭头连接符 278"/>
            <p:cNvCxnSpPr/>
            <p:nvPr/>
          </p:nvCxnSpPr>
          <p:spPr bwMode="auto">
            <a:xfrm>
              <a:off x="971600" y="4220701"/>
              <a:ext cx="215985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3" name="直接箭头连接符 242"/>
            <p:cNvCxnSpPr/>
            <p:nvPr/>
          </p:nvCxnSpPr>
          <p:spPr bwMode="auto">
            <a:xfrm flipV="1">
              <a:off x="3131452" y="3356605"/>
              <a:ext cx="216412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2" name="Text Box 320"/>
            <p:cNvSpPr txBox="1">
              <a:spLocks noChangeArrowheads="1"/>
            </p:cNvSpPr>
            <p:nvPr/>
          </p:nvSpPr>
          <p:spPr bwMode="auto">
            <a:xfrm>
              <a:off x="2859366" y="2975282"/>
              <a:ext cx="324665" cy="21850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CP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65" name="直接箭头连接符 264"/>
            <p:cNvCxnSpPr/>
            <p:nvPr/>
          </p:nvCxnSpPr>
          <p:spPr bwMode="auto">
            <a:xfrm flipV="1">
              <a:off x="3131840" y="3351545"/>
              <a:ext cx="0" cy="86915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15" name="矩形 314"/>
            <p:cNvSpPr/>
            <p:nvPr/>
          </p:nvSpPr>
          <p:spPr>
            <a:xfrm>
              <a:off x="1115616" y="2100078"/>
              <a:ext cx="7632848" cy="276869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26" name="Text Box 147"/>
            <p:cNvSpPr txBox="1">
              <a:spLocks noChangeArrowheads="1"/>
            </p:cNvSpPr>
            <p:nvPr/>
          </p:nvSpPr>
          <p:spPr bwMode="auto">
            <a:xfrm>
              <a:off x="1269293" y="2165039"/>
              <a:ext cx="1142467" cy="543494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sp>
          <p:nvSpPr>
            <p:cNvPr id="245" name="矩形 244"/>
            <p:cNvSpPr/>
            <p:nvPr/>
          </p:nvSpPr>
          <p:spPr>
            <a:xfrm>
              <a:off x="1259632" y="2924557"/>
              <a:ext cx="1583851" cy="79208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46" name="Text Box 260"/>
            <p:cNvSpPr txBox="1">
              <a:spLocks noChangeArrowheads="1"/>
            </p:cNvSpPr>
            <p:nvPr/>
          </p:nvSpPr>
          <p:spPr bwMode="auto">
            <a:xfrm>
              <a:off x="2555776" y="2997358"/>
              <a:ext cx="216408" cy="46678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247" name="Text Box 320"/>
            <p:cNvSpPr txBox="1">
              <a:spLocks noChangeArrowheads="1"/>
            </p:cNvSpPr>
            <p:nvPr/>
          </p:nvSpPr>
          <p:spPr bwMode="auto">
            <a:xfrm>
              <a:off x="467544" y="2959320"/>
              <a:ext cx="504056" cy="2185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CLK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48" name="直接箭头连接符 247"/>
            <p:cNvCxnSpPr/>
            <p:nvPr/>
          </p:nvCxnSpPr>
          <p:spPr bwMode="auto">
            <a:xfrm>
              <a:off x="1746357" y="3249037"/>
              <a:ext cx="233355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9" name="直接箭头连接符 248"/>
            <p:cNvCxnSpPr/>
            <p:nvPr/>
          </p:nvCxnSpPr>
          <p:spPr bwMode="auto">
            <a:xfrm rot="16200000" flipV="1">
              <a:off x="1115187" y="4220805"/>
              <a:ext cx="1296678" cy="288356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0" name="直接箭头连接符 249"/>
            <p:cNvCxnSpPr/>
            <p:nvPr/>
          </p:nvCxnSpPr>
          <p:spPr bwMode="auto">
            <a:xfrm flipV="1">
              <a:off x="1259632" y="3068573"/>
              <a:ext cx="1296144" cy="79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51" name="Text Box 260"/>
            <p:cNvSpPr txBox="1">
              <a:spLocks noChangeArrowheads="1"/>
            </p:cNvSpPr>
            <p:nvPr/>
          </p:nvSpPr>
          <p:spPr bwMode="auto">
            <a:xfrm>
              <a:off x="1979712" y="3145506"/>
              <a:ext cx="360039" cy="49913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2" name="Text Box 260"/>
            <p:cNvSpPr txBox="1">
              <a:spLocks noChangeArrowheads="1"/>
            </p:cNvSpPr>
            <p:nvPr/>
          </p:nvSpPr>
          <p:spPr bwMode="auto">
            <a:xfrm>
              <a:off x="1475656" y="3140582"/>
              <a:ext cx="198693" cy="216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53" name="直接箭头连接符 252"/>
            <p:cNvCxnSpPr/>
            <p:nvPr/>
          </p:nvCxnSpPr>
          <p:spPr bwMode="auto">
            <a:xfrm flipV="1">
              <a:off x="1331640" y="3716645"/>
              <a:ext cx="0" cy="129667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4" name="直接箭头连接符 253"/>
            <p:cNvCxnSpPr/>
            <p:nvPr/>
          </p:nvCxnSpPr>
          <p:spPr bwMode="auto">
            <a:xfrm flipV="1">
              <a:off x="1619348" y="3579030"/>
              <a:ext cx="144340" cy="137614"/>
            </a:xfrm>
            <a:prstGeom prst="bentConnector3">
              <a:avLst>
                <a:gd name="adj1" fmla="val 727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55" name="Text Box 260"/>
            <p:cNvSpPr txBox="1">
              <a:spLocks noChangeArrowheads="1"/>
            </p:cNvSpPr>
            <p:nvPr/>
          </p:nvSpPr>
          <p:spPr bwMode="auto">
            <a:xfrm>
              <a:off x="1763689" y="3356606"/>
              <a:ext cx="216024" cy="2880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256" name="椭圆 255"/>
            <p:cNvSpPr/>
            <p:nvPr/>
          </p:nvSpPr>
          <p:spPr bwMode="auto">
            <a:xfrm>
              <a:off x="1675940" y="3212589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57" name="直接箭头连接符 256"/>
            <p:cNvCxnSpPr/>
            <p:nvPr/>
          </p:nvCxnSpPr>
          <p:spPr bwMode="auto">
            <a:xfrm>
              <a:off x="1331640" y="3453867"/>
              <a:ext cx="43204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59" name="直接箭头连接符 46"/>
            <p:cNvCxnSpPr/>
            <p:nvPr/>
          </p:nvCxnSpPr>
          <p:spPr bwMode="auto">
            <a:xfrm rot="5400000" flipH="1" flipV="1">
              <a:off x="1162665" y="3403653"/>
              <a:ext cx="481968" cy="144015"/>
            </a:xfrm>
            <a:prstGeom prst="bentConnector3">
              <a:avLst>
                <a:gd name="adj1" fmla="val 99539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0" name="直接箭头连接符 259"/>
            <p:cNvCxnSpPr/>
            <p:nvPr/>
          </p:nvCxnSpPr>
          <p:spPr bwMode="auto">
            <a:xfrm>
              <a:off x="2339752" y="3396222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64" name="Text Box 320"/>
            <p:cNvSpPr txBox="1">
              <a:spLocks noChangeArrowheads="1"/>
            </p:cNvSpPr>
            <p:nvPr/>
          </p:nvSpPr>
          <p:spPr bwMode="auto">
            <a:xfrm>
              <a:off x="1115616" y="5010308"/>
              <a:ext cx="1151777" cy="2185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800" b="1" dirty="0">
                  <a:latin typeface="宋体" panose="02010600030101010101" pitchFamily="2" charset="-122"/>
                </a:rPr>
                <a:t>WMFC 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mfc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1" name="直接箭头连接符 280"/>
            <p:cNvCxnSpPr/>
            <p:nvPr/>
          </p:nvCxnSpPr>
          <p:spPr bwMode="auto">
            <a:xfrm>
              <a:off x="969888" y="3068573"/>
              <a:ext cx="28974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90" name="TextBox 289"/>
            <p:cNvSpPr txBox="1"/>
            <p:nvPr/>
          </p:nvSpPr>
          <p:spPr>
            <a:xfrm>
              <a:off x="1871700" y="3732589"/>
              <a:ext cx="972108" cy="2720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定时逻辑</a:t>
              </a:r>
            </a:p>
          </p:txBody>
        </p:sp>
        <p:cxnSp>
          <p:nvCxnSpPr>
            <p:cNvPr id="240" name="直接箭头连接符 239"/>
            <p:cNvCxnSpPr/>
            <p:nvPr/>
          </p:nvCxnSpPr>
          <p:spPr bwMode="auto">
            <a:xfrm>
              <a:off x="2771800" y="3212589"/>
              <a:ext cx="57528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321" name="Text Box 92"/>
          <p:cNvSpPr txBox="1">
            <a:spLocks noChangeArrowheads="1"/>
          </p:cNvSpPr>
          <p:nvPr/>
        </p:nvSpPr>
        <p:spPr bwMode="auto">
          <a:xfrm>
            <a:off x="179388" y="332656"/>
            <a:ext cx="8785100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⑵电路实现：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200" b="1" dirty="0">
                <a:latin typeface="宋体" panose="02010600030101010101" pitchFamily="2" charset="-122"/>
              </a:rPr>
              <a:t>定时逻辑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联合方式</a:t>
            </a:r>
            <a:r>
              <a:rPr lang="en-US" altLang="zh-CN" sz="1800" b="1" dirty="0">
                <a:latin typeface="宋体" panose="02010600030101010101" pitchFamily="2" charset="-122"/>
              </a:rPr>
              <a:t>CP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b="1" dirty="0" err="1">
                <a:latin typeface="宋体" panose="02010600030101010101" pitchFamily="2" charset="-122"/>
              </a:rPr>
              <a:t>WMFC+WMFC</a:t>
            </a:r>
            <a:r>
              <a:rPr lang="en-US" altLang="zh-CN" sz="1800" b="1" dirty="0" err="1">
                <a:latin typeface="+mn-lt"/>
              </a:rPr>
              <a:t>·</a:t>
            </a:r>
            <a:r>
              <a:rPr lang="en-US" altLang="zh-CN" sz="1800" b="1" dirty="0" err="1">
                <a:latin typeface="宋体" panose="02010600030101010101" pitchFamily="2" charset="-122"/>
              </a:rPr>
              <a:t>mfc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1800" b="1" dirty="0">
                <a:latin typeface="+mn-lt"/>
              </a:rPr>
              <a:t>·</a:t>
            </a:r>
            <a:r>
              <a:rPr lang="en-US" altLang="zh-CN" sz="1800" b="1" dirty="0">
                <a:latin typeface="+mn-ea"/>
                <a:ea typeface="+mn-ea"/>
              </a:rPr>
              <a:t>CLK</a:t>
            </a:r>
            <a:r>
              <a:rPr lang="zh-CN" altLang="en-US" sz="2200" b="1" dirty="0">
                <a:latin typeface="宋体" panose="02010600030101010101" pitchFamily="2" charset="-122"/>
              </a:rPr>
              <a:t>，    </a:t>
            </a:r>
            <a:r>
              <a:rPr lang="zh-CN" altLang="en-US" sz="1800" b="1" dirty="0">
                <a:latin typeface="宋体" panose="02010600030101010101" pitchFamily="2" charset="-122"/>
              </a:rPr>
              <a:t>←联合控制方式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</a:t>
            </a:r>
            <a:r>
              <a:rPr lang="zh-CN" altLang="en-US" sz="2200" b="1" dirty="0">
                <a:latin typeface="宋体" panose="02010600030101010101" pitchFamily="2" charset="-122"/>
              </a:rPr>
              <a:t>时序信号的存储</a:t>
            </a:r>
            <a:r>
              <a:rPr lang="en-US" altLang="zh-CN" sz="1800" b="1" dirty="0">
                <a:latin typeface="宋体" panose="02010600030101010101" pitchFamily="2" charset="-122"/>
              </a:rPr>
              <a:t>(5</a:t>
            </a:r>
            <a:r>
              <a:rPr lang="zh-CN" altLang="en-US" sz="1800" b="1" dirty="0">
                <a:latin typeface="宋体" panose="02010600030101010101" pitchFamily="2" charset="-122"/>
              </a:rPr>
              <a:t>个触发器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、次态函数</a:t>
            </a:r>
            <a:r>
              <a:rPr lang="en-US" altLang="zh-CN" sz="1800" b="1" dirty="0">
                <a:latin typeface="宋体" panose="02010600030101010101" pitchFamily="2" charset="-122"/>
              </a:rPr>
              <a:t>(5</a:t>
            </a:r>
            <a:r>
              <a:rPr lang="zh-CN" altLang="en-US" sz="1800" b="1" dirty="0">
                <a:latin typeface="宋体" panose="02010600030101010101" pitchFamily="2" charset="-122"/>
              </a:rPr>
              <a:t>个组合逻辑电路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325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5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3347864" y="3500590"/>
            <a:ext cx="5257361" cy="1729116"/>
            <a:chOff x="3347864" y="3500590"/>
            <a:chExt cx="5257361" cy="1729116"/>
          </a:xfrm>
        </p:grpSpPr>
        <p:cxnSp>
          <p:nvCxnSpPr>
            <p:cNvPr id="46" name="直接箭头连接符 45"/>
            <p:cNvCxnSpPr/>
            <p:nvPr/>
          </p:nvCxnSpPr>
          <p:spPr bwMode="auto">
            <a:xfrm flipH="1">
              <a:off x="6804248" y="3500590"/>
              <a:ext cx="647549" cy="3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sp>
          <p:nvSpPr>
            <p:cNvPr id="87" name="Text Box 260"/>
            <p:cNvSpPr txBox="1">
              <a:spLocks noChangeArrowheads="1"/>
            </p:cNvSpPr>
            <p:nvPr/>
          </p:nvSpPr>
          <p:spPr bwMode="auto">
            <a:xfrm>
              <a:off x="3491880" y="3500621"/>
              <a:ext cx="576064" cy="18165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88" name="Text Box 260"/>
            <p:cNvSpPr txBox="1">
              <a:spLocks noChangeArrowheads="1"/>
            </p:cNvSpPr>
            <p:nvPr/>
          </p:nvSpPr>
          <p:spPr bwMode="auto">
            <a:xfrm>
              <a:off x="3491880" y="3682276"/>
              <a:ext cx="288032" cy="17838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89" name="直接箭头连接符 88"/>
            <p:cNvCxnSpPr/>
            <p:nvPr/>
          </p:nvCxnSpPr>
          <p:spPr bwMode="auto">
            <a:xfrm flipV="1">
              <a:off x="3707904" y="3860659"/>
              <a:ext cx="0" cy="36004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1" name="直接箭头连接符 90"/>
            <p:cNvCxnSpPr/>
            <p:nvPr/>
          </p:nvCxnSpPr>
          <p:spPr bwMode="auto">
            <a:xfrm flipV="1">
              <a:off x="3563888" y="3860663"/>
              <a:ext cx="1" cy="5040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2" name="Text Box 260"/>
            <p:cNvSpPr txBox="1">
              <a:spLocks noChangeArrowheads="1"/>
            </p:cNvSpPr>
            <p:nvPr/>
          </p:nvSpPr>
          <p:spPr bwMode="auto">
            <a:xfrm>
              <a:off x="3779912" y="3682276"/>
              <a:ext cx="288032" cy="17838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93" name="直接箭头连接符 92"/>
            <p:cNvCxnSpPr/>
            <p:nvPr/>
          </p:nvCxnSpPr>
          <p:spPr bwMode="auto">
            <a:xfrm flipV="1">
              <a:off x="3995935" y="3860662"/>
              <a:ext cx="1" cy="28555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4" name="直接箭头连接符 93"/>
            <p:cNvCxnSpPr/>
            <p:nvPr/>
          </p:nvCxnSpPr>
          <p:spPr bwMode="auto">
            <a:xfrm flipV="1">
              <a:off x="3851919" y="3860665"/>
              <a:ext cx="1" cy="64806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7" name="Text Box 260"/>
            <p:cNvSpPr txBox="1">
              <a:spLocks noChangeArrowheads="1"/>
            </p:cNvSpPr>
            <p:nvPr/>
          </p:nvSpPr>
          <p:spPr bwMode="auto">
            <a:xfrm>
              <a:off x="4572000" y="3500621"/>
              <a:ext cx="502464" cy="17838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98" name="Text Box 260"/>
            <p:cNvSpPr txBox="1">
              <a:spLocks noChangeArrowheads="1"/>
            </p:cNvSpPr>
            <p:nvPr/>
          </p:nvSpPr>
          <p:spPr bwMode="auto">
            <a:xfrm>
              <a:off x="4573590" y="3682277"/>
              <a:ext cx="358449" cy="17590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9" name="直接箭头连接符 98"/>
            <p:cNvCxnSpPr/>
            <p:nvPr/>
          </p:nvCxnSpPr>
          <p:spPr bwMode="auto">
            <a:xfrm flipH="1">
              <a:off x="6804248" y="4004676"/>
              <a:ext cx="792089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2" name="直接箭头连接符 101"/>
            <p:cNvCxnSpPr/>
            <p:nvPr/>
          </p:nvCxnSpPr>
          <p:spPr bwMode="auto">
            <a:xfrm flipV="1">
              <a:off x="4643359" y="3860663"/>
              <a:ext cx="650" cy="107922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3" name="直接箭头连接符 102"/>
            <p:cNvCxnSpPr/>
            <p:nvPr/>
          </p:nvCxnSpPr>
          <p:spPr bwMode="auto">
            <a:xfrm flipV="1">
              <a:off x="5004047" y="3682276"/>
              <a:ext cx="0" cy="46393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04" name="直接箭头连接符 103"/>
            <p:cNvCxnSpPr/>
            <p:nvPr/>
          </p:nvCxnSpPr>
          <p:spPr bwMode="auto">
            <a:xfrm flipV="1">
              <a:off x="4860032" y="3860661"/>
              <a:ext cx="0" cy="108012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9" name="Text Box 260"/>
            <p:cNvSpPr txBox="1">
              <a:spLocks noChangeArrowheads="1"/>
            </p:cNvSpPr>
            <p:nvPr/>
          </p:nvSpPr>
          <p:spPr bwMode="auto">
            <a:xfrm>
              <a:off x="7524651" y="3500621"/>
              <a:ext cx="1007785" cy="18165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260"/>
            <p:cNvSpPr txBox="1">
              <a:spLocks noChangeArrowheads="1"/>
            </p:cNvSpPr>
            <p:nvPr/>
          </p:nvSpPr>
          <p:spPr bwMode="auto">
            <a:xfrm>
              <a:off x="7524651" y="3682276"/>
              <a:ext cx="359715" cy="17838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11" name="直接箭头连接符 110"/>
            <p:cNvCxnSpPr/>
            <p:nvPr/>
          </p:nvCxnSpPr>
          <p:spPr bwMode="auto">
            <a:xfrm flipH="1" flipV="1">
              <a:off x="8028383" y="3860659"/>
              <a:ext cx="1142" cy="64807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2" name="直接箭头连接符 111"/>
            <p:cNvCxnSpPr/>
            <p:nvPr/>
          </p:nvCxnSpPr>
          <p:spPr bwMode="auto">
            <a:xfrm flipV="1">
              <a:off x="7956373" y="3860662"/>
              <a:ext cx="1" cy="4320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3" name="Text Box 260"/>
            <p:cNvSpPr txBox="1">
              <a:spLocks noChangeArrowheads="1"/>
            </p:cNvSpPr>
            <p:nvPr/>
          </p:nvSpPr>
          <p:spPr bwMode="auto">
            <a:xfrm>
              <a:off x="8100390" y="3682276"/>
              <a:ext cx="216025" cy="17838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14" name="直接箭头连接符 113"/>
            <p:cNvCxnSpPr/>
            <p:nvPr/>
          </p:nvCxnSpPr>
          <p:spPr bwMode="auto">
            <a:xfrm flipV="1">
              <a:off x="8460432" y="3867886"/>
              <a:ext cx="0" cy="5688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5" name="直接箭头连接符 114"/>
            <p:cNvCxnSpPr/>
            <p:nvPr/>
          </p:nvCxnSpPr>
          <p:spPr bwMode="auto">
            <a:xfrm flipV="1">
              <a:off x="8388423" y="3860666"/>
              <a:ext cx="1" cy="28554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6" name="Text Box 260"/>
            <p:cNvSpPr txBox="1">
              <a:spLocks noChangeArrowheads="1"/>
            </p:cNvSpPr>
            <p:nvPr/>
          </p:nvSpPr>
          <p:spPr bwMode="auto">
            <a:xfrm>
              <a:off x="7884366" y="3682276"/>
              <a:ext cx="216025" cy="17838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117" name="Text Box 260"/>
            <p:cNvSpPr txBox="1">
              <a:spLocks noChangeArrowheads="1"/>
            </p:cNvSpPr>
            <p:nvPr/>
          </p:nvSpPr>
          <p:spPr bwMode="auto">
            <a:xfrm>
              <a:off x="8316416" y="3682276"/>
              <a:ext cx="216024" cy="17838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18" name="直接箭头连接符 117"/>
            <p:cNvCxnSpPr/>
            <p:nvPr/>
          </p:nvCxnSpPr>
          <p:spPr bwMode="auto">
            <a:xfrm flipV="1">
              <a:off x="8244407" y="3860662"/>
              <a:ext cx="1" cy="50405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9" name="直接箭头连接符 118"/>
            <p:cNvCxnSpPr/>
            <p:nvPr/>
          </p:nvCxnSpPr>
          <p:spPr bwMode="auto">
            <a:xfrm flipH="1" flipV="1">
              <a:off x="8172399" y="3860665"/>
              <a:ext cx="570" cy="36003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0" name="直接箭头连接符 119"/>
            <p:cNvCxnSpPr/>
            <p:nvPr/>
          </p:nvCxnSpPr>
          <p:spPr bwMode="auto">
            <a:xfrm flipV="1">
              <a:off x="7668083" y="3932670"/>
              <a:ext cx="261" cy="14401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2" name="直接箭头连接符 121"/>
            <p:cNvCxnSpPr/>
            <p:nvPr/>
          </p:nvCxnSpPr>
          <p:spPr bwMode="auto">
            <a:xfrm flipV="1">
              <a:off x="7812360" y="3932673"/>
              <a:ext cx="2" cy="28802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23" name="直接箭头连接符 122"/>
            <p:cNvCxnSpPr/>
            <p:nvPr/>
          </p:nvCxnSpPr>
          <p:spPr bwMode="auto">
            <a:xfrm flipV="1">
              <a:off x="7740353" y="3932675"/>
              <a:ext cx="1" cy="2160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24" name="椭圆 123"/>
            <p:cNvSpPr/>
            <p:nvPr/>
          </p:nvSpPr>
          <p:spPr bwMode="auto">
            <a:xfrm>
              <a:off x="7556820" y="3867886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5" name="椭圆 124"/>
            <p:cNvSpPr/>
            <p:nvPr/>
          </p:nvSpPr>
          <p:spPr bwMode="auto">
            <a:xfrm>
              <a:off x="7633099" y="3867886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6" name="椭圆 125"/>
            <p:cNvSpPr/>
            <p:nvPr/>
          </p:nvSpPr>
          <p:spPr bwMode="auto">
            <a:xfrm>
              <a:off x="7702500" y="3867886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7" name="椭圆 126"/>
            <p:cNvSpPr/>
            <p:nvPr/>
          </p:nvSpPr>
          <p:spPr bwMode="auto">
            <a:xfrm>
              <a:off x="7772917" y="3867886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8" name="直接箭头连接符 137"/>
            <p:cNvCxnSpPr/>
            <p:nvPr/>
          </p:nvCxnSpPr>
          <p:spPr bwMode="auto">
            <a:xfrm flipV="1">
              <a:off x="7596337" y="3932670"/>
              <a:ext cx="0" cy="7200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0" name="直接箭头连接符 139"/>
            <p:cNvCxnSpPr/>
            <p:nvPr/>
          </p:nvCxnSpPr>
          <p:spPr bwMode="auto">
            <a:xfrm flipH="1">
              <a:off x="5796136" y="4076685"/>
              <a:ext cx="1873350" cy="9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1" name="直接箭头连接符 140"/>
            <p:cNvCxnSpPr/>
            <p:nvPr/>
          </p:nvCxnSpPr>
          <p:spPr bwMode="auto">
            <a:xfrm flipH="1">
              <a:off x="3995935" y="4148694"/>
              <a:ext cx="4392491" cy="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2" name="直接箭头连接符 141"/>
            <p:cNvCxnSpPr/>
            <p:nvPr/>
          </p:nvCxnSpPr>
          <p:spPr bwMode="auto">
            <a:xfrm flipH="1">
              <a:off x="3707904" y="4220701"/>
              <a:ext cx="446449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5" name="直接箭头连接符 144"/>
            <p:cNvCxnSpPr/>
            <p:nvPr/>
          </p:nvCxnSpPr>
          <p:spPr bwMode="auto">
            <a:xfrm flipH="1">
              <a:off x="3419872" y="4292709"/>
              <a:ext cx="4537646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1" name="直接箭头连接符 150"/>
            <p:cNvCxnSpPr/>
            <p:nvPr/>
          </p:nvCxnSpPr>
          <p:spPr bwMode="auto">
            <a:xfrm flipH="1">
              <a:off x="4860032" y="4364717"/>
              <a:ext cx="3384377" cy="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55" name="直接箭头连接符 154"/>
            <p:cNvCxnSpPr/>
            <p:nvPr/>
          </p:nvCxnSpPr>
          <p:spPr bwMode="auto">
            <a:xfrm flipH="1">
              <a:off x="6300192" y="4508732"/>
              <a:ext cx="1729333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0" name="直接箭头连接符 159"/>
            <p:cNvCxnSpPr/>
            <p:nvPr/>
          </p:nvCxnSpPr>
          <p:spPr bwMode="auto">
            <a:xfrm flipH="1">
              <a:off x="5796136" y="3500621"/>
              <a:ext cx="647549" cy="3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sp>
          <p:nvSpPr>
            <p:cNvPr id="184" name="Text Box 260"/>
            <p:cNvSpPr txBox="1">
              <a:spLocks noChangeArrowheads="1"/>
            </p:cNvSpPr>
            <p:nvPr/>
          </p:nvSpPr>
          <p:spPr bwMode="auto">
            <a:xfrm>
              <a:off x="5941743" y="4404837"/>
              <a:ext cx="358449" cy="17590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7" name="直接箭头连接符 186"/>
            <p:cNvCxnSpPr/>
            <p:nvPr/>
          </p:nvCxnSpPr>
          <p:spPr bwMode="auto">
            <a:xfrm flipH="1">
              <a:off x="4643359" y="4508733"/>
              <a:ext cx="129679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90" name="直接箭头连接符 189"/>
            <p:cNvCxnSpPr/>
            <p:nvPr/>
          </p:nvCxnSpPr>
          <p:spPr bwMode="auto">
            <a:xfrm flipH="1">
              <a:off x="3851919" y="4436725"/>
              <a:ext cx="2088883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sp>
          <p:nvSpPr>
            <p:cNvPr id="193" name="Text Box 260"/>
            <p:cNvSpPr txBox="1">
              <a:spLocks noChangeArrowheads="1"/>
            </p:cNvSpPr>
            <p:nvPr/>
          </p:nvSpPr>
          <p:spPr bwMode="auto">
            <a:xfrm>
              <a:off x="3491880" y="4508733"/>
              <a:ext cx="792088" cy="180019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94" name="直接箭头连接符 193"/>
            <p:cNvCxnSpPr/>
            <p:nvPr/>
          </p:nvCxnSpPr>
          <p:spPr bwMode="auto">
            <a:xfrm flipV="1">
              <a:off x="3860304" y="4688753"/>
              <a:ext cx="0" cy="25202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0" name="直接箭头连接符 199"/>
            <p:cNvCxnSpPr/>
            <p:nvPr/>
          </p:nvCxnSpPr>
          <p:spPr bwMode="auto">
            <a:xfrm flipV="1">
              <a:off x="4211960" y="4688753"/>
              <a:ext cx="0" cy="25202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箭头连接符 200"/>
            <p:cNvCxnSpPr/>
            <p:nvPr/>
          </p:nvCxnSpPr>
          <p:spPr bwMode="auto">
            <a:xfrm flipV="1">
              <a:off x="3563888" y="4688753"/>
              <a:ext cx="0" cy="25202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8" name="Text Box 63"/>
            <p:cNvSpPr txBox="1">
              <a:spLocks noChangeArrowheads="1"/>
            </p:cNvSpPr>
            <p:nvPr/>
          </p:nvSpPr>
          <p:spPr bwMode="auto">
            <a:xfrm>
              <a:off x="3347864" y="4940781"/>
              <a:ext cx="5257361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add sub </a:t>
              </a:r>
              <a:r>
                <a:rPr lang="en-US" altLang="zh-CN" sz="1600" b="1" spc="-100" dirty="0" err="1">
                  <a:latin typeface="宋体" panose="02010600030101010101" pitchFamily="2" charset="-122"/>
                </a:rPr>
                <a:t>ori</a:t>
              </a:r>
              <a:r>
                <a:rPr lang="en-US" altLang="zh-CN" sz="1600" b="1" spc="-100" dirty="0">
                  <a:latin typeface="宋体" panose="02010600030101010101" pitchFamily="2" charset="-122"/>
                </a:rPr>
                <a:t> </a:t>
              </a:r>
              <a:r>
                <a:rPr lang="en-US" altLang="zh-CN" sz="1000" b="1" spc="-1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spc="-100" dirty="0" err="1">
                  <a:latin typeface="宋体" panose="02010600030101010101" pitchFamily="2" charset="-122"/>
                </a:rPr>
                <a:t>lw</a:t>
              </a:r>
              <a:r>
                <a:rPr lang="en-US" altLang="zh-CN" sz="1600" b="1" spc="-1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spc="-100" dirty="0" err="1">
                  <a:latin typeface="宋体" panose="02010600030101010101" pitchFamily="2" charset="-122"/>
                </a:rPr>
                <a:t>sw</a:t>
              </a:r>
              <a:r>
                <a:rPr lang="en-US" altLang="zh-CN" sz="1600" b="1" spc="-100" dirty="0">
                  <a:latin typeface="宋体" panose="02010600030101010101" pitchFamily="2" charset="-122"/>
                </a:rPr>
                <a:t>                                   </a:t>
              </a:r>
              <a:r>
                <a:rPr lang="en-US" altLang="zh-CN" sz="1600" b="1" spc="-100" dirty="0" err="1">
                  <a:latin typeface="宋体" panose="02010600030101010101" pitchFamily="2" charset="-122"/>
                </a:rPr>
                <a:t>beq</a:t>
              </a:r>
              <a:r>
                <a:rPr lang="en-US" altLang="zh-CN" sz="1600" b="1" spc="-100" dirty="0">
                  <a:latin typeface="宋体" panose="02010600030101010101" pitchFamily="2" charset="-122"/>
                </a:rPr>
                <a:t> j</a:t>
              </a:r>
              <a:endParaRPr lang="zh-CN" altLang="en-US" sz="1600" b="1" spc="-100" dirty="0">
                <a:latin typeface="宋体" panose="02010600030101010101" pitchFamily="2" charset="-122"/>
              </a:endParaRPr>
            </a:p>
          </p:txBody>
        </p:sp>
        <p:cxnSp>
          <p:nvCxnSpPr>
            <p:cNvPr id="214" name="直接箭头连接符 213"/>
            <p:cNvCxnSpPr/>
            <p:nvPr/>
          </p:nvCxnSpPr>
          <p:spPr bwMode="auto">
            <a:xfrm>
              <a:off x="3563888" y="4364717"/>
              <a:ext cx="108012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sp>
          <p:nvSpPr>
            <p:cNvPr id="223" name="Text Box 260"/>
            <p:cNvSpPr txBox="1">
              <a:spLocks noChangeArrowheads="1"/>
            </p:cNvSpPr>
            <p:nvPr/>
          </p:nvSpPr>
          <p:spPr bwMode="auto">
            <a:xfrm>
              <a:off x="8245999" y="4436725"/>
              <a:ext cx="358449" cy="17590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24" name="直接箭头连接符 223"/>
            <p:cNvCxnSpPr/>
            <p:nvPr/>
          </p:nvCxnSpPr>
          <p:spPr bwMode="auto">
            <a:xfrm flipH="1" flipV="1">
              <a:off x="8316415" y="4612629"/>
              <a:ext cx="1" cy="32815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5" name="直接箭头连接符 224"/>
            <p:cNvCxnSpPr/>
            <p:nvPr/>
          </p:nvCxnSpPr>
          <p:spPr bwMode="auto">
            <a:xfrm flipV="1">
              <a:off x="8532436" y="4616745"/>
              <a:ext cx="4" cy="32314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39" name="TextBox 238"/>
            <p:cNvSpPr txBox="1"/>
            <p:nvPr/>
          </p:nvSpPr>
          <p:spPr>
            <a:xfrm>
              <a:off x="6444211" y="4524677"/>
              <a:ext cx="1584173" cy="272088"/>
            </a:xfrm>
            <a:prstGeom prst="rect">
              <a:avLst/>
            </a:prstGeom>
            <a:noFill/>
            <a:ln w="15875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/>
            <a:p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环形信号发生器</a:t>
              </a:r>
            </a:p>
          </p:txBody>
        </p:sp>
      </p:grpSp>
      <p:sp>
        <p:nvSpPr>
          <p:cNvPr id="330" name="AutoShape 9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156177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CCC3B258-98EF-406F-9FCD-AAB4E5A333BA}"/>
              </a:ext>
            </a:extLst>
          </p:cNvPr>
          <p:cNvCxnSpPr/>
          <p:nvPr/>
        </p:nvCxnSpPr>
        <p:spPr>
          <a:xfrm flipH="1">
            <a:off x="4140000" y="908720"/>
            <a:ext cx="468000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65</a:t>
            </a:fld>
            <a:endParaRPr lang="en-US" altLang="zh-CN"/>
          </a:p>
        </p:txBody>
      </p:sp>
      <p:sp>
        <p:nvSpPr>
          <p:cNvPr id="11" name="Text Box 93"/>
          <p:cNvSpPr txBox="1">
            <a:spLocks noChangeArrowheads="1"/>
          </p:cNvSpPr>
          <p:nvPr/>
        </p:nvSpPr>
        <p:spPr bwMode="auto">
          <a:xfrm>
            <a:off x="179388" y="332656"/>
            <a:ext cx="8785100" cy="13188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*设计</a:t>
            </a:r>
            <a:r>
              <a:rPr lang="en-US" altLang="zh-CN" sz="2200" spc="-100" dirty="0" err="1">
                <a:solidFill>
                  <a:srgbClr val="C00000"/>
                </a:solidFill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+mn-ea"/>
                <a:ea typeface="+mn-ea"/>
              </a:rPr>
              <a:t>OP</a:t>
            </a:r>
            <a:r>
              <a:rPr lang="zh-CN" altLang="en-US" sz="2200" b="1" dirty="0">
                <a:solidFill>
                  <a:srgbClr val="C00000"/>
                </a:solidFill>
              </a:rPr>
              <a:t>控制信号形成电路：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⑴</a:t>
            </a:r>
            <a:r>
              <a:rPr lang="zh-CN" altLang="en-US" sz="2200" b="1" dirty="0">
                <a:latin typeface="+mn-ea"/>
                <a:ea typeface="+mn-ea"/>
              </a:rPr>
              <a:t>状态转换图中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打</a:t>
            </a:r>
            <a:r>
              <a:rPr lang="zh-CN" altLang="en-US" sz="2200" b="1" u="sng" dirty="0">
                <a:latin typeface="+mn-ea"/>
                <a:ea typeface="+mn-ea"/>
              </a:rPr>
              <a:t>时间戳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基于节拍信号序列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  </a:t>
            </a:r>
            <a:r>
              <a:rPr lang="en-US" altLang="zh-CN" sz="2200" dirty="0" err="1">
                <a:latin typeface="+mn-lt"/>
                <a:ea typeface="+mn-ea"/>
              </a:rPr>
              <a:t>μ</a:t>
            </a:r>
            <a:r>
              <a:rPr lang="en-US" altLang="zh-CN" sz="2200" b="1" dirty="0" err="1">
                <a:latin typeface="+mn-ea"/>
                <a:ea typeface="+mn-ea"/>
              </a:rPr>
              <a:t>OPCmd</a:t>
            </a:r>
            <a:r>
              <a:rPr lang="zh-CN" altLang="zh-CN" sz="2200" b="1" dirty="0">
                <a:latin typeface="+mn-ea"/>
                <a:ea typeface="+mn-ea"/>
              </a:rPr>
              <a:t>使用时间表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列数</a:t>
            </a:r>
            <a:r>
              <a:rPr lang="zh-CN" altLang="en-US" sz="1800" b="1" dirty="0">
                <a:latin typeface="+mn-ea"/>
                <a:ea typeface="+mn-ea"/>
              </a:rPr>
              <a:t>＝节拍数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中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填</a:t>
            </a:r>
            <a:r>
              <a:rPr lang="zh-CN" altLang="en-US" sz="2200" b="1" u="sng" dirty="0">
                <a:latin typeface="+mn-ea"/>
                <a:ea typeface="+mn-ea"/>
              </a:rPr>
              <a:t>有效条件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基于状态转换图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24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6156524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62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044799"/>
              </p:ext>
            </p:extLst>
          </p:nvPr>
        </p:nvGraphicFramePr>
        <p:xfrm>
          <a:off x="395536" y="1700808"/>
          <a:ext cx="8496850" cy="4384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556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en-US" sz="1600" b="1" kern="100" baseline="-18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baseline="-18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en-US" sz="1600" b="1" kern="100" baseline="-18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baseline="-18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en-US" sz="1600" b="1" kern="100" baseline="-18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zh-CN" sz="1600" b="1" kern="100" baseline="-18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en-US" sz="1600" b="1" kern="100" baseline="-18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zh-CN" sz="1600" b="1" kern="100" baseline="-18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en-US" sz="1600" b="1" kern="100" baseline="-18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zh-CN" sz="1600" b="1" kern="100" baseline="-18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PCWr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PCWrB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IMRd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IRWr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RegAsrc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RegDsrc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RegWr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Extctr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ALUAsrc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ALUBsrc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ALUctr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ALUOWr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</a:t>
                      </a: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EM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</a:t>
                      </a: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EM</a:t>
                      </a: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WMFC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End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331640" y="2048364"/>
          <a:ext cx="7560746" cy="40367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6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All(1)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(0)</a:t>
                      </a: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j(2)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add|sub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(1)</a:t>
                      </a: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ori|lw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(0)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add|sub|ori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(1)</a:t>
                      </a: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(0)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add|sub|ori|lw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lw|sw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All(1)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All(1)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add|sub|ori|lw|sw|beq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(0)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All(3)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All(0)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add|sub|beq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(2)</a:t>
                      </a: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+…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All(0)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All(0)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add|lw|sw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(0)</a:t>
                      </a: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sub(1)</a:t>
                      </a:r>
                      <a:r>
                        <a:rPr lang="en-US" alt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+…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add|sub|ori|lw|sw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sw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lw|sw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beq|j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add|sub|ori|lw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66</a:t>
            </a:fld>
            <a:endParaRPr lang="en-US" altLang="zh-CN"/>
          </a:p>
        </p:txBody>
      </p:sp>
      <p:sp>
        <p:nvSpPr>
          <p:cNvPr id="4" name="Text Box 93"/>
          <p:cNvSpPr txBox="1">
            <a:spLocks noChangeArrowheads="1"/>
          </p:cNvSpPr>
          <p:nvPr/>
        </p:nvSpPr>
        <p:spPr bwMode="auto">
          <a:xfrm>
            <a:off x="179512" y="332656"/>
            <a:ext cx="8785225" cy="17266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⑵</a:t>
            </a:r>
            <a:r>
              <a:rPr lang="zh-CN" altLang="en-US" sz="2200" b="1" dirty="0">
                <a:latin typeface="+mn-ea"/>
                <a:ea typeface="+mn-ea"/>
              </a:rPr>
              <a:t>按行汇总使用时间表，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+mn-ea"/>
              </a:rPr>
              <a:t>OPCmd</a:t>
            </a:r>
            <a:r>
              <a:rPr lang="zh-CN" altLang="zh-CN" sz="2200" b="1" dirty="0">
                <a:latin typeface="+mn-ea"/>
              </a:rPr>
              <a:t>的逻辑表达式</a:t>
            </a:r>
            <a:r>
              <a:rPr lang="zh-CN" altLang="en-US" sz="2200" b="1" dirty="0">
                <a:latin typeface="+mn-ea"/>
              </a:rPr>
              <a:t>为：</a:t>
            </a:r>
            <a:endParaRPr lang="en-US" altLang="zh-CN" sz="2200" b="1" dirty="0">
              <a:latin typeface="+mn-ea"/>
            </a:endParaRP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    </a:t>
            </a:r>
            <a:r>
              <a:rPr lang="en-US" altLang="zh-CN" sz="1800" b="1" dirty="0" err="1">
                <a:latin typeface="+mn-ea"/>
                <a:ea typeface="+mn-ea"/>
              </a:rPr>
              <a:t>PCsrc</a:t>
            </a:r>
            <a:r>
              <a:rPr lang="en-US" altLang="zh-CN" sz="1800" b="1" dirty="0">
                <a:latin typeface="+mn-ea"/>
                <a:ea typeface="+mn-ea"/>
              </a:rPr>
              <a:t>[1]</a:t>
            </a:r>
            <a:r>
              <a:rPr lang="zh-CN" altLang="zh-CN" sz="1800" b="1" dirty="0">
                <a:latin typeface="+mn-ea"/>
                <a:ea typeface="+mn-ea"/>
              </a:rPr>
              <a:t>＝</a:t>
            </a:r>
            <a:r>
              <a:rPr lang="en-US" altLang="zh-CN" sz="1800" b="1" dirty="0">
                <a:latin typeface="+mn-ea"/>
                <a:ea typeface="+mn-ea"/>
              </a:rPr>
              <a:t>T</a:t>
            </a:r>
            <a:r>
              <a:rPr lang="en-US" altLang="zh-CN" sz="1800" b="1" baseline="-18000" dirty="0">
                <a:latin typeface="+mn-ea"/>
                <a:ea typeface="+mn-ea"/>
              </a:rPr>
              <a:t>2</a:t>
            </a:r>
            <a:r>
              <a:rPr lang="en-US" altLang="zh-CN" sz="1800" b="1" dirty="0">
                <a:latin typeface="+mn-ea"/>
                <a:ea typeface="+mn-ea"/>
                <a:sym typeface="Symbol" panose="05050102010706020507"/>
              </a:rPr>
              <a:t></a:t>
            </a:r>
            <a:r>
              <a:rPr lang="en-US" altLang="zh-CN" sz="1800" b="1" dirty="0">
                <a:latin typeface="+mn-ea"/>
                <a:ea typeface="+mn-ea"/>
              </a:rPr>
              <a:t>j</a:t>
            </a:r>
            <a:r>
              <a:rPr lang="zh-CN" altLang="zh-CN" sz="1800" b="1" dirty="0">
                <a:latin typeface="+mn-ea"/>
                <a:ea typeface="+mn-ea"/>
              </a:rPr>
              <a:t>，</a:t>
            </a:r>
            <a:r>
              <a:rPr lang="en-US" altLang="zh-CN" sz="1800" b="1" dirty="0" err="1">
                <a:latin typeface="+mn-ea"/>
                <a:ea typeface="+mn-ea"/>
              </a:rPr>
              <a:t>PCsrc</a:t>
            </a:r>
            <a:r>
              <a:rPr lang="en-US" altLang="zh-CN" sz="1800" b="1" dirty="0">
                <a:latin typeface="+mn-ea"/>
                <a:ea typeface="+mn-ea"/>
              </a:rPr>
              <a:t>[0]</a:t>
            </a:r>
            <a:r>
              <a:rPr lang="zh-CN" altLang="zh-CN" sz="1800" b="1" dirty="0">
                <a:latin typeface="+mn-ea"/>
                <a:ea typeface="+mn-ea"/>
              </a:rPr>
              <a:t>＝</a:t>
            </a:r>
            <a:r>
              <a:rPr lang="en-US" altLang="zh-CN" sz="1800" b="1" dirty="0">
                <a:latin typeface="+mn-ea"/>
                <a:ea typeface="+mn-ea"/>
              </a:rPr>
              <a:t>T</a:t>
            </a:r>
            <a:r>
              <a:rPr lang="en-US" altLang="zh-CN" sz="1800" b="1" baseline="-18000" dirty="0">
                <a:latin typeface="+mn-ea"/>
                <a:ea typeface="+mn-ea"/>
              </a:rPr>
              <a:t>0</a:t>
            </a:r>
            <a:r>
              <a:rPr lang="zh-CN" altLang="zh-CN" sz="1800" b="1" dirty="0">
                <a:latin typeface="+mn-ea"/>
                <a:ea typeface="+mn-ea"/>
              </a:rPr>
              <a:t>，</a:t>
            </a:r>
            <a:r>
              <a:rPr lang="en-US" altLang="zh-CN" sz="1800" b="1" dirty="0" err="1">
                <a:latin typeface="+mn-ea"/>
                <a:ea typeface="+mn-ea"/>
              </a:rPr>
              <a:t>PCWr</a:t>
            </a:r>
            <a:r>
              <a:rPr lang="zh-CN" altLang="zh-CN" sz="1800" b="1" dirty="0">
                <a:latin typeface="+mn-ea"/>
                <a:ea typeface="+mn-ea"/>
              </a:rPr>
              <a:t>＝</a:t>
            </a:r>
            <a:r>
              <a:rPr lang="en-US" altLang="zh-CN" sz="1800" b="1" dirty="0">
                <a:latin typeface="+mn-ea"/>
                <a:ea typeface="+mn-ea"/>
              </a:rPr>
              <a:t>T</a:t>
            </a:r>
            <a:r>
              <a:rPr lang="en-US" altLang="zh-CN" sz="1800" b="1" baseline="-18000" dirty="0">
                <a:latin typeface="+mn-ea"/>
                <a:ea typeface="+mn-ea"/>
              </a:rPr>
              <a:t>0</a:t>
            </a:r>
            <a:r>
              <a:rPr lang="en-US" altLang="zh-CN" sz="1800" b="1" dirty="0">
                <a:latin typeface="+mn-ea"/>
                <a:ea typeface="+mn-ea"/>
              </a:rPr>
              <a:t>+T</a:t>
            </a:r>
            <a:r>
              <a:rPr lang="en-US" altLang="zh-CN" sz="1800" b="1" baseline="-18000" dirty="0">
                <a:latin typeface="+mn-ea"/>
                <a:ea typeface="+mn-ea"/>
              </a:rPr>
              <a:t>2</a:t>
            </a:r>
            <a:r>
              <a:rPr lang="en-US" altLang="zh-CN" sz="1800" b="1" dirty="0">
                <a:latin typeface="+mn-ea"/>
                <a:ea typeface="+mn-ea"/>
                <a:sym typeface="Symbol" panose="05050102010706020507"/>
              </a:rPr>
              <a:t></a:t>
            </a:r>
            <a:r>
              <a:rPr lang="en-US" altLang="zh-CN" sz="1800" b="1" dirty="0">
                <a:latin typeface="+mn-ea"/>
                <a:ea typeface="+mn-ea"/>
              </a:rPr>
              <a:t>j</a:t>
            </a:r>
            <a:r>
              <a:rPr lang="zh-CN" altLang="zh-CN" sz="1800" b="1" dirty="0">
                <a:latin typeface="+mn-ea"/>
                <a:ea typeface="+mn-ea"/>
              </a:rPr>
              <a:t>，</a:t>
            </a: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    </a:t>
            </a:r>
            <a:r>
              <a:rPr lang="en-US" altLang="zh-CN" sz="1800" b="1" dirty="0" err="1">
                <a:latin typeface="+mn-ea"/>
                <a:ea typeface="+mn-ea"/>
              </a:rPr>
              <a:t>RegWr</a:t>
            </a:r>
            <a:r>
              <a:rPr lang="zh-CN" altLang="zh-CN" sz="1800" b="1" dirty="0">
                <a:latin typeface="+mn-ea"/>
                <a:ea typeface="+mn-ea"/>
              </a:rPr>
              <a:t>＝</a:t>
            </a:r>
            <a:r>
              <a:rPr lang="en-US" altLang="zh-CN" sz="1800" b="1" dirty="0">
                <a:latin typeface="+mn-ea"/>
                <a:ea typeface="+mn-ea"/>
              </a:rPr>
              <a:t>T</a:t>
            </a:r>
            <a:r>
              <a:rPr lang="en-US" altLang="zh-CN" sz="1800" b="1" baseline="-18000" dirty="0">
                <a:latin typeface="+mn-ea"/>
                <a:ea typeface="+mn-ea"/>
              </a:rPr>
              <a:t>4</a:t>
            </a:r>
            <a:r>
              <a:rPr lang="en-US" altLang="zh-CN" sz="1800" b="1" dirty="0">
                <a:latin typeface="+mn-ea"/>
                <a:ea typeface="+mn-ea"/>
                <a:sym typeface="Symbol" panose="05050102010706020507"/>
              </a:rPr>
              <a:t>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en-US" altLang="zh-CN" sz="1800" b="1" dirty="0" err="1">
                <a:latin typeface="+mn-ea"/>
                <a:ea typeface="+mn-ea"/>
              </a:rPr>
              <a:t>add+sub+ori+lw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zh-CN" sz="1800" b="1" dirty="0">
                <a:latin typeface="+mn-ea"/>
                <a:ea typeface="+mn-ea"/>
              </a:rPr>
              <a:t>，</a:t>
            </a:r>
            <a:r>
              <a:rPr lang="en-US" altLang="zh-CN" sz="1800" b="1" dirty="0">
                <a:latin typeface="+mn-ea"/>
                <a:ea typeface="+mn-ea"/>
              </a:rPr>
              <a:t>…</a:t>
            </a:r>
            <a:r>
              <a:rPr lang="zh-CN" altLang="zh-CN" sz="1800" b="1" dirty="0">
                <a:latin typeface="+mn-ea"/>
                <a:ea typeface="+mn-ea"/>
              </a:rPr>
              <a:t>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+mn-ea"/>
                <a:ea typeface="+mn-ea"/>
              </a:rPr>
              <a:t>           End</a:t>
            </a:r>
            <a:r>
              <a:rPr lang="zh-CN" altLang="zh-CN" sz="1800" b="1" dirty="0">
                <a:latin typeface="+mn-ea"/>
                <a:ea typeface="+mn-ea"/>
              </a:rPr>
              <a:t>＝</a:t>
            </a:r>
            <a:r>
              <a:rPr lang="en-US" altLang="zh-CN" sz="1800" b="1" dirty="0">
                <a:latin typeface="+mn-ea"/>
                <a:ea typeface="+mn-ea"/>
              </a:rPr>
              <a:t>T</a:t>
            </a:r>
            <a:r>
              <a:rPr lang="en-US" altLang="zh-CN" sz="1800" b="1" baseline="-18000" dirty="0">
                <a:latin typeface="+mn-ea"/>
                <a:ea typeface="+mn-ea"/>
              </a:rPr>
              <a:t>2</a:t>
            </a:r>
            <a:r>
              <a:rPr lang="en-US" altLang="zh-CN" sz="1800" b="1" dirty="0">
                <a:latin typeface="+mn-ea"/>
                <a:ea typeface="+mn-ea"/>
                <a:sym typeface="Symbol" panose="05050102010706020507"/>
              </a:rPr>
              <a:t>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en-US" altLang="zh-CN" sz="1800" b="1" dirty="0" err="1">
                <a:latin typeface="+mn-ea"/>
                <a:ea typeface="+mn-ea"/>
              </a:rPr>
              <a:t>beq+j</a:t>
            </a:r>
            <a:r>
              <a:rPr lang="en-US" altLang="zh-CN" sz="1800" b="1" dirty="0">
                <a:latin typeface="+mn-ea"/>
                <a:ea typeface="+mn-ea"/>
              </a:rPr>
              <a:t>)+T</a:t>
            </a:r>
            <a:r>
              <a:rPr lang="en-US" altLang="zh-CN" sz="1800" b="1" baseline="-18000" dirty="0">
                <a:latin typeface="+mn-ea"/>
                <a:ea typeface="+mn-ea"/>
              </a:rPr>
              <a:t>3</a:t>
            </a:r>
            <a:r>
              <a:rPr lang="en-US" altLang="zh-CN" sz="1800" b="1" dirty="0">
                <a:latin typeface="+mn-ea"/>
                <a:ea typeface="+mn-ea"/>
                <a:sym typeface="Symbol" panose="05050102010706020507"/>
              </a:rPr>
              <a:t></a:t>
            </a:r>
            <a:r>
              <a:rPr lang="en-US" altLang="zh-CN" sz="1800" b="1" dirty="0">
                <a:latin typeface="+mn-ea"/>
                <a:ea typeface="+mn-ea"/>
              </a:rPr>
              <a:t>sw+T</a:t>
            </a:r>
            <a:r>
              <a:rPr lang="en-US" altLang="zh-CN" sz="1800" b="1" baseline="-18000" dirty="0">
                <a:latin typeface="+mn-ea"/>
                <a:ea typeface="+mn-ea"/>
              </a:rPr>
              <a:t>4</a:t>
            </a:r>
            <a:r>
              <a:rPr lang="en-US" altLang="zh-CN" sz="1800" b="1" dirty="0">
                <a:latin typeface="+mn-ea"/>
                <a:ea typeface="+mn-ea"/>
                <a:sym typeface="Symbol" panose="05050102010706020507"/>
              </a:rPr>
              <a:t>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en-US" altLang="zh-CN" sz="1800" b="1" dirty="0" err="1">
                <a:latin typeface="+mn-ea"/>
                <a:ea typeface="+mn-ea"/>
              </a:rPr>
              <a:t>add+sub+ori+lw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⑶</a:t>
            </a:r>
            <a:r>
              <a:rPr lang="zh-CN" altLang="en-US" sz="2200" b="1" dirty="0">
                <a:latin typeface="+mn-ea"/>
                <a:ea typeface="+mn-ea"/>
              </a:rPr>
              <a:t>用组合逻辑电路实现每个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+mn-ea"/>
              </a:rPr>
              <a:t>OPCmd</a:t>
            </a: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16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" name="Text Box 648"/>
          <p:cNvSpPr txBox="1">
            <a:spLocks noChangeArrowheads="1"/>
          </p:cNvSpPr>
          <p:nvPr/>
        </p:nvSpPr>
        <p:spPr bwMode="auto">
          <a:xfrm>
            <a:off x="827460" y="6028604"/>
            <a:ext cx="7056000" cy="3683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5-3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P237—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17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仅画出信号序列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19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仅填</a:t>
            </a:r>
            <a:r>
              <a:rPr lang="en-US" altLang="zh-CN" sz="1600" dirty="0" err="1"/>
              <a:t>μ</a:t>
            </a:r>
            <a:r>
              <a:rPr lang="en-US" altLang="zh-CN" sz="1600" b="1" dirty="0" err="1">
                <a:latin typeface="+mn-ea"/>
              </a:rPr>
              <a:t>OPCmd</a:t>
            </a:r>
            <a:r>
              <a:rPr lang="zh-CN" altLang="zh-CN" sz="1600" b="1" dirty="0">
                <a:latin typeface="+mn-ea"/>
              </a:rPr>
              <a:t>使用时间表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17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6070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118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6156524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64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1259632" y="2132856"/>
            <a:ext cx="6696744" cy="3456384"/>
            <a:chOff x="1259632" y="2420888"/>
            <a:chExt cx="6696744" cy="3456384"/>
          </a:xfrm>
        </p:grpSpPr>
        <p:sp>
          <p:nvSpPr>
            <p:cNvPr id="8" name="矩形 7"/>
            <p:cNvSpPr/>
            <p:nvPr/>
          </p:nvSpPr>
          <p:spPr>
            <a:xfrm>
              <a:off x="1259632" y="3501007"/>
              <a:ext cx="6696744" cy="1872209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矩形 8"/>
            <p:cNvSpPr/>
            <p:nvPr/>
          </p:nvSpPr>
          <p:spPr>
            <a:xfrm>
              <a:off x="5364088" y="3573016"/>
              <a:ext cx="2448272" cy="1728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矩形 9"/>
            <p:cNvSpPr/>
            <p:nvPr/>
          </p:nvSpPr>
          <p:spPr>
            <a:xfrm>
              <a:off x="1331640" y="3573016"/>
              <a:ext cx="3528392" cy="1728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11" name="直接箭头连接符 10"/>
            <p:cNvCxnSpPr/>
            <p:nvPr/>
          </p:nvCxnSpPr>
          <p:spPr bwMode="auto">
            <a:xfrm>
              <a:off x="1763688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" name="直接箭头连接符 11"/>
            <p:cNvCxnSpPr/>
            <p:nvPr/>
          </p:nvCxnSpPr>
          <p:spPr bwMode="auto">
            <a:xfrm>
              <a:off x="1475656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" name="直接箭头连接符 12"/>
            <p:cNvCxnSpPr/>
            <p:nvPr/>
          </p:nvCxnSpPr>
          <p:spPr bwMode="auto">
            <a:xfrm>
              <a:off x="2051720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" name="Text Box 147"/>
            <p:cNvSpPr txBox="1">
              <a:spLocks noChangeArrowheads="1"/>
            </p:cNvSpPr>
            <p:nvPr/>
          </p:nvSpPr>
          <p:spPr bwMode="auto">
            <a:xfrm>
              <a:off x="1295636" y="3212976"/>
              <a:ext cx="3564396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spc="220" dirty="0">
                  <a:solidFill>
                    <a:srgbClr val="990099"/>
                  </a:solidFill>
                  <a:latin typeface="宋体" panose="02010600030101010101" pitchFamily="2" charset="-122"/>
                </a:rPr>
                <a:t>a s o l s b j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800" b="1" spc="-5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800" b="1" spc="-50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800" b="1" spc="-5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T</a:t>
              </a:r>
              <a:r>
                <a:rPr lang="en-US" altLang="zh-CN" sz="1800" b="1" spc="-50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800" b="1" spc="-5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T</a:t>
              </a:r>
              <a:r>
                <a:rPr lang="en-US" altLang="zh-CN" sz="1800" b="1" spc="-50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800" b="1" spc="-5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T</a:t>
              </a:r>
              <a:r>
                <a:rPr lang="en-US" altLang="zh-CN" sz="1800" b="1" spc="-50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3</a:t>
              </a:r>
              <a:r>
                <a:rPr lang="en-US" altLang="zh-CN" sz="1800" b="1" spc="-5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T</a:t>
              </a:r>
              <a:r>
                <a:rPr lang="en-US" altLang="zh-CN" sz="1800" b="1" spc="-50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4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</a:t>
              </a:r>
              <a:endPara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" name="Text Box 132"/>
            <p:cNvSpPr txBox="1">
              <a:spLocks noChangeArrowheads="1"/>
            </p:cNvSpPr>
            <p:nvPr/>
          </p:nvSpPr>
          <p:spPr bwMode="auto">
            <a:xfrm>
              <a:off x="1403648" y="2922690"/>
              <a:ext cx="1872000" cy="290286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指令译码器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132"/>
            <p:cNvSpPr txBox="1">
              <a:spLocks noChangeArrowheads="1"/>
            </p:cNvSpPr>
            <p:nvPr/>
          </p:nvSpPr>
          <p:spPr bwMode="auto">
            <a:xfrm>
              <a:off x="5364088" y="2924944"/>
              <a:ext cx="1800200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多周期数据通路</a:t>
              </a:r>
            </a:p>
          </p:txBody>
        </p:sp>
        <p:cxnSp>
          <p:nvCxnSpPr>
            <p:cNvPr id="17" name="直接箭头连接符 16"/>
            <p:cNvCxnSpPr/>
            <p:nvPr/>
          </p:nvCxnSpPr>
          <p:spPr bwMode="auto">
            <a:xfrm flipH="1">
              <a:off x="4500312" y="2564904"/>
              <a:ext cx="280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" name="直接箭头连接符 17"/>
            <p:cNvCxnSpPr/>
            <p:nvPr/>
          </p:nvCxnSpPr>
          <p:spPr bwMode="auto">
            <a:xfrm>
              <a:off x="4932040" y="3068960"/>
              <a:ext cx="432048" cy="14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" name="直接箭头连接符 18"/>
            <p:cNvCxnSpPr/>
            <p:nvPr/>
          </p:nvCxnSpPr>
          <p:spPr bwMode="auto">
            <a:xfrm>
              <a:off x="2555776" y="2492896"/>
              <a:ext cx="0" cy="4320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直接箭头连接符 19"/>
            <p:cNvCxnSpPr/>
            <p:nvPr/>
          </p:nvCxnSpPr>
          <p:spPr bwMode="auto">
            <a:xfrm>
              <a:off x="2483768" y="2420888"/>
              <a:ext cx="0" cy="50099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" name="Text Box 147"/>
            <p:cNvSpPr txBox="1">
              <a:spLocks noChangeArrowheads="1"/>
            </p:cNvSpPr>
            <p:nvPr/>
          </p:nvSpPr>
          <p:spPr bwMode="auto">
            <a:xfrm>
              <a:off x="2150398" y="2636912"/>
              <a:ext cx="1008000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op 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func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 bwMode="auto">
            <a:xfrm>
              <a:off x="2483768" y="2420888"/>
              <a:ext cx="432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3" name="直接箭头连接符 22"/>
            <p:cNvCxnSpPr/>
            <p:nvPr/>
          </p:nvCxnSpPr>
          <p:spPr bwMode="auto">
            <a:xfrm>
              <a:off x="2339752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" name="直接箭头连接符 23"/>
            <p:cNvCxnSpPr/>
            <p:nvPr/>
          </p:nvCxnSpPr>
          <p:spPr bwMode="auto">
            <a:xfrm>
              <a:off x="2627784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" name="直接箭头连接符 24"/>
            <p:cNvCxnSpPr/>
            <p:nvPr/>
          </p:nvCxnSpPr>
          <p:spPr bwMode="auto">
            <a:xfrm>
              <a:off x="2915816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" name="直接箭头连接符 25"/>
            <p:cNvCxnSpPr/>
            <p:nvPr/>
          </p:nvCxnSpPr>
          <p:spPr bwMode="auto">
            <a:xfrm>
              <a:off x="3203848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" name="直接箭头连接符 26"/>
            <p:cNvCxnSpPr/>
            <p:nvPr/>
          </p:nvCxnSpPr>
          <p:spPr bwMode="auto">
            <a:xfrm>
              <a:off x="3635896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" name="直接箭头连接符 27"/>
            <p:cNvCxnSpPr/>
            <p:nvPr/>
          </p:nvCxnSpPr>
          <p:spPr bwMode="auto">
            <a:xfrm>
              <a:off x="3923928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" name="直接箭头连接符 28"/>
            <p:cNvCxnSpPr/>
            <p:nvPr/>
          </p:nvCxnSpPr>
          <p:spPr bwMode="auto">
            <a:xfrm>
              <a:off x="4211960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" name="直接箭头连接符 29"/>
            <p:cNvCxnSpPr/>
            <p:nvPr/>
          </p:nvCxnSpPr>
          <p:spPr bwMode="auto">
            <a:xfrm>
              <a:off x="4788024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" name="直接箭头连接符 30"/>
            <p:cNvCxnSpPr/>
            <p:nvPr/>
          </p:nvCxnSpPr>
          <p:spPr bwMode="auto">
            <a:xfrm>
              <a:off x="4499992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2" name="Text Box 132"/>
            <p:cNvSpPr txBox="1">
              <a:spLocks noChangeArrowheads="1"/>
            </p:cNvSpPr>
            <p:nvPr/>
          </p:nvSpPr>
          <p:spPr bwMode="auto">
            <a:xfrm>
              <a:off x="3492040" y="2924942"/>
              <a:ext cx="1440000" cy="289459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时序信号电路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3" name="Text Box 147"/>
            <p:cNvSpPr txBox="1">
              <a:spLocks noChangeArrowheads="1"/>
            </p:cNvSpPr>
            <p:nvPr/>
          </p:nvSpPr>
          <p:spPr bwMode="auto">
            <a:xfrm>
              <a:off x="5004049" y="2804808"/>
              <a:ext cx="288032" cy="62419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800" b="1" dirty="0">
                  <a:latin typeface="宋体" panose="02010600030101010101" pitchFamily="2" charset="-122"/>
                </a:rPr>
                <a:t>P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1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14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P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0</a:t>
              </a:r>
              <a:endParaRPr lang="zh-CN" altLang="en-US" sz="14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34" name="直接箭头连接符 33"/>
            <p:cNvCxnSpPr/>
            <p:nvPr/>
          </p:nvCxnSpPr>
          <p:spPr bwMode="auto">
            <a:xfrm flipV="1">
              <a:off x="1403648" y="3643831"/>
              <a:ext cx="6336704" cy="119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" name="直接箭头连接符 34"/>
            <p:cNvCxnSpPr/>
            <p:nvPr/>
          </p:nvCxnSpPr>
          <p:spPr bwMode="auto">
            <a:xfrm>
              <a:off x="5436096" y="3212976"/>
              <a:ext cx="330" cy="22322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36" name="直接箭头连接符 35"/>
            <p:cNvCxnSpPr/>
            <p:nvPr/>
          </p:nvCxnSpPr>
          <p:spPr bwMode="auto">
            <a:xfrm>
              <a:off x="5723798" y="3214401"/>
              <a:ext cx="0" cy="241547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37" name="直接箭头连接符 36"/>
            <p:cNvCxnSpPr/>
            <p:nvPr/>
          </p:nvCxnSpPr>
          <p:spPr bwMode="auto">
            <a:xfrm>
              <a:off x="6012160" y="3212976"/>
              <a:ext cx="0" cy="22322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38" name="直接箭头连接符 37"/>
            <p:cNvCxnSpPr/>
            <p:nvPr/>
          </p:nvCxnSpPr>
          <p:spPr bwMode="auto">
            <a:xfrm>
              <a:off x="6300192" y="3212976"/>
              <a:ext cx="0" cy="244827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39" name="直接箭头连接符 38"/>
            <p:cNvCxnSpPr/>
            <p:nvPr/>
          </p:nvCxnSpPr>
          <p:spPr bwMode="auto">
            <a:xfrm>
              <a:off x="6588224" y="3212976"/>
              <a:ext cx="0" cy="22322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40" name="直接箭头连接符 39"/>
            <p:cNvCxnSpPr/>
            <p:nvPr/>
          </p:nvCxnSpPr>
          <p:spPr bwMode="auto">
            <a:xfrm>
              <a:off x="7020272" y="3212976"/>
              <a:ext cx="2617" cy="244827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41" name="直接箭头连接符 40"/>
            <p:cNvCxnSpPr/>
            <p:nvPr/>
          </p:nvCxnSpPr>
          <p:spPr bwMode="auto">
            <a:xfrm>
              <a:off x="4932040" y="3140968"/>
              <a:ext cx="432048" cy="14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箭头连接符 41"/>
            <p:cNvCxnSpPr/>
            <p:nvPr/>
          </p:nvCxnSpPr>
          <p:spPr bwMode="auto">
            <a:xfrm flipV="1">
              <a:off x="1403648" y="3795948"/>
              <a:ext cx="6336704" cy="147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" name="直接箭头连接符 42"/>
            <p:cNvCxnSpPr/>
            <p:nvPr/>
          </p:nvCxnSpPr>
          <p:spPr bwMode="auto">
            <a:xfrm>
              <a:off x="1403648" y="3924672"/>
              <a:ext cx="633670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4" name="直接箭头连接符 43"/>
            <p:cNvCxnSpPr/>
            <p:nvPr/>
          </p:nvCxnSpPr>
          <p:spPr bwMode="auto">
            <a:xfrm>
              <a:off x="1403648" y="4077072"/>
              <a:ext cx="633670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" name="直接箭头连接符 44"/>
            <p:cNvCxnSpPr/>
            <p:nvPr/>
          </p:nvCxnSpPr>
          <p:spPr bwMode="auto">
            <a:xfrm flipV="1">
              <a:off x="1403648" y="4217707"/>
              <a:ext cx="6336704" cy="338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6" name="直接箭头连接符 45"/>
            <p:cNvCxnSpPr/>
            <p:nvPr/>
          </p:nvCxnSpPr>
          <p:spPr bwMode="auto">
            <a:xfrm>
              <a:off x="1403648" y="4373489"/>
              <a:ext cx="6336704" cy="42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7" name="直接箭头连接符 46"/>
            <p:cNvCxnSpPr/>
            <p:nvPr/>
          </p:nvCxnSpPr>
          <p:spPr bwMode="auto">
            <a:xfrm>
              <a:off x="1403648" y="4500736"/>
              <a:ext cx="633670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8" name="直接箭头连接符 47"/>
            <p:cNvCxnSpPr/>
            <p:nvPr/>
          </p:nvCxnSpPr>
          <p:spPr bwMode="auto">
            <a:xfrm flipV="1">
              <a:off x="1403648" y="4651561"/>
              <a:ext cx="6336704" cy="157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9" name="直接箭头连接符 48"/>
            <p:cNvCxnSpPr/>
            <p:nvPr/>
          </p:nvCxnSpPr>
          <p:spPr bwMode="auto">
            <a:xfrm flipV="1">
              <a:off x="1403648" y="4796341"/>
              <a:ext cx="6336704" cy="81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0" name="直接箭头连接符 49"/>
            <p:cNvCxnSpPr/>
            <p:nvPr/>
          </p:nvCxnSpPr>
          <p:spPr bwMode="auto">
            <a:xfrm>
              <a:off x="1403648" y="4949552"/>
              <a:ext cx="633670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1" name="直接箭头连接符 50"/>
            <p:cNvCxnSpPr/>
            <p:nvPr/>
          </p:nvCxnSpPr>
          <p:spPr bwMode="auto">
            <a:xfrm>
              <a:off x="1403648" y="5076800"/>
              <a:ext cx="633670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2" name="直接箭头连接符 51"/>
            <p:cNvCxnSpPr/>
            <p:nvPr/>
          </p:nvCxnSpPr>
          <p:spPr bwMode="auto">
            <a:xfrm>
              <a:off x="1403648" y="5229200"/>
              <a:ext cx="633670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3" name="椭圆 52"/>
            <p:cNvSpPr/>
            <p:nvPr/>
          </p:nvSpPr>
          <p:spPr bwMode="auto">
            <a:xfrm>
              <a:off x="1445176" y="389620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" name="椭圆 53"/>
            <p:cNvSpPr/>
            <p:nvPr/>
          </p:nvSpPr>
          <p:spPr bwMode="auto">
            <a:xfrm>
              <a:off x="1736358" y="404860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椭圆 54"/>
            <p:cNvSpPr/>
            <p:nvPr/>
          </p:nvSpPr>
          <p:spPr bwMode="auto">
            <a:xfrm>
              <a:off x="2021240" y="4190707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" name="椭圆 55"/>
            <p:cNvSpPr/>
            <p:nvPr/>
          </p:nvSpPr>
          <p:spPr bwMode="auto">
            <a:xfrm>
              <a:off x="2312422" y="4343107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椭圆 56"/>
            <p:cNvSpPr/>
            <p:nvPr/>
          </p:nvSpPr>
          <p:spPr bwMode="auto">
            <a:xfrm>
              <a:off x="2313464" y="5199102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" name="椭圆 57"/>
            <p:cNvSpPr/>
            <p:nvPr/>
          </p:nvSpPr>
          <p:spPr bwMode="auto">
            <a:xfrm>
              <a:off x="2600454" y="504642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椭圆 58"/>
            <p:cNvSpPr/>
            <p:nvPr/>
          </p:nvSpPr>
          <p:spPr bwMode="auto">
            <a:xfrm>
              <a:off x="2891051" y="4919732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椭圆 59"/>
            <p:cNvSpPr/>
            <p:nvPr/>
          </p:nvSpPr>
          <p:spPr bwMode="auto">
            <a:xfrm>
              <a:off x="3178041" y="476705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" name="椭圆 60"/>
            <p:cNvSpPr/>
            <p:nvPr/>
          </p:nvSpPr>
          <p:spPr bwMode="auto">
            <a:xfrm>
              <a:off x="3177178" y="462456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" name="椭圆 61"/>
            <p:cNvSpPr/>
            <p:nvPr/>
          </p:nvSpPr>
          <p:spPr bwMode="auto">
            <a:xfrm>
              <a:off x="3177178" y="361835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" name="椭圆 62"/>
            <p:cNvSpPr/>
            <p:nvPr/>
          </p:nvSpPr>
          <p:spPr bwMode="auto">
            <a:xfrm>
              <a:off x="3608566" y="377075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椭圆 63"/>
            <p:cNvSpPr/>
            <p:nvPr/>
          </p:nvSpPr>
          <p:spPr bwMode="auto">
            <a:xfrm>
              <a:off x="4182725" y="361683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椭圆 64"/>
            <p:cNvSpPr/>
            <p:nvPr/>
          </p:nvSpPr>
          <p:spPr bwMode="auto">
            <a:xfrm>
              <a:off x="3896216" y="4472265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椭圆 65"/>
            <p:cNvSpPr/>
            <p:nvPr/>
          </p:nvSpPr>
          <p:spPr bwMode="auto">
            <a:xfrm>
              <a:off x="4182725" y="4919553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椭圆 66"/>
            <p:cNvSpPr/>
            <p:nvPr/>
          </p:nvSpPr>
          <p:spPr bwMode="auto">
            <a:xfrm>
              <a:off x="4474567" y="5199965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椭圆 67"/>
            <p:cNvSpPr/>
            <p:nvPr/>
          </p:nvSpPr>
          <p:spPr bwMode="auto">
            <a:xfrm>
              <a:off x="4473704" y="5047947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" name="椭圆 68"/>
            <p:cNvSpPr/>
            <p:nvPr/>
          </p:nvSpPr>
          <p:spPr bwMode="auto">
            <a:xfrm>
              <a:off x="4473322" y="4626466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" name="椭圆 69"/>
            <p:cNvSpPr/>
            <p:nvPr/>
          </p:nvSpPr>
          <p:spPr bwMode="auto">
            <a:xfrm>
              <a:off x="4760694" y="4048879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" name="椭圆 70"/>
            <p:cNvSpPr/>
            <p:nvPr/>
          </p:nvSpPr>
          <p:spPr bwMode="auto">
            <a:xfrm>
              <a:off x="4759831" y="389686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椭圆 71"/>
            <p:cNvSpPr/>
            <p:nvPr/>
          </p:nvSpPr>
          <p:spPr bwMode="auto">
            <a:xfrm>
              <a:off x="4760694" y="4346917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" name="椭圆 72"/>
            <p:cNvSpPr/>
            <p:nvPr/>
          </p:nvSpPr>
          <p:spPr bwMode="auto">
            <a:xfrm>
              <a:off x="4759831" y="4194899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" name="椭圆 73"/>
            <p:cNvSpPr/>
            <p:nvPr/>
          </p:nvSpPr>
          <p:spPr bwMode="auto">
            <a:xfrm>
              <a:off x="4761354" y="476934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" name="椭圆 74"/>
            <p:cNvSpPr/>
            <p:nvPr/>
          </p:nvSpPr>
          <p:spPr bwMode="auto">
            <a:xfrm>
              <a:off x="5409426" y="361835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" name="椭圆 75"/>
            <p:cNvSpPr/>
            <p:nvPr/>
          </p:nvSpPr>
          <p:spPr bwMode="auto">
            <a:xfrm>
              <a:off x="5696798" y="377075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椭圆 76"/>
            <p:cNvSpPr/>
            <p:nvPr/>
          </p:nvSpPr>
          <p:spPr bwMode="auto">
            <a:xfrm>
              <a:off x="5982925" y="3770372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" name="椭圆 77"/>
            <p:cNvSpPr/>
            <p:nvPr/>
          </p:nvSpPr>
          <p:spPr bwMode="auto">
            <a:xfrm>
              <a:off x="5982062" y="361835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" name="椭圆 78"/>
            <p:cNvSpPr/>
            <p:nvPr/>
          </p:nvSpPr>
          <p:spPr bwMode="auto">
            <a:xfrm>
              <a:off x="6274767" y="4047356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椭圆 79"/>
            <p:cNvSpPr/>
            <p:nvPr/>
          </p:nvSpPr>
          <p:spPr bwMode="auto">
            <a:xfrm>
              <a:off x="6273904" y="3895338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椭圆 80"/>
            <p:cNvSpPr/>
            <p:nvPr/>
          </p:nvSpPr>
          <p:spPr bwMode="auto">
            <a:xfrm>
              <a:off x="6274767" y="434539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椭圆 81"/>
            <p:cNvSpPr/>
            <p:nvPr/>
          </p:nvSpPr>
          <p:spPr bwMode="auto">
            <a:xfrm>
              <a:off x="6273904" y="4193376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" name="椭圆 82"/>
            <p:cNvSpPr/>
            <p:nvPr/>
          </p:nvSpPr>
          <p:spPr bwMode="auto">
            <a:xfrm>
              <a:off x="6560894" y="3768948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" name="椭圆 83"/>
            <p:cNvSpPr/>
            <p:nvPr/>
          </p:nvSpPr>
          <p:spPr bwMode="auto">
            <a:xfrm>
              <a:off x="6560894" y="4471020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椭圆 84"/>
            <p:cNvSpPr/>
            <p:nvPr/>
          </p:nvSpPr>
          <p:spPr bwMode="auto">
            <a:xfrm>
              <a:off x="6992942" y="4767535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6" name="椭圆 85"/>
            <p:cNvSpPr/>
            <p:nvPr/>
          </p:nvSpPr>
          <p:spPr bwMode="auto">
            <a:xfrm>
              <a:off x="6995889" y="4625042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 bwMode="auto">
            <a:xfrm>
              <a:off x="7307974" y="2564904"/>
              <a:ext cx="1702" cy="288032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8" name="直接箭头连接符 87"/>
            <p:cNvCxnSpPr/>
            <p:nvPr/>
          </p:nvCxnSpPr>
          <p:spPr bwMode="auto">
            <a:xfrm>
              <a:off x="7668344" y="3212976"/>
              <a:ext cx="1575" cy="244827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sp>
          <p:nvSpPr>
            <p:cNvPr id="89" name="Text Box 132"/>
            <p:cNvSpPr txBox="1">
              <a:spLocks noChangeArrowheads="1"/>
            </p:cNvSpPr>
            <p:nvPr/>
          </p:nvSpPr>
          <p:spPr bwMode="auto">
            <a:xfrm>
              <a:off x="7452320" y="2706667"/>
              <a:ext cx="504056" cy="50631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中断机构</a:t>
              </a:r>
            </a:p>
          </p:txBody>
        </p:sp>
        <p:sp>
          <p:nvSpPr>
            <p:cNvPr id="90" name="椭圆 89"/>
            <p:cNvSpPr/>
            <p:nvPr/>
          </p:nvSpPr>
          <p:spPr bwMode="auto">
            <a:xfrm>
              <a:off x="7280974" y="3768085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" name="椭圆 90"/>
            <p:cNvSpPr/>
            <p:nvPr/>
          </p:nvSpPr>
          <p:spPr bwMode="auto">
            <a:xfrm>
              <a:off x="7642919" y="3616449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" name="椭圆 91"/>
            <p:cNvSpPr/>
            <p:nvPr/>
          </p:nvSpPr>
          <p:spPr bwMode="auto">
            <a:xfrm>
              <a:off x="7279729" y="5201870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椭圆 92"/>
            <p:cNvSpPr/>
            <p:nvPr/>
          </p:nvSpPr>
          <p:spPr bwMode="auto">
            <a:xfrm>
              <a:off x="7282676" y="5047947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椭圆 93"/>
            <p:cNvSpPr/>
            <p:nvPr/>
          </p:nvSpPr>
          <p:spPr bwMode="auto">
            <a:xfrm>
              <a:off x="7641877" y="4048879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" name="椭圆 94"/>
            <p:cNvSpPr/>
            <p:nvPr/>
          </p:nvSpPr>
          <p:spPr bwMode="auto">
            <a:xfrm>
              <a:off x="7641014" y="389686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" name="椭圆 95"/>
            <p:cNvSpPr/>
            <p:nvPr/>
          </p:nvSpPr>
          <p:spPr bwMode="auto">
            <a:xfrm>
              <a:off x="7641877" y="4345166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椭圆 96"/>
            <p:cNvSpPr/>
            <p:nvPr/>
          </p:nvSpPr>
          <p:spPr bwMode="auto">
            <a:xfrm>
              <a:off x="7642919" y="4189338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" name="椭圆 97"/>
            <p:cNvSpPr/>
            <p:nvPr/>
          </p:nvSpPr>
          <p:spPr bwMode="auto">
            <a:xfrm>
              <a:off x="7639769" y="5047466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" name="椭圆 98"/>
            <p:cNvSpPr/>
            <p:nvPr/>
          </p:nvSpPr>
          <p:spPr bwMode="auto">
            <a:xfrm>
              <a:off x="7642716" y="491917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0" name="直接箭头连接符 99"/>
            <p:cNvCxnSpPr/>
            <p:nvPr/>
          </p:nvCxnSpPr>
          <p:spPr bwMode="auto">
            <a:xfrm>
              <a:off x="4499992" y="2564904"/>
              <a:ext cx="0" cy="3600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1" name="直接箭头连接符 201"/>
            <p:cNvCxnSpPr>
              <a:stCxn id="102" idx="1"/>
            </p:cNvCxnSpPr>
            <p:nvPr/>
          </p:nvCxnSpPr>
          <p:spPr bwMode="auto">
            <a:xfrm rot="10800000" flipV="1">
              <a:off x="4716016" y="2727740"/>
              <a:ext cx="216024" cy="197204"/>
            </a:xfrm>
            <a:prstGeom prst="bentConnector3">
              <a:avLst>
                <a:gd name="adj1" fmla="val 101735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2" name="Text Box 260"/>
            <p:cNvSpPr txBox="1">
              <a:spLocks noChangeArrowheads="1"/>
            </p:cNvSpPr>
            <p:nvPr/>
          </p:nvSpPr>
          <p:spPr bwMode="auto">
            <a:xfrm>
              <a:off x="4932040" y="2636912"/>
              <a:ext cx="360040" cy="18165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03" name="直接箭头连接符 201"/>
            <p:cNvCxnSpPr/>
            <p:nvPr/>
          </p:nvCxnSpPr>
          <p:spPr bwMode="auto">
            <a:xfrm rot="10800000">
              <a:off x="5292080" y="2777883"/>
              <a:ext cx="216000" cy="144000"/>
            </a:xfrm>
            <a:prstGeom prst="bentConnector3">
              <a:avLst>
                <a:gd name="adj1" fmla="val 406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4" name="直接箭头连接符 201"/>
            <p:cNvCxnSpPr/>
            <p:nvPr/>
          </p:nvCxnSpPr>
          <p:spPr bwMode="auto">
            <a:xfrm rot="10800000">
              <a:off x="5292112" y="2708945"/>
              <a:ext cx="288000" cy="216000"/>
            </a:xfrm>
            <a:prstGeom prst="bentConnector3">
              <a:avLst>
                <a:gd name="adj1" fmla="val -1577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5" name="直接箭头连接符 104"/>
            <p:cNvCxnSpPr/>
            <p:nvPr/>
          </p:nvCxnSpPr>
          <p:spPr bwMode="auto">
            <a:xfrm flipV="1">
              <a:off x="6732240" y="2492896"/>
              <a:ext cx="0" cy="4320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6" name="直接箭头连接符 105"/>
            <p:cNvCxnSpPr/>
            <p:nvPr/>
          </p:nvCxnSpPr>
          <p:spPr bwMode="auto">
            <a:xfrm flipV="1">
              <a:off x="6804248" y="2420888"/>
              <a:ext cx="0" cy="50405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7" name="直接箭头连接符 106"/>
            <p:cNvCxnSpPr/>
            <p:nvPr/>
          </p:nvCxnSpPr>
          <p:spPr bwMode="auto">
            <a:xfrm>
              <a:off x="2555776" y="2492896"/>
              <a:ext cx="417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08" name="矩形 107"/>
            <p:cNvSpPr/>
            <p:nvPr/>
          </p:nvSpPr>
          <p:spPr>
            <a:xfrm>
              <a:off x="4932041" y="5445224"/>
              <a:ext cx="2952328" cy="432048"/>
            </a:xfrm>
            <a:prstGeom prst="rect">
              <a:avLst/>
            </a:prstGeom>
          </p:spPr>
          <p:txBody>
            <a:bodyPr wrap="square" lIns="0" tIns="0" rIns="0" bIns="0" anchor="ctr" anchorCtr="0">
              <a:noAutofit/>
            </a:bodyPr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[1] 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</a:t>
              </a:r>
              <a:r>
                <a:rPr lang="en-US" altLang="zh-CN" sz="1200" b="1" spc="-100" dirty="0">
                  <a:latin typeface="+mn-ea"/>
                  <a:ea typeface="+mn-ea"/>
                </a:rPr>
                <a:t> 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  WMFC</a:t>
              </a:r>
            </a:p>
            <a:p>
              <a:pPr algn="l">
                <a:lnSpc>
                  <a:spcPct val="80000"/>
                </a:lnSpc>
              </a:pPr>
              <a:r>
                <a:rPr lang="en-US" altLang="zh-CN" sz="1600" b="1" spc="-100" dirty="0">
                  <a:latin typeface="+mn-ea"/>
                  <a:ea typeface="+mn-ea"/>
                </a:rPr>
                <a:t>  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[0] 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  MEMR    End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cxnSp>
          <p:nvCxnSpPr>
            <p:cNvPr id="109" name="直接箭头连接符 108"/>
            <p:cNvCxnSpPr/>
            <p:nvPr/>
          </p:nvCxnSpPr>
          <p:spPr bwMode="auto">
            <a:xfrm>
              <a:off x="4139952" y="2744924"/>
              <a:ext cx="0" cy="18002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0" name="直接箭头连接符 109"/>
            <p:cNvCxnSpPr/>
            <p:nvPr/>
          </p:nvCxnSpPr>
          <p:spPr bwMode="auto">
            <a:xfrm>
              <a:off x="3563888" y="2744924"/>
              <a:ext cx="0" cy="18227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1" name="Text Box 147"/>
            <p:cNvSpPr txBox="1">
              <a:spLocks noChangeArrowheads="1"/>
            </p:cNvSpPr>
            <p:nvPr/>
          </p:nvSpPr>
          <p:spPr bwMode="auto">
            <a:xfrm>
              <a:off x="3347864" y="2529048"/>
              <a:ext cx="1043158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ClrN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CLK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2" name="Text Box 147"/>
            <p:cNvSpPr txBox="1">
              <a:spLocks noChangeArrowheads="1"/>
            </p:cNvSpPr>
            <p:nvPr/>
          </p:nvSpPr>
          <p:spPr bwMode="auto">
            <a:xfrm>
              <a:off x="1385646" y="5439163"/>
              <a:ext cx="2250250" cy="22208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 err="1"/>
                <a:t>μ</a:t>
              </a:r>
              <a:r>
                <a:rPr lang="en-US" altLang="zh-CN" sz="1800" b="1" dirty="0" err="1">
                  <a:latin typeface="+mn-ea"/>
                </a:rPr>
                <a:t>OP</a:t>
              </a:r>
              <a:r>
                <a:rPr lang="zh-CN" altLang="en-US" sz="1800" b="1" dirty="0">
                  <a:latin typeface="+mn-ea"/>
                </a:rPr>
                <a:t>控制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信号形成电路</a:t>
              </a:r>
            </a:p>
          </p:txBody>
        </p:sp>
        <p:sp>
          <p:nvSpPr>
            <p:cNvPr id="123" name="Text Box 147"/>
            <p:cNvSpPr txBox="1">
              <a:spLocks noChangeArrowheads="1"/>
            </p:cNvSpPr>
            <p:nvPr/>
          </p:nvSpPr>
          <p:spPr bwMode="auto">
            <a:xfrm>
              <a:off x="5580112" y="2708920"/>
              <a:ext cx="100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mfc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(I/D)</a:t>
              </a:r>
            </a:p>
          </p:txBody>
        </p:sp>
        <p:cxnSp>
          <p:nvCxnSpPr>
            <p:cNvPr id="126" name="直接箭头连接符 125"/>
            <p:cNvCxnSpPr/>
            <p:nvPr/>
          </p:nvCxnSpPr>
          <p:spPr bwMode="auto">
            <a:xfrm flipV="1">
              <a:off x="3275856" y="3068248"/>
              <a:ext cx="216000" cy="71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CD2E7-D43C-45A3-B0E6-DDB3BD36F932}" type="slidenum">
              <a:rPr lang="en-US" altLang="zh-CN"/>
              <a:t>67</a:t>
            </a:fld>
            <a:endParaRPr lang="en-US" altLang="zh-CN" dirty="0"/>
          </a:p>
        </p:txBody>
      </p:sp>
      <p:sp>
        <p:nvSpPr>
          <p:cNvPr id="167027" name="Text Box 115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§5.5  </a:t>
            </a:r>
            <a:r>
              <a:rPr lang="zh-CN" altLang="en-US" sz="2800" b="1" dirty="0">
                <a:latin typeface="宋体" panose="02010600030101010101" pitchFamily="2" charset="-122"/>
              </a:rPr>
              <a:t>微程序控制器的设计</a:t>
            </a:r>
          </a:p>
        </p:txBody>
      </p:sp>
      <p:sp>
        <p:nvSpPr>
          <p:cNvPr id="167089" name="Text Box 177"/>
          <p:cNvSpPr txBox="1">
            <a:spLocks noChangeArrowheads="1"/>
          </p:cNvSpPr>
          <p:nvPr/>
        </p:nvSpPr>
        <p:spPr bwMode="auto">
          <a:xfrm>
            <a:off x="179388" y="1340768"/>
            <a:ext cx="8928000" cy="22815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、微程序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CU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基本思想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微程序控制思想：  </a:t>
            </a:r>
            <a:r>
              <a:rPr lang="en-US" altLang="zh-CN" sz="1800" b="1" dirty="0">
                <a:latin typeface="宋体" panose="02010600030101010101" pitchFamily="2" charset="-122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</a:rPr>
              <a:t>存储逻辑</a:t>
            </a:r>
            <a:r>
              <a:rPr lang="en-US" altLang="zh-CN" sz="1800" b="1" dirty="0">
                <a:latin typeface="宋体" panose="02010600030101010101" pitchFamily="2" charset="-122"/>
              </a:rPr>
              <a:t>(CU</a:t>
            </a:r>
            <a:r>
              <a:rPr lang="zh-CN" altLang="en-US" sz="1800" b="1" dirty="0">
                <a:latin typeface="宋体" panose="02010600030101010101" pitchFamily="2" charset="-122"/>
              </a:rPr>
              <a:t>相当于微主机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①</a:t>
            </a:r>
            <a:r>
              <a:rPr lang="zh-CN" altLang="en-US" sz="2200" b="1" dirty="0">
                <a:latin typeface="宋体" panose="02010600030101010101" pitchFamily="2" charset="-122"/>
              </a:rPr>
              <a:t>每条指令的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+mn-ea"/>
              </a:rPr>
              <a:t>OPCmd</a:t>
            </a:r>
            <a:r>
              <a:rPr lang="zh-CN" altLang="en-US" sz="2200" b="1" dirty="0">
                <a:latin typeface="宋体" panose="02010600030101010101" pitchFamily="2" charset="-122"/>
              </a:rPr>
              <a:t>序列用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微程序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表示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存放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专用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中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        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微指令序列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称为控制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MEM(CS)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②CU</a:t>
            </a:r>
            <a:r>
              <a:rPr lang="zh-CN" altLang="en-US" sz="2200" b="1" dirty="0">
                <a:latin typeface="宋体" panose="02010600030101010101" pitchFamily="2" charset="-122"/>
              </a:rPr>
              <a:t>自动、逐条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取出并执行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微指令</a:t>
            </a:r>
            <a:r>
              <a:rPr lang="zh-CN" altLang="en-US" sz="2200" b="1" dirty="0">
                <a:latin typeface="宋体" panose="02010600030101010101" pitchFamily="2" charset="-122"/>
              </a:rPr>
              <a:t>，有序地产生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+mn-ea"/>
              </a:rPr>
              <a:t>OP</a:t>
            </a:r>
            <a:r>
              <a:rPr lang="zh-CN" altLang="en-US" sz="2200" b="1" dirty="0">
                <a:latin typeface="+mn-ea"/>
              </a:rPr>
              <a:t>控制信号</a:t>
            </a:r>
          </a:p>
          <a:p>
            <a:pPr algn="l">
              <a:lnSpc>
                <a:spcPct val="90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可同时执行的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一组微命令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┴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←用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一定格式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表示</a:t>
            </a:r>
            <a:endParaRPr lang="zh-CN" altLang="en-US" sz="1800" b="1" u="sng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67117" name="AutoShape 20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65" y="6524451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526"/>
          <p:cNvSpPr txBox="1">
            <a:spLocks noChangeArrowheads="1"/>
          </p:cNvSpPr>
          <p:nvPr/>
        </p:nvSpPr>
        <p:spPr bwMode="auto">
          <a:xfrm>
            <a:off x="179512" y="836712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>
                <a:latin typeface="+mn-ea"/>
                <a:ea typeface="+mn-ea"/>
              </a:rPr>
              <a:t>微程序控制思想，</a:t>
            </a:r>
            <a:r>
              <a:rPr lang="en-US" altLang="zh-CN" sz="2000" b="1" dirty="0">
                <a:latin typeface="宋体" panose="02010600030101010101" pitchFamily="2" charset="-122"/>
              </a:rPr>
              <a:t>CU</a:t>
            </a:r>
            <a:r>
              <a:rPr lang="zh-CN" altLang="en-US" sz="2000" b="1" dirty="0">
                <a:latin typeface="宋体" panose="02010600030101010101" pitchFamily="2" charset="-122"/>
              </a:rPr>
              <a:t>的组成、工作原理</a:t>
            </a:r>
            <a:endParaRPr lang="zh-CN" altLang="en-US" sz="2000" b="1" spc="-80" dirty="0">
              <a:latin typeface="宋体" panose="02010600030101010101" pitchFamily="2" charset="-122"/>
            </a:endParaRPr>
          </a:p>
        </p:txBody>
      </p:sp>
      <p:sp>
        <p:nvSpPr>
          <p:cNvPr id="14" name="Text Box 101"/>
          <p:cNvSpPr txBox="1">
            <a:spLocks noChangeArrowheads="1"/>
          </p:cNvSpPr>
          <p:nvPr/>
        </p:nvSpPr>
        <p:spPr bwMode="auto">
          <a:xfrm>
            <a:off x="7021334" y="1916461"/>
            <a:ext cx="1872000" cy="28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lIns="54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600" dirty="0">
                <a:solidFill>
                  <a:srgbClr val="C00000"/>
                </a:solidFill>
              </a:rPr>
              <a:t>CS—</a:t>
            </a:r>
            <a:r>
              <a:rPr lang="en-US" altLang="zh-CN" sz="1600" dirty="0">
                <a:solidFill>
                  <a:schemeClr val="tx1"/>
                </a:solidFill>
              </a:rPr>
              <a:t>Control Storage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705" y="3564016"/>
            <a:ext cx="4681220" cy="287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微程序类型：</a:t>
            </a:r>
          </a:p>
          <a:p>
            <a:pPr marL="12700" indent="-127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多个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公用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微程序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如取指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中断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＋</a:t>
            </a:r>
          </a:p>
          <a:p>
            <a:pPr marL="12700" indent="-127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各条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指令功能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微程序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*CPU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工作流程的表示：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由多个微程序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公用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某指令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组成，</a:t>
            </a:r>
          </a:p>
          <a:p>
            <a:pPr marL="1092835" indent="-109283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微程序的末条微指令为转移型</a:t>
            </a:r>
          </a:p>
          <a:p>
            <a:pPr marL="1092835" indent="-109283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判断操作码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中断请求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6515755" y="4005064"/>
            <a:ext cx="2447925" cy="2376170"/>
            <a:chOff x="2778" y="2948"/>
            <a:chExt cx="3855" cy="3742"/>
          </a:xfrm>
        </p:grpSpPr>
        <p:sp>
          <p:nvSpPr>
            <p:cNvPr id="65" name="Text Box 1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231" y="3344"/>
              <a:ext cx="1928" cy="3345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10800" rIns="0" bIns="0"/>
            <a:lstStyle/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微命令组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M+1</a:t>
              </a: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M+2</a:t>
              </a: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aaa</a:t>
              </a:r>
              <a:endParaRPr lang="zh-CN" altLang="en-US" sz="14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M</a:t>
              </a:r>
              <a:endParaRPr lang="zh-CN" altLang="en-US" sz="14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  <a:sym typeface="+mn-ea"/>
                </a:rPr>
                <a:t>   …</a:t>
              </a:r>
              <a:endParaRPr lang="zh-CN" altLang="en-US" sz="14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P+1</a:t>
              </a: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P+2</a:t>
              </a: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bbb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   …     …</a:t>
              </a: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Q+1</a:t>
              </a: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bbb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72" name="Text Box 12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778" y="3344"/>
              <a:ext cx="454" cy="33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18000" bIns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M+0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M+1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M+2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N+0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P+0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P+1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P+2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Q+0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Q+1</a:t>
              </a:r>
            </a:p>
          </p:txBody>
        </p:sp>
        <p:sp>
          <p:nvSpPr>
            <p:cNvPr id="73" name="Text Box 13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175" y="2948"/>
              <a:ext cx="204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控制存储器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CS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8" name="Text Box 15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329" y="3402"/>
              <a:ext cx="1077" cy="7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微程序</a:t>
              </a:r>
            </a:p>
          </p:txBody>
        </p:sp>
        <p:sp>
          <p:nvSpPr>
            <p:cNvPr id="121" name="Text Box 19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5272" y="4195"/>
              <a:ext cx="1361" cy="7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中断响应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微程序</a:t>
              </a:r>
            </a:p>
          </p:txBody>
        </p:sp>
        <p:sp>
          <p:nvSpPr>
            <p:cNvPr id="123" name="Text Box 2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272" y="4989"/>
              <a:ext cx="1247" cy="7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add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微程序</a:t>
              </a:r>
            </a:p>
          </p:txBody>
        </p:sp>
        <p:sp>
          <p:nvSpPr>
            <p:cNvPr id="124" name="Text Box 24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272" y="5953"/>
              <a:ext cx="1247" cy="7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sz="1600" b="1" dirty="0">
                  <a:latin typeface="宋体" panose="02010600030101010101" pitchFamily="2" charset="-122"/>
                </a:rPr>
                <a:t>beq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endParaRPr 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微程序</a:t>
              </a:r>
            </a:p>
          </p:txBody>
        </p:sp>
        <p:sp>
          <p:nvSpPr>
            <p:cNvPr id="8" name="右大括号 7"/>
            <p:cNvSpPr/>
            <p:nvPr>
              <p:custDataLst>
                <p:tags r:id="rId34"/>
              </p:custDataLst>
            </p:nvPr>
          </p:nvSpPr>
          <p:spPr>
            <a:xfrm>
              <a:off x="5159" y="3402"/>
              <a:ext cx="142" cy="794"/>
            </a:xfrm>
            <a:prstGeom prst="rightBrace">
              <a:avLst>
                <a:gd name="adj1" fmla="val 19755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右大括号 8"/>
            <p:cNvSpPr/>
            <p:nvPr>
              <p:custDataLst>
                <p:tags r:id="rId35"/>
              </p:custDataLst>
            </p:nvPr>
          </p:nvSpPr>
          <p:spPr>
            <a:xfrm>
              <a:off x="5159" y="4309"/>
              <a:ext cx="142" cy="510"/>
            </a:xfrm>
            <a:prstGeom prst="rightBrace">
              <a:avLst>
                <a:gd name="adj1" fmla="val 19755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右大括号 9"/>
            <p:cNvSpPr/>
            <p:nvPr>
              <p:custDataLst>
                <p:tags r:id="rId36"/>
              </p:custDataLst>
            </p:nvPr>
          </p:nvSpPr>
          <p:spPr>
            <a:xfrm>
              <a:off x="5159" y="4932"/>
              <a:ext cx="142" cy="794"/>
            </a:xfrm>
            <a:prstGeom prst="rightBrace">
              <a:avLst>
                <a:gd name="adj1" fmla="val 19755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" name="右大括号 1"/>
            <p:cNvSpPr/>
            <p:nvPr>
              <p:custDataLst>
                <p:tags r:id="rId37"/>
              </p:custDataLst>
            </p:nvPr>
          </p:nvSpPr>
          <p:spPr>
            <a:xfrm>
              <a:off x="5159" y="6123"/>
              <a:ext cx="142" cy="510"/>
            </a:xfrm>
            <a:prstGeom prst="rightBrace">
              <a:avLst>
                <a:gd name="adj1" fmla="val 19755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20" name="直接箭头连接符 219"/>
            <p:cNvCxnSpPr/>
            <p:nvPr>
              <p:custDataLst>
                <p:tags r:id="rId38"/>
              </p:custDataLst>
            </p:nvPr>
          </p:nvCxnSpPr>
          <p:spPr bwMode="auto">
            <a:xfrm>
              <a:off x="4535" y="3344"/>
              <a:ext cx="0" cy="334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" name="直接箭头连接符 14"/>
            <p:cNvCxnSpPr/>
            <p:nvPr>
              <p:custDataLst>
                <p:tags r:id="rId39"/>
              </p:custDataLst>
            </p:nvPr>
          </p:nvCxnSpPr>
          <p:spPr bwMode="auto">
            <a:xfrm>
              <a:off x="3231" y="3640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" name="直接箭头连接符 15"/>
            <p:cNvCxnSpPr/>
            <p:nvPr>
              <p:custDataLst>
                <p:tags r:id="rId40"/>
              </p:custDataLst>
            </p:nvPr>
          </p:nvCxnSpPr>
          <p:spPr bwMode="auto">
            <a:xfrm>
              <a:off x="3231" y="3940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" name="直接箭头连接符 2"/>
            <p:cNvCxnSpPr/>
            <p:nvPr>
              <p:custDataLst>
                <p:tags r:id="rId41"/>
              </p:custDataLst>
            </p:nvPr>
          </p:nvCxnSpPr>
          <p:spPr bwMode="auto">
            <a:xfrm>
              <a:off x="3231" y="4241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" name="直接箭头连接符 17"/>
            <p:cNvCxnSpPr/>
            <p:nvPr>
              <p:custDataLst>
                <p:tags r:id="rId42"/>
              </p:custDataLst>
            </p:nvPr>
          </p:nvCxnSpPr>
          <p:spPr bwMode="auto">
            <a:xfrm>
              <a:off x="3231" y="4547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" name="直接箭头连接符 19"/>
            <p:cNvCxnSpPr/>
            <p:nvPr>
              <p:custDataLst>
                <p:tags r:id="rId43"/>
              </p:custDataLst>
            </p:nvPr>
          </p:nvCxnSpPr>
          <p:spPr bwMode="auto">
            <a:xfrm>
              <a:off x="3231" y="5448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44"/>
              </p:custDataLst>
            </p:nvPr>
          </p:nvCxnSpPr>
          <p:spPr bwMode="auto">
            <a:xfrm>
              <a:off x="3231" y="5159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45"/>
              </p:custDataLst>
            </p:nvPr>
          </p:nvCxnSpPr>
          <p:spPr bwMode="auto">
            <a:xfrm>
              <a:off x="3231" y="4847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" name="直接箭头连接符 22"/>
            <p:cNvCxnSpPr/>
            <p:nvPr>
              <p:custDataLst>
                <p:tags r:id="rId46"/>
              </p:custDataLst>
            </p:nvPr>
          </p:nvCxnSpPr>
          <p:spPr bwMode="auto">
            <a:xfrm>
              <a:off x="3231" y="6066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" name="直接箭头连接符 23"/>
            <p:cNvCxnSpPr/>
            <p:nvPr>
              <p:custDataLst>
                <p:tags r:id="rId47"/>
              </p:custDataLst>
            </p:nvPr>
          </p:nvCxnSpPr>
          <p:spPr bwMode="auto">
            <a:xfrm>
              <a:off x="3231" y="5754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" name="直接箭头连接符 24"/>
            <p:cNvCxnSpPr/>
            <p:nvPr>
              <p:custDataLst>
                <p:tags r:id="rId48"/>
              </p:custDataLst>
            </p:nvPr>
          </p:nvCxnSpPr>
          <p:spPr bwMode="auto">
            <a:xfrm>
              <a:off x="3231" y="6361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6" name="组合 35"/>
          <p:cNvGrpSpPr/>
          <p:nvPr/>
        </p:nvGrpSpPr>
        <p:grpSpPr>
          <a:xfrm>
            <a:off x="4500000" y="4293096"/>
            <a:ext cx="1835785" cy="2088515"/>
            <a:chOff x="8504" y="3344"/>
            <a:chExt cx="2891" cy="3289"/>
          </a:xfrm>
        </p:grpSpPr>
        <p:sp>
          <p:nvSpPr>
            <p:cNvPr id="97" name="Text Box 8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468" y="5726"/>
              <a:ext cx="340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0" anchor="ctr" anchorCtr="0"/>
            <a:lstStyle/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C3300"/>
                  </a:solidFill>
                  <a:latin typeface="+mn-lt"/>
                </a:rPr>
                <a:t>…</a:t>
              </a:r>
            </a:p>
          </p:txBody>
        </p:sp>
        <p:sp>
          <p:nvSpPr>
            <p:cNvPr id="109" name="AutoShape 71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582" y="3345"/>
              <a:ext cx="113" cy="850"/>
            </a:xfrm>
            <a:prstGeom prst="downArrow">
              <a:avLst>
                <a:gd name="adj1" fmla="val 52759"/>
                <a:gd name="adj2" fmla="val 39560"/>
              </a:avLst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14" name="AutoShape 82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958" y="4153"/>
              <a:ext cx="113" cy="113"/>
            </a:xfrm>
            <a:prstGeom prst="flowChartDecision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" name="Text Box 8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0658" y="3854"/>
              <a:ext cx="737" cy="7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中断请求</a:t>
              </a:r>
            </a:p>
          </p:txBody>
        </p:sp>
        <p:sp>
          <p:nvSpPr>
            <p:cNvPr id="117" name="Text Box 8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504" y="3798"/>
              <a:ext cx="107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操作码</a:t>
              </a:r>
            </a:p>
          </p:txBody>
        </p:sp>
        <p:cxnSp>
          <p:nvCxnSpPr>
            <p:cNvPr id="26" name="直接箭头连接符 25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9071" y="4195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直接箭头连接符 26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9015" y="4266"/>
              <a:ext cx="0" cy="181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" name="直接箭头连接符 27"/>
            <p:cNvCxnSpPr/>
            <p:nvPr>
              <p:custDataLst>
                <p:tags r:id="rId14"/>
              </p:custDataLst>
            </p:nvPr>
          </p:nvCxnSpPr>
          <p:spPr bwMode="auto">
            <a:xfrm>
              <a:off x="9014" y="4876"/>
              <a:ext cx="62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直接箭头连接符 28"/>
            <p:cNvCxnSpPr/>
            <p:nvPr>
              <p:custDataLst>
                <p:tags r:id="rId15"/>
              </p:custDataLst>
            </p:nvPr>
          </p:nvCxnSpPr>
          <p:spPr bwMode="auto">
            <a:xfrm>
              <a:off x="9014" y="6066"/>
              <a:ext cx="62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30" name="AutoShape 7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9581" y="4876"/>
              <a:ext cx="113" cy="850"/>
            </a:xfrm>
            <a:prstGeom prst="downArrow">
              <a:avLst>
                <a:gd name="adj1" fmla="val 52759"/>
                <a:gd name="adj2" fmla="val 39560"/>
              </a:avLst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31" name="AutoShape 71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581" y="6066"/>
              <a:ext cx="113" cy="567"/>
            </a:xfrm>
            <a:prstGeom prst="downArrow">
              <a:avLst>
                <a:gd name="adj1" fmla="val 52759"/>
                <a:gd name="adj2" fmla="val 39560"/>
              </a:avLst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cxnSp>
          <p:nvCxnSpPr>
            <p:cNvPr id="32" name="直接箭头连接符 31"/>
            <p:cNvCxnSpPr/>
            <p:nvPr>
              <p:custDataLst>
                <p:tags r:id="rId18"/>
              </p:custDataLst>
            </p:nvPr>
          </p:nvCxnSpPr>
          <p:spPr bwMode="auto">
            <a:xfrm>
              <a:off x="9638" y="6633"/>
              <a:ext cx="9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19"/>
              </p:custDataLst>
            </p:nvPr>
          </p:nvCxnSpPr>
          <p:spPr bwMode="auto">
            <a:xfrm>
              <a:off x="9638" y="5726"/>
              <a:ext cx="9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34" name="AutoShape 71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0205" y="4195"/>
              <a:ext cx="113" cy="567"/>
            </a:xfrm>
            <a:prstGeom prst="downArrow">
              <a:avLst>
                <a:gd name="adj1" fmla="val 52759"/>
                <a:gd name="adj2" fmla="val 39560"/>
              </a:avLst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cxnSp>
          <p:nvCxnSpPr>
            <p:cNvPr id="35" name="直接箭头连接符 34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10261" y="4195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9921" y="4762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" name="直接箭头连接符 37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9921" y="3344"/>
              <a:ext cx="0" cy="141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9638" y="3345"/>
              <a:ext cx="9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10602" y="3345"/>
              <a:ext cx="0" cy="32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41" name="AutoShape 82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0545" y="4139"/>
              <a:ext cx="113" cy="113"/>
            </a:xfrm>
            <a:prstGeom prst="flowChartDecision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203848" y="3643200"/>
            <a:ext cx="5647055" cy="254000"/>
            <a:chOff x="5336" y="5556"/>
            <a:chExt cx="8893" cy="400"/>
          </a:xfrm>
        </p:grpSpPr>
        <p:sp>
          <p:nvSpPr>
            <p:cNvPr id="60" name="Text Box 7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263" y="5556"/>
              <a:ext cx="2154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操作控制字段</a:t>
              </a:r>
            </a:p>
          </p:txBody>
        </p:sp>
        <p:sp>
          <p:nvSpPr>
            <p:cNvPr id="61" name="Text Box 92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9418" y="5556"/>
              <a:ext cx="204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顺序控制字段</a:t>
              </a:r>
            </a:p>
          </p:txBody>
        </p:sp>
        <p:sp>
          <p:nvSpPr>
            <p:cNvPr id="6" name="Text Box 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336" y="5560"/>
              <a:ext cx="1928" cy="39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微指令格式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:</a:t>
              </a:r>
            </a:p>
          </p:txBody>
        </p:sp>
        <p:sp>
          <p:nvSpPr>
            <p:cNvPr id="42" name="Text Box 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1565" y="5556"/>
              <a:ext cx="2665" cy="39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定长指令字结构</a:t>
              </a:r>
              <a:r>
                <a:rPr lang="en-US" sz="1600" b="1" dirty="0">
                  <a:latin typeface="宋体" panose="02010600030101010101" pitchFamily="2" charset="-122"/>
                </a:rPr>
                <a:t>)</a:t>
              </a:r>
            </a:p>
          </p:txBody>
        </p:sp>
      </p:grpSp>
      <p:sp>
        <p:nvSpPr>
          <p:cNvPr id="44" name="AutoShape 62">
            <a:hlinkClick r:id="rId51" action="ppaction://hlinksldjump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6200000">
            <a:off x="298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50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5" name="线形标注 2 44"/>
          <p:cNvSpPr/>
          <p:nvPr>
            <p:custDataLst>
              <p:tags r:id="rId2"/>
            </p:custDataLst>
          </p:nvPr>
        </p:nvSpPr>
        <p:spPr bwMode="auto">
          <a:xfrm>
            <a:off x="5832000" y="1548016"/>
            <a:ext cx="3096000" cy="252000"/>
          </a:xfrm>
          <a:prstGeom prst="borderCallout2">
            <a:avLst>
              <a:gd name="adj1" fmla="val 55178"/>
              <a:gd name="adj2" fmla="val -128"/>
              <a:gd name="adj3" fmla="val 52910"/>
              <a:gd name="adj4" fmla="val -9501"/>
              <a:gd name="adj5" fmla="val 449029"/>
              <a:gd name="adj6" fmla="val -2309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sz="1600" b="1" dirty="0">
                <a:latin typeface="宋体" panose="02010600030101010101" pitchFamily="2" charset="-122"/>
              </a:rPr>
              <a:t>一条微指令＝</a:t>
            </a:r>
            <a:r>
              <a:rPr lang="en-US" altLang="zh-CN" sz="1600" dirty="0" err="1">
                <a:sym typeface="+mn-ea"/>
              </a:rPr>
              <a:t>μ</a:t>
            </a:r>
            <a:r>
              <a:rPr lang="en-US" altLang="zh-CN" sz="1600" b="1" dirty="0" err="1">
                <a:latin typeface="+mn-ea"/>
                <a:sym typeface="+mn-ea"/>
              </a:rPr>
              <a:t>OPCmd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序列的一步</a:t>
            </a:r>
            <a:endParaRPr lang="zh-CN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7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7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7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70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70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70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45" grpId="0" bldLvl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68</a:t>
            </a:fld>
            <a:endParaRPr lang="en-US" altLang="zh-CN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705" y="332656"/>
            <a:ext cx="5074285" cy="40976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、微程序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CU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组成及工作原理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基本组成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类似硬布线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CU)</a:t>
            </a:r>
            <a:endParaRPr lang="zh-CN" altLang="en-US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时序信号电路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err="1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2200" dirty="0" err="1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控制信号电路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工作原理：</a:t>
            </a:r>
          </a:p>
        </p:txBody>
      </p:sp>
      <p:sp>
        <p:nvSpPr>
          <p:cNvPr id="3" name="Text Box 4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547663" y="2564904"/>
            <a:ext cx="7593631" cy="18023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级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时序，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种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信号序列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含复位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硬布线为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级时序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←工作脉冲                   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信号个数同硬布线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微</a:t>
            </a:r>
            <a:r>
              <a:rPr lang="zh-CN" sz="2200" b="1" u="sng" dirty="0">
                <a:latin typeface="宋体" panose="02010600030101010101" pitchFamily="2" charset="-122"/>
                <a:sym typeface="+mn-ea"/>
              </a:rPr>
              <a:t>指令执行部件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CS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硬布线为组合逻辑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AR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、微命令译码器、微地址形成电路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循环地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取出并执行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微指令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微指令周期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=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节拍周期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080000" y="4437112"/>
            <a:ext cx="5868035" cy="360045"/>
            <a:chOff x="2721" y="4649"/>
            <a:chExt cx="9241" cy="567"/>
          </a:xfrm>
        </p:grpSpPr>
        <p:sp>
          <p:nvSpPr>
            <p:cNvPr id="10" name="Rectangle 71"/>
            <p:cNvSpPr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2721" y="4649"/>
              <a:ext cx="9241" cy="567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dash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Text Box 78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8447" y="4762"/>
              <a:ext cx="3402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17780" rIns="18000" bIns="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←引导程序入口地址</a:t>
              </a:r>
            </a:p>
          </p:txBody>
        </p:sp>
        <p:sp>
          <p:nvSpPr>
            <p:cNvPr id="12" name="Text Box 86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4422" y="4762"/>
              <a:ext cx="3855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17780" rIns="18000" bIns="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AR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←取指微程序入口地址</a:t>
              </a:r>
            </a:p>
          </p:txBody>
        </p:sp>
        <p:sp>
          <p:nvSpPr>
            <p:cNvPr id="13" name="Text Box 116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2778" y="4762"/>
              <a:ext cx="153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加电时</a:t>
              </a:r>
            </a:p>
          </p:txBody>
        </p:sp>
      </p:grpSp>
      <p:grpSp>
        <p:nvGrpSpPr>
          <p:cNvPr id="219" name="组合 218"/>
          <p:cNvGrpSpPr/>
          <p:nvPr/>
        </p:nvGrpSpPr>
        <p:grpSpPr>
          <a:xfrm>
            <a:off x="1080000" y="4725112"/>
            <a:ext cx="5075999" cy="1620625"/>
            <a:chOff x="2721" y="5102"/>
            <a:chExt cx="7994" cy="2552"/>
          </a:xfrm>
        </p:grpSpPr>
        <p:sp>
          <p:nvSpPr>
            <p:cNvPr id="189" name="Rectangle 72"/>
            <p:cNvSpPr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2721" y="5216"/>
              <a:ext cx="7597" cy="243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" name="Text Box 74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5102" y="5499"/>
              <a:ext cx="24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CS[(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AR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)]</a:t>
              </a:r>
            </a:p>
          </p:txBody>
        </p:sp>
        <p:sp>
          <p:nvSpPr>
            <p:cNvPr id="191" name="Text Box 96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6463" y="6973"/>
              <a:ext cx="3175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AR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←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下条微指令地址</a:t>
              </a:r>
            </a:p>
          </p:txBody>
        </p:sp>
        <p:sp>
          <p:nvSpPr>
            <p:cNvPr id="192" name="Text Box 104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10375" y="5669"/>
              <a:ext cx="340" cy="164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7780" rIns="18000" bIns="0" anchor="ctr" anchorCtr="1"/>
            <a:lstStyle/>
            <a:p>
              <a:r>
                <a:rPr lang="zh-CN" altLang="en-US" sz="1600" b="1" spc="-5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微指令周期</a:t>
              </a:r>
            </a:p>
          </p:txBody>
        </p:sp>
        <p:sp>
          <p:nvSpPr>
            <p:cNvPr id="193" name="Text Box 116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2835" y="5272"/>
              <a:ext cx="153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工作时</a:t>
              </a:r>
            </a:p>
          </p:txBody>
        </p:sp>
        <p:sp>
          <p:nvSpPr>
            <p:cNvPr id="194" name="Text Box 118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3572" y="6350"/>
              <a:ext cx="2608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形成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控制信号</a:t>
              </a:r>
            </a:p>
          </p:txBody>
        </p:sp>
        <p:sp>
          <p:nvSpPr>
            <p:cNvPr id="195" name="Text Box 119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3572" y="6973"/>
              <a:ext cx="2608" cy="56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实现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功能</a:t>
              </a:r>
            </a:p>
          </p:txBody>
        </p:sp>
        <p:sp>
          <p:nvSpPr>
            <p:cNvPr id="196" name="Text Box 121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2778" y="5896"/>
              <a:ext cx="204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操作控制字段</a:t>
              </a:r>
            </a:p>
          </p:txBody>
        </p:sp>
        <p:sp>
          <p:nvSpPr>
            <p:cNvPr id="197" name="Text Box 122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6463" y="6350"/>
              <a:ext cx="3175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计算下条微指令地址</a:t>
              </a:r>
            </a:p>
          </p:txBody>
        </p:sp>
        <p:sp>
          <p:nvSpPr>
            <p:cNvPr id="198" name="Text Box 124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8107" y="5896"/>
              <a:ext cx="204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顺序控制字段</a:t>
              </a:r>
            </a:p>
          </p:txBody>
        </p:sp>
        <p:cxnSp>
          <p:nvCxnSpPr>
            <p:cNvPr id="199" name="直接箭头连接符 198"/>
            <p:cNvCxnSpPr/>
            <p:nvPr>
              <p:custDataLst>
                <p:tags r:id="rId80"/>
              </p:custDataLst>
            </p:nvPr>
          </p:nvCxnSpPr>
          <p:spPr bwMode="auto">
            <a:xfrm>
              <a:off x="6350" y="5102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0" name="直接箭头连接符 199"/>
            <p:cNvCxnSpPr/>
            <p:nvPr>
              <p:custDataLst>
                <p:tags r:id="rId81"/>
              </p:custDataLst>
            </p:nvPr>
          </p:nvCxnSpPr>
          <p:spPr bwMode="auto">
            <a:xfrm flipH="1">
              <a:off x="6350" y="583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箭头连接符 200"/>
            <p:cNvCxnSpPr/>
            <p:nvPr>
              <p:custDataLst>
                <p:tags r:id="rId82"/>
              </p:custDataLst>
            </p:nvPr>
          </p:nvCxnSpPr>
          <p:spPr bwMode="auto">
            <a:xfrm>
              <a:off x="4875" y="6066"/>
              <a:ext cx="317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201"/>
            <p:cNvCxnSpPr/>
            <p:nvPr>
              <p:custDataLst>
                <p:tags r:id="rId83"/>
              </p:custDataLst>
            </p:nvPr>
          </p:nvCxnSpPr>
          <p:spPr bwMode="auto">
            <a:xfrm>
              <a:off x="4876" y="6066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4" name="直接箭头连接符 203"/>
            <p:cNvCxnSpPr/>
            <p:nvPr>
              <p:custDataLst>
                <p:tags r:id="rId84"/>
              </p:custDataLst>
            </p:nvPr>
          </p:nvCxnSpPr>
          <p:spPr bwMode="auto">
            <a:xfrm>
              <a:off x="8050" y="6066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7" name="直接箭头连接符 206"/>
            <p:cNvCxnSpPr/>
            <p:nvPr>
              <p:custDataLst>
                <p:tags r:id="rId85"/>
              </p:custDataLst>
            </p:nvPr>
          </p:nvCxnSpPr>
          <p:spPr bwMode="auto">
            <a:xfrm flipH="1">
              <a:off x="6350" y="5329"/>
              <a:ext cx="385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8" name="直接箭头连接符 207"/>
            <p:cNvCxnSpPr/>
            <p:nvPr>
              <p:custDataLst>
                <p:tags r:id="rId86"/>
              </p:custDataLst>
            </p:nvPr>
          </p:nvCxnSpPr>
          <p:spPr bwMode="auto">
            <a:xfrm>
              <a:off x="10375" y="5499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0" name="直接箭头连接符 209"/>
            <p:cNvCxnSpPr/>
            <p:nvPr>
              <p:custDataLst>
                <p:tags r:id="rId87"/>
              </p:custDataLst>
            </p:nvPr>
          </p:nvCxnSpPr>
          <p:spPr bwMode="auto">
            <a:xfrm>
              <a:off x="10545" y="7313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1" name="直接箭头连接符 210"/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10545" y="549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2" name="直接箭头连接符 211"/>
            <p:cNvCxnSpPr/>
            <p:nvPr>
              <p:custDataLst>
                <p:tags r:id="rId89"/>
              </p:custDataLst>
            </p:nvPr>
          </p:nvCxnSpPr>
          <p:spPr bwMode="auto">
            <a:xfrm>
              <a:off x="4876" y="6690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3" name="直接箭头连接符 212"/>
            <p:cNvCxnSpPr/>
            <p:nvPr>
              <p:custDataLst>
                <p:tags r:id="rId90"/>
              </p:custDataLst>
            </p:nvPr>
          </p:nvCxnSpPr>
          <p:spPr bwMode="auto">
            <a:xfrm>
              <a:off x="8050" y="6690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4" name="直接箭头连接符 213"/>
            <p:cNvCxnSpPr/>
            <p:nvPr>
              <p:custDataLst>
                <p:tags r:id="rId91"/>
              </p:custDataLst>
            </p:nvPr>
          </p:nvCxnSpPr>
          <p:spPr bwMode="auto">
            <a:xfrm flipH="1">
              <a:off x="10205" y="5329"/>
              <a:ext cx="0" cy="209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5" name="直接箭头连接符 214"/>
            <p:cNvCxnSpPr/>
            <p:nvPr>
              <p:custDataLst>
                <p:tags r:id="rId92"/>
              </p:custDataLst>
            </p:nvPr>
          </p:nvCxnSpPr>
          <p:spPr bwMode="auto">
            <a:xfrm flipH="1">
              <a:off x="8050" y="7313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6" name="直接箭头连接符 215"/>
            <p:cNvCxnSpPr/>
            <p:nvPr>
              <p:custDataLst>
                <p:tags r:id="rId93"/>
              </p:custDataLst>
            </p:nvPr>
          </p:nvCxnSpPr>
          <p:spPr bwMode="auto">
            <a:xfrm>
              <a:off x="8050" y="7427"/>
              <a:ext cx="21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8" name="直接箭头连接符 217"/>
            <p:cNvCxnSpPr/>
            <p:nvPr>
              <p:custDataLst>
                <p:tags r:id="rId94"/>
              </p:custDataLst>
            </p:nvPr>
          </p:nvCxnSpPr>
          <p:spPr bwMode="auto">
            <a:xfrm>
              <a:off x="10375" y="7540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5" name="组合 4"/>
          <p:cNvGrpSpPr/>
          <p:nvPr/>
        </p:nvGrpSpPr>
        <p:grpSpPr>
          <a:xfrm>
            <a:off x="2088000" y="908720"/>
            <a:ext cx="6156325" cy="1691640"/>
            <a:chOff x="3742" y="1474"/>
            <a:chExt cx="9695" cy="2664"/>
          </a:xfrm>
        </p:grpSpPr>
        <p:sp>
          <p:nvSpPr>
            <p:cNvPr id="162" name="Rectangle 120" descr="轮廓式菱形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273" y="1474"/>
              <a:ext cx="8164" cy="209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Rectangle 120" descr="轮廓式菱形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201" y="1531"/>
              <a:ext cx="6123" cy="1984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Text Box 142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9185" y="1927"/>
              <a:ext cx="68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AR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5" name="Text Box 143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0205" y="1757"/>
              <a:ext cx="2835" cy="56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控制存储器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CS</a:t>
              </a:r>
            </a:p>
          </p:txBody>
        </p:sp>
        <p:sp>
          <p:nvSpPr>
            <p:cNvPr id="87" name="Text Box 155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7371" y="1587"/>
              <a:ext cx="1474" cy="96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微地址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形成电路</a:t>
              </a:r>
            </a:p>
          </p:txBody>
        </p:sp>
        <p:sp>
          <p:nvSpPr>
            <p:cNvPr id="88" name="Text Box 15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9979" y="3118"/>
              <a:ext cx="2041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微命令译码器</a:t>
              </a:r>
            </a:p>
          </p:txBody>
        </p:sp>
        <p:sp>
          <p:nvSpPr>
            <p:cNvPr id="89" name="Text Box 162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9639" y="3798"/>
              <a:ext cx="2835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/>
                <a:t>所有</a:t>
              </a:r>
              <a:r>
                <a:rPr lang="zh-CN" altLang="en-US" sz="1600" b="1" dirty="0">
                  <a:latin typeface="+mn-ea"/>
                  <a:ea typeface="+mn-ea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  <a:ea typeface="+mn-ea"/>
                </a:rPr>
                <a:t>OP</a:t>
              </a:r>
              <a:r>
                <a:rPr lang="zh-CN" altLang="en-US" sz="1600" b="1" dirty="0"/>
                <a:t>控制信号</a:t>
              </a:r>
            </a:p>
          </p:txBody>
        </p:sp>
        <p:sp>
          <p:nvSpPr>
            <p:cNvPr id="90" name="Text Box 169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0602" y="3572"/>
              <a:ext cx="73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+mn-ea"/>
                  <a:ea typeface="+mn-ea"/>
                </a:rPr>
                <a:t>……</a:t>
              </a:r>
            </a:p>
          </p:txBody>
        </p:sp>
        <p:sp>
          <p:nvSpPr>
            <p:cNvPr id="91" name="Text Box 170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7257" y="2664"/>
              <a:ext cx="1928" cy="79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控制信号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形成电路</a:t>
              </a:r>
            </a:p>
          </p:txBody>
        </p:sp>
        <p:sp>
          <p:nvSpPr>
            <p:cNvPr id="92" name="Text Box 17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0205" y="2551"/>
              <a:ext cx="1474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操作控制</a:t>
              </a:r>
            </a:p>
          </p:txBody>
        </p:sp>
        <p:sp>
          <p:nvSpPr>
            <p:cNvPr id="93" name="Text Box 172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1679" y="2551"/>
              <a:ext cx="1361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顺序控制</a:t>
              </a:r>
            </a:p>
          </p:txBody>
        </p:sp>
        <p:cxnSp>
          <p:nvCxnSpPr>
            <p:cNvPr id="94" name="直接箭头连接符 93"/>
            <p:cNvCxnSpPr/>
            <p:nvPr>
              <p:custDataLst>
                <p:tags r:id="rId36"/>
              </p:custDataLst>
            </p:nvPr>
          </p:nvCxnSpPr>
          <p:spPr bwMode="auto">
            <a:xfrm>
              <a:off x="9865" y="2097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5" name="直接箭头连接符 94"/>
            <p:cNvCxnSpPr/>
            <p:nvPr>
              <p:custDataLst>
                <p:tags r:id="rId37"/>
              </p:custDataLst>
            </p:nvPr>
          </p:nvCxnSpPr>
          <p:spPr bwMode="auto">
            <a:xfrm>
              <a:off x="11679" y="2324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9" name="直接箭头连接符 138"/>
            <p:cNvCxnSpPr/>
            <p:nvPr>
              <p:custDataLst>
                <p:tags r:id="rId38"/>
              </p:custDataLst>
            </p:nvPr>
          </p:nvCxnSpPr>
          <p:spPr bwMode="auto">
            <a:xfrm>
              <a:off x="10999" y="289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0" name="直接箭头连接符 139"/>
            <p:cNvCxnSpPr/>
            <p:nvPr>
              <p:custDataLst>
                <p:tags r:id="rId39"/>
              </p:custDataLst>
            </p:nvPr>
          </p:nvCxnSpPr>
          <p:spPr bwMode="auto">
            <a:xfrm>
              <a:off x="8845" y="2097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2" name="直接箭头连接符 141"/>
            <p:cNvCxnSpPr/>
            <p:nvPr>
              <p:custDataLst>
                <p:tags r:id="rId40"/>
              </p:custDataLst>
            </p:nvPr>
          </p:nvCxnSpPr>
          <p:spPr bwMode="auto">
            <a:xfrm>
              <a:off x="10546" y="3458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3" name="直接箭头连接符 142"/>
            <p:cNvCxnSpPr/>
            <p:nvPr>
              <p:custDataLst>
                <p:tags r:id="rId41"/>
              </p:custDataLst>
            </p:nvPr>
          </p:nvCxnSpPr>
          <p:spPr bwMode="auto">
            <a:xfrm>
              <a:off x="11396" y="3458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4" name="直接箭头连接符 143"/>
            <p:cNvCxnSpPr/>
            <p:nvPr>
              <p:custDataLst>
                <p:tags r:id="rId42"/>
              </p:custDataLst>
            </p:nvPr>
          </p:nvCxnSpPr>
          <p:spPr bwMode="auto">
            <a:xfrm>
              <a:off x="6691" y="1701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5" name="直接箭头连接符 144"/>
            <p:cNvCxnSpPr/>
            <p:nvPr>
              <p:custDataLst>
                <p:tags r:id="rId43"/>
              </p:custDataLst>
            </p:nvPr>
          </p:nvCxnSpPr>
          <p:spPr bwMode="auto">
            <a:xfrm flipH="1">
              <a:off x="8845" y="1644"/>
              <a:ext cx="436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6" name="Text Box 134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6237" y="1531"/>
              <a:ext cx="454" cy="567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cxnSp>
          <p:nvCxnSpPr>
            <p:cNvPr id="147" name="直接箭头连接符 146"/>
            <p:cNvCxnSpPr/>
            <p:nvPr>
              <p:custDataLst>
                <p:tags r:id="rId45"/>
              </p:custDataLst>
            </p:nvPr>
          </p:nvCxnSpPr>
          <p:spPr bwMode="auto">
            <a:xfrm>
              <a:off x="5103" y="1701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8" name="直接箭头连接符 147"/>
            <p:cNvCxnSpPr/>
            <p:nvPr>
              <p:custDataLst>
                <p:tags r:id="rId46"/>
              </p:custDataLst>
            </p:nvPr>
          </p:nvCxnSpPr>
          <p:spPr bwMode="auto">
            <a:xfrm>
              <a:off x="5557" y="2211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1" name="直接箭头连接符 150"/>
            <p:cNvCxnSpPr/>
            <p:nvPr>
              <p:custDataLst>
                <p:tags r:id="rId47"/>
              </p:custDataLst>
            </p:nvPr>
          </p:nvCxnSpPr>
          <p:spPr bwMode="auto">
            <a:xfrm>
              <a:off x="5954" y="3286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48"/>
              </p:custDataLst>
            </p:nvPr>
          </p:nvCxnSpPr>
          <p:spPr bwMode="auto">
            <a:xfrm>
              <a:off x="6407" y="3288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4" name="Text Box 162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5273" y="3798"/>
              <a:ext cx="232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/>
                <a:t>所有</a:t>
              </a:r>
              <a:r>
                <a:rPr lang="zh-CN" altLang="en-US" sz="1600" b="1" dirty="0">
                  <a:latin typeface="+mn-ea"/>
                  <a:ea typeface="+mn-ea"/>
                </a:rPr>
                <a:t>的工作脉冲</a:t>
              </a:r>
              <a:endParaRPr lang="zh-CN" altLang="en-US" sz="1600" b="1" dirty="0"/>
            </a:p>
          </p:txBody>
        </p:sp>
        <p:sp>
          <p:nvSpPr>
            <p:cNvPr id="155" name="Text Box 162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4026" y="1531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/>
              <a:r>
                <a:rPr lang="zh-CN" altLang="en-US" sz="1600" b="1" dirty="0"/>
                <a:t>操作码</a:t>
              </a:r>
            </a:p>
          </p:txBody>
        </p:sp>
        <p:sp>
          <p:nvSpPr>
            <p:cNvPr id="158" name="Text Box 162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3742" y="1927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程序状态</a:t>
              </a:r>
            </a:p>
          </p:txBody>
        </p:sp>
        <p:sp>
          <p:nvSpPr>
            <p:cNvPr id="161" name="Text Box 162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4536" y="3005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/>
              <a:r>
                <a:rPr lang="en-US" altLang="zh-CN" sz="1600" b="1" dirty="0">
                  <a:latin typeface="+mn-ea"/>
                  <a:ea typeface="+mn-ea"/>
                </a:rPr>
                <a:t>CLK</a:t>
              </a:r>
            </a:p>
          </p:txBody>
        </p:sp>
        <p:cxnSp>
          <p:nvCxnSpPr>
            <p:cNvPr id="164" name="直接箭头连接符 163"/>
            <p:cNvCxnSpPr/>
            <p:nvPr>
              <p:custDataLst>
                <p:tags r:id="rId53"/>
              </p:custDataLst>
            </p:nvPr>
          </p:nvCxnSpPr>
          <p:spPr bwMode="auto">
            <a:xfrm>
              <a:off x="6691" y="2041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5" name="Text Box 271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 rot="16200000">
              <a:off x="6747" y="1757"/>
              <a:ext cx="283" cy="22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</a:rPr>
                <a:t>…</a:t>
              </a:r>
            </a:p>
          </p:txBody>
        </p:sp>
        <p:cxnSp>
          <p:nvCxnSpPr>
            <p:cNvPr id="166" name="直接箭头连接符 165"/>
            <p:cNvCxnSpPr/>
            <p:nvPr>
              <p:custDataLst>
                <p:tags r:id="rId55"/>
              </p:custDataLst>
            </p:nvPr>
          </p:nvCxnSpPr>
          <p:spPr bwMode="auto">
            <a:xfrm>
              <a:off x="5103" y="2438"/>
              <a:ext cx="226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2" name="Text Box 10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5443" y="2551"/>
              <a:ext cx="1474" cy="7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cxnSp>
          <p:nvCxnSpPr>
            <p:cNvPr id="167" name="直接箭头连接符 166"/>
            <p:cNvCxnSpPr/>
            <p:nvPr>
              <p:custDataLst>
                <p:tags r:id="rId57"/>
              </p:custDataLst>
            </p:nvPr>
          </p:nvCxnSpPr>
          <p:spPr bwMode="auto">
            <a:xfrm>
              <a:off x="6577" y="3458"/>
              <a:ext cx="62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8" name="直接箭头连接符 167"/>
            <p:cNvCxnSpPr/>
            <p:nvPr>
              <p:custDataLst>
                <p:tags r:id="rId58"/>
              </p:custDataLst>
            </p:nvPr>
          </p:nvCxnSpPr>
          <p:spPr bwMode="auto">
            <a:xfrm>
              <a:off x="6577" y="3288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9" name="Text Box 169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6010" y="3572"/>
              <a:ext cx="340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70" name="直接箭头连接符 169"/>
            <p:cNvCxnSpPr/>
            <p:nvPr>
              <p:custDataLst>
                <p:tags r:id="rId60"/>
              </p:custDataLst>
            </p:nvPr>
          </p:nvCxnSpPr>
          <p:spPr bwMode="auto">
            <a:xfrm>
              <a:off x="5103" y="2834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1" name="直接箭头连接符 170"/>
            <p:cNvCxnSpPr/>
            <p:nvPr>
              <p:custDataLst>
                <p:tags r:id="rId61"/>
              </p:custDataLst>
            </p:nvPr>
          </p:nvCxnSpPr>
          <p:spPr bwMode="auto">
            <a:xfrm>
              <a:off x="5103" y="3175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4" name="直接箭头连接符 173"/>
            <p:cNvCxnSpPr/>
            <p:nvPr>
              <p:custDataLst>
                <p:tags r:id="rId62"/>
              </p:custDataLst>
            </p:nvPr>
          </p:nvCxnSpPr>
          <p:spPr bwMode="auto">
            <a:xfrm>
              <a:off x="12303" y="289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5" name="直接箭头连接符 174"/>
            <p:cNvCxnSpPr/>
            <p:nvPr>
              <p:custDataLst>
                <p:tags r:id="rId63"/>
              </p:custDataLst>
            </p:nvPr>
          </p:nvCxnSpPr>
          <p:spPr bwMode="auto">
            <a:xfrm flipH="1">
              <a:off x="12303" y="3118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6" name="直接箭头连接符 175"/>
            <p:cNvCxnSpPr/>
            <p:nvPr>
              <p:custDataLst>
                <p:tags r:id="rId64"/>
              </p:custDataLst>
            </p:nvPr>
          </p:nvCxnSpPr>
          <p:spPr bwMode="auto">
            <a:xfrm>
              <a:off x="13211" y="1644"/>
              <a:ext cx="0" cy="147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7" name="Text Box 162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4366" y="2664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/>
              <a:r>
                <a:rPr lang="en-US" altLang="zh-CN" sz="1600" b="1" dirty="0">
                  <a:latin typeface="+mn-ea"/>
                  <a:ea typeface="+mn-ea"/>
                </a:rPr>
                <a:t>ClrN</a:t>
              </a:r>
            </a:p>
          </p:txBody>
        </p:sp>
        <p:sp>
          <p:nvSpPr>
            <p:cNvPr id="179" name="Text Box 162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3742" y="2324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/>
                <a:t>机器状态</a:t>
              </a:r>
            </a:p>
          </p:txBody>
        </p:sp>
        <p:cxnSp>
          <p:nvCxnSpPr>
            <p:cNvPr id="180" name="直接箭头连接符 179"/>
            <p:cNvCxnSpPr/>
            <p:nvPr>
              <p:custDataLst>
                <p:tags r:id="rId67"/>
              </p:custDataLst>
            </p:nvPr>
          </p:nvCxnSpPr>
          <p:spPr bwMode="auto">
            <a:xfrm>
              <a:off x="5557" y="2041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1" name="直接箭头连接符 180"/>
            <p:cNvCxnSpPr/>
            <p:nvPr>
              <p:custDataLst>
                <p:tags r:id="rId68"/>
              </p:custDataLst>
            </p:nvPr>
          </p:nvCxnSpPr>
          <p:spPr bwMode="auto">
            <a:xfrm flipH="1">
              <a:off x="5103" y="2041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" name="Text Box 142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9128" y="2551"/>
              <a:ext cx="1134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err="1"/>
                <a:t>微指令</a:t>
              </a:r>
              <a:endParaRPr lang="zh-CN" altLang="en-US" sz="1600" b="1" dirty="0" err="1">
                <a:latin typeface="宋体" panose="02010600030101010101" pitchFamily="2" charset="-122"/>
              </a:endParaRPr>
            </a:p>
          </p:txBody>
        </p:sp>
      </p:grpSp>
      <p:sp>
        <p:nvSpPr>
          <p:cNvPr id="517217" name="AutoShape 97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4068000" y="6525145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B3936FB5-495A-4527-93B9-2670CACE9ADD}"/>
              </a:ext>
            </a:extLst>
          </p:cNvPr>
          <p:cNvGrpSpPr/>
          <p:nvPr/>
        </p:nvGrpSpPr>
        <p:grpSpPr>
          <a:xfrm>
            <a:off x="6407669" y="4977223"/>
            <a:ext cx="2520000" cy="1260000"/>
            <a:chOff x="4032000" y="3384000"/>
            <a:chExt cx="2520000" cy="1260000"/>
          </a:xfrm>
        </p:grpSpPr>
        <p:sp>
          <p:nvSpPr>
            <p:cNvPr id="100" name="Rectangle 72">
              <a:extLst>
                <a:ext uri="{FF2B5EF4-FFF2-40B4-BE49-F238E27FC236}">
                  <a16:creationId xmlns:a16="http://schemas.microsoft.com/office/drawing/2014/main" id="{AF8AF4BB-BAA8-42C6-9956-7A62A73CD74D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139927" y="3384000"/>
              <a:ext cx="1368000" cy="504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71755" tIns="17780" rIns="36195" bIns="0" anchor="t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地址产生电路</a:t>
              </a:r>
              <a:endParaRPr lang="en-US" altLang="zh-CN" sz="1600" b="1" dirty="0"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 V</a:t>
              </a:r>
              <a:r>
                <a:rPr lang="en-US" altLang="zh-CN" sz="1600" b="1" baseline="-18000" dirty="0">
                  <a:latin typeface="宋体" panose="02010600030101010101" pitchFamily="2" charset="-122"/>
                  <a:sym typeface="+mn-ea"/>
                </a:rPr>
                <a:t>CC</a:t>
              </a:r>
              <a:endParaRPr lang="zh-CN" altLang="en-US" sz="1600" b="1" dirty="0"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101" name="Text Box 273">
              <a:extLst>
                <a:ext uri="{FF2B5EF4-FFF2-40B4-BE49-F238E27FC236}">
                  <a16:creationId xmlns:a16="http://schemas.microsoft.com/office/drawing/2014/main" id="{20C6EC52-B93B-4BCD-B094-62360A83516C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220000" y="4464000"/>
              <a:ext cx="755428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25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25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25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25000" dirty="0">
                  <a:latin typeface="宋体" panose="02010600030101010101" pitchFamily="2" charset="-122"/>
                </a:rPr>
                <a:t>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CAB4A689-711A-4DCB-86A0-EB2500A6A05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 bwMode="auto">
            <a:xfrm>
              <a:off x="4572000" y="3672000"/>
              <a:ext cx="70485" cy="71755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013A80E5-22C5-4A71-A6C6-CFF67ECD6FD2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4644000" y="3707655"/>
              <a:ext cx="39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24F85AEE-0B54-448B-9989-851C303D7EC8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4752000" y="3707655"/>
              <a:ext cx="0" cy="32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17A3F8BE-DC1B-4147-93B5-622BD356965B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4896000" y="3707655"/>
              <a:ext cx="0" cy="32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971B40ED-87E8-4982-B74C-AB76B91A8BAF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>
              <a:off x="5040000" y="3707655"/>
              <a:ext cx="635" cy="32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A903A6F5-DBBA-4215-98D1-1B4125844B08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5291842" y="3815605"/>
              <a:ext cx="153035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B7049B59-59D1-4D25-91B0-6AC70F4DC95C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5184000" y="3707655"/>
              <a:ext cx="635" cy="32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3CAF6E85-282E-46C8-9512-58F1F7EA2252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5184000" y="3707655"/>
              <a:ext cx="180000" cy="12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50DDBA4D-3EC1-4AC4-B685-DB406CAFF670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5364232" y="3707655"/>
              <a:ext cx="635" cy="10795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1" name="Text Box 18">
              <a:extLst>
                <a:ext uri="{FF2B5EF4-FFF2-40B4-BE49-F238E27FC236}">
                  <a16:creationId xmlns:a16="http://schemas.microsoft.com/office/drawing/2014/main" id="{5AE8271A-4C7A-4A4F-BBE2-307BD640F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000" y="4032000"/>
              <a:ext cx="1692000" cy="28892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46800" rIns="36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23B09A71-37AC-4A92-B9CF-2AF618680780}"/>
                </a:ext>
              </a:extLst>
            </p:cNvPr>
            <p:cNvSpPr/>
            <p:nvPr/>
          </p:nvSpPr>
          <p:spPr bwMode="auto">
            <a:xfrm>
              <a:off x="4716000" y="4032000"/>
              <a:ext cx="504000" cy="72008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D31CE83B-7291-4774-B6FA-99E0F14E3428}"/>
                </a:ext>
              </a:extLst>
            </p:cNvPr>
            <p:cNvSpPr/>
            <p:nvPr/>
          </p:nvSpPr>
          <p:spPr bwMode="auto">
            <a:xfrm>
              <a:off x="5796000" y="4032000"/>
              <a:ext cx="504000" cy="72008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" name="Rectangle 72">
              <a:extLst>
                <a:ext uri="{FF2B5EF4-FFF2-40B4-BE49-F238E27FC236}">
                  <a16:creationId xmlns:a16="http://schemas.microsoft.com/office/drawing/2014/main" id="{B1411F82-7237-496B-8169-2D27FD5DD1E8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580000" y="3384000"/>
              <a:ext cx="972000" cy="504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lIns="71755" tIns="17780" rIns="36195" bIns="0" anchor="t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地址形成电路</a:t>
              </a:r>
              <a:endParaRPr lang="en-US" altLang="zh-CN" sz="1600" b="1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94CC7E53-DA09-459B-A302-98DE94201F4C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5832000" y="3888000"/>
              <a:ext cx="635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8ADD4C87-1225-4C42-912E-8B8ADBDE70DA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5976000" y="3888000"/>
              <a:ext cx="635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7271E3E8-98C5-4E9A-A085-B0A4AE9B68E4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>
              <a:off x="6120000" y="3888000"/>
              <a:ext cx="635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1CD9062A-392B-4F41-BBF4-0E8D5F6E8BF7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6264000" y="3888000"/>
              <a:ext cx="635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222E1E91-2AA3-4E65-878F-87BB2E78392A}"/>
                </a:ext>
              </a:extLst>
            </p:cNvPr>
            <p:cNvGrpSpPr/>
            <p:nvPr/>
          </p:nvGrpSpPr>
          <p:grpSpPr>
            <a:xfrm>
              <a:off x="5292080" y="4320000"/>
              <a:ext cx="540200" cy="144000"/>
              <a:chOff x="5984400" y="4040400"/>
              <a:chExt cx="540200" cy="144000"/>
            </a:xfrm>
          </p:grpSpPr>
          <p:cxnSp>
            <p:nvCxnSpPr>
              <p:cNvPr id="122" name="直接箭头连接符 121">
                <a:extLst>
                  <a:ext uri="{FF2B5EF4-FFF2-40B4-BE49-F238E27FC236}">
                    <a16:creationId xmlns:a16="http://schemas.microsoft.com/office/drawing/2014/main" id="{36E0887D-4945-4E6D-B12B-1C29AD4B3C95}"/>
                  </a:ext>
                </a:extLst>
              </p:cNvPr>
              <p:cNvCxnSpPr/>
              <p:nvPr>
                <p:custDataLst>
                  <p:tags r:id="rId21"/>
                </p:custDataLst>
              </p:nvPr>
            </p:nvCxnSpPr>
            <p:spPr bwMode="auto">
              <a:xfrm>
                <a:off x="5984400" y="4040400"/>
                <a:ext cx="635" cy="144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23" name="直接箭头连接符 122">
                <a:extLst>
                  <a:ext uri="{FF2B5EF4-FFF2-40B4-BE49-F238E27FC236}">
                    <a16:creationId xmlns:a16="http://schemas.microsoft.com/office/drawing/2014/main" id="{2C362284-479A-46A6-AEE7-F5E7B5D48C7B}"/>
                  </a:ext>
                </a:extLst>
              </p:cNvPr>
              <p:cNvCxnSpPr/>
              <p:nvPr>
                <p:custDataLst>
                  <p:tags r:id="rId22"/>
                </p:custDataLst>
              </p:nvPr>
            </p:nvCxnSpPr>
            <p:spPr bwMode="auto">
              <a:xfrm>
                <a:off x="6164400" y="4040400"/>
                <a:ext cx="635" cy="144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24" name="直接箭头连接符 123">
                <a:extLst>
                  <a:ext uri="{FF2B5EF4-FFF2-40B4-BE49-F238E27FC236}">
                    <a16:creationId xmlns:a16="http://schemas.microsoft.com/office/drawing/2014/main" id="{FCDE3697-3509-4030-BBEE-9FA821A2DB17}"/>
                  </a:ext>
                </a:extLst>
              </p:cNvPr>
              <p:cNvCxnSpPr/>
              <p:nvPr>
                <p:custDataLst>
                  <p:tags r:id="rId23"/>
                </p:custDataLst>
              </p:nvPr>
            </p:nvCxnSpPr>
            <p:spPr bwMode="auto">
              <a:xfrm>
                <a:off x="6344400" y="4040400"/>
                <a:ext cx="635" cy="144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25" name="直接箭头连接符 124">
                <a:extLst>
                  <a:ext uri="{FF2B5EF4-FFF2-40B4-BE49-F238E27FC236}">
                    <a16:creationId xmlns:a16="http://schemas.microsoft.com/office/drawing/2014/main" id="{2FDE7D9F-E0C7-44DC-81CC-EDC893D260D5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auto">
              <a:xfrm>
                <a:off x="6523965" y="4040400"/>
                <a:ext cx="635" cy="144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1CB1E3E2-A9FB-4382-8F47-69BB56F7DC9D}"/>
                </a:ext>
              </a:extLst>
            </p:cNvPr>
            <p:cNvCxnSpPr>
              <a:cxnSpLocks/>
            </p:cNvCxnSpPr>
            <p:nvPr>
              <p:custDataLst>
                <p:tags r:id="rId19"/>
              </p:custDataLst>
            </p:nvPr>
          </p:nvCxnSpPr>
          <p:spPr bwMode="auto">
            <a:xfrm>
              <a:off x="4536000" y="4179511"/>
              <a:ext cx="14401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1" name="Text Box 273">
              <a:extLst>
                <a:ext uri="{FF2B5EF4-FFF2-40B4-BE49-F238E27FC236}">
                  <a16:creationId xmlns:a16="http://schemas.microsoft.com/office/drawing/2014/main" id="{1DF5BC07-D11C-47EE-85D6-ECC2FFCF8563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032000" y="4068000"/>
              <a:ext cx="50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ClrN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249150" y="4077830"/>
            <a:ext cx="440663" cy="576064"/>
            <a:chOff x="1249150" y="3933750"/>
            <a:chExt cx="440663" cy="576064"/>
          </a:xfrm>
        </p:grpSpPr>
        <p:cxnSp>
          <p:nvCxnSpPr>
            <p:cNvPr id="175" name="直接箭头连接符 174"/>
            <p:cNvCxnSpPr/>
            <p:nvPr/>
          </p:nvCxnSpPr>
          <p:spPr bwMode="auto">
            <a:xfrm flipV="1">
              <a:off x="1249150" y="4221781"/>
              <a:ext cx="440662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6" name="直接箭头连接符 175"/>
            <p:cNvCxnSpPr/>
            <p:nvPr/>
          </p:nvCxnSpPr>
          <p:spPr bwMode="auto">
            <a:xfrm flipV="1">
              <a:off x="1249151" y="4509813"/>
              <a:ext cx="440662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7" name="Text Box 169"/>
            <p:cNvSpPr txBox="1">
              <a:spLocks noChangeArrowheads="1"/>
            </p:cNvSpPr>
            <p:nvPr/>
          </p:nvSpPr>
          <p:spPr bwMode="auto">
            <a:xfrm rot="16200000">
              <a:off x="1303517" y="4257848"/>
              <a:ext cx="288032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accent2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78" name="Text Box 162"/>
            <p:cNvSpPr txBox="1">
              <a:spLocks noChangeArrowheads="1"/>
            </p:cNvSpPr>
            <p:nvPr/>
          </p:nvSpPr>
          <p:spPr bwMode="auto">
            <a:xfrm>
              <a:off x="1249150" y="3933750"/>
              <a:ext cx="440663" cy="21542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/>
                <a:t>节拍</a:t>
              </a:r>
            </a:p>
          </p:txBody>
        </p:sp>
      </p:grpSp>
      <p:sp>
        <p:nvSpPr>
          <p:cNvPr id="15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32A12-898D-4E70-B039-A0BBB198FE96}" type="slidenum">
              <a:rPr lang="en-US" altLang="zh-CN"/>
              <a:t>69</a:t>
            </a:fld>
            <a:endParaRPr lang="en-US" altLang="zh-CN" dirty="0"/>
          </a:p>
        </p:txBody>
      </p:sp>
      <p:sp>
        <p:nvSpPr>
          <p:cNvPr id="424164" name="Text Box 228"/>
          <p:cNvSpPr txBox="1">
            <a:spLocks noChangeArrowheads="1"/>
          </p:cNvSpPr>
          <p:nvPr/>
        </p:nvSpPr>
        <p:spPr bwMode="auto">
          <a:xfrm>
            <a:off x="179388" y="332656"/>
            <a:ext cx="8785225" cy="20612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3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、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种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CU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组成的对比</a:t>
            </a: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指令译码器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latin typeface="+mn-ea"/>
                <a:ea typeface="+mn-ea"/>
              </a:rPr>
              <a:t>相同，输入为操作码</a:t>
            </a:r>
            <a:r>
              <a:rPr lang="en-US" altLang="zh-CN" sz="2200" b="1" dirty="0">
                <a:latin typeface="+mn-ea"/>
                <a:ea typeface="+mn-ea"/>
              </a:rPr>
              <a:t>&amp;</a:t>
            </a:r>
            <a:r>
              <a:rPr lang="zh-CN" altLang="en-US" sz="2200" b="1" dirty="0">
                <a:latin typeface="+mn-ea"/>
                <a:ea typeface="+mn-ea"/>
              </a:rPr>
              <a:t>寻址方式，输出为操作类型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时序信号形成电路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                          注：</a:t>
            </a:r>
            <a:r>
              <a:rPr lang="zh-CN" altLang="en-US" sz="1800" b="1" dirty="0">
                <a:latin typeface="+mn-ea"/>
                <a:ea typeface="+mn-ea"/>
              </a:rPr>
              <a:t>工作脉冲用于数据通路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与</a:t>
            </a:r>
            <a:r>
              <a:rPr lang="en-US" altLang="zh-CN" sz="1800" b="1" dirty="0">
                <a:latin typeface="+mn-ea"/>
                <a:ea typeface="+mn-ea"/>
              </a:rPr>
              <a:t>CU</a:t>
            </a:r>
            <a:r>
              <a:rPr lang="zh-CN" altLang="en-US" sz="1800" b="1" dirty="0">
                <a:latin typeface="+mn-ea"/>
                <a:ea typeface="+mn-ea"/>
              </a:rPr>
              <a:t>类型无关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sz="18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en-US" altLang="zh-CN" sz="2200" dirty="0" err="1">
                <a:solidFill>
                  <a:schemeClr val="accent2"/>
                </a:solidFill>
                <a:latin typeface="+mn-lt"/>
                <a:ea typeface="+mn-ea"/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+mn-ea"/>
                <a:ea typeface="+mn-ea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控制信号形成电路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latin typeface="+mn-ea"/>
              <a:ea typeface="+mn-ea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4716016" y="2421647"/>
            <a:ext cx="4108375" cy="3311673"/>
            <a:chOff x="4785655" y="1700809"/>
            <a:chExt cx="4108375" cy="3311673"/>
          </a:xfrm>
        </p:grpSpPr>
        <p:sp>
          <p:nvSpPr>
            <p:cNvPr id="95" name="Rectangle 120" descr="轮廓式菱形"/>
            <p:cNvSpPr>
              <a:spLocks noChangeArrowheads="1"/>
            </p:cNvSpPr>
            <p:nvPr/>
          </p:nvSpPr>
          <p:spPr bwMode="auto">
            <a:xfrm>
              <a:off x="6156176" y="2489560"/>
              <a:ext cx="2736304" cy="1949116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96" name="直接箭头连接符 95"/>
            <p:cNvCxnSpPr/>
            <p:nvPr/>
          </p:nvCxnSpPr>
          <p:spPr bwMode="auto">
            <a:xfrm>
              <a:off x="4793946" y="2996953"/>
              <a:ext cx="42224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7" name="Text Box 162"/>
            <p:cNvSpPr txBox="1">
              <a:spLocks noChangeArrowheads="1"/>
            </p:cNvSpPr>
            <p:nvPr/>
          </p:nvSpPr>
          <p:spPr bwMode="auto">
            <a:xfrm>
              <a:off x="4785655" y="2707652"/>
              <a:ext cx="434416" cy="28930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>
                  <a:latin typeface="+mn-ea"/>
                  <a:ea typeface="+mn-ea"/>
                </a:rPr>
                <a:t>CLK</a:t>
              </a:r>
            </a:p>
          </p:txBody>
        </p:sp>
        <p:sp>
          <p:nvSpPr>
            <p:cNvPr id="101" name="Text Box 162"/>
            <p:cNvSpPr txBox="1">
              <a:spLocks noChangeArrowheads="1"/>
            </p:cNvSpPr>
            <p:nvPr/>
          </p:nvSpPr>
          <p:spPr bwMode="auto">
            <a:xfrm>
              <a:off x="7670030" y="4437112"/>
              <a:ext cx="1224000" cy="288032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  <a:ea typeface="+mn-ea"/>
                </a:rPr>
                <a:t>OP</a:t>
              </a:r>
              <a:r>
                <a:rPr lang="zh-CN" altLang="en-US" sz="1600" b="1" dirty="0"/>
                <a:t>控制信号</a:t>
              </a:r>
            </a:p>
          </p:txBody>
        </p:sp>
        <p:sp>
          <p:nvSpPr>
            <p:cNvPr id="102" name="Text Box 101"/>
            <p:cNvSpPr txBox="1">
              <a:spLocks noChangeArrowheads="1"/>
            </p:cNvSpPr>
            <p:nvPr/>
          </p:nvSpPr>
          <p:spPr bwMode="auto">
            <a:xfrm>
              <a:off x="5214327" y="2348880"/>
              <a:ext cx="499319" cy="1944216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sp>
          <p:nvSpPr>
            <p:cNvPr id="103" name="Text Box 162"/>
            <p:cNvSpPr txBox="1">
              <a:spLocks noChangeArrowheads="1"/>
            </p:cNvSpPr>
            <p:nvPr/>
          </p:nvSpPr>
          <p:spPr bwMode="auto">
            <a:xfrm>
              <a:off x="4792078" y="4725144"/>
              <a:ext cx="4098533" cy="28733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/>
                <a:t>数据通路</a:t>
              </a:r>
            </a:p>
          </p:txBody>
        </p:sp>
        <p:sp>
          <p:nvSpPr>
            <p:cNvPr id="104" name="Text Box 169"/>
            <p:cNvSpPr txBox="1">
              <a:spLocks noChangeArrowheads="1"/>
            </p:cNvSpPr>
            <p:nvPr/>
          </p:nvSpPr>
          <p:spPr bwMode="auto">
            <a:xfrm>
              <a:off x="6948264" y="4437111"/>
              <a:ext cx="646113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  <a:latin typeface="+mn-ea"/>
                  <a:ea typeface="+mn-ea"/>
                </a:rPr>
                <a:t>……</a:t>
              </a:r>
            </a:p>
          </p:txBody>
        </p:sp>
        <p:cxnSp>
          <p:nvCxnSpPr>
            <p:cNvPr id="105" name="直接箭头连接符 104"/>
            <p:cNvCxnSpPr/>
            <p:nvPr/>
          </p:nvCxnSpPr>
          <p:spPr bwMode="auto">
            <a:xfrm>
              <a:off x="6948264" y="4365103"/>
              <a:ext cx="0" cy="36004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6" name="直接箭头连接符 105"/>
            <p:cNvCxnSpPr/>
            <p:nvPr/>
          </p:nvCxnSpPr>
          <p:spPr bwMode="auto">
            <a:xfrm>
              <a:off x="7596336" y="4365103"/>
              <a:ext cx="0" cy="36004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0" name="直接箭头连接符 109"/>
            <p:cNvCxnSpPr/>
            <p:nvPr/>
          </p:nvCxnSpPr>
          <p:spPr bwMode="auto">
            <a:xfrm flipV="1">
              <a:off x="5074189" y="3573016"/>
              <a:ext cx="144016" cy="206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1" name="Text Box 162"/>
            <p:cNvSpPr txBox="1">
              <a:spLocks noChangeArrowheads="1"/>
            </p:cNvSpPr>
            <p:nvPr/>
          </p:nvSpPr>
          <p:spPr bwMode="auto">
            <a:xfrm>
              <a:off x="4792079" y="3645024"/>
              <a:ext cx="282110" cy="86409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/>
                <a:t>操作状态</a:t>
              </a:r>
            </a:p>
          </p:txBody>
        </p:sp>
        <p:cxnSp>
          <p:nvCxnSpPr>
            <p:cNvPr id="112" name="直接箭头连接符 111"/>
            <p:cNvCxnSpPr/>
            <p:nvPr/>
          </p:nvCxnSpPr>
          <p:spPr bwMode="auto">
            <a:xfrm>
              <a:off x="5074189" y="3572123"/>
              <a:ext cx="0" cy="115302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3" name="直接箭头连接符 112"/>
            <p:cNvCxnSpPr/>
            <p:nvPr/>
          </p:nvCxnSpPr>
          <p:spPr bwMode="auto">
            <a:xfrm>
              <a:off x="6826855" y="2342208"/>
              <a:ext cx="0" cy="29470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4" name="直接箭头连接符 113"/>
            <p:cNvCxnSpPr/>
            <p:nvPr/>
          </p:nvCxnSpPr>
          <p:spPr bwMode="auto">
            <a:xfrm>
              <a:off x="6538823" y="2342208"/>
              <a:ext cx="0" cy="29470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5" name="Text Box 134"/>
            <p:cNvSpPr txBox="1">
              <a:spLocks noChangeArrowheads="1"/>
            </p:cNvSpPr>
            <p:nvPr/>
          </p:nvSpPr>
          <p:spPr bwMode="auto">
            <a:xfrm>
              <a:off x="6444208" y="2132856"/>
              <a:ext cx="504056" cy="216024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ID</a:t>
              </a:r>
            </a:p>
          </p:txBody>
        </p:sp>
        <p:cxnSp>
          <p:nvCxnSpPr>
            <p:cNvPr id="116" name="直接箭头连接符 115"/>
            <p:cNvCxnSpPr/>
            <p:nvPr/>
          </p:nvCxnSpPr>
          <p:spPr bwMode="auto">
            <a:xfrm>
              <a:off x="6732241" y="1979162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箭头连接符 116"/>
            <p:cNvCxnSpPr/>
            <p:nvPr/>
          </p:nvCxnSpPr>
          <p:spPr bwMode="auto">
            <a:xfrm>
              <a:off x="7308305" y="1988840"/>
              <a:ext cx="0" cy="64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8" name="直接箭头连接符 117"/>
            <p:cNvCxnSpPr/>
            <p:nvPr/>
          </p:nvCxnSpPr>
          <p:spPr bwMode="auto">
            <a:xfrm>
              <a:off x="8388425" y="1996762"/>
              <a:ext cx="0" cy="64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9" name="Text Box 169"/>
            <p:cNvSpPr txBox="1">
              <a:spLocks noChangeArrowheads="1"/>
            </p:cNvSpPr>
            <p:nvPr/>
          </p:nvSpPr>
          <p:spPr bwMode="auto">
            <a:xfrm>
              <a:off x="6539171" y="2348880"/>
              <a:ext cx="287684" cy="14401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20" name="Text Box 134"/>
            <p:cNvSpPr txBox="1">
              <a:spLocks noChangeArrowheads="1"/>
            </p:cNvSpPr>
            <p:nvPr/>
          </p:nvSpPr>
          <p:spPr bwMode="auto">
            <a:xfrm>
              <a:off x="6447191" y="1700809"/>
              <a:ext cx="501073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121" name="Text Box 134"/>
            <p:cNvSpPr txBox="1">
              <a:spLocks noChangeArrowheads="1"/>
            </p:cNvSpPr>
            <p:nvPr/>
          </p:nvSpPr>
          <p:spPr bwMode="auto">
            <a:xfrm>
              <a:off x="7096644" y="1700809"/>
              <a:ext cx="643710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PSR</a:t>
              </a:r>
            </a:p>
          </p:txBody>
        </p:sp>
        <p:sp>
          <p:nvSpPr>
            <p:cNvPr id="122" name="Text Box 134"/>
            <p:cNvSpPr txBox="1">
              <a:spLocks noChangeArrowheads="1"/>
            </p:cNvSpPr>
            <p:nvPr/>
          </p:nvSpPr>
          <p:spPr bwMode="auto">
            <a:xfrm>
              <a:off x="7884369" y="1700809"/>
              <a:ext cx="1008111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中断机构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3" name="Text Box 162"/>
            <p:cNvSpPr txBox="1">
              <a:spLocks noChangeArrowheads="1"/>
            </p:cNvSpPr>
            <p:nvPr/>
          </p:nvSpPr>
          <p:spPr bwMode="auto">
            <a:xfrm>
              <a:off x="7922457" y="1989437"/>
              <a:ext cx="465968" cy="5034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/>
                <a:t>机器状态</a:t>
              </a:r>
            </a:p>
          </p:txBody>
        </p:sp>
        <p:sp>
          <p:nvSpPr>
            <p:cNvPr id="124" name="Text Box 162"/>
            <p:cNvSpPr txBox="1">
              <a:spLocks noChangeArrowheads="1"/>
            </p:cNvSpPr>
            <p:nvPr/>
          </p:nvSpPr>
          <p:spPr bwMode="auto">
            <a:xfrm>
              <a:off x="7308305" y="1988841"/>
              <a:ext cx="489531" cy="5034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/>
                <a:t>程序状态</a:t>
              </a:r>
            </a:p>
          </p:txBody>
        </p:sp>
      </p:grpSp>
      <p:grpSp>
        <p:nvGrpSpPr>
          <p:cNvPr id="138" name="组合 137"/>
          <p:cNvGrpSpPr/>
          <p:nvPr/>
        </p:nvGrpSpPr>
        <p:grpSpPr>
          <a:xfrm>
            <a:off x="319292" y="2421647"/>
            <a:ext cx="4108692" cy="3311673"/>
            <a:chOff x="249151" y="1700809"/>
            <a:chExt cx="4108692" cy="3311673"/>
          </a:xfrm>
        </p:grpSpPr>
        <p:sp>
          <p:nvSpPr>
            <p:cNvPr id="159" name="Text Box 162"/>
            <p:cNvSpPr txBox="1">
              <a:spLocks noChangeArrowheads="1"/>
            </p:cNvSpPr>
            <p:nvPr/>
          </p:nvSpPr>
          <p:spPr bwMode="auto">
            <a:xfrm>
              <a:off x="249151" y="2708920"/>
              <a:ext cx="434416" cy="28930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>
                  <a:latin typeface="+mn-ea"/>
                  <a:ea typeface="+mn-ea"/>
                </a:rPr>
                <a:t>CLK</a:t>
              </a:r>
            </a:p>
          </p:txBody>
        </p:sp>
        <p:sp>
          <p:nvSpPr>
            <p:cNvPr id="139" name="Text Box 162"/>
            <p:cNvSpPr txBox="1">
              <a:spLocks noChangeArrowheads="1"/>
            </p:cNvSpPr>
            <p:nvPr/>
          </p:nvSpPr>
          <p:spPr bwMode="auto">
            <a:xfrm>
              <a:off x="3133843" y="4437112"/>
              <a:ext cx="1224000" cy="288032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+mn-ea"/>
                  <a:ea typeface="+mn-ea"/>
                </a:rPr>
                <a:t>OP</a:t>
              </a:r>
              <a:r>
                <a:rPr lang="zh-CN" altLang="en-US" sz="1600" b="1" dirty="0"/>
                <a:t>控制信号</a:t>
              </a:r>
            </a:p>
          </p:txBody>
        </p:sp>
        <p:sp>
          <p:nvSpPr>
            <p:cNvPr id="140" name="Text Box 101"/>
            <p:cNvSpPr txBox="1">
              <a:spLocks noChangeArrowheads="1"/>
            </p:cNvSpPr>
            <p:nvPr/>
          </p:nvSpPr>
          <p:spPr bwMode="auto">
            <a:xfrm>
              <a:off x="679690" y="2348880"/>
              <a:ext cx="499319" cy="1944216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sp>
          <p:nvSpPr>
            <p:cNvPr id="141" name="Rectangle 120" descr="轮廓式菱形"/>
            <p:cNvSpPr>
              <a:spLocks noChangeArrowheads="1"/>
            </p:cNvSpPr>
            <p:nvPr/>
          </p:nvSpPr>
          <p:spPr bwMode="auto">
            <a:xfrm>
              <a:off x="1619671" y="2489559"/>
              <a:ext cx="2736304" cy="1949115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800" dirty="0" err="1"/>
                <a:t>μ</a:t>
              </a:r>
              <a:r>
                <a:rPr lang="en-US" altLang="zh-CN" sz="1800" b="1" dirty="0" err="1">
                  <a:latin typeface="+mn-ea"/>
                  <a:ea typeface="+mn-ea"/>
                </a:rPr>
                <a:t>OP</a:t>
              </a:r>
              <a:r>
                <a:rPr lang="zh-CN" altLang="en-US" sz="1800" b="1" dirty="0">
                  <a:latin typeface="+mn-ea"/>
                  <a:ea typeface="+mn-ea"/>
                </a:rPr>
                <a:t>控制信号形成电路</a:t>
              </a:r>
              <a:endParaRPr lang="en-US" altLang="zh-CN" sz="1800" b="1" dirty="0">
                <a:latin typeface="+mn-ea"/>
                <a:ea typeface="+mn-ea"/>
              </a:endParaRPr>
            </a:p>
            <a:p>
              <a:endParaRPr lang="en-US" altLang="zh-CN" sz="1800" b="1" dirty="0">
                <a:latin typeface="+mn-ea"/>
                <a:ea typeface="+mn-ea"/>
              </a:endParaRPr>
            </a:p>
            <a:p>
              <a:endParaRPr lang="en-US" altLang="zh-CN" sz="1800" b="1" dirty="0">
                <a:latin typeface="+mn-ea"/>
                <a:ea typeface="+mn-ea"/>
              </a:endParaRPr>
            </a:p>
            <a:p>
              <a:endParaRPr lang="zh-CN" altLang="en-US" b="1" dirty="0">
                <a:latin typeface="+mn-ea"/>
                <a:ea typeface="+mn-ea"/>
              </a:endParaRPr>
            </a:p>
          </p:txBody>
        </p:sp>
        <p:sp>
          <p:nvSpPr>
            <p:cNvPr id="142" name="Text Box 162"/>
            <p:cNvSpPr txBox="1">
              <a:spLocks noChangeArrowheads="1"/>
            </p:cNvSpPr>
            <p:nvPr/>
          </p:nvSpPr>
          <p:spPr bwMode="auto">
            <a:xfrm>
              <a:off x="257441" y="4725144"/>
              <a:ext cx="4098533" cy="28733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/>
                <a:t>数据通路</a:t>
              </a:r>
            </a:p>
          </p:txBody>
        </p:sp>
        <p:sp>
          <p:nvSpPr>
            <p:cNvPr id="143" name="Text Box 169"/>
            <p:cNvSpPr txBox="1">
              <a:spLocks noChangeArrowheads="1"/>
            </p:cNvSpPr>
            <p:nvPr/>
          </p:nvSpPr>
          <p:spPr bwMode="auto">
            <a:xfrm>
              <a:off x="2411760" y="4437111"/>
              <a:ext cx="646113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  <a:latin typeface="+mn-ea"/>
                  <a:ea typeface="+mn-ea"/>
                </a:rPr>
                <a:t>……</a:t>
              </a:r>
            </a:p>
          </p:txBody>
        </p:sp>
        <p:cxnSp>
          <p:nvCxnSpPr>
            <p:cNvPr id="144" name="直接箭头连接符 143"/>
            <p:cNvCxnSpPr/>
            <p:nvPr/>
          </p:nvCxnSpPr>
          <p:spPr bwMode="auto">
            <a:xfrm>
              <a:off x="2411760" y="4365103"/>
              <a:ext cx="0" cy="36004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5" name="直接箭头连接符 144"/>
            <p:cNvCxnSpPr/>
            <p:nvPr/>
          </p:nvCxnSpPr>
          <p:spPr bwMode="auto">
            <a:xfrm>
              <a:off x="3059832" y="4365103"/>
              <a:ext cx="0" cy="36004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6" name="直接箭头连接符 145"/>
            <p:cNvCxnSpPr/>
            <p:nvPr/>
          </p:nvCxnSpPr>
          <p:spPr bwMode="auto">
            <a:xfrm>
              <a:off x="2290350" y="2342208"/>
              <a:ext cx="0" cy="29470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7" name="直接箭头连接符 146"/>
            <p:cNvCxnSpPr/>
            <p:nvPr/>
          </p:nvCxnSpPr>
          <p:spPr bwMode="auto">
            <a:xfrm>
              <a:off x="2002318" y="2342208"/>
              <a:ext cx="0" cy="29470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8" name="Text Box 134"/>
            <p:cNvSpPr txBox="1">
              <a:spLocks noChangeArrowheads="1"/>
            </p:cNvSpPr>
            <p:nvPr/>
          </p:nvSpPr>
          <p:spPr bwMode="auto">
            <a:xfrm>
              <a:off x="1907703" y="2132856"/>
              <a:ext cx="504056" cy="216024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ID</a:t>
              </a:r>
            </a:p>
          </p:txBody>
        </p:sp>
        <p:cxnSp>
          <p:nvCxnSpPr>
            <p:cNvPr id="149" name="直接箭头连接符 148"/>
            <p:cNvCxnSpPr/>
            <p:nvPr/>
          </p:nvCxnSpPr>
          <p:spPr bwMode="auto">
            <a:xfrm>
              <a:off x="2195736" y="1979162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0" name="直接箭头连接符 149"/>
            <p:cNvCxnSpPr/>
            <p:nvPr/>
          </p:nvCxnSpPr>
          <p:spPr bwMode="auto">
            <a:xfrm>
              <a:off x="2771800" y="1988840"/>
              <a:ext cx="0" cy="6370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1" name="直接箭头连接符 150"/>
            <p:cNvCxnSpPr/>
            <p:nvPr/>
          </p:nvCxnSpPr>
          <p:spPr bwMode="auto">
            <a:xfrm>
              <a:off x="3851920" y="1996762"/>
              <a:ext cx="0" cy="6380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6" name="直接箭头连接符 155"/>
            <p:cNvCxnSpPr/>
            <p:nvPr/>
          </p:nvCxnSpPr>
          <p:spPr bwMode="auto">
            <a:xfrm flipV="1">
              <a:off x="539552" y="3573016"/>
              <a:ext cx="144016" cy="206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7" name="直接箭头连接符 156"/>
            <p:cNvCxnSpPr/>
            <p:nvPr/>
          </p:nvCxnSpPr>
          <p:spPr bwMode="auto">
            <a:xfrm>
              <a:off x="257442" y="2996952"/>
              <a:ext cx="42224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8" name="Text Box 169"/>
            <p:cNvSpPr txBox="1">
              <a:spLocks noChangeArrowheads="1"/>
            </p:cNvSpPr>
            <p:nvPr/>
          </p:nvSpPr>
          <p:spPr bwMode="auto">
            <a:xfrm>
              <a:off x="2002666" y="2348880"/>
              <a:ext cx="287684" cy="14401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64" name="Text Box 134"/>
            <p:cNvSpPr txBox="1">
              <a:spLocks noChangeArrowheads="1"/>
            </p:cNvSpPr>
            <p:nvPr/>
          </p:nvSpPr>
          <p:spPr bwMode="auto">
            <a:xfrm>
              <a:off x="1910686" y="1700809"/>
              <a:ext cx="501073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165" name="Text Box 134"/>
            <p:cNvSpPr txBox="1">
              <a:spLocks noChangeArrowheads="1"/>
            </p:cNvSpPr>
            <p:nvPr/>
          </p:nvSpPr>
          <p:spPr bwMode="auto">
            <a:xfrm>
              <a:off x="2560139" y="1700809"/>
              <a:ext cx="643710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PSR</a:t>
              </a:r>
            </a:p>
          </p:txBody>
        </p:sp>
        <p:sp>
          <p:nvSpPr>
            <p:cNvPr id="166" name="Text Box 134"/>
            <p:cNvSpPr txBox="1">
              <a:spLocks noChangeArrowheads="1"/>
            </p:cNvSpPr>
            <p:nvPr/>
          </p:nvSpPr>
          <p:spPr bwMode="auto">
            <a:xfrm>
              <a:off x="3347864" y="1700809"/>
              <a:ext cx="1008111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中断机构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7" name="Text Box 162"/>
            <p:cNvSpPr txBox="1">
              <a:spLocks noChangeArrowheads="1"/>
            </p:cNvSpPr>
            <p:nvPr/>
          </p:nvSpPr>
          <p:spPr bwMode="auto">
            <a:xfrm>
              <a:off x="3385952" y="1989437"/>
              <a:ext cx="465968" cy="5034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/>
                <a:t>机器状态</a:t>
              </a:r>
            </a:p>
          </p:txBody>
        </p:sp>
        <p:sp>
          <p:nvSpPr>
            <p:cNvPr id="168" name="Text Box 162"/>
            <p:cNvSpPr txBox="1">
              <a:spLocks noChangeArrowheads="1"/>
            </p:cNvSpPr>
            <p:nvPr/>
          </p:nvSpPr>
          <p:spPr bwMode="auto">
            <a:xfrm>
              <a:off x="2771800" y="1988841"/>
              <a:ext cx="489531" cy="5034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/>
                <a:t>程序状态</a:t>
              </a:r>
            </a:p>
          </p:txBody>
        </p:sp>
        <p:sp>
          <p:nvSpPr>
            <p:cNvPr id="169" name="Text Box 162"/>
            <p:cNvSpPr txBox="1">
              <a:spLocks noChangeArrowheads="1"/>
            </p:cNvSpPr>
            <p:nvPr/>
          </p:nvSpPr>
          <p:spPr bwMode="auto">
            <a:xfrm>
              <a:off x="257442" y="3645024"/>
              <a:ext cx="282110" cy="86409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/>
                <a:t>操作状态</a:t>
              </a:r>
            </a:p>
          </p:txBody>
        </p:sp>
        <p:cxnSp>
          <p:nvCxnSpPr>
            <p:cNvPr id="171" name="直接箭头连接符 170"/>
            <p:cNvCxnSpPr/>
            <p:nvPr/>
          </p:nvCxnSpPr>
          <p:spPr bwMode="auto">
            <a:xfrm>
              <a:off x="539552" y="3572123"/>
              <a:ext cx="0" cy="115302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74" name="Text Box 228"/>
          <p:cNvSpPr txBox="1">
            <a:spLocks noChangeArrowheads="1"/>
          </p:cNvSpPr>
          <p:nvPr/>
        </p:nvSpPr>
        <p:spPr bwMode="auto">
          <a:xfrm>
            <a:off x="3635896" y="1152000"/>
            <a:ext cx="2592000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级时序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硬布线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组合逻辑电路，  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72" name="Text Box 162"/>
          <p:cNvSpPr txBox="1">
            <a:spLocks noChangeArrowheads="1"/>
          </p:cNvSpPr>
          <p:nvPr/>
        </p:nvSpPr>
        <p:spPr bwMode="auto">
          <a:xfrm>
            <a:off x="2121861" y="4149839"/>
            <a:ext cx="1703870" cy="289301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solidFill>
                  <a:srgbClr val="FF3399"/>
                </a:solidFill>
                <a:latin typeface="+mn-ea"/>
                <a:ea typeface="+mn-ea"/>
              </a:rPr>
              <a:t>组合逻辑</a:t>
            </a:r>
            <a:r>
              <a:rPr lang="zh-CN" altLang="en-US" sz="1800" b="1" dirty="0">
                <a:latin typeface="+mn-ea"/>
                <a:ea typeface="+mn-ea"/>
              </a:rPr>
              <a:t>电路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584526" y="3357750"/>
            <a:ext cx="3022291" cy="1730326"/>
            <a:chOff x="5654165" y="3428999"/>
            <a:chExt cx="3022291" cy="1730326"/>
          </a:xfrm>
        </p:grpSpPr>
        <p:sp>
          <p:nvSpPr>
            <p:cNvPr id="126" name="Text Box 142"/>
            <p:cNvSpPr txBox="1">
              <a:spLocks noChangeArrowheads="1"/>
            </p:cNvSpPr>
            <p:nvPr/>
          </p:nvSpPr>
          <p:spPr bwMode="auto">
            <a:xfrm>
              <a:off x="6445108" y="3933749"/>
              <a:ext cx="497232" cy="287338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 err="1"/>
                <a:t>μ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AR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7" name="Text Box 143"/>
            <p:cNvSpPr txBox="1">
              <a:spLocks noChangeArrowheads="1"/>
            </p:cNvSpPr>
            <p:nvPr/>
          </p:nvSpPr>
          <p:spPr bwMode="auto">
            <a:xfrm>
              <a:off x="7164288" y="3857198"/>
              <a:ext cx="1512168" cy="39959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控制存储器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CS</a:t>
              </a:r>
            </a:p>
          </p:txBody>
        </p:sp>
        <p:sp>
          <p:nvSpPr>
            <p:cNvPr id="129" name="Text Box 155"/>
            <p:cNvSpPr txBox="1">
              <a:spLocks noChangeArrowheads="1"/>
            </p:cNvSpPr>
            <p:nvPr/>
          </p:nvSpPr>
          <p:spPr bwMode="auto">
            <a:xfrm>
              <a:off x="6445182" y="3428999"/>
              <a:ext cx="2075432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微地址形成电路</a:t>
              </a:r>
            </a:p>
          </p:txBody>
        </p:sp>
        <p:sp>
          <p:nvSpPr>
            <p:cNvPr id="130" name="Text Box 158"/>
            <p:cNvSpPr txBox="1">
              <a:spLocks noChangeArrowheads="1"/>
            </p:cNvSpPr>
            <p:nvPr/>
          </p:nvSpPr>
          <p:spPr bwMode="auto">
            <a:xfrm>
              <a:off x="6588224" y="4871987"/>
              <a:ext cx="1512528" cy="28733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微命令译码器</a:t>
              </a:r>
            </a:p>
          </p:txBody>
        </p:sp>
        <p:sp>
          <p:nvSpPr>
            <p:cNvPr id="131" name="Text Box 171"/>
            <p:cNvSpPr txBox="1">
              <a:spLocks noChangeArrowheads="1"/>
            </p:cNvSpPr>
            <p:nvPr/>
          </p:nvSpPr>
          <p:spPr bwMode="auto">
            <a:xfrm>
              <a:off x="7164287" y="4439171"/>
              <a:ext cx="936105" cy="28575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操作</a:t>
              </a:r>
            </a:p>
          </p:txBody>
        </p:sp>
        <p:sp>
          <p:nvSpPr>
            <p:cNvPr id="132" name="Text Box 172"/>
            <p:cNvSpPr txBox="1">
              <a:spLocks noChangeArrowheads="1"/>
            </p:cNvSpPr>
            <p:nvPr/>
          </p:nvSpPr>
          <p:spPr bwMode="auto">
            <a:xfrm>
              <a:off x="8100391" y="4436218"/>
              <a:ext cx="576065" cy="2889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顺序</a:t>
              </a:r>
            </a:p>
          </p:txBody>
        </p:sp>
        <p:cxnSp>
          <p:nvCxnSpPr>
            <p:cNvPr id="133" name="直接箭头连接符 132"/>
            <p:cNvCxnSpPr/>
            <p:nvPr/>
          </p:nvCxnSpPr>
          <p:spPr bwMode="auto">
            <a:xfrm>
              <a:off x="6942340" y="4077765"/>
              <a:ext cx="22194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4" name="直接箭头连接符 133"/>
            <p:cNvCxnSpPr/>
            <p:nvPr/>
          </p:nvCxnSpPr>
          <p:spPr bwMode="auto">
            <a:xfrm flipH="1">
              <a:off x="8100391" y="4256793"/>
              <a:ext cx="1" cy="1813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5" name="直接箭头连接符 134"/>
            <p:cNvCxnSpPr/>
            <p:nvPr/>
          </p:nvCxnSpPr>
          <p:spPr bwMode="auto">
            <a:xfrm>
              <a:off x="7596336" y="4725142"/>
              <a:ext cx="0" cy="14401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6" name="直接箭头连接符 58"/>
            <p:cNvCxnSpPr>
              <a:stCxn id="129" idx="1"/>
              <a:endCxn id="126" idx="1"/>
            </p:cNvCxnSpPr>
            <p:nvPr/>
          </p:nvCxnSpPr>
          <p:spPr bwMode="auto">
            <a:xfrm rot="10800000" flipV="1">
              <a:off x="6445108" y="3573014"/>
              <a:ext cx="74" cy="504403"/>
            </a:xfrm>
            <a:prstGeom prst="bentConnector3">
              <a:avLst>
                <a:gd name="adj1" fmla="val 223208108"/>
              </a:avLst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7" name="直接连接符 64"/>
            <p:cNvCxnSpPr>
              <a:stCxn id="132" idx="2"/>
              <a:endCxn id="129" idx="3"/>
            </p:cNvCxnSpPr>
            <p:nvPr/>
          </p:nvCxnSpPr>
          <p:spPr bwMode="auto">
            <a:xfrm rot="5400000" flipH="1" flipV="1">
              <a:off x="7878455" y="4082984"/>
              <a:ext cx="1152128" cy="132190"/>
            </a:xfrm>
            <a:prstGeom prst="bentConnector4">
              <a:avLst>
                <a:gd name="adj1" fmla="val -9921"/>
                <a:gd name="adj2" fmla="val 280340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0" name="直接箭头连接符 179"/>
            <p:cNvCxnSpPr/>
            <p:nvPr/>
          </p:nvCxnSpPr>
          <p:spPr bwMode="auto">
            <a:xfrm flipV="1">
              <a:off x="5936274" y="4437111"/>
              <a:ext cx="0" cy="72221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1" name="直接箭头连接符 180"/>
            <p:cNvCxnSpPr/>
            <p:nvPr/>
          </p:nvCxnSpPr>
          <p:spPr bwMode="auto">
            <a:xfrm>
              <a:off x="5936274" y="4437111"/>
              <a:ext cx="21990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2" name="直接箭头连接符 163"/>
            <p:cNvCxnSpPr/>
            <p:nvPr/>
          </p:nvCxnSpPr>
          <p:spPr bwMode="auto">
            <a:xfrm>
              <a:off x="5654165" y="5085183"/>
              <a:ext cx="282109" cy="69874"/>
            </a:xfrm>
            <a:prstGeom prst="bentConnector3">
              <a:avLst>
                <a:gd name="adj1" fmla="val 30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85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821839" y="5013934"/>
            <a:ext cx="5694377" cy="432048"/>
            <a:chOff x="821839" y="5229199"/>
            <a:chExt cx="5694377" cy="432048"/>
          </a:xfrm>
        </p:grpSpPr>
        <p:cxnSp>
          <p:nvCxnSpPr>
            <p:cNvPr id="100" name="直接箭头连接符 99"/>
            <p:cNvCxnSpPr/>
            <p:nvPr/>
          </p:nvCxnSpPr>
          <p:spPr bwMode="auto">
            <a:xfrm>
              <a:off x="821839" y="5229199"/>
              <a:ext cx="0" cy="4320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5" name="直接箭头连接符 124"/>
            <p:cNvCxnSpPr/>
            <p:nvPr/>
          </p:nvCxnSpPr>
          <p:spPr bwMode="auto">
            <a:xfrm>
              <a:off x="1109871" y="5229199"/>
              <a:ext cx="0" cy="4320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0" name="Text Box 169"/>
            <p:cNvSpPr txBox="1">
              <a:spLocks noChangeArrowheads="1"/>
            </p:cNvSpPr>
            <p:nvPr/>
          </p:nvSpPr>
          <p:spPr bwMode="auto">
            <a:xfrm>
              <a:off x="821839" y="5373338"/>
              <a:ext cx="288032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990099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61" name="Text Box 162"/>
            <p:cNvSpPr txBox="1">
              <a:spLocks noChangeArrowheads="1"/>
            </p:cNvSpPr>
            <p:nvPr/>
          </p:nvSpPr>
          <p:spPr bwMode="auto">
            <a:xfrm>
              <a:off x="1119672" y="5372521"/>
              <a:ext cx="936000" cy="288032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600" b="1" dirty="0">
                  <a:latin typeface="+mn-ea"/>
                </a:rPr>
                <a:t>工作脉冲</a:t>
              </a:r>
              <a:endParaRPr lang="zh-CN" altLang="en-US" sz="1600" b="1" dirty="0"/>
            </a:p>
          </p:txBody>
        </p:sp>
        <p:sp>
          <p:nvSpPr>
            <p:cNvPr id="162" name="Text Box 162"/>
            <p:cNvSpPr txBox="1">
              <a:spLocks noChangeArrowheads="1"/>
            </p:cNvSpPr>
            <p:nvPr/>
          </p:nvSpPr>
          <p:spPr bwMode="auto">
            <a:xfrm>
              <a:off x="5580216" y="5372521"/>
              <a:ext cx="936000" cy="288032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600" b="1" dirty="0">
                  <a:latin typeface="+mn-ea"/>
                </a:rPr>
                <a:t>工作脉冲</a:t>
              </a:r>
              <a:endParaRPr lang="zh-CN" altLang="en-US" sz="1600" b="1" dirty="0"/>
            </a:p>
          </p:txBody>
        </p:sp>
        <p:cxnSp>
          <p:nvCxnSpPr>
            <p:cNvPr id="163" name="直接箭头连接符 162"/>
            <p:cNvCxnSpPr/>
            <p:nvPr/>
          </p:nvCxnSpPr>
          <p:spPr bwMode="auto">
            <a:xfrm>
              <a:off x="5216696" y="5229199"/>
              <a:ext cx="0" cy="4320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0" name="直接箭头连接符 169"/>
            <p:cNvCxnSpPr/>
            <p:nvPr/>
          </p:nvCxnSpPr>
          <p:spPr bwMode="auto">
            <a:xfrm>
              <a:off x="5504728" y="5229199"/>
              <a:ext cx="0" cy="4320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3" name="Text Box 169"/>
            <p:cNvSpPr txBox="1">
              <a:spLocks noChangeArrowheads="1"/>
            </p:cNvSpPr>
            <p:nvPr/>
          </p:nvSpPr>
          <p:spPr bwMode="auto">
            <a:xfrm>
              <a:off x="5216696" y="5373338"/>
              <a:ext cx="288032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990099"/>
                  </a:solidFill>
                  <a:latin typeface="+mn-ea"/>
                  <a:ea typeface="+mn-ea"/>
                </a:rPr>
                <a:t>…</a:t>
              </a:r>
            </a:p>
          </p:txBody>
        </p:sp>
      </p:grpSp>
      <p:sp>
        <p:nvSpPr>
          <p:cNvPr id="179" name="Text Box 228"/>
          <p:cNvSpPr txBox="1">
            <a:spLocks noChangeArrowheads="1"/>
          </p:cNvSpPr>
          <p:nvPr/>
        </p:nvSpPr>
        <p:spPr bwMode="auto">
          <a:xfrm>
            <a:off x="5868144" y="1152000"/>
            <a:ext cx="2304000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级时序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微程序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微主机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4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70</a:t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§5.6  </a:t>
            </a:r>
            <a:r>
              <a:rPr lang="zh-CN" altLang="en-US" sz="2800" b="1" dirty="0">
                <a:latin typeface="宋体" panose="02010600030101010101" pitchFamily="2" charset="-122"/>
              </a:rPr>
              <a:t>异常及中断的处理</a:t>
            </a:r>
          </a:p>
        </p:txBody>
      </p:sp>
      <p:sp>
        <p:nvSpPr>
          <p:cNvPr id="21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>
                <a:latin typeface="+mn-ea"/>
                <a:ea typeface="+mn-ea"/>
              </a:rPr>
              <a:t>异常与中断概念，事件的处理过程，中断机构组成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zh-CN" altLang="en-US" sz="2000" b="1" dirty="0">
                <a:latin typeface="+mn-ea"/>
                <a:ea typeface="+mn-ea"/>
              </a:rPr>
              <a:t>△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en-US" altLang="zh-CN" sz="2000" b="1" spc="-80" dirty="0">
              <a:latin typeface="宋体" panose="02010600030101010101" pitchFamily="2" charset="-122"/>
            </a:endParaRPr>
          </a:p>
        </p:txBody>
      </p:sp>
      <p:sp>
        <p:nvSpPr>
          <p:cNvPr id="244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4" y="1268760"/>
            <a:ext cx="4320287" cy="27423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异常及中断的基本概念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事件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Event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</a:p>
          <a:p>
            <a:pPr algn="l">
              <a:lnSpc>
                <a:spcPct val="10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事件的处理方法：</a:t>
            </a:r>
          </a:p>
          <a:p>
            <a:pPr algn="l">
              <a:lnSpc>
                <a:spcPct val="125000"/>
              </a:lnSpc>
            </a:pP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Text Box 14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19672" y="1772816"/>
            <a:ext cx="7277100" cy="29038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指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改变</a:t>
            </a:r>
            <a:r>
              <a:rPr lang="zh-CN" altLang="en-US" sz="2200" b="1" dirty="0">
                <a:latin typeface="宋体" panose="02010600030101010101" pitchFamily="2" charset="-122"/>
              </a:rPr>
              <a:t>程序</a:t>
            </a:r>
            <a:r>
              <a:rPr lang="zh-CN" altLang="en-US" sz="2200" b="1" u="sng" dirty="0">
                <a:latin typeface="宋体" panose="02010600030101010101" pitchFamily="2" charset="-122"/>
              </a:rPr>
              <a:t>正常执行顺序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特殊情况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</a:rPr>
              <a:t>        </a:t>
            </a:r>
            <a:r>
              <a:rPr lang="en-US" altLang="zh-CN" sz="1800" dirty="0">
                <a:latin typeface="宋体" panose="02010600030101010101" pitchFamily="2" charset="-122"/>
              </a:rPr>
              <a:t>│</a:t>
            </a:r>
            <a:r>
              <a:rPr lang="en-US" altLang="zh-CN" sz="1800" b="1" dirty="0">
                <a:latin typeface="宋体" panose="02010600030101010101" pitchFamily="2" charset="-122"/>
              </a:rPr>
              <a:t>             </a:t>
            </a:r>
            <a:r>
              <a:rPr lang="en-US" altLang="zh-CN" sz="1800" dirty="0">
                <a:latin typeface="宋体" panose="02010600030101010101" pitchFamily="2" charset="-122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指指令的约定顺序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</a:rPr>
              <a:t>        </a:t>
            </a:r>
            <a:r>
              <a:rPr lang="en-US" altLang="zh-CN" sz="1800" dirty="0">
                <a:latin typeface="宋体" panose="02010600030101010101" pitchFamily="2" charset="-122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</a:rPr>
              <a:t>→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必须处理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异常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dirty="0"/>
              <a:t>Exception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、中断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dirty="0"/>
              <a:t>Interrupt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      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</a:rPr>
              <a:t>←发生在</a:t>
            </a:r>
            <a:r>
              <a:rPr lang="en-US" altLang="zh-CN" sz="1600" b="1" dirty="0">
                <a:latin typeface="宋体" panose="02010600030101010101" pitchFamily="2" charset="-122"/>
              </a:rPr>
              <a:t>CPU</a:t>
            </a:r>
            <a:r>
              <a:rPr lang="zh-CN" altLang="en-US" sz="1600" b="1" dirty="0">
                <a:latin typeface="宋体" panose="02010600030101010101" pitchFamily="2" charset="-122"/>
              </a:rPr>
              <a:t>内部、外部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   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暂停</a:t>
            </a:r>
            <a:r>
              <a:rPr lang="zh-CN" altLang="en-US" sz="2200" b="1" dirty="0">
                <a:latin typeface="宋体" panose="02010600030101010101" pitchFamily="2" charset="-122"/>
              </a:rPr>
              <a:t>现行程序的执行，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转去</a:t>
            </a:r>
            <a:r>
              <a:rPr lang="en-US" altLang="zh-CN" sz="2200" b="1" baseline="-25000" dirty="0">
                <a:solidFill>
                  <a:srgbClr val="990099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sz="2200" b="1" dirty="0">
                <a:latin typeface="宋体" panose="02010600030101010101" pitchFamily="2" charset="-122"/>
              </a:rPr>
              <a:t>事件处理程序，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</a:rPr>
              <a:t>     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─</a:t>
            </a:r>
            <a:r>
              <a:rPr lang="zh-CN" altLang="en-US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─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称为事件响应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─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称为事件处理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       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返回</a:t>
            </a:r>
            <a:r>
              <a:rPr lang="zh-CN" altLang="en-US" sz="2200" b="1" dirty="0">
                <a:latin typeface="宋体" panose="02010600030101010101" pitchFamily="2" charset="-122"/>
              </a:rPr>
              <a:t>被暂停的程序继续执行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altLang="zh-CN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称为事件返回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40980" y="4666783"/>
            <a:ext cx="3420000" cy="1188000"/>
            <a:chOff x="2772370" y="3897048"/>
            <a:chExt cx="3420000" cy="1188000"/>
          </a:xfrm>
        </p:grpSpPr>
        <p:cxnSp>
          <p:nvCxnSpPr>
            <p:cNvPr id="8" name="直接箭头连接符 7"/>
            <p:cNvCxnSpPr/>
            <p:nvPr>
              <p:custDataLst>
                <p:tags r:id="rId8"/>
              </p:custDataLst>
            </p:nvPr>
          </p:nvCxnSpPr>
          <p:spPr bwMode="auto">
            <a:xfrm>
              <a:off x="3636370" y="4113048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直接箭头连接符 8"/>
            <p:cNvCxnSpPr/>
            <p:nvPr>
              <p:custDataLst>
                <p:tags r:id="rId9"/>
              </p:custDataLst>
            </p:nvPr>
          </p:nvCxnSpPr>
          <p:spPr bwMode="auto">
            <a:xfrm>
              <a:off x="5076370" y="4473048"/>
              <a:ext cx="0" cy="40354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10"/>
              </p:custDataLst>
            </p:nvPr>
          </p:nvCxnSpPr>
          <p:spPr bwMode="auto">
            <a:xfrm>
              <a:off x="3636370" y="4473048"/>
              <a:ext cx="144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直接箭头连接符 10"/>
            <p:cNvCxnSpPr/>
            <p:nvPr>
              <p:custDataLst>
                <p:tags r:id="rId11"/>
              </p:custDataLst>
            </p:nvPr>
          </p:nvCxnSpPr>
          <p:spPr bwMode="auto">
            <a:xfrm flipH="1" flipV="1">
              <a:off x="3636370" y="4545048"/>
              <a:ext cx="1440000" cy="32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直接箭头连接符 11"/>
            <p:cNvCxnSpPr/>
            <p:nvPr>
              <p:custDataLst>
                <p:tags r:id="rId12"/>
              </p:custDataLst>
            </p:nvPr>
          </p:nvCxnSpPr>
          <p:spPr bwMode="auto">
            <a:xfrm>
              <a:off x="3312370" y="4437048"/>
              <a:ext cx="30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3" name="Text Box 162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204370" y="3897048"/>
              <a:ext cx="86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</a:rPr>
                <a:t>当前程序</a:t>
              </a:r>
            </a:p>
          </p:txBody>
        </p:sp>
        <p:sp>
          <p:nvSpPr>
            <p:cNvPr id="14" name="Text Box 162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772370" y="4329048"/>
              <a:ext cx="540000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事件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</a:p>
          </p:txBody>
        </p:sp>
        <p:sp>
          <p:nvSpPr>
            <p:cNvPr id="15" name="Text Box 16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572000" y="3897048"/>
              <a:ext cx="97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C0000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i</a:t>
              </a: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处理程序</a:t>
              </a:r>
            </a:p>
          </p:txBody>
        </p:sp>
        <p:sp>
          <p:nvSpPr>
            <p:cNvPr id="16" name="Text Box 16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852370" y="4257048"/>
              <a:ext cx="108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响应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硬件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zh-CN" altLang="en-US" sz="1600" b="1" i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7" name="Text Box 162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 rot="685523">
              <a:off x="3816370" y="4761048"/>
              <a:ext cx="108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返回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软件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8" name="直接箭头连接符 17"/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3636370" y="4545048"/>
              <a:ext cx="229" cy="54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" name="Text Box 162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112370" y="4545048"/>
              <a:ext cx="108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处理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软件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20" name="Text Box 17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72000" y="5064439"/>
            <a:ext cx="1980000" cy="50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 marL="9525" indent="-9525" algn="l">
              <a:lnSpc>
                <a:spcPct val="90000"/>
              </a:lnSpc>
              <a:spcAft>
                <a:spcPts val="0"/>
              </a:spcAft>
            </a:pP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事件随时发生→硬件检测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，响应基于</a:t>
            </a:r>
            <a:r>
              <a:rPr lang="zh-CN" altLang="en-US" sz="16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检测</a:t>
            </a:r>
            <a:endParaRPr lang="zh-CN" altLang="en-US" sz="1600" b="1" u="sng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6" name="Text Box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564255" y="5674895"/>
            <a:ext cx="5148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程序想继续执行</a:t>
            </a:r>
            <a:r>
              <a:rPr lang="zh-CN" altLang="en-US" sz="1800" b="1" dirty="0">
                <a:latin typeface="+mn-ea"/>
              </a:rPr>
              <a:t>，哪些信息不能被破坏？ 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34" name="Text Box 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564000" y="4738791"/>
            <a:ext cx="514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2684780" indent="-26847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dirty="0">
                <a:latin typeface="+mn-ea"/>
                <a:sym typeface="+mn-ea"/>
              </a:rPr>
              <a:t>为何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</a:rPr>
              <a:t>响应</a:t>
            </a:r>
            <a:r>
              <a:rPr lang="zh-CN" altLang="en-US" sz="1800" b="1" dirty="0">
                <a:latin typeface="+mn-ea"/>
              </a:rPr>
              <a:t>用硬件实现、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</a:rPr>
              <a:t>返回</a:t>
            </a:r>
            <a:r>
              <a:rPr lang="zh-CN" altLang="en-US" sz="1800" b="1" dirty="0">
                <a:latin typeface="+mn-ea"/>
              </a:rPr>
              <a:t>用软件实现？</a:t>
            </a:r>
            <a:endParaRPr lang="en-US" altLang="zh-CN" sz="1800" b="1" dirty="0">
              <a:latin typeface="+mn-ea"/>
            </a:endParaRPr>
          </a:p>
        </p:txBody>
      </p:sp>
      <p:sp>
        <p:nvSpPr>
          <p:cNvPr id="36" name="Text Box 17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608483" y="5998959"/>
            <a:ext cx="3636000" cy="25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 marL="0" indent="0" algn="l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PC/PSR/GPRs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即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及程序可见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REG)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Text Box 17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876068" y="5064439"/>
            <a:ext cx="1908000" cy="50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 marL="0" indent="0" algn="l">
              <a:lnSpc>
                <a:spcPct val="90000"/>
              </a:lnSpc>
              <a:spcAft>
                <a:spcPts val="0"/>
              </a:spcAft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处理</a:t>
            </a:r>
            <a:r>
              <a:rPr lang="zh-CN" altLang="en-US" sz="16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程序各不相同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684780" indent="-2684780" algn="l">
              <a:lnSpc>
                <a:spcPct val="90000"/>
              </a:lnSpc>
              <a:spcAft>
                <a:spcPts val="0"/>
              </a:spcAft>
            </a:pP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硬件</a:t>
            </a:r>
            <a:r>
              <a:rPr lang="zh-CN" altLang="en-US" sz="16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不知何时结束</a:t>
            </a:r>
            <a:endParaRPr lang="zh-CN" altLang="en-US" sz="1600" b="1" u="sng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6" grpId="0" bldLvl="0" animBg="1"/>
      <p:bldP spid="34" grpId="0" bldLvl="0" animBg="1"/>
      <p:bldP spid="37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149"/>
          <p:cNvSpPr txBox="1">
            <a:spLocks noChangeArrowheads="1"/>
          </p:cNvSpPr>
          <p:nvPr/>
        </p:nvSpPr>
        <p:spPr bwMode="auto">
          <a:xfrm>
            <a:off x="179389" y="1196656"/>
            <a:ext cx="2592411" cy="49329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异常的分类：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处理时机：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返回方式：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71</a:t>
            </a:fld>
            <a:endParaRPr lang="en-US" altLang="zh-CN"/>
          </a:p>
        </p:txBody>
      </p:sp>
      <p:sp>
        <p:nvSpPr>
          <p:cNvPr id="3" name="Text Box 149"/>
          <p:cNvSpPr txBox="1">
            <a:spLocks noChangeArrowheads="1"/>
          </p:cNvSpPr>
          <p:nvPr/>
        </p:nvSpPr>
        <p:spPr bwMode="auto">
          <a:xfrm>
            <a:off x="179388" y="332656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异常        </a:t>
            </a:r>
            <a:r>
              <a:rPr lang="en-US" altLang="zh-CN" sz="1800" b="1" dirty="0">
                <a:latin typeface="+mn-ea"/>
                <a:ea typeface="+mn-ea"/>
              </a:rPr>
              <a:t>--</a:t>
            </a:r>
            <a:r>
              <a:rPr lang="zh-CN" altLang="en-US" sz="1800" b="1" dirty="0">
                <a:latin typeface="+mn-ea"/>
                <a:ea typeface="+mn-ea"/>
              </a:rPr>
              <a:t>又称</a:t>
            </a:r>
            <a:r>
              <a:rPr lang="zh-CN" altLang="zh-CN" sz="1800" b="1" dirty="0">
                <a:latin typeface="+mn-ea"/>
                <a:ea typeface="+mn-ea"/>
              </a:rPr>
              <a:t>内部异常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zh-CN" sz="1800" b="1" dirty="0">
                <a:latin typeface="+mn-ea"/>
                <a:ea typeface="+mn-ea"/>
              </a:rPr>
              <a:t>程序性异常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zh-CN" altLang="en-US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</a:t>
            </a:r>
            <a:r>
              <a:rPr lang="zh-CN" altLang="zh-CN" sz="2200" b="1" dirty="0">
                <a:latin typeface="+mn-ea"/>
                <a:ea typeface="+mn-ea"/>
              </a:rPr>
              <a:t>由</a:t>
            </a:r>
            <a:r>
              <a:rPr lang="en-US" altLang="zh-CN" sz="2200" b="1" dirty="0">
                <a:latin typeface="+mn-ea"/>
                <a:ea typeface="+mn-ea"/>
              </a:rPr>
              <a:t>CPU</a:t>
            </a:r>
            <a:r>
              <a:rPr lang="zh-CN" altLang="zh-CN" sz="2200" b="1" dirty="0">
                <a:latin typeface="+mn-ea"/>
                <a:ea typeface="+mn-ea"/>
              </a:rPr>
              <a:t>内部</a:t>
            </a:r>
            <a:r>
              <a:rPr lang="zh-CN" altLang="zh-CN" sz="2200" b="1" u="sng" dirty="0">
                <a:solidFill>
                  <a:srgbClr val="0070C0"/>
                </a:solidFill>
                <a:latin typeface="+mn-ea"/>
                <a:ea typeface="+mn-ea"/>
              </a:rPr>
              <a:t>执行指令所引起</a:t>
            </a:r>
            <a:r>
              <a:rPr lang="zh-CN" altLang="zh-CN" sz="2200" b="1" dirty="0">
                <a:latin typeface="+mn-ea"/>
                <a:ea typeface="+mn-ea"/>
              </a:rPr>
              <a:t>的</a:t>
            </a:r>
            <a:r>
              <a:rPr lang="zh-CN" altLang="zh-CN" sz="2200" b="1" dirty="0">
                <a:solidFill>
                  <a:srgbClr val="990099"/>
                </a:solidFill>
                <a:latin typeface="+mn-ea"/>
                <a:ea typeface="+mn-ea"/>
              </a:rPr>
              <a:t>意外事件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如除零、断点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zh-CN" altLang="en-US" sz="22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" name="Text Box 149"/>
          <p:cNvSpPr txBox="1">
            <a:spLocks noChangeArrowheads="1"/>
          </p:cNvSpPr>
          <p:nvPr/>
        </p:nvSpPr>
        <p:spPr bwMode="auto">
          <a:xfrm>
            <a:off x="2196000" y="1160656"/>
            <a:ext cx="5184576" cy="5473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按请求类型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报告方式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及返回方式划分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029899"/>
              </p:ext>
            </p:extLst>
          </p:nvPr>
        </p:nvGraphicFramePr>
        <p:xfrm>
          <a:off x="755576" y="1673970"/>
          <a:ext cx="8186365" cy="333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4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184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异常分类</a:t>
                      </a: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故障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陷阱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Trap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终止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Abort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1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</a:rPr>
                        <a:t>可能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</a:rPr>
                        <a:t>修复</a:t>
                      </a:r>
                      <a:r>
                        <a:rPr lang="zh-CN" altLang="en-US" sz="1800" b="1" baseline="30000" dirty="0">
                          <a:latin typeface="宋体" panose="02010600030101010101" pitchFamily="2" charset="-122"/>
                        </a:rPr>
                        <a:t>①</a:t>
                      </a:r>
                      <a:endParaRPr lang="zh-CN" altLang="en-US" sz="1800" b="1" dirty="0">
                        <a:latin typeface="宋体" panose="02010600030101010101" pitchFamily="2" charset="-122"/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latin typeface="宋体" panose="02010600030101010101" pitchFamily="2" charset="-122"/>
                        </a:rPr>
                        <a:t>预先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</a:rPr>
                        <a:t>安排</a:t>
                      </a:r>
                      <a:r>
                        <a:rPr lang="zh-CN" altLang="en-US" sz="1800" b="1" baseline="30000" dirty="0">
                          <a:latin typeface="宋体" panose="02010600030101010101" pitchFamily="2" charset="-122"/>
                        </a:rPr>
                        <a:t>②</a:t>
                      </a:r>
                      <a:endParaRPr lang="zh-CN" altLang="en-US" sz="1800" b="1" dirty="0">
                        <a:latin typeface="宋体" panose="02010600030101010101" pitchFamily="2" charset="-122"/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</a:rPr>
                        <a:t>不可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</a:rPr>
                        <a:t>修复</a:t>
                      </a:r>
                      <a:r>
                        <a:rPr lang="zh-CN" altLang="en-US" sz="1800" b="1" baseline="30000" dirty="0">
                          <a:latin typeface="宋体" panose="02010600030101010101" pitchFamily="2" charset="-122"/>
                        </a:rPr>
                        <a:t>①</a:t>
                      </a:r>
                      <a:endParaRPr lang="zh-CN" altLang="en-US" sz="1800" b="1" dirty="0">
                        <a:latin typeface="宋体" panose="02010600030101010101" pitchFamily="2" charset="-122"/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1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缺页</a:t>
                      </a:r>
                      <a:r>
                        <a:rPr lang="zh-CN" altLang="en-US" sz="18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除零、溢出</a:t>
                      </a:r>
                      <a:r>
                        <a:rPr lang="zh-CN" altLang="en-US" sz="1800" b="1" baseline="30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单步</a:t>
                      </a:r>
                      <a:r>
                        <a:rPr lang="zh-CN" altLang="en-US" sz="1800" b="1" dirty="0">
                          <a:solidFill>
                            <a:srgbClr val="C00000"/>
                          </a:solidFill>
                        </a:rPr>
                        <a:t>，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系统调用、断点</a:t>
                      </a: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无效表、硬件故障</a:t>
                      </a: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1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处理时机</a:t>
                      </a:r>
                      <a:endParaRPr lang="zh-CN" altLang="en-US" sz="1800" b="1" baseline="30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672857"/>
                  </a:ext>
                </a:extLst>
              </a:tr>
              <a:tr h="5110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返回方式</a:t>
                      </a: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zh-CN" sz="1800" b="1" baseline="30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8504">
                <a:tc gridSpan="4"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说明：①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Falut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由</a:t>
                      </a:r>
                      <a:r>
                        <a:rPr lang="zh-CN" altLang="en-US" sz="1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程序本身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捕获，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Abort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只能由</a:t>
                      </a:r>
                      <a:r>
                        <a:rPr lang="zh-CN" altLang="en-US" sz="1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系统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捕获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②有两种方式：</a:t>
                      </a:r>
                      <a:r>
                        <a:rPr lang="zh-CN" altLang="en-US" sz="1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满足条件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如判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PSR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标志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、</a:t>
                      </a:r>
                      <a:r>
                        <a:rPr lang="zh-CN" altLang="en-US" sz="1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执行特殊指令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如系统调用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触发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③溢出</a:t>
                      </a:r>
                      <a:r>
                        <a:rPr lang="zh-CN" altLang="en-US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常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作为</a:t>
                      </a:r>
                      <a:r>
                        <a:rPr lang="zh-CN" altLang="en-US" sz="1800" b="1" u="sng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可选择的</a:t>
                      </a:r>
                      <a:r>
                        <a:rPr lang="zh-CN" altLang="en-US" sz="18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异常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如用陷阱指令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INTO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检测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④</a:t>
                      </a:r>
                      <a:r>
                        <a:rPr lang="zh-CN" altLang="en-US" sz="1800" b="1" u="none" dirty="0">
                          <a:latin typeface="宋体" panose="02010600030101010101" pitchFamily="2" charset="-122"/>
                        </a:rPr>
                        <a:t>终止程序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</a:rPr>
                        <a:t>在</a:t>
                      </a:r>
                      <a:r>
                        <a:rPr lang="zh-CN" altLang="en-US" sz="1800" b="1" u="sng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</a:rPr>
                        <a:t>处理程序中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</a:rPr>
                        <a:t>完成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28800" marB="46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线形标注 2 6"/>
          <p:cNvSpPr/>
          <p:nvPr/>
        </p:nvSpPr>
        <p:spPr bwMode="auto">
          <a:xfrm>
            <a:off x="5904488" y="5157192"/>
            <a:ext cx="3060000" cy="684000"/>
          </a:xfrm>
          <a:prstGeom prst="borderCallout2">
            <a:avLst>
              <a:gd name="adj1" fmla="val 48310"/>
              <a:gd name="adj2" fmla="val -237"/>
              <a:gd name="adj3" fmla="val 46418"/>
              <a:gd name="adj4" fmla="val -10262"/>
              <a:gd name="adj5" fmla="val -75971"/>
              <a:gd name="adj6" fmla="val -24670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0800" rIns="36000" bIns="10800" numCol="1" rtlCol="0" anchor="t" anchorCtr="0" compatLnSpc="1"/>
          <a:lstStyle/>
          <a:p>
            <a:pPr algn="l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如：</a:t>
            </a:r>
            <a:r>
              <a:rPr lang="en-US" altLang="zh-CN" sz="1600" b="1" dirty="0">
                <a:latin typeface="宋体" panose="02010600030101010101" pitchFamily="2" charset="-122"/>
              </a:rPr>
              <a:t>add R1,R2,R3  (</a:t>
            </a:r>
            <a:r>
              <a:rPr lang="zh-CN" altLang="en-US" sz="1600" b="1" dirty="0">
                <a:latin typeface="宋体" panose="02010600030101010101" pitchFamily="2" charset="-122"/>
              </a:rPr>
              <a:t>不检测</a:t>
            </a:r>
            <a:r>
              <a:rPr lang="en-US" altLang="zh-CN" sz="1600" b="1" dirty="0">
                <a:latin typeface="宋体" panose="02010600030101010101" pitchFamily="2" charset="-122"/>
              </a:rPr>
              <a:t>OF) </a:t>
            </a:r>
          </a:p>
          <a:p>
            <a:pPr algn="l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INTO       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检测</a:t>
            </a:r>
            <a:r>
              <a:rPr lang="en-US" altLang="zh-CN" sz="1600" b="1" dirty="0">
                <a:latin typeface="宋体" panose="02010600030101010101" pitchFamily="2" charset="-122"/>
              </a:rPr>
              <a:t>OF)</a:t>
            </a:r>
          </a:p>
          <a:p>
            <a:pPr algn="l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…</a:t>
            </a:r>
          </a:p>
        </p:txBody>
      </p:sp>
      <p:sp>
        <p:nvSpPr>
          <p:cNvPr id="11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49"/>
          <p:cNvSpPr txBox="1">
            <a:spLocks noChangeArrowheads="1"/>
          </p:cNvSpPr>
          <p:nvPr/>
        </p:nvSpPr>
        <p:spPr bwMode="auto">
          <a:xfrm>
            <a:off x="1872032" y="2672656"/>
            <a:ext cx="2520280" cy="93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36000" tIns="10800" rIns="18000" bIns="10800">
            <a:noAutofit/>
          </a:bodyPr>
          <a:lstStyle/>
          <a:p>
            <a:pPr algn="l"/>
            <a:r>
              <a:rPr lang="zh-CN" altLang="en-US" sz="1800" b="1" dirty="0">
                <a:latin typeface="+mn-ea"/>
              </a:rPr>
              <a:t>立即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指令执行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</a:rPr>
              <a:t>过程中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>
              <a:spcBef>
                <a:spcPts val="700"/>
              </a:spcBef>
            </a:pPr>
            <a:r>
              <a:rPr lang="zh-CN" altLang="en-US" sz="1800" b="1" dirty="0">
                <a:solidFill>
                  <a:srgbClr val="990099"/>
                </a:solidFill>
              </a:rPr>
              <a:t>当前</a:t>
            </a:r>
            <a:r>
              <a:rPr lang="zh-CN" altLang="en-US" sz="1800" b="1" dirty="0"/>
              <a:t>指令 </a:t>
            </a:r>
            <a:r>
              <a:rPr lang="zh-CN" altLang="en-US" sz="1800" b="1" dirty="0">
                <a:solidFill>
                  <a:srgbClr val="C00000"/>
                </a:solidFill>
              </a:rPr>
              <a:t>或</a:t>
            </a:r>
            <a:r>
              <a:rPr lang="zh-CN" altLang="en-US" sz="1800" b="1" dirty="0">
                <a:solidFill>
                  <a:srgbClr val="990099"/>
                </a:solidFill>
              </a:rPr>
              <a:t> </a:t>
            </a:r>
            <a:r>
              <a:rPr lang="zh-CN" altLang="en-US" sz="1800" b="1" dirty="0"/>
              <a:t>终止程序</a:t>
            </a:r>
            <a:r>
              <a:rPr lang="zh-CN" altLang="en-US" sz="1800" b="1" baseline="30000" dirty="0"/>
              <a:t>④</a:t>
            </a:r>
            <a:endParaRPr lang="en-US" altLang="zh-CN" sz="1800" b="1" baseline="30000" dirty="0"/>
          </a:p>
          <a:p>
            <a:pPr algn="l"/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可修复</a:t>
            </a:r>
            <a:r>
              <a:rPr lang="en-US" altLang="zh-CN" sz="1600" b="1" dirty="0">
                <a:latin typeface="+mn-ea"/>
              </a:rPr>
              <a:t>)    (</a:t>
            </a:r>
            <a:r>
              <a:rPr lang="zh-CN" altLang="en-US" sz="1600" b="1" dirty="0">
                <a:latin typeface="+mn-ea"/>
              </a:rPr>
              <a:t>无法修复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13" name="Text Box 149"/>
          <p:cNvSpPr txBox="1">
            <a:spLocks noChangeArrowheads="1"/>
          </p:cNvSpPr>
          <p:nvPr/>
        </p:nvSpPr>
        <p:spPr bwMode="auto">
          <a:xfrm>
            <a:off x="4392037" y="2672676"/>
            <a:ext cx="2232000" cy="9359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36000" tIns="10800" rIns="18000" bIns="108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/>
              <a:t>立即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指令执行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结束时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</a:rPr>
              <a:t>下条</a:t>
            </a:r>
            <a:r>
              <a:rPr lang="zh-CN" altLang="en-US" sz="1800" b="1" dirty="0">
                <a:latin typeface="+mn-ea"/>
              </a:rPr>
              <a:t>指令</a:t>
            </a:r>
            <a:endParaRPr lang="en-US" altLang="zh-CN" sz="1800" b="1" dirty="0">
              <a:latin typeface="+mn-ea"/>
            </a:endParaRPr>
          </a:p>
        </p:txBody>
      </p:sp>
      <p:sp>
        <p:nvSpPr>
          <p:cNvPr id="14" name="Text Box 149"/>
          <p:cNvSpPr txBox="1">
            <a:spLocks noChangeArrowheads="1"/>
          </p:cNvSpPr>
          <p:nvPr/>
        </p:nvSpPr>
        <p:spPr bwMode="auto">
          <a:xfrm>
            <a:off x="6961148" y="2672676"/>
            <a:ext cx="1872000" cy="9359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36000" tIns="10800" rIns="18000" bIns="10800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1" dirty="0">
                <a:latin typeface="+mn-ea"/>
              </a:rPr>
              <a:t>立即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执行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</a:rPr>
              <a:t>过程中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 fontAlgn="auto">
              <a:spcBef>
                <a:spcPts val="700"/>
              </a:spcBef>
              <a:spcAft>
                <a:spcPts val="0"/>
              </a:spcAft>
              <a:defRPr/>
            </a:pPr>
            <a:r>
              <a:rPr lang="zh-CN" altLang="en-US" sz="1800" b="1" dirty="0">
                <a:latin typeface="+mn-ea"/>
                <a:ea typeface="+mn-ea"/>
              </a:rPr>
              <a:t>终止程序</a:t>
            </a:r>
            <a:r>
              <a:rPr lang="zh-CN" altLang="en-US" sz="1800" b="1" dirty="0">
                <a:latin typeface="+mn-lt"/>
                <a:ea typeface="+mn-ea"/>
              </a:rPr>
              <a:t> 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  <a:ea typeface="+mn-ea"/>
              </a:rPr>
              <a:t>或</a:t>
            </a:r>
            <a:r>
              <a:rPr lang="zh-CN" altLang="en-US" sz="1800" b="1" dirty="0">
                <a:latin typeface="+mn-lt"/>
                <a:ea typeface="+mn-ea"/>
              </a:rPr>
              <a:t> </a:t>
            </a:r>
            <a:r>
              <a:rPr lang="zh-CN" altLang="en-US" sz="1800" b="1" dirty="0">
                <a:latin typeface="+mn-ea"/>
                <a:ea typeface="+mn-ea"/>
              </a:rPr>
              <a:t>关机</a:t>
            </a:r>
            <a:endParaRPr lang="en-US" altLang="zh-CN" sz="1800" b="1" dirty="0">
              <a:latin typeface="+mn-ea"/>
              <a:ea typeface="+mn-ea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能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否定位到程序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zh-CN" altLang="en-US" sz="1600" b="1" dirty="0">
              <a:latin typeface="+mn-ea"/>
              <a:ea typeface="+mn-ea"/>
            </a:endParaRPr>
          </a:p>
        </p:txBody>
      </p:sp>
      <p:sp>
        <p:nvSpPr>
          <p:cNvPr id="19" name="Text Box 149"/>
          <p:cNvSpPr txBox="1">
            <a:spLocks noChangeArrowheads="1"/>
          </p:cNvSpPr>
          <p:nvPr/>
        </p:nvSpPr>
        <p:spPr bwMode="auto">
          <a:xfrm>
            <a:off x="1835696" y="5085184"/>
            <a:ext cx="4536505" cy="12373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立即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否则指令无法执行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</a:rPr>
              <a:t>当前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u="sng" dirty="0">
                <a:latin typeface="宋体" panose="02010600030101010101" pitchFamily="2" charset="-122"/>
              </a:rPr>
              <a:t>下条</a:t>
            </a:r>
            <a:r>
              <a:rPr lang="zh-CN" altLang="en-US" sz="2200" b="1" dirty="0">
                <a:latin typeface="宋体" panose="02010600030101010101" pitchFamily="2" charset="-122"/>
              </a:rPr>
              <a:t>指令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取决于请求类型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</a:t>
            </a:r>
            <a:r>
              <a:rPr lang="en-US" altLang="zh-CN" sz="1800" dirty="0">
                <a:latin typeface="宋体" panose="02010600030101010101" pitchFamily="2" charset="-122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终止程序放在处理程序中进行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20" name="AutoShape 20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7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72</a:t>
            </a:fld>
            <a:endParaRPr lang="en-US" altLang="zh-CN"/>
          </a:p>
        </p:txBody>
      </p:sp>
      <p:sp>
        <p:nvSpPr>
          <p:cNvPr id="22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9" y="6526038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9" name="Text Box 149"/>
          <p:cNvSpPr txBox="1">
            <a:spLocks noChangeArrowheads="1"/>
          </p:cNvSpPr>
          <p:nvPr/>
        </p:nvSpPr>
        <p:spPr bwMode="auto">
          <a:xfrm>
            <a:off x="179389" y="1268760"/>
            <a:ext cx="5112691" cy="42462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中断的分类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返回方式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处理时机：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可屏蔽的实现方法：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</a:rPr>
              <a:t>状态表示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</a:rPr>
              <a:t>状态转换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</a:rPr>
              <a:t>—</a:t>
            </a: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959999"/>
              </p:ext>
            </p:extLst>
          </p:nvPr>
        </p:nvGraphicFramePr>
        <p:xfrm>
          <a:off x="1043904" y="1772816"/>
          <a:ext cx="7807052" cy="235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1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24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中断分类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按紧急程度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不可屏蔽中断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(NMI)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可屏蔽中断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(INTR)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1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须</a:t>
                      </a:r>
                      <a:r>
                        <a:rPr lang="zh-CN" altLang="en-US" sz="1800" b="1" u="sng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+mn-ea"/>
                        </a:rPr>
                        <a:t>尽快处理</a:t>
                      </a:r>
                      <a:endParaRPr lang="zh-CN" altLang="en-US" sz="1800" b="1" dirty="0">
                        <a:latin typeface="宋体" panose="02010600030101010101" pitchFamily="2" charset="-122"/>
                        <a:sym typeface="+mn-ea"/>
                      </a:endParaRPr>
                    </a:p>
                  </a:txBody>
                  <a:tcPr marL="71755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sym typeface="+mn-ea"/>
                        </a:rPr>
                        <a:t>可</a:t>
                      </a:r>
                      <a:r>
                        <a:rPr lang="zh-CN" altLang="en-US" sz="1800" b="1" u="sng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+mn-ea"/>
                        </a:rPr>
                        <a:t>暂不处理</a:t>
                      </a:r>
                      <a:endParaRPr lang="zh-CN" altLang="en-US" sz="1800" b="1" dirty="0">
                        <a:latin typeface="宋体" panose="02010600030101010101" pitchFamily="2" charset="-122"/>
                        <a:sym typeface="+mn-ea"/>
                      </a:endParaRPr>
                    </a:p>
                  </a:txBody>
                  <a:tcPr marL="71755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1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校验错、电源故障等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+mn-ea"/>
                        <a:sym typeface="+mn-ea"/>
                      </a:endParaRPr>
                    </a:p>
                  </a:txBody>
                  <a:tcPr marL="71755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键盘、打印机中断等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+mn-ea"/>
                      </a:endParaRPr>
                    </a:p>
                  </a:txBody>
                  <a:tcPr marL="71755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9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处理时机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zh-CN" sz="1800" b="1" baseline="30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1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baseline="0" dirty="0">
                          <a:solidFill>
                            <a:schemeClr val="tx1"/>
                          </a:solidFill>
                        </a:rPr>
                        <a:t>返回方式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6280">
                <a:tc gridSpan="3"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注：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25000"/>
                        </a:lnSpc>
                        <a:spcBef>
                          <a:spcPts val="0"/>
                        </a:spcBef>
                      </a:pP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28800" marB="28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Text Box 149"/>
          <p:cNvSpPr txBox="1">
            <a:spLocks noChangeArrowheads="1"/>
          </p:cNvSpPr>
          <p:nvPr/>
        </p:nvSpPr>
        <p:spPr bwMode="auto">
          <a:xfrm>
            <a:off x="179705" y="332740"/>
            <a:ext cx="839533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中断        </a:t>
            </a:r>
            <a:r>
              <a:rPr lang="en-US" altLang="zh-CN" sz="1800" b="1" dirty="0">
                <a:latin typeface="+mn-ea"/>
                <a:ea typeface="+mn-ea"/>
              </a:rPr>
              <a:t>--</a:t>
            </a:r>
            <a:r>
              <a:rPr lang="zh-CN" altLang="en-US" sz="1800" b="1" dirty="0">
                <a:latin typeface="+mn-ea"/>
                <a:ea typeface="+mn-ea"/>
              </a:rPr>
              <a:t>又称外</a:t>
            </a:r>
            <a:r>
              <a:rPr lang="zh-CN" altLang="zh-CN" sz="1800" b="1" dirty="0">
                <a:latin typeface="+mn-ea"/>
                <a:ea typeface="+mn-ea"/>
              </a:rPr>
              <a:t>部</a:t>
            </a:r>
            <a:r>
              <a:rPr lang="zh-CN" altLang="en-US" sz="1800" b="1" dirty="0">
                <a:latin typeface="+mn-ea"/>
                <a:ea typeface="+mn-ea"/>
              </a:rPr>
              <a:t>中断</a:t>
            </a:r>
            <a:endParaRPr lang="zh-CN" altLang="en-US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</a:t>
            </a:r>
            <a:r>
              <a:rPr lang="zh-CN" altLang="zh-CN" sz="2200" b="1" dirty="0">
                <a:latin typeface="+mn-ea"/>
                <a:ea typeface="+mn-ea"/>
              </a:rPr>
              <a:t>由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</a:rPr>
              <a:t>外设产生</a:t>
            </a:r>
            <a:r>
              <a:rPr lang="zh-CN" altLang="zh-CN" sz="2200" b="1" dirty="0">
                <a:latin typeface="+mn-ea"/>
                <a:ea typeface="+mn-ea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请求</a:t>
            </a:r>
            <a:r>
              <a:rPr lang="zh-CN" altLang="zh-CN" sz="2200" b="1" dirty="0">
                <a:solidFill>
                  <a:srgbClr val="990099"/>
                </a:solidFill>
                <a:latin typeface="+mn-ea"/>
                <a:ea typeface="+mn-ea"/>
              </a:rPr>
              <a:t>事件</a:t>
            </a:r>
            <a:r>
              <a:rPr lang="zh-CN" altLang="en-US" sz="2200" b="1" dirty="0">
                <a:latin typeface="+mn-ea"/>
                <a:ea typeface="+mn-ea"/>
              </a:rPr>
              <a:t>，又称为</a:t>
            </a:r>
            <a:r>
              <a:rPr lang="zh-CN" altLang="en-US" sz="2200" b="1" u="sng" dirty="0">
                <a:latin typeface="+mn-ea"/>
                <a:ea typeface="+mn-ea"/>
              </a:rPr>
              <a:t>异步</a:t>
            </a:r>
            <a:r>
              <a:rPr lang="zh-CN" altLang="en-US" sz="2200" b="1" dirty="0">
                <a:latin typeface="+mn-ea"/>
                <a:ea typeface="+mn-ea"/>
              </a:rPr>
              <a:t>事件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sym typeface="+mn-ea"/>
              </a:rPr>
              <a:t>指与指令执行无关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33" name="Text Box 149"/>
          <p:cNvSpPr txBox="1">
            <a:spLocks noChangeArrowheads="1"/>
          </p:cNvSpPr>
          <p:nvPr/>
        </p:nvSpPr>
        <p:spPr bwMode="auto">
          <a:xfrm>
            <a:off x="1512312" y="3420000"/>
            <a:ext cx="7308000" cy="6480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36000" tIns="36000" rIns="18000" bIns="10800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1800" b="1" dirty="0"/>
              <a:t>①</a:t>
            </a:r>
            <a:r>
              <a:rPr lang="zh-CN" altLang="en-US" sz="1800" b="1" dirty="0">
                <a:latin typeface="宋体" panose="02010600030101010101" pitchFamily="2" charset="-122"/>
              </a:rPr>
              <a:t>两条指令之间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易实现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不影响响应速度</a:t>
            </a:r>
            <a:r>
              <a:rPr lang="en-US" altLang="zh-CN" sz="1600" b="1" dirty="0">
                <a:latin typeface="宋体" panose="02010600030101010101" pitchFamily="2" charset="-122"/>
              </a:rPr>
              <a:t>[T</a:t>
            </a:r>
            <a:r>
              <a:rPr lang="zh-CN" altLang="en-US" sz="1600" b="1" baseline="-18000" dirty="0">
                <a:latin typeface="宋体" panose="02010600030101010101" pitchFamily="2" charset="-122"/>
              </a:rPr>
              <a:t>指令</a:t>
            </a:r>
            <a:r>
              <a:rPr lang="en-US" altLang="zh-CN" sz="1600" b="1" dirty="0">
                <a:latin typeface="宋体" panose="02010600030101010101" pitchFamily="2" charset="-122"/>
              </a:rPr>
              <a:t>(ns</a:t>
            </a:r>
            <a:r>
              <a:rPr lang="zh-CN" altLang="en-US" sz="1600" b="1" dirty="0">
                <a:latin typeface="宋体" panose="02010600030101010101" pitchFamily="2" charset="-122"/>
              </a:rPr>
              <a:t>级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&lt;&lt;</a:t>
            </a:r>
            <a:r>
              <a:rPr lang="zh-CN" altLang="en-US" sz="1600" b="1" dirty="0">
                <a:latin typeface="宋体" panose="02010600030101010101" pitchFamily="2" charset="-122"/>
              </a:rPr>
              <a:t>请求间隔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dirty="0" err="1"/>
              <a:t>μ</a:t>
            </a:r>
            <a:r>
              <a:rPr lang="en-US" altLang="zh-CN" sz="1600" b="1" dirty="0" err="1">
                <a:latin typeface="宋体" panose="02010600030101010101" pitchFamily="2" charset="-122"/>
              </a:rPr>
              <a:t>s</a:t>
            </a:r>
            <a:r>
              <a:rPr lang="zh-CN" altLang="en-US" sz="1600" b="1" dirty="0">
                <a:latin typeface="宋体" panose="02010600030101010101" pitchFamily="2" charset="-122"/>
              </a:rPr>
              <a:t>级</a:t>
            </a:r>
            <a:r>
              <a:rPr lang="en-US" altLang="zh-CN" sz="1600" b="1" dirty="0">
                <a:latin typeface="宋体" panose="02010600030101010101" pitchFamily="2" charset="-122"/>
              </a:rPr>
              <a:t>)]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②处理时机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指令间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及异步特性所致</a:t>
            </a:r>
          </a:p>
        </p:txBody>
      </p:sp>
      <p:sp>
        <p:nvSpPr>
          <p:cNvPr id="34" name="Text Box 82"/>
          <p:cNvSpPr txBox="1">
            <a:spLocks noChangeArrowheads="1"/>
          </p:cNvSpPr>
          <p:nvPr/>
        </p:nvSpPr>
        <p:spPr bwMode="auto">
          <a:xfrm>
            <a:off x="2195735" y="4149080"/>
            <a:ext cx="6840761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CPU</a:t>
            </a:r>
            <a:r>
              <a:rPr lang="zh-CN" altLang="en-US" sz="2200" b="1" dirty="0">
                <a:latin typeface="宋体" panose="02010600030101010101" pitchFamily="2" charset="-122"/>
              </a:rPr>
              <a:t>支持</a:t>
            </a:r>
            <a:r>
              <a:rPr lang="zh-CN" altLang="en-US" sz="2200" b="1" u="sng" dirty="0">
                <a:latin typeface="宋体" panose="02010600030101010101" pitchFamily="2" charset="-122"/>
              </a:rPr>
              <a:t>允许中断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u="sng" dirty="0">
                <a:latin typeface="宋体" panose="02010600030101010101" pitchFamily="2" charset="-122"/>
              </a:rPr>
              <a:t>屏蔽中断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种状态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PSR</a:t>
            </a:r>
            <a:r>
              <a:rPr lang="zh-CN" altLang="en-US" sz="2200" b="1" dirty="0">
                <a:latin typeface="宋体" panose="02010600030101010101" pitchFamily="2" charset="-122"/>
              </a:rPr>
              <a:t>中含</a:t>
            </a:r>
            <a:r>
              <a:rPr lang="zh-CN" altLang="en-US" sz="2200" u="sng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“</a:t>
            </a:r>
            <a:r>
              <a:rPr lang="zh-CN" altLang="en-US" sz="2200" b="1" u="sng" dirty="0">
                <a:latin typeface="宋体" panose="02010600030101010101" pitchFamily="2" charset="-122"/>
              </a:rPr>
              <a:t>中断允许</a:t>
            </a:r>
            <a:r>
              <a:rPr lang="zh-CN" altLang="en-US" sz="2200" u="sng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”</a:t>
            </a:r>
            <a:r>
              <a:rPr lang="zh-CN" altLang="en-US" sz="2200" b="1" u="sng" dirty="0">
                <a:latin typeface="宋体" panose="02010600030101010101" pitchFamily="2" charset="-122"/>
              </a:rPr>
              <a:t>标志</a:t>
            </a:r>
            <a:r>
              <a:rPr lang="en-US" altLang="zh-CN" sz="2200" b="1" dirty="0">
                <a:latin typeface="宋体" panose="02010600030101010101" pitchFamily="2" charset="-122"/>
              </a:rPr>
              <a:t>IF</a:t>
            </a:r>
            <a:r>
              <a:rPr lang="en-US" altLang="zh-CN" sz="1800" b="1" dirty="0">
                <a:latin typeface="宋体" panose="02010600030101010101" pitchFamily="2" charset="-122"/>
              </a:rPr>
              <a:t>(=1</a:t>
            </a:r>
            <a:r>
              <a:rPr lang="zh-CN" altLang="en-US" sz="1800" b="1" dirty="0">
                <a:latin typeface="宋体" panose="02010600030101010101" pitchFamily="2" charset="-122"/>
              </a:rPr>
              <a:t>时允许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</a:rPr>
              <a:t>     </a:t>
            </a:r>
            <a:r>
              <a:rPr lang="en-US" altLang="zh-CN" sz="1800" b="1" dirty="0">
                <a:latin typeface="宋体" panose="02010600030101010101" pitchFamily="2" charset="-122"/>
              </a:rPr>
              <a:t>  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en-US" altLang="zh-CN" sz="1600" dirty="0">
                <a:latin typeface="+mn-lt"/>
              </a:rPr>
              <a:t>Interrupt Flag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程序中用</a:t>
            </a:r>
            <a:r>
              <a:rPr lang="zh-CN" altLang="en-US" sz="2200" b="1" u="sng" dirty="0">
                <a:latin typeface="宋体" panose="02010600030101010101" pitchFamily="2" charset="-122"/>
              </a:rPr>
              <a:t>开中断</a:t>
            </a:r>
            <a:r>
              <a:rPr lang="en-US" altLang="zh-CN" sz="1600" b="1" dirty="0">
                <a:latin typeface="宋体" panose="02010600030101010101" pitchFamily="2" charset="-122"/>
              </a:rPr>
              <a:t>(IF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</a:rPr>
              <a:t>1)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关中断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(IF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0)</a:t>
            </a:r>
            <a:r>
              <a:rPr lang="zh-CN" altLang="en-US" sz="2200" b="1" dirty="0">
                <a:latin typeface="宋体" panose="02010600030101010101" pitchFamily="2" charset="-122"/>
              </a:rPr>
              <a:t>指令 </a:t>
            </a:r>
            <a:r>
              <a:rPr lang="zh-CN" altLang="en-US" sz="1600" b="1" dirty="0">
                <a:latin typeface="宋体" panose="02010600030101010101" pitchFamily="2" charset="-122"/>
              </a:rPr>
              <a:t>←指令∈</a:t>
            </a:r>
            <a:r>
              <a:rPr lang="en-US" altLang="zh-CN" sz="1600" b="1" dirty="0">
                <a:latin typeface="宋体" panose="02010600030101010101" pitchFamily="2" charset="-122"/>
              </a:rPr>
              <a:t>ISA</a:t>
            </a:r>
          </a:p>
        </p:txBody>
      </p:sp>
      <p:sp>
        <p:nvSpPr>
          <p:cNvPr id="39" name="Text Box 149"/>
          <p:cNvSpPr txBox="1">
            <a:spLocks noChangeArrowheads="1"/>
          </p:cNvSpPr>
          <p:nvPr/>
        </p:nvSpPr>
        <p:spPr bwMode="auto">
          <a:xfrm>
            <a:off x="2448092" y="2780928"/>
            <a:ext cx="5982335" cy="6838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36000" tIns="10800" rIns="18000" bIns="1080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当前</a:t>
            </a:r>
            <a:r>
              <a:rPr lang="zh-CN" altLang="en-US" sz="1800" b="1" u="sng" dirty="0">
                <a:latin typeface="+mn-ea"/>
                <a:ea typeface="+mn-ea"/>
              </a:rPr>
              <a:t>指令周期结束时</a:t>
            </a:r>
            <a:r>
              <a:rPr lang="zh-CN" altLang="en-US" sz="1800" b="1" baseline="30000" dirty="0">
                <a:latin typeface="+mn-ea"/>
                <a:ea typeface="+mn-ea"/>
              </a:rPr>
              <a:t>①</a:t>
            </a:r>
            <a:r>
              <a:rPr lang="zh-CN" altLang="en-US" sz="1800" b="1" dirty="0">
                <a:latin typeface="+mn-ea"/>
                <a:ea typeface="+mn-ea"/>
              </a:rPr>
              <a:t> </a:t>
            </a:r>
            <a:r>
              <a:rPr lang="en-US" altLang="zh-CN" sz="1800" b="1" dirty="0">
                <a:latin typeface="+mn-ea"/>
                <a:ea typeface="+mn-ea"/>
              </a:rPr>
              <a:t> </a:t>
            </a:r>
            <a:r>
              <a:rPr lang="zh-CN" altLang="en-US" sz="1400" b="1" dirty="0">
                <a:latin typeface="+mn-ea"/>
                <a:ea typeface="+mn-ea"/>
              </a:rPr>
              <a:t> </a:t>
            </a:r>
            <a:r>
              <a:rPr lang="en-US" altLang="zh-CN" sz="1400" b="1" dirty="0">
                <a:latin typeface="+mn-ea"/>
                <a:ea typeface="+mn-ea"/>
              </a:rPr>
              <a:t> </a:t>
            </a:r>
            <a:r>
              <a:rPr lang="en-US" altLang="zh-CN" sz="1600" b="1" dirty="0">
                <a:latin typeface="+mn-ea"/>
                <a:ea typeface="+mn-ea"/>
              </a:rPr>
              <a:t>  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当前</a:t>
            </a:r>
            <a:r>
              <a:rPr lang="zh-CN" altLang="en-US" sz="1800" b="1" dirty="0">
                <a:highlight>
                  <a:srgbClr val="FFFF00"/>
                </a:highlight>
                <a:latin typeface="+mn-ea"/>
                <a:ea typeface="+mn-ea"/>
                <a:sym typeface="+mn-ea"/>
              </a:rPr>
              <a:t>或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多个</a:t>
            </a:r>
            <a:r>
              <a:rPr lang="zh-CN" altLang="en-US" sz="1800" b="1" u="sng" dirty="0">
                <a:latin typeface="+mn-ea"/>
                <a:ea typeface="+mn-ea"/>
              </a:rPr>
              <a:t>指令周期结束时</a:t>
            </a:r>
            <a:endParaRPr lang="en-US" altLang="zh-CN" sz="1800" b="1" u="sng" dirty="0">
              <a:latin typeface="+mn-ea"/>
              <a:ea typeface="+mn-ea"/>
            </a:endParaRPr>
          </a:p>
          <a:p>
            <a:pPr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</a:pPr>
            <a:r>
              <a:rPr lang="zh-CN" altLang="en-US" sz="1800" b="1" dirty="0">
                <a:latin typeface="+mn-ea"/>
                <a:ea typeface="+mn-ea"/>
              </a:rPr>
              <a:t>下条指令</a:t>
            </a:r>
            <a:r>
              <a:rPr lang="zh-CN" altLang="en-US" sz="1800" b="1" baseline="30000" dirty="0">
                <a:latin typeface="+mn-ea"/>
              </a:rPr>
              <a:t>②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 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或 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终止程序</a:t>
            </a:r>
            <a:r>
              <a:rPr lang="en-US" altLang="zh-CN" sz="1400" b="1" dirty="0">
                <a:latin typeface="+mn-ea"/>
                <a:ea typeface="+mn-ea"/>
                <a:sym typeface="+mn-ea"/>
              </a:rPr>
              <a:t> </a:t>
            </a:r>
            <a:r>
              <a:rPr lang="zh-CN" altLang="en-US" sz="1400" b="1" dirty="0">
                <a:latin typeface="+mn-ea"/>
                <a:ea typeface="+mn-ea"/>
              </a:rPr>
              <a:t>   </a:t>
            </a:r>
            <a:r>
              <a:rPr lang="zh-CN" altLang="en-US" sz="1800" b="1" dirty="0">
                <a:latin typeface="+mn-ea"/>
                <a:ea typeface="+mn-ea"/>
              </a:rPr>
              <a:t>下条指令</a:t>
            </a:r>
            <a:r>
              <a:rPr lang="zh-CN" altLang="en-US" sz="1800" b="1" baseline="30000" dirty="0">
                <a:latin typeface="+mn-ea"/>
              </a:rPr>
              <a:t>②</a:t>
            </a:r>
            <a:endParaRPr lang="zh-CN" altLang="en-US" sz="1800" b="1" dirty="0">
              <a:latin typeface="+mn-ea"/>
              <a:ea typeface="+mn-ea"/>
            </a:endParaRPr>
          </a:p>
        </p:txBody>
      </p:sp>
      <p:sp>
        <p:nvSpPr>
          <p:cNvPr id="40" name="Text Box 82"/>
          <p:cNvSpPr txBox="1">
            <a:spLocks noChangeArrowheads="1"/>
          </p:cNvSpPr>
          <p:nvPr/>
        </p:nvSpPr>
        <p:spPr bwMode="auto">
          <a:xfrm>
            <a:off x="179705" y="5445224"/>
            <a:ext cx="8702675" cy="854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异常及中断的内涵：</a:t>
            </a:r>
            <a:r>
              <a:rPr lang="zh-CN" altLang="en-US" sz="2200" b="1" dirty="0">
                <a:latin typeface="宋体" panose="02010600030101010101" pitchFamily="2" charset="-122"/>
              </a:rPr>
              <a:t>包括</a:t>
            </a:r>
            <a:r>
              <a:rPr lang="zh-CN" altLang="en-US" sz="2200" b="1" u="sng" dirty="0">
                <a:latin typeface="宋体" panose="02010600030101010101" pitchFamily="2" charset="-122"/>
              </a:rPr>
              <a:t>事件类型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程序控制流改变</a:t>
            </a:r>
            <a:endParaRPr lang="en-US" altLang="zh-CN" sz="2200" b="1" u="sng" dirty="0">
              <a:latin typeface="宋体" panose="02010600030101010101" pitchFamily="2" charset="-122"/>
            </a:endParaRPr>
          </a:p>
          <a:p>
            <a:pPr algn="l"/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本教材的叫法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异常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中断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000" b="1" dirty="0">
                <a:latin typeface="宋体" panose="02010600030101010101" pitchFamily="2" charset="-122"/>
              </a:rPr>
              <a:t>  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中断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000" b="1" dirty="0">
                <a:latin typeface="宋体" panose="02010600030101010101" pitchFamily="2" charset="-122"/>
              </a:rPr>
              <a:t>      </a:t>
            </a:r>
            <a:r>
              <a:rPr lang="zh-CN" altLang="en-US" sz="18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→如中断机构</a:t>
            </a:r>
            <a:endParaRPr lang="en-US" altLang="zh-CN" sz="1800" b="1" dirty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6" name="Text Box 16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228480" y="1196752"/>
            <a:ext cx="2664000" cy="46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lIns="18000" tIns="10800" rIns="18000" bIns="10800" anchor="ctr"/>
          <a:lstStyle/>
          <a:p>
            <a:pPr algn="l">
              <a:lnSpc>
                <a:spcPct val="90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+mn-ea"/>
                <a:ea typeface="+mn-ea"/>
              </a:rPr>
              <a:t>INTR—</a:t>
            </a:r>
            <a:r>
              <a:rPr lang="en-US" sz="1600" dirty="0"/>
              <a:t>Interrupt  Request  </a:t>
            </a:r>
          </a:p>
          <a:p>
            <a:pPr algn="l">
              <a:lnSpc>
                <a:spcPct val="90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+mn-ea"/>
                <a:ea typeface="+mn-ea"/>
              </a:rPr>
              <a:t> NMI—</a:t>
            </a:r>
            <a:r>
              <a:rPr lang="en-US" sz="1600" dirty="0"/>
              <a:t>Non Maskable Interrupt</a:t>
            </a:r>
            <a:endParaRPr lang="en-US" altLang="zh-CN" sz="1600" b="1" spc="-100" dirty="0">
              <a:latin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824262" y="3042285"/>
            <a:ext cx="1403985" cy="1188085"/>
            <a:chOff x="7370" y="4791"/>
            <a:chExt cx="2211" cy="1871"/>
          </a:xfrm>
        </p:grpSpPr>
        <p:cxnSp>
          <p:nvCxnSpPr>
            <p:cNvPr id="4" name="直接箭头连接符 3"/>
            <p:cNvCxnSpPr/>
            <p:nvPr/>
          </p:nvCxnSpPr>
          <p:spPr bwMode="auto">
            <a:xfrm flipV="1">
              <a:off x="7370" y="4791"/>
              <a:ext cx="1191" cy="187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" name="直接箭头连接符 2"/>
            <p:cNvCxnSpPr/>
            <p:nvPr>
              <p:custDataLst>
                <p:tags r:id="rId2"/>
              </p:custDataLst>
            </p:nvPr>
          </p:nvCxnSpPr>
          <p:spPr bwMode="auto">
            <a:xfrm flipV="1">
              <a:off x="8957" y="4791"/>
              <a:ext cx="624" cy="187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ldLvl="0" animBg="1"/>
      <p:bldP spid="6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73</a:t>
            </a:fld>
            <a:endParaRPr lang="en-US" altLang="zh-CN"/>
          </a:p>
        </p:txBody>
      </p:sp>
      <p:sp>
        <p:nvSpPr>
          <p:cNvPr id="153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AutoShape 62">
            <a:hlinkClick r:id="rId33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71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1" name="Text Box 14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4" y="764704"/>
            <a:ext cx="8784909" cy="50463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处理过程的划分：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sym typeface="+mn-ea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sym typeface="+mn-ea"/>
              </a:rPr>
              <a:t>应用需求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sym typeface="+mn-ea"/>
              </a:rPr>
              <a:t>的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sym typeface="+mn-ea"/>
              </a:rPr>
              <a:t>处理策略：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sym typeface="+mn-ea"/>
              </a:rPr>
              <a:t>需求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①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同时</a:t>
            </a:r>
            <a:r>
              <a:rPr lang="zh-CN" altLang="en-US" sz="2200" b="1" u="sng" dirty="0">
                <a:latin typeface="宋体" panose="02010600030101010101" pitchFamily="2" charset="-122"/>
              </a:rPr>
              <a:t>可产生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个异常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有多种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、多个中断，</a:t>
            </a:r>
            <a:r>
              <a:rPr lang="zh-CN" altLang="en-US" sz="2200" b="1" u="sng" dirty="0">
                <a:latin typeface="宋体" panose="02010600030101010101" pitchFamily="2" charset="-122"/>
              </a:rPr>
              <a:t>仅处理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个事件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请求→事件组织：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需求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优先处理</a:t>
            </a:r>
            <a:r>
              <a:rPr lang="zh-CN" altLang="en-US" sz="22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最紧急</a:t>
            </a:r>
            <a:r>
              <a:rPr lang="zh-CN" altLang="en-US" sz="2200" b="1" dirty="0">
                <a:latin typeface="宋体" panose="02010600030101010101" pitchFamily="2" charset="-122"/>
              </a:rPr>
              <a:t>的事件       </a:t>
            </a:r>
            <a:r>
              <a:rPr lang="zh-CN" altLang="en-US" sz="1800" b="1" dirty="0">
                <a:latin typeface="宋体" panose="02010600030101010101" pitchFamily="2" charset="-122"/>
              </a:rPr>
              <a:t>←异常＞</a:t>
            </a:r>
            <a:r>
              <a:rPr lang="en-US" altLang="zh-CN" sz="1800" b="1" dirty="0">
                <a:latin typeface="宋体" panose="02010600030101010101" pitchFamily="2" charset="-122"/>
              </a:rPr>
              <a:t>NMI</a:t>
            </a:r>
            <a:r>
              <a:rPr lang="zh-CN" altLang="en-US" sz="1800" b="1" dirty="0">
                <a:latin typeface="宋体" panose="02010600030101010101" pitchFamily="2" charset="-122"/>
              </a:rPr>
              <a:t>＞</a:t>
            </a:r>
            <a:r>
              <a:rPr lang="en-US" altLang="zh-CN" sz="1800" b="1" dirty="0">
                <a:latin typeface="宋体" panose="02010600030101010101" pitchFamily="2" charset="-122"/>
              </a:rPr>
              <a:t>INTR</a:t>
            </a:r>
            <a:endParaRPr lang="zh-CN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处理策略：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需求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③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请求检测的</a:t>
            </a:r>
            <a:r>
              <a:rPr lang="zh-CN" altLang="en-US" sz="2200" b="1" u="sng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时机不同</a:t>
            </a:r>
            <a:r>
              <a:rPr lang="zh-CN" altLang="en-US" sz="2200" b="1" dirty="0">
                <a:latin typeface="宋体" panose="02010600030101010101" pitchFamily="2" charset="-122"/>
              </a:rPr>
              <a:t>，检测到</a:t>
            </a:r>
            <a:r>
              <a:rPr lang="zh-CN" altLang="en-US" sz="2200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立即响应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易实现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</a:rPr>
              <a:t>                         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u="sng" dirty="0">
                <a:latin typeface="宋体" panose="02010600030101010101" pitchFamily="2" charset="-122"/>
              </a:rPr>
              <a:t>异常</a:t>
            </a:r>
            <a:r>
              <a:rPr lang="zh-CN" altLang="en-US" sz="1800" b="1" dirty="0">
                <a:latin typeface="宋体" panose="02010600030101010101" pitchFamily="2" charset="-122"/>
              </a:rPr>
              <a:t>为随时，</a:t>
            </a:r>
            <a:r>
              <a:rPr lang="zh-CN" altLang="en-US" sz="1800" b="1" u="sng" dirty="0">
                <a:latin typeface="宋体" panose="02010600030101010101" pitchFamily="2" charset="-122"/>
              </a:rPr>
              <a:t>中断</a:t>
            </a:r>
            <a:r>
              <a:rPr lang="zh-CN" altLang="en-US" sz="1800" b="1" dirty="0">
                <a:latin typeface="宋体" panose="02010600030101010101" pitchFamily="2" charset="-122"/>
              </a:rPr>
              <a:t>为指令周期结束时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处理策略：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2" name="Text Box 2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388" y="332656"/>
            <a:ext cx="8785225" cy="419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t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、异常及中断的处理过程</a:t>
            </a:r>
          </a:p>
        </p:txBody>
      </p:sp>
      <p:sp>
        <p:nvSpPr>
          <p:cNvPr id="54" name="Text Box 14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71800" y="764704"/>
            <a:ext cx="402971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响应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硬件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、处理＋返回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软件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55" name="Text Box 13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004102" y="1340768"/>
            <a:ext cx="2808000" cy="28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84780" indent="-2684780" algn="l">
              <a:lnSpc>
                <a:spcPct val="90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+mn-ea"/>
                <a:ea typeface="+mn-ea"/>
              </a:rPr>
              <a:t>断点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  <a:ea typeface="+mn-ea"/>
              </a:rPr>
              <a:t>—</a:t>
            </a:r>
            <a:r>
              <a:rPr lang="zh-CN" altLang="en-US" sz="1600" b="1" dirty="0">
                <a:latin typeface="+mn-ea"/>
                <a:ea typeface="+mn-ea"/>
              </a:rPr>
              <a:t>事件处理后的</a:t>
            </a:r>
            <a:r>
              <a:rPr lang="zh-CN" altLang="en-US" sz="1600" b="1" u="sng" dirty="0">
                <a:latin typeface="+mn-ea"/>
                <a:ea typeface="+mn-ea"/>
              </a:rPr>
              <a:t>返回地址</a:t>
            </a:r>
            <a:endParaRPr lang="en-US" altLang="zh-CN" sz="1600" b="1" dirty="0">
              <a:latin typeface="+mn-ea"/>
              <a:ea typeface="+mn-ea"/>
            </a:endParaRPr>
          </a:p>
        </p:txBody>
      </p:sp>
      <p:sp>
        <p:nvSpPr>
          <p:cNvPr id="56" name="Text Box 131"/>
          <p:cNvSpPr txBox="1">
            <a:spLocks noChangeArrowheads="1"/>
          </p:cNvSpPr>
          <p:nvPr/>
        </p:nvSpPr>
        <p:spPr bwMode="auto">
          <a:xfrm>
            <a:off x="5004048" y="1772816"/>
            <a:ext cx="3816424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1800" b="1" dirty="0">
                <a:latin typeface="+mn-ea"/>
                <a:ea typeface="+mn-ea"/>
              </a:rPr>
              <a:t>异常、中断的断点各为什么？</a:t>
            </a:r>
            <a:endParaRPr lang="en-US" altLang="zh-CN" sz="1800" b="1" spc="-3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6" name="Text Box 8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04999" y="2996952"/>
            <a:ext cx="6559295" cy="34335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      异常</a:t>
            </a:r>
            <a:r>
              <a:rPr lang="en-US" altLang="zh-CN" sz="2200" b="1" dirty="0">
                <a:latin typeface="宋体" panose="02010600030101010101" pitchFamily="2" charset="-122"/>
              </a:rPr>
              <a:t>&amp;INTR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有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多个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NMI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仅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个</a:t>
            </a:r>
            <a:endParaRPr lang="en-US" altLang="zh-CN" sz="2200" b="1" u="sng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处理方法不同→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┘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zh-CN" sz="1600" b="1" dirty="0">
                <a:latin typeface="宋体" panose="02010600030101010101" pitchFamily="2" charset="-122"/>
                <a:sym typeface="+mn-ea"/>
              </a:rPr>
              <a:t>概率小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可软件中查询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分类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检测＋事件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判优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不同类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同类间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随时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检测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中断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附加约束条件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立即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响应</a:t>
            </a:r>
            <a:endParaRPr lang="en-US" altLang="zh-CN" sz="1600" b="1" u="sng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  如：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NMI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检测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NMI</a:t>
            </a:r>
            <a:r>
              <a:rPr lang="en-US" altLang="zh-CN" sz="1800" dirty="0" err="1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•</a:t>
            </a:r>
            <a:r>
              <a:rPr lang="en-US" altLang="zh-CN" sz="1800" b="1" dirty="0" err="1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End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INTR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检测＝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INTR</a:t>
            </a:r>
            <a:r>
              <a:rPr lang="en-US" altLang="zh-CN" sz="1800" dirty="0" err="1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•</a:t>
            </a:r>
            <a:r>
              <a:rPr lang="en-US" altLang="zh-CN" sz="1800" b="1" dirty="0" err="1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IF</a:t>
            </a:r>
            <a:r>
              <a:rPr lang="en-US" altLang="zh-CN" sz="1800" dirty="0" err="1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•</a:t>
            </a:r>
            <a:r>
              <a:rPr lang="en-US" altLang="zh-CN" sz="1800" b="1" dirty="0" err="1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End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End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表示为指令周期的最后一个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 err="1">
                <a:sym typeface="+mn-ea"/>
              </a:rPr>
              <a:t>μ</a:t>
            </a:r>
            <a:r>
              <a:rPr lang="en-US" altLang="zh-CN" sz="1600" b="1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序列末行含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End)</a:t>
            </a:r>
          </a:p>
        </p:txBody>
      </p:sp>
      <p:sp>
        <p:nvSpPr>
          <p:cNvPr id="316" name="AutoShape 62">
            <a:hlinkClick r:id="rId34" action="ppaction://hlinksldjump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6200000">
            <a:off x="622853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25</a:t>
            </a: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D13B8217-B225-4B92-9B63-93A3D312B35D}"/>
              </a:ext>
            </a:extLst>
          </p:cNvPr>
          <p:cNvGrpSpPr/>
          <p:nvPr/>
        </p:nvGrpSpPr>
        <p:grpSpPr>
          <a:xfrm>
            <a:off x="1043608" y="1268760"/>
            <a:ext cx="3743960" cy="900000"/>
            <a:chOff x="1260000" y="1196752"/>
            <a:chExt cx="3743960" cy="900000"/>
          </a:xfrm>
        </p:grpSpPr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9525A5C7-10BB-46F3-826C-1C30A763C44B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2736375" y="1628752"/>
              <a:ext cx="0" cy="46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E84469E4-DA18-4C25-87B4-897D2184514F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3636170" y="1412752"/>
              <a:ext cx="0" cy="684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F534190B-0B4A-4FF3-BF02-F17B5ED959D0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3852070" y="1412752"/>
              <a:ext cx="0" cy="684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70" name="Rectangle 114">
              <a:extLst>
                <a:ext uri="{FF2B5EF4-FFF2-40B4-BE49-F238E27FC236}">
                  <a16:creationId xmlns:a16="http://schemas.microsoft.com/office/drawing/2014/main" id="{EEBEB61B-05FA-4CC8-9629-A01551E87F50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160430" y="1484752"/>
              <a:ext cx="575945" cy="144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EA63A136-F1FB-45E3-8B52-46172E86E793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2088336" y="1664752"/>
              <a:ext cx="244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A24DB113-FBFD-484E-95EB-D9DCF28FAEF8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2808765" y="1340752"/>
              <a:ext cx="7200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AFB4AF58-820E-4805-A9E8-AC99CDC8243A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2988470" y="1412752"/>
              <a:ext cx="0" cy="684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AE77C4E9-5D6C-46F5-9702-07C0C2763EB9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2880520" y="1340752"/>
              <a:ext cx="10795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34250573-94F5-4F76-8145-2A2D1A918F32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2736375" y="1556752"/>
              <a:ext cx="711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7" name="Text Box 160">
              <a:extLst>
                <a:ext uri="{FF2B5EF4-FFF2-40B4-BE49-F238E27FC236}">
                  <a16:creationId xmlns:a16="http://schemas.microsoft.com/office/drawing/2014/main" id="{74CC3BE9-C5B8-4EDC-BC69-2E6C2587CC90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260000" y="1196752"/>
              <a:ext cx="864235" cy="46799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marL="0" indent="0" algn="r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处理程序</a:t>
              </a:r>
            </a:p>
            <a:p>
              <a:pPr marL="0" indent="0" algn="r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当前程序</a:t>
              </a:r>
            </a:p>
          </p:txBody>
        </p: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A73FE94B-E9E7-4B3C-A282-FD8C360FEA09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2340135" y="1484752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1BF2AAD6-7D04-44ED-9D10-E7403510ABDC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 flipH="1">
              <a:off x="2556670" y="1484752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0" name="Rectangle 117">
              <a:extLst>
                <a:ext uri="{FF2B5EF4-FFF2-40B4-BE49-F238E27FC236}">
                  <a16:creationId xmlns:a16="http://schemas.microsoft.com/office/drawing/2014/main" id="{1918B1A9-3050-42F5-A3D2-4EFD60FA792D}"/>
                </a:ext>
              </a:extLst>
            </p:cNvPr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988470" y="1268752"/>
              <a:ext cx="864235" cy="144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6660F1F2-B579-4F88-A5AE-89F0ABDE2C23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3636170" y="1268752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21713914-A718-46B7-8D6F-E49F06524ECC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3203735" y="1268752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3" name="Text Box 107">
              <a:extLst>
                <a:ext uri="{FF2B5EF4-FFF2-40B4-BE49-F238E27FC236}">
                  <a16:creationId xmlns:a16="http://schemas.microsoft.com/office/drawing/2014/main" id="{1E960990-1FD7-4578-B10E-04DEC6078E33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736375" y="1664752"/>
              <a:ext cx="252095" cy="4318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响应</a:t>
              </a:r>
            </a:p>
          </p:txBody>
        </p:sp>
        <p:sp>
          <p:nvSpPr>
            <p:cNvPr id="84" name="Text Box 107">
              <a:extLst>
                <a:ext uri="{FF2B5EF4-FFF2-40B4-BE49-F238E27FC236}">
                  <a16:creationId xmlns:a16="http://schemas.microsoft.com/office/drawing/2014/main" id="{ED503BEF-9AFA-45FC-9564-643B30A84C29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096420" y="1774602"/>
              <a:ext cx="46799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处理</a:t>
              </a:r>
            </a:p>
          </p:txBody>
        </p:sp>
        <p:sp>
          <p:nvSpPr>
            <p:cNvPr id="85" name="Text Box 107">
              <a:extLst>
                <a:ext uri="{FF2B5EF4-FFF2-40B4-BE49-F238E27FC236}">
                  <a16:creationId xmlns:a16="http://schemas.microsoft.com/office/drawing/2014/main" id="{FF39765F-FC81-41FA-AA9D-D2770E0E2A8A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535965" y="1556752"/>
              <a:ext cx="467995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时间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6" name="Rectangle 120">
              <a:extLst>
                <a:ext uri="{FF2B5EF4-FFF2-40B4-BE49-F238E27FC236}">
                  <a16:creationId xmlns:a16="http://schemas.microsoft.com/office/drawing/2014/main" id="{B4995CB8-FA8D-4EEA-B0F4-74AFB3F4996C}"/>
                </a:ext>
              </a:extLst>
            </p:cNvPr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852070" y="1484752"/>
              <a:ext cx="574675" cy="144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DBDBC2DB-AF5E-4A5F-A3EB-91204DDEF5DB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3744120" y="1556752"/>
              <a:ext cx="10795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DA7BCE3F-DDEF-455C-8EEF-6C86BA420303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3744120" y="1412752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0" name="Text Box 107">
              <a:extLst>
                <a:ext uri="{FF2B5EF4-FFF2-40B4-BE49-F238E27FC236}">
                  <a16:creationId xmlns:a16="http://schemas.microsoft.com/office/drawing/2014/main" id="{20C6A06C-211D-4E42-80DB-B6DECA0B5DB6}"/>
                </a:ext>
              </a:extLst>
            </p:cNvPr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636170" y="1664752"/>
              <a:ext cx="215900" cy="4318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返回</a:t>
              </a:r>
            </a:p>
          </p:txBody>
        </p: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E2B1829A-A57E-42EF-BCC7-C8BB1323935C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 flipH="1">
              <a:off x="4032410" y="1484752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92" name="Text Box 8">
            <a:extLst>
              <a:ext uri="{FF2B5EF4-FFF2-40B4-BE49-F238E27FC236}">
                <a16:creationId xmlns:a16="http://schemas.microsoft.com/office/drawing/2014/main" id="{0C7F1FC1-BFAA-4EDF-9192-1BC10F780FEA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716000" y="2278800"/>
            <a:ext cx="4032000" cy="28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事件的内涵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600" b="1" dirty="0">
                <a:latin typeface="+mn-ea"/>
                <a:sym typeface="+mn-ea"/>
              </a:rPr>
              <a:t>请求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zh-CN" altLang="en-US" sz="1600" b="1" dirty="0">
                <a:latin typeface="+mn-ea"/>
                <a:sym typeface="+mn-ea"/>
              </a:rPr>
              <a:t>～信号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r>
              <a:rPr lang="zh-CN" altLang="en-US" sz="1600" b="1" dirty="0">
                <a:latin typeface="+mn-ea"/>
                <a:sym typeface="+mn-ea"/>
              </a:rPr>
              <a:t>、处理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zh-CN" altLang="en-US" sz="1600" b="1" dirty="0">
                <a:latin typeface="+mn-ea"/>
                <a:sym typeface="+mn-ea"/>
              </a:rPr>
              <a:t>～程序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  <p:bldP spid="56" grpId="1" animBg="1"/>
      <p:bldP spid="92" grpId="0" bldLvl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74</a:t>
            </a:fld>
            <a:endParaRPr lang="en-US" altLang="zh-CN"/>
          </a:p>
        </p:txBody>
      </p:sp>
      <p:sp>
        <p:nvSpPr>
          <p:cNvPr id="39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64" y="6524450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Text Box 14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4" y="332656"/>
            <a:ext cx="7776672" cy="60358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异常及中断的响应</a:t>
            </a: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sym typeface="+mn-ea"/>
              </a:rPr>
              <a:t> *</a:t>
            </a:r>
            <a:r>
              <a:rPr lang="zh-CN" altLang="zh-CN" sz="2200" b="1" dirty="0">
                <a:solidFill>
                  <a:srgbClr val="C00000"/>
                </a:solidFill>
                <a:sym typeface="+mn-ea"/>
              </a:rPr>
              <a:t>保存断点及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PSW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的实现</a:t>
            </a:r>
            <a:r>
              <a:rPr lang="zh-CN" altLang="en-US" sz="2200" b="1" dirty="0">
                <a:solidFill>
                  <a:srgbClr val="C00000"/>
                </a:solidFill>
                <a:sym typeface="+mn-ea"/>
              </a:rPr>
              <a:t>：</a:t>
            </a:r>
            <a:endParaRPr lang="zh-CN" sz="2200" b="1" dirty="0">
              <a:solidFill>
                <a:srgbClr val="C00000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   </a:t>
            </a:r>
            <a:r>
              <a:rPr lang="zh-CN" sz="2200" b="1" dirty="0">
                <a:solidFill>
                  <a:schemeClr val="accent2"/>
                </a:solidFill>
                <a:latin typeface="+mn-ea"/>
                <a:sym typeface="+mn-ea"/>
              </a:rPr>
              <a:t>事件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sym typeface="+mn-ea"/>
              </a:rPr>
              <a:t>类型的保存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+mn-ea"/>
              </a:rPr>
              <a:t>任务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③</a:t>
            </a:r>
            <a:r>
              <a:rPr lang="zh-CN" altLang="en-US" sz="1800" b="1" dirty="0">
                <a:latin typeface="+mn-ea"/>
              </a:rPr>
              <a:t>需使用</a:t>
            </a:r>
            <a:r>
              <a:rPr lang="zh-CN" altLang="en-US" sz="1800" b="1" dirty="0">
                <a:latin typeface="+mn-ea"/>
                <a:sym typeface="+mn-ea"/>
              </a:rPr>
              <a:t>、应提前保存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关中断的实现：</a:t>
            </a: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zh-CN" sz="2200" b="1" dirty="0">
                <a:solidFill>
                  <a:srgbClr val="C00000"/>
                </a:solidFill>
                <a:sym typeface="+mn-ea"/>
              </a:rPr>
              <a:t>识别事件类型并转入处理程序的实现</a:t>
            </a:r>
            <a:r>
              <a:rPr lang="zh-CN" altLang="en-US" sz="2200" b="1" dirty="0">
                <a:solidFill>
                  <a:srgbClr val="C00000"/>
                </a:solidFill>
                <a:sym typeface="+mn-ea"/>
              </a:rPr>
              <a:t>：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下页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)</a:t>
            </a:r>
            <a:endParaRPr lang="zh-CN" altLang="en-US" sz="2200" b="1" dirty="0"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45626269"/>
              </p:ext>
            </p:extLst>
          </p:nvPr>
        </p:nvGraphicFramePr>
        <p:xfrm>
          <a:off x="704850" y="836712"/>
          <a:ext cx="8102600" cy="16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0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</a:t>
                      </a:r>
                    </a:p>
                  </a:txBody>
                  <a:tcPr marL="36195" marR="36195" marT="720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目标</a:t>
                      </a:r>
                    </a:p>
                  </a:txBody>
                  <a:tcPr marL="36195" marR="36195" marT="720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①</a:t>
                      </a:r>
                      <a:r>
                        <a:rPr lang="zh-CN" altLang="zh-CN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保存断点及程序状态</a:t>
                      </a:r>
                      <a:r>
                        <a:rPr lang="en-US" altLang="zh-CN" sz="16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(PSW)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720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返回后，当前程序</a:t>
                      </a:r>
                      <a:r>
                        <a:rPr lang="zh-CN" altLang="en-US" sz="2000" b="1" u="sng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可继续执行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720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②</a:t>
                      </a:r>
                      <a:r>
                        <a:rPr lang="zh-CN" altLang="zh-CN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关中断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720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处理程序的执行过程</a:t>
                      </a:r>
                      <a:r>
                        <a:rPr lang="zh-CN" altLang="en-US" sz="2000" b="1" u="sng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不被打断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新事件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720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③</a:t>
                      </a:r>
                      <a:r>
                        <a:rPr lang="zh-CN" altLang="zh-CN" sz="2000" b="1" dirty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识别事件类型并转入处理程序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720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u="sng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选择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最紧急事件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zh-CN" altLang="en-US" sz="2000" b="1" u="sng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获得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程序入口地址，程序入口地址</a:t>
                      </a:r>
                      <a:r>
                        <a:rPr lang="zh-CN" altLang="en-US" sz="2000" b="1" u="sng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写入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PC</a:t>
                      </a:r>
                    </a:p>
                  </a:txBody>
                  <a:tcPr marL="36195" marR="36195" marT="7200" marB="180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Box 17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832" y="3284984"/>
            <a:ext cx="7776672" cy="25646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770">
            <a:spAutoFit/>
          </a:bodyPr>
          <a:lstStyle/>
          <a:p>
            <a:pPr marL="2684780" indent="-268478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          </a:t>
            </a:r>
            <a:r>
              <a:rPr lang="zh-CN" altLang="en-US" sz="2200" b="1" dirty="0">
                <a:latin typeface="宋体" panose="02010600030101010101" pitchFamily="2" charset="-122"/>
              </a:rPr>
              <a:t>中断机构增设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后援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</a:rPr>
              <a:t>保存 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返回时写回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PC/PSR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+mn-ea"/>
              <a:ea typeface="+mn-ea"/>
              <a:sym typeface="+mn-ea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中断机构</a:t>
            </a:r>
            <a:r>
              <a:rPr lang="zh-CN" altLang="zh-CN" sz="2200" b="1" dirty="0">
                <a:latin typeface="+mn-ea"/>
                <a:ea typeface="+mn-ea"/>
                <a:sym typeface="+mn-ea"/>
              </a:rPr>
              <a:t>增设</a:t>
            </a:r>
            <a:r>
              <a:rPr lang="zh-CN" altLang="zh-CN" sz="2200" b="1" u="sng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异常原因</a:t>
            </a:r>
            <a:r>
              <a:rPr lang="en-US" altLang="zh-CN" sz="2200" b="1" u="sng" dirty="0">
                <a:solidFill>
                  <a:srgbClr val="0070C0"/>
                </a:solidFill>
                <a:latin typeface="+mn-ea"/>
                <a:sym typeface="+mn-ea"/>
              </a:rPr>
              <a:t>REG</a:t>
            </a:r>
            <a:r>
              <a:rPr lang="zh-CN" altLang="en-US" sz="2200" b="1" dirty="0">
                <a:latin typeface="+mn-ea"/>
                <a:sym typeface="+mn-ea"/>
              </a:rPr>
              <a:t>保存异常信息，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产生</a:t>
            </a:r>
            <a:r>
              <a:rPr lang="en-US" altLang="zh-CN" sz="1600" b="1" dirty="0">
                <a:latin typeface="+mn-lt"/>
                <a:sym typeface="+mn-ea"/>
              </a:rPr>
              <a:t>~</a:t>
            </a:r>
            <a:r>
              <a:rPr lang="en-US" altLang="zh-CN" sz="1600" dirty="0" err="1"/>
              <a:t>μ</a:t>
            </a:r>
            <a:r>
              <a:rPr lang="en-US" altLang="zh-CN" sz="1600" b="1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，及时存</a:t>
            </a:r>
            <a:endParaRPr lang="zh-CN" altLang="en-US" sz="1600" b="1" dirty="0">
              <a:latin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+mn-ea"/>
                <a:sym typeface="+mn-ea"/>
              </a:rPr>
              <a:t>  </a:t>
            </a:r>
            <a:r>
              <a:rPr lang="zh-CN" altLang="en-US" sz="2200" b="1" u="sng" dirty="0">
                <a:latin typeface="+mn-ea"/>
                <a:sym typeface="+mn-ea"/>
              </a:rPr>
              <a:t>中断源</a:t>
            </a:r>
            <a:r>
              <a:rPr lang="zh-CN" altLang="en-US" sz="2200" b="1" dirty="0">
                <a:latin typeface="+mn-ea"/>
                <a:sym typeface="+mn-ea"/>
              </a:rPr>
              <a:t>增设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sym typeface="+mn-ea"/>
              </a:rPr>
              <a:t>状态</a:t>
            </a:r>
            <a:r>
              <a:rPr lang="en-US" altLang="zh-CN" sz="2200" b="1" u="sng" dirty="0">
                <a:solidFill>
                  <a:srgbClr val="0070C0"/>
                </a:solidFill>
                <a:latin typeface="+mn-ea"/>
                <a:sym typeface="+mn-ea"/>
              </a:rPr>
              <a:t>REG</a:t>
            </a:r>
            <a:r>
              <a:rPr lang="zh-CN" altLang="en-US" sz="2200" b="1" dirty="0">
                <a:latin typeface="+mn-ea"/>
                <a:sym typeface="+mn-ea"/>
              </a:rPr>
              <a:t>保存中断请求信息  </a:t>
            </a:r>
            <a:r>
              <a:rPr lang="zh-CN" altLang="en-US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放在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CPU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中代价太大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marL="2684780" indent="-268478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   PSR</a:t>
            </a:r>
            <a:r>
              <a:rPr lang="zh-CN" altLang="en-US" sz="2200" b="1" dirty="0">
                <a:latin typeface="宋体" panose="02010600030101010101" pitchFamily="2" charset="-122"/>
              </a:rPr>
              <a:t>中</a:t>
            </a:r>
            <a:r>
              <a:rPr lang="en-US" altLang="zh-CN" sz="2200" b="1" dirty="0">
                <a:latin typeface="宋体" panose="02010600030101010101" pitchFamily="2" charset="-122"/>
              </a:rPr>
              <a:t>IF←0        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新事件不包含异常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/NMI(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必须打断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</a:p>
          <a:p>
            <a:pPr marL="2684780" indent="-268478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tx1"/>
              </a:solidFill>
              <a:uFillTx/>
              <a:latin typeface="+mn-ea"/>
              <a:ea typeface="+mn-ea"/>
              <a:sym typeface="+mn-ea"/>
            </a:endParaRPr>
          </a:p>
        </p:txBody>
      </p:sp>
      <p:sp>
        <p:nvSpPr>
          <p:cNvPr id="5" name="Text Box 17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919589" y="2564121"/>
            <a:ext cx="4032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84780" indent="-2684780" algn="l">
              <a:lnSpc>
                <a:spcPct val="90000"/>
              </a:lnSpc>
              <a:spcBef>
                <a:spcPts val="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PSR/GPRs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未破坏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</a:rPr>
              <a:t>PC</a:t>
            </a:r>
            <a:r>
              <a:rPr lang="zh-CN" altLang="en-US" sz="1800" b="1" dirty="0">
                <a:latin typeface="宋体" panose="02010600030101010101" pitchFamily="2" charset="-122"/>
              </a:rPr>
              <a:t>＝断点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下条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当前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01616" y="2564121"/>
            <a:ext cx="396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程序</a:t>
            </a:r>
            <a:r>
              <a:rPr lang="zh-CN" altLang="en-US" sz="1800" b="1" dirty="0">
                <a:latin typeface="+mn-ea"/>
              </a:rPr>
              <a:t>继续执行需满足的条件？ 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01616" y="2996952"/>
            <a:ext cx="262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en-US" altLang="zh-CN" sz="1800" b="1" dirty="0">
                <a:latin typeface="宋体" panose="02010600030101010101" pitchFamily="2" charset="-122"/>
              </a:rPr>
              <a:t>GPRs</a:t>
            </a:r>
            <a:r>
              <a:rPr lang="zh-CN" altLang="en-US" sz="1800" b="1" dirty="0">
                <a:latin typeface="宋体" panose="02010600030101010101" pitchFamily="2" charset="-122"/>
              </a:rPr>
              <a:t>如何保存</a:t>
            </a:r>
            <a:r>
              <a:rPr lang="zh-CN" altLang="en-US" sz="1800" b="1" dirty="0">
                <a:latin typeface="+mn-ea"/>
              </a:rPr>
              <a:t>？ 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8" name="Text Box 17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636000" y="2996952"/>
            <a:ext cx="5364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84780" indent="-2684780"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latin typeface="宋体" panose="02010600030101010101" pitchFamily="2" charset="-122"/>
              </a:rPr>
              <a:t>处理程序保存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恢复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仅所用个数</a:t>
            </a:r>
            <a:r>
              <a:rPr lang="en-US" altLang="zh-CN" sz="1600" b="1" dirty="0">
                <a:latin typeface="宋体" panose="02010600030101010101" pitchFamily="2" charset="-122"/>
              </a:rPr>
              <a:t>) </a:t>
            </a:r>
            <a:r>
              <a:rPr lang="zh-CN" altLang="en-US" sz="1800" b="1" dirty="0">
                <a:latin typeface="宋体" panose="02010600030101010101" pitchFamily="2" charset="-122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</a:rPr>
              <a:t>←硬件保存需为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全部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99304" y="5517232"/>
            <a:ext cx="327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思考③：</a:t>
            </a:r>
            <a:r>
              <a:rPr lang="zh-CN" altLang="en-US" sz="1800" b="1" dirty="0">
                <a:latin typeface="+mn-ea"/>
                <a:ea typeface="+mn-ea"/>
              </a:rPr>
              <a:t>任务①和②可对调吗？ </a:t>
            </a:r>
            <a:endParaRPr lang="en-US" altLang="zh-CN" sz="1600" b="1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Text Box 172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248000" y="5517232"/>
            <a:ext cx="4608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84780" indent="-2684780"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不行！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IF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∈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PSW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，对调后返回的是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≠原来值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4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196611"/>
            <a:ext cx="5628005" cy="4484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非向量方式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所有事件</a:t>
            </a:r>
            <a:r>
              <a:rPr lang="zh-CN" altLang="zh-CN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共用</a:t>
            </a:r>
            <a:r>
              <a:rPr lang="en-US" altLang="zh-CN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zh-CN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处理程序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latin typeface="+mn-ea"/>
                <a:ea typeface="+mn-ea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实现：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向量方式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每个事件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各有</a:t>
            </a:r>
            <a:r>
              <a:rPr lang="en-US" altLang="zh-CN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处理程序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75</a:t>
            </a:fld>
            <a:endParaRPr lang="en-US" altLang="zh-CN"/>
          </a:p>
        </p:txBody>
      </p:sp>
      <p:sp>
        <p:nvSpPr>
          <p:cNvPr id="139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9" y="6519409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8" y="651851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AutoShape 11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1907704" y="6519409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Text Box 172"/>
          <p:cNvSpPr txBox="1">
            <a:spLocks noChangeArrowheads="1"/>
          </p:cNvSpPr>
          <p:nvPr/>
        </p:nvSpPr>
        <p:spPr bwMode="auto">
          <a:xfrm>
            <a:off x="179705" y="332656"/>
            <a:ext cx="859345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zh-CN" sz="2200" b="1" dirty="0">
                <a:solidFill>
                  <a:srgbClr val="C00000"/>
                </a:solidFill>
              </a:rPr>
              <a:t>识别事件类型并转入处理程序</a:t>
            </a:r>
            <a:r>
              <a:rPr lang="zh-CN" altLang="en-US" sz="2200" b="1" dirty="0">
                <a:solidFill>
                  <a:srgbClr val="C00000"/>
                </a:solidFill>
              </a:rPr>
              <a:t>： 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marL="2684780" indent="-2684780"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识别方法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有向量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硬件识别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、非向量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软件识别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44" name="线形标注 2 143"/>
          <p:cNvSpPr/>
          <p:nvPr/>
        </p:nvSpPr>
        <p:spPr bwMode="auto">
          <a:xfrm>
            <a:off x="216000" y="2780611"/>
            <a:ext cx="972000" cy="216000"/>
          </a:xfrm>
          <a:prstGeom prst="borderCallout2">
            <a:avLst>
              <a:gd name="adj1" fmla="val 51930"/>
              <a:gd name="adj2" fmla="val 101039"/>
              <a:gd name="adj3" fmla="val 51930"/>
              <a:gd name="adj4" fmla="val 118377"/>
              <a:gd name="adj5" fmla="val -7453"/>
              <a:gd name="adj6" fmla="val 13272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spc="-100" dirty="0">
                <a:solidFill>
                  <a:srgbClr val="FF3399"/>
                </a:solidFill>
                <a:latin typeface="宋体" panose="02010600030101010101" pitchFamily="2" charset="-122"/>
              </a:rPr>
              <a:t>所用</a:t>
            </a:r>
            <a:r>
              <a:rPr lang="zh-CN" altLang="en-US" sz="1600" b="1" spc="-100" dirty="0">
                <a:latin typeface="宋体" panose="02010600030101010101" pitchFamily="2" charset="-122"/>
              </a:rPr>
              <a:t>的</a:t>
            </a:r>
            <a:r>
              <a:rPr lang="en-US" altLang="zh-CN" sz="1600" b="1" spc="-100" dirty="0">
                <a:latin typeface="宋体" panose="02010600030101010101" pitchFamily="2" charset="-122"/>
              </a:rPr>
              <a:t>GPR</a:t>
            </a:r>
          </a:p>
        </p:txBody>
      </p:sp>
      <p:sp>
        <p:nvSpPr>
          <p:cNvPr id="145" name="Text Box 172"/>
          <p:cNvSpPr txBox="1">
            <a:spLocks noChangeArrowheads="1"/>
          </p:cNvSpPr>
          <p:nvPr/>
        </p:nvSpPr>
        <p:spPr bwMode="auto">
          <a:xfrm>
            <a:off x="1911985" y="1628691"/>
            <a:ext cx="711517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PC</a:t>
            </a:r>
            <a:r>
              <a:rPr lang="zh-CN" altLang="en-US" sz="2200" b="1" dirty="0">
                <a:latin typeface="+mn-ea"/>
                <a:ea typeface="+mn-ea"/>
              </a:rPr>
              <a:t>←固定的入口地址      </a:t>
            </a:r>
            <a:r>
              <a:rPr lang="zh-CN" altLang="en-US" sz="1600" b="1" dirty="0">
                <a:latin typeface="+mn-ea"/>
                <a:ea typeface="+mn-ea"/>
              </a:rPr>
              <a:t>←</a:t>
            </a:r>
            <a:r>
              <a:rPr lang="zh-CN" altLang="en-US" sz="1600" b="1" dirty="0">
                <a:latin typeface="+mn-ea"/>
              </a:rPr>
              <a:t>识别事件类型由</a:t>
            </a:r>
            <a:r>
              <a:rPr lang="zh-CN" altLang="en-US" sz="1600" b="1" dirty="0">
                <a:solidFill>
                  <a:srgbClr val="C00000"/>
                </a:solidFill>
                <a:latin typeface="+mn-ea"/>
                <a:ea typeface="+mn-ea"/>
              </a:rPr>
              <a:t>软件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处理程序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zh-CN" altLang="en-US" sz="1600" b="1" dirty="0">
                <a:latin typeface="+mn-ea"/>
                <a:ea typeface="+mn-ea"/>
              </a:rPr>
              <a:t>完成</a:t>
            </a:r>
          </a:p>
        </p:txBody>
      </p:sp>
      <p:sp>
        <p:nvSpPr>
          <p:cNvPr id="65" name="AutoShape 62">
            <a:hlinkClick r:id="rId8" action="ppaction://hlinkpres?slideindex=45&amp;slidetitle=PowerPoint%20演示文稿"/>
          </p:cNvPr>
          <p:cNvSpPr>
            <a:spLocks noChangeArrowheads="1"/>
          </p:cNvSpPr>
          <p:nvPr/>
        </p:nvSpPr>
        <p:spPr bwMode="auto">
          <a:xfrm rot="5400000">
            <a:off x="730865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</a:t>
            </a:r>
          </a:p>
        </p:txBody>
      </p:sp>
      <p:grpSp>
        <p:nvGrpSpPr>
          <p:cNvPr id="70" name="组合 69"/>
          <p:cNvGrpSpPr/>
          <p:nvPr/>
        </p:nvGrpSpPr>
        <p:grpSpPr>
          <a:xfrm>
            <a:off x="1440000" y="2168611"/>
            <a:ext cx="7488448" cy="1512168"/>
            <a:chOff x="1404000" y="3645024"/>
            <a:chExt cx="7488448" cy="1512168"/>
          </a:xfrm>
        </p:grpSpPr>
        <p:sp>
          <p:nvSpPr>
            <p:cNvPr id="71" name="Text Box 73"/>
            <p:cNvSpPr txBox="1">
              <a:spLocks noChangeArrowheads="1"/>
            </p:cNvSpPr>
            <p:nvPr/>
          </p:nvSpPr>
          <p:spPr bwMode="auto">
            <a:xfrm>
              <a:off x="1404000" y="4005064"/>
              <a:ext cx="1008000" cy="216000"/>
            </a:xfrm>
            <a:prstGeom prst="rect">
              <a:avLst/>
            </a:prstGeom>
            <a:solidFill>
              <a:srgbClr val="FFCC99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保存现场</a:t>
              </a:r>
            </a:p>
          </p:txBody>
        </p:sp>
        <p:sp>
          <p:nvSpPr>
            <p:cNvPr id="73" name="Text Box 74"/>
            <p:cNvSpPr txBox="1">
              <a:spLocks noChangeArrowheads="1"/>
            </p:cNvSpPr>
            <p:nvPr/>
          </p:nvSpPr>
          <p:spPr bwMode="auto">
            <a:xfrm>
              <a:off x="2771832" y="4653136"/>
              <a:ext cx="1728000" cy="360000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/>
              <a:r>
                <a:rPr lang="zh-CN" altLang="en-US" sz="1600" b="1" dirty="0">
                  <a:latin typeface="宋体" panose="02010600030101010101" pitchFamily="2" charset="-122"/>
                </a:rPr>
                <a:t>事件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的处理函数</a:t>
              </a:r>
            </a:p>
          </p:txBody>
        </p:sp>
        <p:sp>
          <p:nvSpPr>
            <p:cNvPr id="76" name="AutoShape 76"/>
            <p:cNvSpPr>
              <a:spLocks noChangeArrowheads="1"/>
            </p:cNvSpPr>
            <p:nvPr/>
          </p:nvSpPr>
          <p:spPr bwMode="auto">
            <a:xfrm>
              <a:off x="1548000" y="3645024"/>
              <a:ext cx="720000" cy="216000"/>
            </a:xfrm>
            <a:prstGeom prst="flowChartTerminator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r>
                <a:rPr lang="zh-CN" altLang="en-US" sz="1600" b="1" dirty="0"/>
                <a:t>开始</a:t>
              </a:r>
            </a:p>
          </p:txBody>
        </p:sp>
        <p:sp>
          <p:nvSpPr>
            <p:cNvPr id="81" name="Text Box 77"/>
            <p:cNvSpPr txBox="1">
              <a:spLocks noChangeArrowheads="1"/>
            </p:cNvSpPr>
            <p:nvPr/>
          </p:nvSpPr>
          <p:spPr bwMode="auto">
            <a:xfrm>
              <a:off x="2771832" y="3789040"/>
              <a:ext cx="1728000" cy="216000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读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事件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源的状态</a:t>
              </a:r>
            </a:p>
          </p:txBody>
        </p:sp>
        <p:sp>
          <p:nvSpPr>
            <p:cNvPr id="83" name="AutoShape 78"/>
            <p:cNvSpPr>
              <a:spLocks noChangeArrowheads="1"/>
            </p:cNvSpPr>
            <p:nvPr/>
          </p:nvSpPr>
          <p:spPr bwMode="auto">
            <a:xfrm>
              <a:off x="2915992" y="4221088"/>
              <a:ext cx="1584000" cy="216000"/>
            </a:xfrm>
            <a:prstGeom prst="flowChartDecision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zh-CN" altLang="en-US" sz="1600" b="1" dirty="0">
                  <a:solidFill>
                    <a:srgbClr val="C00000"/>
                  </a:solidFill>
                </a:rPr>
                <a:t>有</a:t>
              </a:r>
              <a:r>
                <a:rPr lang="zh-CN" altLang="en-US" sz="1600" b="1" dirty="0"/>
                <a:t>请求</a:t>
              </a:r>
              <a:r>
                <a:rPr lang="zh-CN" altLang="en-US" sz="1600" b="1" dirty="0">
                  <a:solidFill>
                    <a:srgbClr val="C00000"/>
                  </a:solidFill>
                </a:rPr>
                <a:t>？</a:t>
              </a:r>
            </a:p>
          </p:txBody>
        </p:sp>
        <p:sp>
          <p:nvSpPr>
            <p:cNvPr id="87" name="Text Box 80"/>
            <p:cNvSpPr txBox="1">
              <a:spLocks noChangeArrowheads="1"/>
            </p:cNvSpPr>
            <p:nvPr/>
          </p:nvSpPr>
          <p:spPr bwMode="auto">
            <a:xfrm>
              <a:off x="4587338" y="4113104"/>
              <a:ext cx="144000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90" name="Text Box 83"/>
            <p:cNvSpPr txBox="1">
              <a:spLocks noChangeArrowheads="1"/>
            </p:cNvSpPr>
            <p:nvPr/>
          </p:nvSpPr>
          <p:spPr bwMode="auto">
            <a:xfrm>
              <a:off x="3563936" y="4437143"/>
              <a:ext cx="14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91" name="Text Box 86"/>
            <p:cNvSpPr txBox="1">
              <a:spLocks noChangeArrowheads="1"/>
            </p:cNvSpPr>
            <p:nvPr/>
          </p:nvSpPr>
          <p:spPr bwMode="auto">
            <a:xfrm>
              <a:off x="5004080" y="4653136"/>
              <a:ext cx="1152000" cy="360000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/>
              <a:r>
                <a:rPr lang="zh-CN" altLang="en-US" sz="1600" b="1" dirty="0">
                  <a:latin typeface="宋体" panose="02010600030101010101" pitchFamily="2" charset="-122"/>
                </a:rPr>
                <a:t>事件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</a:p>
          </p:txBody>
        </p:sp>
        <p:sp>
          <p:nvSpPr>
            <p:cNvPr id="96" name="Text Box 87"/>
            <p:cNvSpPr txBox="1">
              <a:spLocks noChangeArrowheads="1"/>
            </p:cNvSpPr>
            <p:nvPr/>
          </p:nvSpPr>
          <p:spPr bwMode="auto">
            <a:xfrm>
              <a:off x="5005666" y="3789040"/>
              <a:ext cx="1152000" cy="216000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读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事件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源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7" name="AutoShape 88"/>
            <p:cNvSpPr>
              <a:spLocks noChangeArrowheads="1"/>
            </p:cNvSpPr>
            <p:nvPr/>
          </p:nvSpPr>
          <p:spPr bwMode="auto">
            <a:xfrm>
              <a:off x="5076152" y="4222354"/>
              <a:ext cx="864000" cy="216000"/>
            </a:xfrm>
            <a:prstGeom prst="flowChartDecision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Text Box 90"/>
            <p:cNvSpPr txBox="1">
              <a:spLocks noChangeArrowheads="1"/>
            </p:cNvSpPr>
            <p:nvPr/>
          </p:nvSpPr>
          <p:spPr bwMode="auto">
            <a:xfrm>
              <a:off x="6012160" y="4113104"/>
              <a:ext cx="144000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104" name="Text Box 93"/>
            <p:cNvSpPr txBox="1">
              <a:spLocks noChangeArrowheads="1"/>
            </p:cNvSpPr>
            <p:nvPr/>
          </p:nvSpPr>
          <p:spPr bwMode="auto">
            <a:xfrm>
              <a:off x="5364135" y="4445204"/>
              <a:ext cx="14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109" name="Text Box 105"/>
            <p:cNvSpPr txBox="1">
              <a:spLocks noChangeArrowheads="1"/>
            </p:cNvSpPr>
            <p:nvPr/>
          </p:nvSpPr>
          <p:spPr bwMode="auto">
            <a:xfrm>
              <a:off x="1404000" y="4581104"/>
              <a:ext cx="1008000" cy="216000"/>
            </a:xfrm>
            <a:prstGeom prst="rect">
              <a:avLst/>
            </a:prstGeom>
            <a:solidFill>
              <a:srgbClr val="FFCC99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恢复现场</a:t>
              </a:r>
            </a:p>
          </p:txBody>
        </p:sp>
        <p:sp>
          <p:nvSpPr>
            <p:cNvPr id="110" name="AutoShape 106"/>
            <p:cNvSpPr>
              <a:spLocks noChangeArrowheads="1"/>
            </p:cNvSpPr>
            <p:nvPr/>
          </p:nvSpPr>
          <p:spPr bwMode="auto">
            <a:xfrm>
              <a:off x="1404000" y="4941144"/>
              <a:ext cx="1008000" cy="216000"/>
            </a:xfrm>
            <a:prstGeom prst="flowChartTerminator">
              <a:avLst/>
            </a:prstGeom>
            <a:solidFill>
              <a:srgbClr val="CC99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zh-CN" altLang="en-US" sz="1600" b="1" dirty="0"/>
                <a:t>中断返回</a:t>
              </a:r>
            </a:p>
          </p:txBody>
        </p:sp>
        <p:sp>
          <p:nvSpPr>
            <p:cNvPr id="113" name="Text Box 119"/>
            <p:cNvSpPr txBox="1">
              <a:spLocks noChangeArrowheads="1"/>
            </p:cNvSpPr>
            <p:nvPr/>
          </p:nvSpPr>
          <p:spPr bwMode="auto">
            <a:xfrm>
              <a:off x="6228256" y="4113080"/>
              <a:ext cx="360000" cy="288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b="1" dirty="0"/>
                <a:t>…</a:t>
              </a:r>
            </a:p>
          </p:txBody>
        </p:sp>
        <p:cxnSp>
          <p:nvCxnSpPr>
            <p:cNvPr id="114" name="直接箭头连接符 113"/>
            <p:cNvCxnSpPr/>
            <p:nvPr/>
          </p:nvCxnSpPr>
          <p:spPr bwMode="auto">
            <a:xfrm>
              <a:off x="1907314" y="3861048"/>
              <a:ext cx="422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5" name="直接箭头连接符 114"/>
            <p:cNvCxnSpPr/>
            <p:nvPr/>
          </p:nvCxnSpPr>
          <p:spPr bwMode="auto">
            <a:xfrm>
              <a:off x="1907736" y="4221088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115"/>
            <p:cNvCxnSpPr/>
            <p:nvPr/>
          </p:nvCxnSpPr>
          <p:spPr bwMode="auto">
            <a:xfrm>
              <a:off x="1907997" y="4797128"/>
              <a:ext cx="334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连接符 116"/>
            <p:cNvCxnSpPr/>
            <p:nvPr/>
          </p:nvCxnSpPr>
          <p:spPr bwMode="auto">
            <a:xfrm>
              <a:off x="2631065" y="3645040"/>
              <a:ext cx="10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直接箭头连接符 117"/>
            <p:cNvCxnSpPr/>
            <p:nvPr/>
          </p:nvCxnSpPr>
          <p:spPr bwMode="auto">
            <a:xfrm>
              <a:off x="1907736" y="4437088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9" name="直接箭头连接符 118"/>
            <p:cNvCxnSpPr/>
            <p:nvPr/>
          </p:nvCxnSpPr>
          <p:spPr bwMode="auto">
            <a:xfrm>
              <a:off x="3707937" y="364504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 bwMode="auto">
            <a:xfrm>
              <a:off x="5940152" y="4320919"/>
              <a:ext cx="2076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1" name="直接连接符 72"/>
            <p:cNvCxnSpPr/>
            <p:nvPr/>
          </p:nvCxnSpPr>
          <p:spPr bwMode="auto">
            <a:xfrm rot="5400000">
              <a:off x="1907736" y="3645104"/>
              <a:ext cx="720000" cy="720000"/>
            </a:xfrm>
            <a:prstGeom prst="bentConnector3">
              <a:avLst>
                <a:gd name="adj1" fmla="val 99093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2" name="直接连接符 121"/>
            <p:cNvCxnSpPr/>
            <p:nvPr/>
          </p:nvCxnSpPr>
          <p:spPr bwMode="auto">
            <a:xfrm>
              <a:off x="6732272" y="3645104"/>
              <a:ext cx="0" cy="68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连接符 124"/>
            <p:cNvCxnSpPr/>
            <p:nvPr/>
          </p:nvCxnSpPr>
          <p:spPr bwMode="auto">
            <a:xfrm>
              <a:off x="2627816" y="5157192"/>
              <a:ext cx="626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直接箭头连接符 128"/>
            <p:cNvCxnSpPr/>
            <p:nvPr/>
          </p:nvCxnSpPr>
          <p:spPr bwMode="auto">
            <a:xfrm>
              <a:off x="3707937" y="5013144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2" name="直接连接符 86"/>
            <p:cNvCxnSpPr/>
            <p:nvPr/>
          </p:nvCxnSpPr>
          <p:spPr bwMode="auto">
            <a:xfrm rot="16200000" flipH="1">
              <a:off x="1907575" y="4437112"/>
              <a:ext cx="720000" cy="720000"/>
            </a:xfrm>
            <a:prstGeom prst="bentConnector3">
              <a:avLst>
                <a:gd name="adj1" fmla="val -162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直接箭头连接符 142"/>
            <p:cNvCxnSpPr/>
            <p:nvPr/>
          </p:nvCxnSpPr>
          <p:spPr bwMode="auto">
            <a:xfrm flipH="1">
              <a:off x="3705482" y="4005064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6" name="直接箭头连接符 145"/>
            <p:cNvCxnSpPr/>
            <p:nvPr/>
          </p:nvCxnSpPr>
          <p:spPr bwMode="auto">
            <a:xfrm>
              <a:off x="3705482" y="4437881"/>
              <a:ext cx="2678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7" name="直接连接符 146"/>
            <p:cNvCxnSpPr/>
            <p:nvPr/>
          </p:nvCxnSpPr>
          <p:spPr bwMode="auto">
            <a:xfrm>
              <a:off x="4860136" y="3645040"/>
              <a:ext cx="648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接箭头连接符 147"/>
            <p:cNvCxnSpPr/>
            <p:nvPr/>
          </p:nvCxnSpPr>
          <p:spPr bwMode="auto">
            <a:xfrm>
              <a:off x="5508135" y="364504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9" name="直接箭头连接符 148"/>
            <p:cNvCxnSpPr/>
            <p:nvPr/>
          </p:nvCxnSpPr>
          <p:spPr bwMode="auto">
            <a:xfrm flipH="1">
              <a:off x="5506549" y="4005064"/>
              <a:ext cx="1586" cy="217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0" name="直接箭头连接符 149"/>
            <p:cNvCxnSpPr/>
            <p:nvPr/>
          </p:nvCxnSpPr>
          <p:spPr bwMode="auto">
            <a:xfrm>
              <a:off x="5508135" y="4438378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1" name="直接箭头连接符 150"/>
            <p:cNvCxnSpPr/>
            <p:nvPr/>
          </p:nvCxnSpPr>
          <p:spPr bwMode="auto">
            <a:xfrm>
              <a:off x="5508136" y="5013144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2" name="直接连接符 72"/>
            <p:cNvCxnSpPr/>
            <p:nvPr/>
          </p:nvCxnSpPr>
          <p:spPr bwMode="auto">
            <a:xfrm rot="5400000">
              <a:off x="4338074" y="3807104"/>
              <a:ext cx="684000" cy="36000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3" name="Text Box 74"/>
            <p:cNvSpPr txBox="1">
              <a:spLocks noChangeArrowheads="1"/>
            </p:cNvSpPr>
            <p:nvPr/>
          </p:nvSpPr>
          <p:spPr bwMode="auto">
            <a:xfrm>
              <a:off x="6876288" y="4653136"/>
              <a:ext cx="1728000" cy="360000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/>
              <a:r>
                <a:rPr lang="zh-CN" altLang="en-US" sz="1600" b="1" dirty="0">
                  <a:latin typeface="宋体" panose="02010600030101010101" pitchFamily="2" charset="-122"/>
                </a:rPr>
                <a:t>事件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Z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的处理函数</a:t>
              </a:r>
            </a:p>
          </p:txBody>
        </p:sp>
        <p:sp>
          <p:nvSpPr>
            <p:cNvPr id="154" name="Text Box 77"/>
            <p:cNvSpPr txBox="1">
              <a:spLocks noChangeArrowheads="1"/>
            </p:cNvSpPr>
            <p:nvPr/>
          </p:nvSpPr>
          <p:spPr bwMode="auto">
            <a:xfrm>
              <a:off x="6876288" y="3789040"/>
              <a:ext cx="1728000" cy="216000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读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事件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Z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源的状态</a:t>
              </a:r>
            </a:p>
          </p:txBody>
        </p:sp>
        <p:sp>
          <p:nvSpPr>
            <p:cNvPr id="155" name="AutoShape 78"/>
            <p:cNvSpPr>
              <a:spLocks noChangeArrowheads="1"/>
            </p:cNvSpPr>
            <p:nvPr/>
          </p:nvSpPr>
          <p:spPr bwMode="auto">
            <a:xfrm>
              <a:off x="7020448" y="4221088"/>
              <a:ext cx="1584000" cy="216000"/>
            </a:xfrm>
            <a:prstGeom prst="flowChartDecision">
              <a:avLst/>
            </a:prstGeom>
            <a:solidFill>
              <a:srgbClr val="99CC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zh-CN" altLang="en-US" sz="1600" b="1" dirty="0">
                  <a:solidFill>
                    <a:srgbClr val="C00000"/>
                  </a:solidFill>
                </a:rPr>
                <a:t>有</a:t>
              </a:r>
              <a:r>
                <a:rPr lang="zh-CN" altLang="en-US" sz="1600" b="1" dirty="0"/>
                <a:t>请求</a:t>
              </a:r>
              <a:r>
                <a:rPr lang="zh-CN" altLang="en-US" sz="1600" b="1" dirty="0">
                  <a:solidFill>
                    <a:srgbClr val="C00000"/>
                  </a:solidFill>
                </a:rPr>
                <a:t>？</a:t>
              </a:r>
            </a:p>
          </p:txBody>
        </p:sp>
        <p:sp>
          <p:nvSpPr>
            <p:cNvPr id="156" name="Text Box 80"/>
            <p:cNvSpPr txBox="1">
              <a:spLocks noChangeArrowheads="1"/>
            </p:cNvSpPr>
            <p:nvPr/>
          </p:nvSpPr>
          <p:spPr bwMode="auto">
            <a:xfrm>
              <a:off x="8691794" y="4113104"/>
              <a:ext cx="144000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157" name="Text Box 83"/>
            <p:cNvSpPr txBox="1">
              <a:spLocks noChangeArrowheads="1"/>
            </p:cNvSpPr>
            <p:nvPr/>
          </p:nvSpPr>
          <p:spPr bwMode="auto">
            <a:xfrm>
              <a:off x="7668344" y="4437112"/>
              <a:ext cx="127000" cy="20796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158" name="直接连接符 157"/>
            <p:cNvCxnSpPr/>
            <p:nvPr/>
          </p:nvCxnSpPr>
          <p:spPr bwMode="auto">
            <a:xfrm>
              <a:off x="6732272" y="3645040"/>
              <a:ext cx="10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接箭头连接符 158"/>
            <p:cNvCxnSpPr/>
            <p:nvPr/>
          </p:nvCxnSpPr>
          <p:spPr bwMode="auto">
            <a:xfrm>
              <a:off x="7812393" y="364504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0" name="直接箭头连接符 159"/>
            <p:cNvCxnSpPr/>
            <p:nvPr/>
          </p:nvCxnSpPr>
          <p:spPr bwMode="auto">
            <a:xfrm>
              <a:off x="7812393" y="5013144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1" name="直接箭头连接符 160"/>
            <p:cNvCxnSpPr/>
            <p:nvPr/>
          </p:nvCxnSpPr>
          <p:spPr bwMode="auto">
            <a:xfrm flipH="1">
              <a:off x="7810508" y="4005064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2" name="直接箭头连接符 161"/>
            <p:cNvCxnSpPr/>
            <p:nvPr/>
          </p:nvCxnSpPr>
          <p:spPr bwMode="auto">
            <a:xfrm>
              <a:off x="7809714" y="4437112"/>
              <a:ext cx="2678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3" name="直接连接符 162"/>
            <p:cNvCxnSpPr/>
            <p:nvPr/>
          </p:nvCxnSpPr>
          <p:spPr bwMode="auto">
            <a:xfrm>
              <a:off x="6588256" y="4320919"/>
              <a:ext cx="144016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直接箭头连接符 128"/>
            <p:cNvCxnSpPr/>
            <p:nvPr/>
          </p:nvCxnSpPr>
          <p:spPr bwMode="auto">
            <a:xfrm>
              <a:off x="8604448" y="4329192"/>
              <a:ext cx="288000" cy="82800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3" name="Text Box 13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91953" y="4293096"/>
            <a:ext cx="666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思考②：</a:t>
            </a:r>
            <a:r>
              <a:rPr lang="zh-CN" altLang="en-US" sz="1800" b="1" dirty="0">
                <a:latin typeface="+mn-ea"/>
                <a:ea typeface="+mn-ea"/>
              </a:rPr>
              <a:t>指令的</a:t>
            </a:r>
            <a:r>
              <a:rPr lang="en-US" altLang="zh-CN" sz="1800" b="1" dirty="0">
                <a:latin typeface="+mn-ea"/>
                <a:ea typeface="+mn-ea"/>
              </a:rPr>
              <a:t>OPD</a:t>
            </a:r>
            <a:r>
              <a:rPr lang="zh-CN" altLang="en-US" sz="1800" b="1" dirty="0">
                <a:latin typeface="+mn-ea"/>
                <a:ea typeface="+mn-ea"/>
              </a:rPr>
              <a:t>放在</a:t>
            </a:r>
            <a:r>
              <a:rPr lang="en-US" altLang="zh-CN" sz="1800" b="1" dirty="0">
                <a:latin typeface="+mn-ea"/>
                <a:ea typeface="+mn-ea"/>
              </a:rPr>
              <a:t>REG/MEM</a:t>
            </a:r>
            <a:r>
              <a:rPr lang="zh-CN" altLang="en-US" sz="1800" b="1" dirty="0">
                <a:latin typeface="+mn-ea"/>
                <a:ea typeface="+mn-ea"/>
              </a:rPr>
              <a:t>中，异常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中断源的状态放在哪？</a:t>
            </a:r>
            <a:endParaRPr lang="en-US" altLang="zh-CN" sz="1800" b="1" spc="-3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Text Box 13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91953" y="3861048"/>
            <a:ext cx="471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altLang="en-US" sz="1800" b="1" dirty="0">
                <a:latin typeface="+mn-ea"/>
                <a:ea typeface="+mn-ea"/>
              </a:rPr>
              <a:t>上图最高、最低优先级事件是什么？</a:t>
            </a:r>
            <a:endParaRPr lang="en-US" altLang="zh-CN" sz="1800" b="1" spc="-3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" name="Text Box 13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40237" y="4617096"/>
            <a:ext cx="6886923" cy="612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 algn="l"/>
            <a:r>
              <a:rPr lang="zh-CN" altLang="en-US" sz="1800" b="1" dirty="0">
                <a:latin typeface="+mn-ea"/>
                <a:ea typeface="+mn-ea"/>
              </a:rPr>
              <a:t>为减少保存开销，</a:t>
            </a:r>
            <a:r>
              <a:rPr lang="zh-CN" altLang="en-US" sz="1800" b="1" u="sng" dirty="0">
                <a:latin typeface="+mn-ea"/>
                <a:ea typeface="+mn-ea"/>
              </a:rPr>
              <a:t>异常</a:t>
            </a:r>
            <a:r>
              <a:rPr lang="en-US" altLang="zh-CN" sz="1600" b="1" dirty="0">
                <a:latin typeface="+mn-ea"/>
                <a:ea typeface="+mn-ea"/>
              </a:rPr>
              <a:t>(1</a:t>
            </a:r>
            <a:r>
              <a:rPr lang="zh-CN" altLang="en-US" sz="1600" b="1" dirty="0">
                <a:latin typeface="+mn-ea"/>
                <a:ea typeface="+mn-ea"/>
              </a:rPr>
              <a:t>个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zh-CN" altLang="en-US" sz="1800" b="1" u="sng" dirty="0">
                <a:latin typeface="+mn-ea"/>
                <a:ea typeface="+mn-ea"/>
              </a:rPr>
              <a:t>状态</a:t>
            </a:r>
            <a:r>
              <a:rPr lang="zh-CN" altLang="en-US" sz="1800" b="1" dirty="0">
                <a:latin typeface="+mn-ea"/>
                <a:ea typeface="+mn-ea"/>
              </a:rPr>
              <a:t>放在</a:t>
            </a:r>
            <a:r>
              <a:rPr lang="zh-CN" altLang="en-US" sz="1800" b="1" dirty="0">
                <a:solidFill>
                  <a:srgbClr val="0070C0"/>
                </a:solidFill>
                <a:latin typeface="+mn-ea"/>
                <a:ea typeface="+mn-ea"/>
              </a:rPr>
              <a:t>异常类型</a:t>
            </a:r>
            <a:r>
              <a:rPr lang="en-US" altLang="zh-CN" sz="1800" b="1" dirty="0">
                <a:solidFill>
                  <a:srgbClr val="0070C0"/>
                </a:solidFill>
                <a:latin typeface="+mn-ea"/>
                <a:ea typeface="+mn-ea"/>
              </a:rPr>
              <a:t>REG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zh-CN" altLang="en-US" sz="1600" b="1" dirty="0">
                <a:latin typeface="+mn-ea"/>
                <a:sym typeface="+mn-ea"/>
              </a:rPr>
              <a:t>编码形式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r>
              <a:rPr lang="zh-CN" altLang="en-US" sz="1800" b="1" dirty="0">
                <a:latin typeface="+mn-ea"/>
                <a:ea typeface="+mn-ea"/>
              </a:rPr>
              <a:t>中，</a:t>
            </a:r>
          </a:p>
          <a:p>
            <a:pPr algn="l">
              <a:spcBef>
                <a:spcPts val="300"/>
              </a:spcBef>
            </a:pPr>
            <a:r>
              <a:rPr lang="zh-CN" altLang="en-US" sz="1800" b="1" dirty="0">
                <a:latin typeface="+mn-ea"/>
                <a:ea typeface="+mn-ea"/>
              </a:rPr>
              <a:t> </a:t>
            </a:r>
            <a:r>
              <a:rPr lang="en-US" altLang="zh-CN" sz="1800" b="1" dirty="0">
                <a:latin typeface="+mn-ea"/>
                <a:ea typeface="+mn-ea"/>
              </a:rPr>
              <a:t>               </a:t>
            </a:r>
            <a:r>
              <a:rPr lang="zh-CN" altLang="en-US" sz="1800" b="1" u="sng" dirty="0">
                <a:latin typeface="+mn-ea"/>
                <a:ea typeface="+mn-ea"/>
              </a:rPr>
              <a:t>中断源</a:t>
            </a:r>
            <a:r>
              <a:rPr lang="en-US" altLang="zh-CN" sz="1600" b="1" dirty="0">
                <a:latin typeface="+mn-ea"/>
                <a:ea typeface="+mn-ea"/>
              </a:rPr>
              <a:t>(n</a:t>
            </a:r>
            <a:r>
              <a:rPr lang="zh-CN" altLang="en-US" sz="1600" b="1" dirty="0">
                <a:latin typeface="+mn-ea"/>
                <a:ea typeface="+mn-ea"/>
              </a:rPr>
              <a:t>个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zh-CN" altLang="en-US" sz="1800" b="1" u="sng" dirty="0">
                <a:latin typeface="+mn-ea"/>
                <a:ea typeface="+mn-ea"/>
              </a:rPr>
              <a:t>状态</a:t>
            </a:r>
            <a:r>
              <a:rPr lang="zh-CN" altLang="en-US" sz="1800" b="1" dirty="0">
                <a:latin typeface="+mn-ea"/>
                <a:ea typeface="+mn-ea"/>
              </a:rPr>
              <a:t>放在</a:t>
            </a:r>
            <a:r>
              <a:rPr lang="zh-CN" altLang="en-US" sz="1800" b="1" dirty="0">
                <a:solidFill>
                  <a:srgbClr val="0070C0"/>
                </a:solidFill>
                <a:latin typeface="+mn-ea"/>
                <a:ea typeface="+mn-ea"/>
              </a:rPr>
              <a:t>各自状态</a:t>
            </a:r>
            <a:r>
              <a:rPr lang="en-US" altLang="zh-CN" sz="1800" b="1" dirty="0">
                <a:solidFill>
                  <a:srgbClr val="0070C0"/>
                </a:solidFill>
                <a:latin typeface="+mn-ea"/>
                <a:ea typeface="+mn-ea"/>
              </a:rPr>
              <a:t>REG</a:t>
            </a:r>
            <a:r>
              <a:rPr lang="zh-CN" altLang="en-US" sz="1800" b="1" dirty="0">
                <a:latin typeface="+mn-ea"/>
                <a:ea typeface="+mn-ea"/>
              </a:rPr>
              <a:t>中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无传送开销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1600" b="1" spc="-3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3" name="AutoShape 11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000" y="6525344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bldLvl="0" animBg="1"/>
      <p:bldP spid="3" grpId="0" bldLvl="0" animBg="1"/>
      <p:bldP spid="4" grpId="0" bldLvl="0" animBg="1"/>
      <p:bldP spid="5" grpId="0" bldLvl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76</a:t>
            </a:fld>
            <a:endParaRPr lang="en-US" altLang="zh-CN"/>
          </a:p>
        </p:txBody>
      </p:sp>
      <p:sp>
        <p:nvSpPr>
          <p:cNvPr id="79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64" y="6525343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14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5975350" cy="6038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向量方式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每个事件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各有</a:t>
            </a:r>
            <a:r>
              <a:rPr lang="en-US" altLang="zh-CN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处理程序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处理程序入口地址管理：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软件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[OS]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负责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990099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990099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dirty="0">
              <a:solidFill>
                <a:srgbClr val="990099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实现：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全部由硬件完成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)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marL="11430" indent="-11430"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  <a:sym typeface="+mn-ea"/>
              </a:rPr>
              <a:t>        </a:t>
            </a:r>
            <a:r>
              <a:rPr lang="zh-CN" altLang="en-US" sz="2200" b="1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判优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latin typeface="+mn-ea"/>
              <a:sym typeface="+mn-ea"/>
            </a:endParaRPr>
          </a:p>
          <a:p>
            <a:pPr marL="11430" indent="-11430" algn="l" eaLnBrk="1" latinLnBrk="0" hangingPunct="1">
              <a:lnSpc>
                <a:spcPct val="100000"/>
              </a:lnSpc>
            </a:pPr>
            <a:endParaRPr lang="en-US" altLang="zh-CN" sz="1800" b="1" dirty="0">
              <a:latin typeface="+mn-ea"/>
              <a:sym typeface="+mn-ea"/>
            </a:endParaRPr>
          </a:p>
          <a:p>
            <a:pPr marL="11430" indent="-11430" algn="l" eaLnBrk="1" latinLnBrk="0" hangingPunct="1">
              <a:lnSpc>
                <a:spcPct val="100000"/>
              </a:lnSpc>
            </a:pPr>
            <a:endParaRPr lang="en-US" altLang="zh-CN" sz="1800" b="1" dirty="0">
              <a:latin typeface="+mn-ea"/>
              <a:sym typeface="+mn-ea"/>
            </a:endParaRPr>
          </a:p>
          <a:p>
            <a:pPr marL="11430" indent="-11430" algn="l" eaLnBrk="1" latinLnBrk="0" hangingPunct="1">
              <a:lnSpc>
                <a:spcPct val="100000"/>
              </a:lnSpc>
            </a:pPr>
            <a:endParaRPr lang="en-US" altLang="zh-CN" sz="1800" b="1" dirty="0">
              <a:latin typeface="+mn-ea"/>
              <a:sym typeface="+mn-ea"/>
            </a:endParaRPr>
          </a:p>
          <a:p>
            <a:pPr algn="l" eaLnBrk="1" latinLnBrk="0" hangingPunct="1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+mn-ea"/>
                <a:sym typeface="+mn-ea"/>
              </a:rPr>
              <a:t>        </a:t>
            </a:r>
            <a:r>
              <a:rPr lang="zh-CN" altLang="en-US" sz="2200" b="1" dirty="0">
                <a:solidFill>
                  <a:srgbClr val="0070C0"/>
                </a:solidFill>
                <a:latin typeface="+mn-ea"/>
                <a:sym typeface="+mn-ea"/>
              </a:rPr>
              <a:t>查</a:t>
            </a:r>
            <a:r>
              <a:rPr lang="en-US" altLang="zh-CN" sz="2200" b="1" dirty="0">
                <a:solidFill>
                  <a:srgbClr val="0070C0"/>
                </a:solidFill>
                <a:latin typeface="+mn-ea"/>
                <a:sym typeface="+mn-ea"/>
              </a:rPr>
              <a:t>IVT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latin typeface="+mn-ea"/>
              <a:sym typeface="+mn-ea"/>
            </a:endParaRPr>
          </a:p>
          <a:p>
            <a:pPr marL="11430" indent="-114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latin typeface="+mn-ea"/>
              <a:ea typeface="+mn-ea"/>
              <a:sym typeface="+mn-ea"/>
            </a:endParaRPr>
          </a:p>
          <a:p>
            <a:pPr marL="11430" indent="-114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+mn-ea"/>
                <a:ea typeface="+mn-ea"/>
                <a:sym typeface="+mn-ea"/>
              </a:rPr>
              <a:t>        </a:t>
            </a:r>
            <a:r>
              <a:rPr lang="zh-CN" altLang="en-US" sz="2200" b="1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转入处理程序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异常及中断的返回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任务：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恢复断点及程序状态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实现：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332000" y="1160611"/>
            <a:ext cx="7708265" cy="52432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spAutoFit/>
          </a:bodyPr>
          <a:lstStyle/>
          <a:p>
            <a:pPr marL="11430" indent="-11430"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  <a:sym typeface="+mn-ea"/>
              </a:rPr>
              <a:t> 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保存在</a:t>
            </a:r>
            <a:r>
              <a:rPr lang="zh-CN" altLang="zh-CN" sz="2200" b="1" u="sng" dirty="0">
                <a:latin typeface="+mn-ea"/>
                <a:ea typeface="+mn-ea"/>
                <a:sym typeface="+mn-ea"/>
              </a:rPr>
              <a:t>中断向量表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(IVT)</a:t>
            </a:r>
            <a:r>
              <a:rPr lang="zh-CN" altLang="zh-CN" sz="2200" b="1" dirty="0">
                <a:latin typeface="+mn-ea"/>
                <a:ea typeface="+mn-ea"/>
                <a:sym typeface="+mn-ea"/>
              </a:rPr>
              <a:t>中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每个事件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行；</a:t>
            </a:r>
            <a:endParaRPr lang="zh-CN" altLang="en-US" sz="2200" b="1" dirty="0">
              <a:latin typeface="+mn-ea"/>
              <a:ea typeface="+mn-ea"/>
              <a:sym typeface="+mn-ea"/>
            </a:endParaRPr>
          </a:p>
          <a:p>
            <a:pPr marL="11430" indent="-11430"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  <a:sym typeface="+mn-ea"/>
              </a:rPr>
              <a:t> IVT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放在</a:t>
            </a:r>
            <a:r>
              <a:rPr lang="zh-CN" altLang="en-US" sz="2200" b="1" u="sng" dirty="0">
                <a:latin typeface="+mn-ea"/>
                <a:ea typeface="+mn-ea"/>
                <a:sym typeface="+mn-ea"/>
              </a:rPr>
              <a:t>主存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中，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首地址放在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的相应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中</a:t>
            </a:r>
          </a:p>
          <a:p>
            <a:pPr marL="11430" indent="-114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类似</a:t>
            </a:r>
            <a:r>
              <a:rPr lang="zh-CN" sz="1600" b="1" dirty="0">
                <a:latin typeface="宋体" panose="02010600030101010101" pitchFamily="2" charset="-122"/>
                <a:sym typeface="+mn-ea"/>
              </a:rPr>
              <a:t>页表管理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便于表项地址计算</a:t>
            </a:r>
          </a:p>
          <a:p>
            <a:pPr marL="11430" indent="-1143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+mn-ea"/>
              <a:ea typeface="+mn-ea"/>
              <a:sym typeface="+mn-ea"/>
            </a:endParaRPr>
          </a:p>
          <a:p>
            <a:pPr marL="11430" indent="-1143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+mn-ea"/>
                <a:ea typeface="+mn-ea"/>
                <a:sym typeface="+mn-ea"/>
              </a:rPr>
              <a:t>      </a:t>
            </a:r>
            <a:r>
              <a:rPr lang="zh-CN" altLang="zh-CN" sz="2200" b="1" dirty="0">
                <a:latin typeface="+mn-ea"/>
                <a:ea typeface="+mn-ea"/>
                <a:sym typeface="+mn-ea"/>
              </a:rPr>
              <a:t>按事件优先级</a:t>
            </a:r>
            <a:r>
              <a:rPr lang="zh-CN" altLang="en-US" sz="2200" b="1" u="sng" dirty="0">
                <a:solidFill>
                  <a:srgbClr val="C00000"/>
                </a:solidFill>
                <a:latin typeface="+mn-ea"/>
                <a:sym typeface="+mn-ea"/>
              </a:rPr>
              <a:t>查询</a:t>
            </a:r>
            <a:r>
              <a:rPr lang="zh-CN" sz="2200" b="1" dirty="0">
                <a:latin typeface="+mn-ea"/>
                <a:sym typeface="+mn-ea"/>
              </a:rPr>
              <a:t>事件源</a:t>
            </a:r>
            <a:r>
              <a:rPr lang="zh-CN" altLang="en-US" sz="2200" b="1" dirty="0">
                <a:latin typeface="+mn-ea"/>
                <a:sym typeface="+mn-ea"/>
              </a:rPr>
              <a:t>，</a:t>
            </a:r>
            <a:r>
              <a:rPr lang="zh-CN" altLang="en-US" sz="2200" b="1" u="sng" dirty="0">
                <a:solidFill>
                  <a:srgbClr val="C00000"/>
                </a:solidFill>
                <a:latin typeface="+mn-ea"/>
                <a:sym typeface="+mn-ea"/>
              </a:rPr>
              <a:t>形成</a:t>
            </a:r>
            <a:r>
              <a:rPr lang="zh-CN" altLang="en-US" sz="2200" b="1" dirty="0">
                <a:latin typeface="+mn-ea"/>
                <a:sym typeface="+mn-ea"/>
              </a:rPr>
              <a:t>事件类型号</a:t>
            </a:r>
            <a:r>
              <a:rPr lang="en-US" altLang="zh-CN" sz="1800" b="1" dirty="0">
                <a:latin typeface="+mn-ea"/>
                <a:sym typeface="+mn-ea"/>
              </a:rPr>
              <a:t>(i)</a:t>
            </a:r>
            <a:endParaRPr lang="zh-CN" altLang="en-US" sz="2200" b="1" dirty="0">
              <a:latin typeface="+mn-ea"/>
              <a:sym typeface="+mn-ea"/>
            </a:endParaRPr>
          </a:p>
          <a:p>
            <a:pPr marL="2684780" indent="-2684780"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+mn-ea"/>
                <a:sym typeface="+mn-ea"/>
              </a:rPr>
              <a:t>       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sym typeface="+mn-ea"/>
              </a:rPr>
              <a:t>需分类</a:t>
            </a:r>
            <a:r>
              <a:rPr lang="zh-CN" altLang="en-US" sz="1800" b="1" dirty="0">
                <a:latin typeface="+mn-ea"/>
                <a:sym typeface="+mn-ea"/>
              </a:rPr>
              <a:t>检测</a:t>
            </a:r>
            <a:r>
              <a:rPr lang="en-US" altLang="zh-CN" sz="1800" b="1" dirty="0">
                <a:latin typeface="+mn-ea"/>
                <a:sym typeface="+mn-ea"/>
              </a:rPr>
              <a:t>)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sym typeface="+mn-ea"/>
              </a:rPr>
              <a:t>     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sym typeface="+mn-ea"/>
              </a:rPr>
              <a:t>├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sym typeface="+mn-ea"/>
              </a:rPr>
              <a:t>←</a:t>
            </a:r>
            <a:r>
              <a:rPr lang="zh-CN" altLang="en-US" sz="1800" b="1" u="sng" dirty="0">
                <a:latin typeface="+mn-ea"/>
                <a:sym typeface="+mn-ea"/>
              </a:rPr>
              <a:t>读</a:t>
            </a:r>
            <a:r>
              <a:rPr lang="zh-CN" altLang="en-US" sz="1800" b="1" dirty="0">
                <a:latin typeface="+mn-ea"/>
                <a:sym typeface="+mn-ea"/>
              </a:rPr>
              <a:t>异常类型</a:t>
            </a:r>
            <a:r>
              <a:rPr lang="en-US" altLang="zh-CN" sz="1800" b="1" dirty="0">
                <a:latin typeface="+mn-ea"/>
                <a:sym typeface="+mn-ea"/>
              </a:rPr>
              <a:t>REG(CPU</a:t>
            </a:r>
            <a:r>
              <a:rPr lang="zh-CN" altLang="en-US" sz="1800" b="1" dirty="0">
                <a:latin typeface="+mn-ea"/>
                <a:sym typeface="+mn-ea"/>
              </a:rPr>
              <a:t>内</a:t>
            </a:r>
            <a:r>
              <a:rPr lang="en-US" altLang="zh-CN" sz="1800" b="1" dirty="0">
                <a:latin typeface="+mn-ea"/>
                <a:sym typeface="+mn-ea"/>
              </a:rPr>
              <a:t>)</a:t>
            </a:r>
            <a:r>
              <a:rPr lang="zh-CN" altLang="en-US" sz="1800" b="1" dirty="0">
                <a:latin typeface="+mn-ea"/>
                <a:sym typeface="+mn-ea"/>
              </a:rPr>
              <a:t>  </a:t>
            </a:r>
            <a:r>
              <a:rPr lang="en-US" altLang="zh-CN" sz="1800" b="1" dirty="0">
                <a:latin typeface="+mn-ea"/>
                <a:sym typeface="+mn-ea"/>
              </a:rPr>
              <a:t> </a:t>
            </a:r>
            <a:r>
              <a:rPr lang="zh-CN" altLang="en-US" sz="18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←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sym typeface="+mn-ea"/>
              </a:rPr>
              <a:t>个</a:t>
            </a:r>
            <a:r>
              <a:rPr lang="en-US" altLang="zh-CN" sz="1600" b="1" dirty="0">
                <a:latin typeface="+mn-ea"/>
                <a:sym typeface="+mn-ea"/>
              </a:rPr>
              <a:t>/</a:t>
            </a:r>
            <a:r>
              <a:rPr lang="zh-CN" altLang="en-US" sz="1600" b="1" dirty="0">
                <a:latin typeface="+mn-ea"/>
                <a:sym typeface="+mn-ea"/>
              </a:rPr>
              <a:t>同时</a:t>
            </a:r>
            <a:endParaRPr lang="en-US" altLang="zh-CN" sz="1800" b="1" dirty="0">
              <a:latin typeface="+mn-ea"/>
            </a:endParaRPr>
          </a:p>
          <a:p>
            <a:pPr marL="2684780" indent="-2684780"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1" dirty="0">
                <a:solidFill>
                  <a:schemeClr val="accent2"/>
                </a:solidFill>
                <a:latin typeface="+mn-ea"/>
                <a:sym typeface="+mn-ea"/>
              </a:rPr>
              <a:t>      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sym typeface="+mn-ea"/>
              </a:rPr>
              <a:t>异常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＞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NMI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＞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INTR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sym typeface="+mn-ea"/>
              </a:rPr>
              <a:t>)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en-US" altLang="zh-CN" sz="1800" dirty="0">
                <a:latin typeface="+mn-ea"/>
                <a:sym typeface="+mn-ea"/>
              </a:rPr>
              <a:t>├</a:t>
            </a:r>
            <a:r>
              <a:rPr lang="zh-CN" altLang="en-US" sz="1800" b="1" dirty="0">
                <a:latin typeface="+mn-ea"/>
                <a:sym typeface="+mn-ea"/>
              </a:rPr>
              <a:t>←值固定                </a:t>
            </a:r>
            <a:r>
              <a:rPr lang="en-US" altLang="zh-CN" sz="1800" b="1" dirty="0">
                <a:latin typeface="+mn-ea"/>
                <a:sym typeface="+mn-ea"/>
              </a:rPr>
              <a:t> </a:t>
            </a:r>
            <a:r>
              <a:rPr lang="zh-CN" altLang="en-US" sz="18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←仅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sym typeface="+mn-ea"/>
              </a:rPr>
              <a:t>个</a:t>
            </a:r>
            <a:endParaRPr lang="en-US" altLang="zh-CN" sz="1800" b="1" dirty="0">
              <a:latin typeface="+mn-ea"/>
            </a:endParaRPr>
          </a:p>
          <a:p>
            <a:pPr marL="2684780" indent="-2684780"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1" dirty="0">
                <a:latin typeface="+mn-ea"/>
                <a:sym typeface="+mn-ea"/>
              </a:rPr>
              <a:t>       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sym typeface="+mn-ea"/>
              </a:rPr>
              <a:t>                 </a:t>
            </a:r>
            <a:r>
              <a:rPr lang="zh-CN" altLang="en-US" sz="1800" dirty="0">
                <a:latin typeface="+mn-ea"/>
                <a:sym typeface="+mn-ea"/>
              </a:rPr>
              <a:t>└</a:t>
            </a:r>
            <a:r>
              <a:rPr lang="zh-CN" altLang="en-US" sz="1800" b="1" dirty="0">
                <a:latin typeface="+mn-ea"/>
                <a:sym typeface="+mn-ea"/>
              </a:rPr>
              <a:t>←</a:t>
            </a:r>
            <a:r>
              <a:rPr lang="zh-CN" altLang="en-US" sz="1800" b="1" u="sng" dirty="0">
                <a:latin typeface="+mn-ea"/>
                <a:sym typeface="+mn-ea"/>
              </a:rPr>
              <a:t>读</a:t>
            </a:r>
            <a:r>
              <a:rPr lang="zh-CN" altLang="en-US" sz="1800" b="1" dirty="0">
                <a:latin typeface="+mn-ea"/>
                <a:sym typeface="+mn-ea"/>
              </a:rPr>
              <a:t>中断源状态</a:t>
            </a:r>
            <a:r>
              <a:rPr lang="en-US" altLang="zh-CN" sz="1800" b="1" dirty="0">
                <a:latin typeface="+mn-ea"/>
                <a:sym typeface="+mn-ea"/>
              </a:rPr>
              <a:t>REG(CPU</a:t>
            </a:r>
            <a:r>
              <a:rPr lang="zh-CN" altLang="en-US" sz="1800" b="1" dirty="0">
                <a:latin typeface="+mn-ea"/>
                <a:sym typeface="+mn-ea"/>
              </a:rPr>
              <a:t>外</a:t>
            </a:r>
            <a:r>
              <a:rPr lang="en-US" altLang="zh-CN" sz="1800" b="1" dirty="0">
                <a:latin typeface="+mn-ea"/>
                <a:sym typeface="+mn-ea"/>
              </a:rPr>
              <a:t>) </a:t>
            </a:r>
            <a:r>
              <a:rPr lang="zh-CN" altLang="en-US" sz="18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←</a:t>
            </a:r>
            <a:r>
              <a:rPr lang="en-US" altLang="zh-CN" sz="1600" b="1" dirty="0">
                <a:solidFill>
                  <a:srgbClr val="990099"/>
                </a:solidFill>
                <a:latin typeface="+mn-ea"/>
                <a:sym typeface="+mn-ea"/>
              </a:rPr>
              <a:t>n</a:t>
            </a:r>
            <a:r>
              <a:rPr lang="zh-CN" altLang="en-US" sz="1600" b="1" dirty="0">
                <a:solidFill>
                  <a:srgbClr val="990099"/>
                </a:solidFill>
                <a:latin typeface="+mn-ea"/>
                <a:sym typeface="+mn-ea"/>
              </a:rPr>
              <a:t>个</a:t>
            </a:r>
            <a:r>
              <a:rPr lang="en-US" altLang="zh-CN" sz="1600" b="1" dirty="0">
                <a:latin typeface="+mn-ea"/>
                <a:sym typeface="+mn-ea"/>
              </a:rPr>
              <a:t>/</a:t>
            </a:r>
            <a:r>
              <a:rPr lang="zh-CN" altLang="en-US" sz="1600" b="1" dirty="0">
                <a:latin typeface="+mn-ea"/>
                <a:sym typeface="+mn-ea"/>
              </a:rPr>
              <a:t>同时</a:t>
            </a:r>
            <a:endParaRPr lang="en-US" altLang="zh-CN" sz="1800" b="1" dirty="0">
              <a:latin typeface="+mn-ea"/>
            </a:endParaRPr>
          </a:p>
          <a:p>
            <a:pPr algn="l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latin typeface="+mn-ea"/>
                <a:sym typeface="+mn-ea"/>
              </a:rPr>
              <a:t>       </a:t>
            </a:r>
            <a:r>
              <a:rPr lang="zh-CN" altLang="en-US" sz="2200" b="1" dirty="0">
                <a:latin typeface="+mn-ea"/>
                <a:sym typeface="+mn-ea"/>
              </a:rPr>
              <a:t>根据事件类型号</a:t>
            </a:r>
            <a:r>
              <a:rPr lang="zh-CN" altLang="en-US" sz="2200" b="1" u="sng" dirty="0">
                <a:solidFill>
                  <a:srgbClr val="C00000"/>
                </a:solidFill>
                <a:latin typeface="+mn-ea"/>
                <a:sym typeface="+mn-ea"/>
              </a:rPr>
              <a:t>访问</a:t>
            </a:r>
            <a:r>
              <a:rPr lang="en-US" altLang="zh-CN" sz="2200" b="1" dirty="0">
                <a:latin typeface="+mn-ea"/>
                <a:sym typeface="+mn-ea"/>
              </a:rPr>
              <a:t>IVT</a:t>
            </a:r>
            <a:r>
              <a:rPr lang="zh-CN" altLang="en-US" sz="2200" b="1" dirty="0">
                <a:latin typeface="+mn-ea"/>
                <a:sym typeface="+mn-ea"/>
              </a:rPr>
              <a:t>，</a:t>
            </a:r>
            <a:r>
              <a:rPr lang="zh-CN" altLang="en-US" sz="2200" b="1" u="sng" dirty="0">
                <a:solidFill>
                  <a:srgbClr val="C00000"/>
                </a:solidFill>
                <a:latin typeface="+mn-ea"/>
                <a:sym typeface="+mn-ea"/>
              </a:rPr>
              <a:t>获得</a:t>
            </a:r>
            <a:r>
              <a:rPr lang="zh-CN" altLang="en-US" sz="2200" b="1" dirty="0">
                <a:latin typeface="+mn-ea"/>
                <a:sym typeface="+mn-ea"/>
              </a:rPr>
              <a:t>处理程序入口地址</a:t>
            </a:r>
          </a:p>
          <a:p>
            <a:pPr marL="11430" indent="-11430" algn="l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+mn-ea"/>
                <a:sym typeface="+mn-ea"/>
              </a:rPr>
              <a:t>                               </a:t>
            </a:r>
            <a:r>
              <a:rPr lang="zh-CN" altLang="en-US" sz="1600" dirty="0">
                <a:latin typeface="+mn-ea"/>
                <a:sym typeface="+mn-ea"/>
              </a:rPr>
              <a:t>└</a:t>
            </a:r>
            <a:r>
              <a:rPr lang="zh-CN" altLang="en-US" sz="1600" b="1" dirty="0">
                <a:latin typeface="+mn-ea"/>
                <a:sym typeface="+mn-ea"/>
              </a:rPr>
              <a:t>←类似查页表</a:t>
            </a:r>
          </a:p>
          <a:p>
            <a:pPr marL="11430" indent="-1143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             PC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←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所获得</a:t>
            </a:r>
            <a:r>
              <a:rPr lang="zh-CN" altLang="en-US" sz="2200" b="1" dirty="0">
                <a:latin typeface="+mn-ea"/>
                <a:sym typeface="+mn-ea"/>
              </a:rPr>
              <a:t>处理程序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入口地址</a:t>
            </a:r>
          </a:p>
          <a:p>
            <a:pPr marL="11430" indent="-1143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marL="11430" indent="-114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marL="11430" indent="-114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+mn-ea"/>
                <a:ea typeface="+mn-ea"/>
                <a:sym typeface="+mn-ea"/>
              </a:rPr>
              <a:t>使用中断返回指令，指令功能为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PC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及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PSR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←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后援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REG)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056000" y="480776"/>
            <a:ext cx="1872168" cy="1510628"/>
            <a:chOff x="6841741" y="1349917"/>
            <a:chExt cx="1872168" cy="1510628"/>
          </a:xfrm>
        </p:grpSpPr>
        <p:sp>
          <p:nvSpPr>
            <p:cNvPr id="5" name="Text Box 8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353909" y="2068609"/>
              <a:ext cx="360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>
                  <a:latin typeface="宋体" panose="02010600030101010101" pitchFamily="2" charset="-122"/>
                </a:rPr>
                <a:t>IVT</a:t>
              </a:r>
            </a:p>
          </p:txBody>
        </p:sp>
        <p:sp>
          <p:nvSpPr>
            <p:cNvPr id="11" name="Rectangle 122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060122" y="1637399"/>
              <a:ext cx="1224000" cy="11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Rectangle 15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057492" y="1771428"/>
              <a:ext cx="1224000" cy="8640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157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7057901" y="1637255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58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7057901" y="1771428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160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561845" y="1987328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/>
                <a:t>…</a:t>
              </a:r>
            </a:p>
          </p:txBody>
        </p:sp>
        <p:sp>
          <p:nvSpPr>
            <p:cNvPr id="12" name="Text Box 16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057901" y="2212625"/>
              <a:ext cx="1224000" cy="2159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Int</a:t>
              </a: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PrgAddr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Line 163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7057901" y="1988916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64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7057901" y="2212625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165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561845" y="2428649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/>
                <a:t>…</a:t>
              </a:r>
            </a:p>
          </p:txBody>
        </p:sp>
        <p:sp>
          <p:nvSpPr>
            <p:cNvPr id="16" name="Line 166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7057901" y="2428649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16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417805" y="1349917"/>
              <a:ext cx="503238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1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18" name="Line 168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7057765" y="1492545"/>
              <a:ext cx="0" cy="1368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69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8281901" y="1492545"/>
              <a:ext cx="0" cy="1368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70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7057901" y="2644673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72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7057901" y="2789383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AutoShape 173"/>
            <p:cNvSpPr/>
            <p:nvPr>
              <p:custDataLst>
                <p:tags r:id="rId21"/>
              </p:custDataLst>
            </p:nvPr>
          </p:nvSpPr>
          <p:spPr bwMode="auto">
            <a:xfrm>
              <a:off x="8281901" y="1779039"/>
              <a:ext cx="71438" cy="864000"/>
            </a:xfrm>
            <a:prstGeom prst="rightBrace">
              <a:avLst>
                <a:gd name="adj1" fmla="val 58242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Text Box 18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057765" y="1771428"/>
              <a:ext cx="1224000" cy="2159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PrgAddr</a:t>
              </a:r>
            </a:p>
          </p:txBody>
        </p:sp>
        <p:cxnSp>
          <p:nvCxnSpPr>
            <p:cNvPr id="24" name="直接箭头连接符 23"/>
            <p:cNvCxnSpPr/>
            <p:nvPr>
              <p:custDataLst>
                <p:tags r:id="rId23"/>
              </p:custDataLst>
            </p:nvPr>
          </p:nvCxnSpPr>
          <p:spPr bwMode="auto">
            <a:xfrm>
              <a:off x="6841741" y="1785707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5" name="线形标注 2 24"/>
          <p:cNvSpPr/>
          <p:nvPr>
            <p:custDataLst>
              <p:tags r:id="rId3"/>
            </p:custDataLst>
          </p:nvPr>
        </p:nvSpPr>
        <p:spPr bwMode="auto">
          <a:xfrm>
            <a:off x="7200000" y="4364611"/>
            <a:ext cx="1728000" cy="1008000"/>
          </a:xfrm>
          <a:prstGeom prst="borderCallout2">
            <a:avLst>
              <a:gd name="adj1" fmla="val 21573"/>
              <a:gd name="adj2" fmla="val -248"/>
              <a:gd name="adj3" fmla="val 20817"/>
              <a:gd name="adj4" fmla="val -17814"/>
              <a:gd name="adj5" fmla="val -46587"/>
              <a:gd name="adj6" fmla="val -136465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7780" rIns="36000" bIns="10800" numCol="1" rtlCol="0" anchor="t" anchorCtr="0" compatLnSpc="1"/>
          <a:lstStyle/>
          <a:p>
            <a:pPr algn="ctr">
              <a:lnSpc>
                <a:spcPct val="100000"/>
              </a:lnSpc>
            </a:pPr>
            <a:r>
              <a:rPr lang="zh-CN" sz="1600" b="1" dirty="0">
                <a:latin typeface="宋体" panose="02010600030101010101" pitchFamily="2" charset="-122"/>
              </a:rPr>
              <a:t>需产生</a:t>
            </a:r>
            <a:r>
              <a:rPr lang="zh-CN" sz="16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外部操作</a:t>
            </a:r>
            <a:r>
              <a:rPr lang="zh-CN" sz="1600" b="1" dirty="0">
                <a:latin typeface="宋体" panose="02010600030101010101" pitchFamily="2" charset="-122"/>
              </a:rPr>
              <a:t>！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个操作如何从</a:t>
            </a:r>
            <a:r>
              <a:rPr lang="zh-CN" sz="1600" b="1" dirty="0">
                <a:latin typeface="宋体" panose="02010600030101010101" pitchFamily="2" charset="-122"/>
              </a:rPr>
              <a:t>多个部件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读取</a:t>
            </a:r>
            <a:r>
              <a:rPr lang="zh-CN" sz="1600" b="1" dirty="0">
                <a:latin typeface="宋体" panose="02010600030101010101" pitchFamily="2" charset="-122"/>
              </a:rPr>
              <a:t>状态？</a:t>
            </a:r>
          </a:p>
          <a:p>
            <a:pPr algn="ctr">
              <a:lnSpc>
                <a:spcPct val="100000"/>
              </a:lnSpc>
            </a:pPr>
            <a:r>
              <a:rPr lang="zh-CN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7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章讨论</a:t>
            </a:r>
          </a:p>
        </p:txBody>
      </p:sp>
      <p:sp>
        <p:nvSpPr>
          <p:cNvPr id="26" name="线形标注 2 25"/>
          <p:cNvSpPr/>
          <p:nvPr>
            <p:custDataLst>
              <p:tags r:id="rId4"/>
            </p:custDataLst>
          </p:nvPr>
        </p:nvSpPr>
        <p:spPr bwMode="auto">
          <a:xfrm>
            <a:off x="6408000" y="2384611"/>
            <a:ext cx="2268000" cy="252000"/>
          </a:xfrm>
          <a:prstGeom prst="borderCallout2">
            <a:avLst>
              <a:gd name="adj1" fmla="val 53537"/>
              <a:gd name="adj2" fmla="val -240"/>
              <a:gd name="adj3" fmla="val 54545"/>
              <a:gd name="adj4" fmla="val -10907"/>
              <a:gd name="adj5" fmla="val 153575"/>
              <a:gd name="adj6" fmla="val -2034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7780" rIns="36000" bIns="10800" numCol="1" rtlCol="0" anchor="t" anchorCtr="0" compatLnSpc="1"/>
          <a:lstStyle/>
          <a:p>
            <a:pPr algn="ctr">
              <a:lnSpc>
                <a:spcPct val="100000"/>
              </a:lnSpc>
            </a:pPr>
            <a:r>
              <a:rPr lang="zh-CN" sz="1600" b="1" dirty="0">
                <a:latin typeface="宋体" panose="02010600030101010101" pitchFamily="2" charset="-122"/>
              </a:rPr>
              <a:t>基于事件在</a:t>
            </a:r>
            <a:r>
              <a:rPr lang="en-US" altLang="zh-CN" sz="1600" b="1" dirty="0">
                <a:latin typeface="宋体" panose="02010600030101010101" pitchFamily="2" charset="-122"/>
              </a:rPr>
              <a:t>IVT</a:t>
            </a:r>
            <a:r>
              <a:rPr lang="zh-CN" altLang="en-US" sz="1600" b="1" dirty="0">
                <a:latin typeface="宋体" panose="02010600030101010101" pitchFamily="2" charset="-122"/>
              </a:rPr>
              <a:t>中的位置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6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14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6685915" cy="61180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中断机构的基本组成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了解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</a:rPr>
              <a:t>*功能：</a:t>
            </a:r>
            <a:r>
              <a:rPr lang="zh-CN" altLang="en-US" sz="2000" b="1" dirty="0">
                <a:latin typeface="+mn-ea"/>
                <a:ea typeface="+mn-ea"/>
              </a:rPr>
              <a:t>异常</a:t>
            </a:r>
            <a:r>
              <a:rPr lang="en-US" altLang="zh-CN" sz="2000" b="1" dirty="0">
                <a:latin typeface="+mn-ea"/>
                <a:ea typeface="+mn-ea"/>
              </a:rPr>
              <a:t>&amp;</a:t>
            </a:r>
            <a:r>
              <a:rPr lang="zh-CN" altLang="en-US" sz="2000" b="1" dirty="0">
                <a:latin typeface="+mn-ea"/>
                <a:ea typeface="+mn-ea"/>
              </a:rPr>
              <a:t>中断事件的</a:t>
            </a:r>
            <a:r>
              <a:rPr lang="zh-CN" altLang="en-US" sz="2000" b="1" u="sng" dirty="0">
                <a:latin typeface="+mn-ea"/>
                <a:ea typeface="+mn-ea"/>
              </a:rPr>
              <a:t>检测</a:t>
            </a:r>
            <a:r>
              <a:rPr lang="zh-CN" altLang="en-US" sz="2000" b="1" dirty="0">
                <a:latin typeface="+mn-ea"/>
                <a:ea typeface="+mn-ea"/>
              </a:rPr>
              <a:t>及</a:t>
            </a:r>
            <a:r>
              <a:rPr lang="zh-CN" altLang="en-US" sz="2000" b="1" u="sng" dirty="0">
                <a:latin typeface="+mn-ea"/>
                <a:ea typeface="+mn-ea"/>
              </a:rPr>
              <a:t>响应</a:t>
            </a:r>
            <a:r>
              <a:rPr lang="zh-CN" altLang="en-US" sz="2000" b="1" dirty="0">
                <a:latin typeface="+mn-ea"/>
                <a:ea typeface="+mn-ea"/>
              </a:rPr>
              <a:t> 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以</a:t>
            </a:r>
            <a:r>
              <a:rPr lang="zh-CN" altLang="en-US" sz="1800" b="1" dirty="0">
                <a:solidFill>
                  <a:srgbClr val="0070C0"/>
                </a:solidFill>
                <a:latin typeface="+mn-ea"/>
                <a:ea typeface="+mn-ea"/>
              </a:rPr>
              <a:t>向量方式</a:t>
            </a:r>
            <a:r>
              <a:rPr lang="zh-CN" altLang="en-US" sz="1800" b="1" dirty="0">
                <a:latin typeface="+mn-ea"/>
                <a:ea typeface="+mn-ea"/>
              </a:rPr>
              <a:t>为例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sz="2000" b="1" dirty="0">
              <a:latin typeface="+mn-ea"/>
              <a:ea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*组成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sym typeface="+mn-ea"/>
              </a:rPr>
              <a:t>：</a:t>
            </a:r>
            <a:endParaRPr lang="en-US" altLang="zh-CN" sz="20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检测逻辑：</a:t>
            </a:r>
            <a:endParaRPr lang="en-US" altLang="zh-CN" sz="2000" b="1" dirty="0">
              <a:solidFill>
                <a:srgbClr val="C00000"/>
              </a:solidFill>
              <a:latin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*响应过程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：</a:t>
            </a:r>
            <a:endParaRPr lang="en-US" altLang="zh-CN" sz="2000" b="1" dirty="0">
              <a:solidFill>
                <a:srgbClr val="C00000"/>
              </a:solidFill>
              <a:latin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①保存断点及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PSW—</a:t>
            </a: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>
                <a:latin typeface="+mn-ea"/>
                <a:ea typeface="+mn-ea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②关中断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en-US" altLang="zh-CN" sz="2000" b="1" dirty="0">
              <a:latin typeface="+mn-ea"/>
              <a:ea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③判优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en-US" altLang="zh-CN" sz="2000" b="1" dirty="0">
              <a:latin typeface="+mn-ea"/>
              <a:ea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④查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IVT—</a:t>
            </a:r>
            <a:endParaRPr lang="en-US" altLang="zh-CN" sz="2000" b="1" dirty="0">
              <a:latin typeface="+mn-ea"/>
              <a:ea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⑤转入处理程序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en-US" altLang="zh-CN" sz="20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</a:rPr>
              <a:t>返回过程：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575945" y="1673419"/>
            <a:ext cx="8135620" cy="1557020"/>
            <a:chOff x="907" y="2550"/>
            <a:chExt cx="12812" cy="2452"/>
          </a:xfrm>
        </p:grpSpPr>
        <p:sp>
          <p:nvSpPr>
            <p:cNvPr id="141" name="Text Box 211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2721" y="2550"/>
              <a:ext cx="8334" cy="226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" name="Text Box 211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4365" y="3514"/>
              <a:ext cx="6463" cy="130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" name="Text Box 112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2948" y="3060"/>
              <a:ext cx="567" cy="79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CU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" name="直接箭头连接符 8"/>
            <p:cNvCxnSpPr/>
            <p:nvPr>
              <p:custDataLst>
                <p:tags r:id="rId48"/>
              </p:custDataLst>
            </p:nvPr>
          </p:nvCxnSpPr>
          <p:spPr bwMode="auto">
            <a:xfrm>
              <a:off x="3515" y="3344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49"/>
              </p:custDataLst>
            </p:nvPr>
          </p:nvCxnSpPr>
          <p:spPr bwMode="auto">
            <a:xfrm>
              <a:off x="3515" y="3117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2" name="Text Box 211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4082" y="2550"/>
              <a:ext cx="6746" cy="8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l"/>
              <a:r>
                <a:rPr lang="zh-CN" altLang="en-US" sz="1800" b="1" dirty="0">
                  <a:latin typeface="宋体" panose="02010600030101010101" pitchFamily="2" charset="-122"/>
                </a:rPr>
                <a:t> 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  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数据通路 </a:t>
              </a:r>
            </a:p>
          </p:txBody>
        </p:sp>
        <p:sp>
          <p:nvSpPr>
            <p:cNvPr id="13" name="Text Box 217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3572" y="3117"/>
              <a:ext cx="340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FF3399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7" name="Text Box 213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9184" y="2720"/>
              <a:ext cx="147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及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PSR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1" name="Text Box 213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4479" y="3627"/>
              <a:ext cx="1361" cy="397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检测逻辑</a:t>
              </a:r>
            </a:p>
          </p:txBody>
        </p:sp>
        <p:sp>
          <p:nvSpPr>
            <p:cNvPr id="182" name="Text Box 211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5953" y="3967"/>
              <a:ext cx="737" cy="737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7780" rIns="1800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判优逻辑</a:t>
              </a:r>
            </a:p>
          </p:txBody>
        </p:sp>
        <p:sp>
          <p:nvSpPr>
            <p:cNvPr id="183" name="Text Box 213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6803" y="3627"/>
              <a:ext cx="1871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异常类型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4" name="Text Box 213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8844" y="3627"/>
              <a:ext cx="1871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后援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栈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5" name="Text Box 213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1565" y="3471"/>
              <a:ext cx="1814" cy="85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中断向量表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主存中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6" name="Text Box 213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11509" y="4492"/>
              <a:ext cx="2211" cy="51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各外设状态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</a:p>
          </p:txBody>
        </p:sp>
        <p:sp>
          <p:nvSpPr>
            <p:cNvPr id="187" name="Text Box 260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9354" y="4081"/>
              <a:ext cx="1361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地址形成</a:t>
              </a:r>
            </a:p>
          </p:txBody>
        </p:sp>
        <p:sp>
          <p:nvSpPr>
            <p:cNvPr id="188" name="Text Box 217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3628" y="2663"/>
              <a:ext cx="340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89" name="直接箭头连接符 188"/>
            <p:cNvCxnSpPr/>
            <p:nvPr>
              <p:custDataLst>
                <p:tags r:id="rId61"/>
              </p:custDataLst>
            </p:nvPr>
          </p:nvCxnSpPr>
          <p:spPr bwMode="auto">
            <a:xfrm flipH="1">
              <a:off x="3515" y="2663"/>
              <a:ext cx="5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0" name="直接箭头连接符 189"/>
            <p:cNvCxnSpPr/>
            <p:nvPr>
              <p:custDataLst>
                <p:tags r:id="rId62"/>
              </p:custDataLst>
            </p:nvPr>
          </p:nvCxnSpPr>
          <p:spPr bwMode="auto">
            <a:xfrm flipH="1">
              <a:off x="3515" y="2890"/>
              <a:ext cx="56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92" name="Text Box 111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1814" y="3741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NMI</a:t>
              </a:r>
            </a:p>
          </p:txBody>
        </p:sp>
        <p:sp>
          <p:nvSpPr>
            <p:cNvPr id="194" name="Text Box 111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644" y="4137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INTR</a:t>
              </a:r>
            </a:p>
          </p:txBody>
        </p:sp>
        <p:cxnSp>
          <p:nvCxnSpPr>
            <p:cNvPr id="195" name="直接箭头连接符 92"/>
            <p:cNvCxnSpPr/>
            <p:nvPr>
              <p:custDataLst>
                <p:tags r:id="rId65"/>
              </p:custDataLst>
            </p:nvPr>
          </p:nvCxnSpPr>
          <p:spPr bwMode="auto">
            <a:xfrm>
              <a:off x="1644" y="4081"/>
              <a:ext cx="2211" cy="283"/>
            </a:xfrm>
            <a:prstGeom prst="bentConnector3">
              <a:avLst>
                <a:gd name="adj1" fmla="val 99887"/>
              </a:avLst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6" name="直接箭头连接符 92"/>
            <p:cNvCxnSpPr/>
            <p:nvPr>
              <p:custDataLst>
                <p:tags r:id="rId66"/>
              </p:custDataLst>
            </p:nvPr>
          </p:nvCxnSpPr>
          <p:spPr bwMode="auto">
            <a:xfrm>
              <a:off x="2381" y="4308"/>
              <a:ext cx="1247" cy="170"/>
            </a:xfrm>
            <a:prstGeom prst="bentConnector3">
              <a:avLst>
                <a:gd name="adj1" fmla="val 100265"/>
              </a:avLst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" name="Text Box 260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3061" y="2607"/>
              <a:ext cx="454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4" name="直接箭头连接符 91"/>
            <p:cNvCxnSpPr/>
            <p:nvPr>
              <p:custDataLst>
                <p:tags r:id="rId68"/>
              </p:custDataLst>
            </p:nvPr>
          </p:nvCxnSpPr>
          <p:spPr bwMode="auto">
            <a:xfrm rot="10800000" flipV="1">
              <a:off x="2835" y="2777"/>
              <a:ext cx="227" cy="1191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" name="直接箭头连接符 92"/>
            <p:cNvCxnSpPr/>
            <p:nvPr>
              <p:custDataLst>
                <p:tags r:id="rId69"/>
              </p:custDataLst>
            </p:nvPr>
          </p:nvCxnSpPr>
          <p:spPr bwMode="auto">
            <a:xfrm>
              <a:off x="2835" y="3967"/>
              <a:ext cx="1247" cy="283"/>
            </a:xfrm>
            <a:prstGeom prst="bentConnector3">
              <a:avLst>
                <a:gd name="adj1" fmla="val 101147"/>
              </a:avLst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" name="Text Box 260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1191" y="3912"/>
              <a:ext cx="454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15" name="直接箭头连接符 14"/>
            <p:cNvCxnSpPr/>
            <p:nvPr>
              <p:custDataLst>
                <p:tags r:id="rId71"/>
              </p:custDataLst>
            </p:nvPr>
          </p:nvCxnSpPr>
          <p:spPr bwMode="auto">
            <a:xfrm>
              <a:off x="907" y="3969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6" name="直接箭头连接符 15"/>
            <p:cNvCxnSpPr/>
            <p:nvPr>
              <p:custDataLst>
                <p:tags r:id="rId72"/>
              </p:custDataLst>
            </p:nvPr>
          </p:nvCxnSpPr>
          <p:spPr bwMode="auto">
            <a:xfrm>
              <a:off x="907" y="4195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77</a:t>
            </a:fld>
            <a:endParaRPr lang="en-US" altLang="zh-CN"/>
          </a:p>
        </p:txBody>
      </p:sp>
      <p:sp>
        <p:nvSpPr>
          <p:cNvPr id="62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4" y="6526038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AutoShape 62">
            <a:hlinkClick r:id="rId75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75</a:t>
            </a:r>
          </a:p>
        </p:txBody>
      </p:sp>
      <p:sp>
        <p:nvSpPr>
          <p:cNvPr id="5" name="椭圆 4"/>
          <p:cNvSpPr/>
          <p:nvPr>
            <p:custDataLst>
              <p:tags r:id="rId2"/>
            </p:custDataLst>
          </p:nvPr>
        </p:nvSpPr>
        <p:spPr bwMode="auto">
          <a:xfrm>
            <a:off x="7092000" y="2898169"/>
            <a:ext cx="108000" cy="360000"/>
          </a:xfrm>
          <a:prstGeom prst="ellipse">
            <a:avLst/>
          </a:prstGeom>
          <a:solidFill>
            <a:srgbClr val="FFCC99"/>
          </a:solidFill>
          <a:ln w="12700" cap="flat" cmpd="sng" algn="ctr">
            <a:solidFill>
              <a:srgbClr val="0070C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Text Box 8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28470" y="3185587"/>
            <a:ext cx="7077075" cy="32461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zh-CN" altLang="en-US" sz="2000" b="1" u="sng" dirty="0">
                <a:latin typeface="+mn-ea"/>
                <a:ea typeface="+mn-ea"/>
              </a:rPr>
              <a:t>分类</a:t>
            </a:r>
            <a:r>
              <a:rPr lang="zh-CN" altLang="en-US" sz="2000" b="1" dirty="0">
                <a:latin typeface="+mn-ea"/>
                <a:ea typeface="+mn-ea"/>
              </a:rPr>
              <a:t>检测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满足优先级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时机要求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zh-CN" altLang="en-US" sz="2000" b="1" dirty="0">
                <a:latin typeface="+mn-ea"/>
                <a:ea typeface="+mn-ea"/>
              </a:rPr>
              <a:t>，输出</a:t>
            </a:r>
            <a:r>
              <a:rPr lang="en-US" altLang="zh-CN" sz="2000" b="1" u="sng" dirty="0">
                <a:latin typeface="+mn-ea"/>
                <a:ea typeface="+mn-ea"/>
              </a:rPr>
              <a:t>3</a:t>
            </a:r>
            <a:r>
              <a:rPr lang="zh-CN" altLang="en-US" sz="2000" b="1" u="sng" dirty="0">
                <a:latin typeface="+mn-ea"/>
                <a:ea typeface="+mn-ea"/>
              </a:rPr>
              <a:t>种</a:t>
            </a:r>
            <a:r>
              <a:rPr lang="zh-CN" altLang="en-US" sz="2000" b="1" dirty="0">
                <a:latin typeface="+mn-ea"/>
                <a:ea typeface="+mn-ea"/>
              </a:rPr>
              <a:t>事件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响应操作不同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1800" b="1" dirty="0">
              <a:latin typeface="+mn-ea"/>
              <a:ea typeface="+mn-ea"/>
            </a:endParaRPr>
          </a:p>
          <a:p>
            <a:pPr marL="1524000" indent="-1524000" algn="l" eaLnBrk="1" latinLnBrk="0" hangingPunct="1">
              <a:lnSpc>
                <a:spcPct val="125000"/>
              </a:lnSpc>
              <a:spcBef>
                <a:spcPts val="300"/>
              </a:spcBef>
            </a:pPr>
            <a:r>
              <a:rPr lang="en-US" altLang="zh-CN" sz="1800" b="1" dirty="0">
                <a:solidFill>
                  <a:srgbClr val="FF3399"/>
                </a:solidFill>
                <a:latin typeface="+mn-ea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</a:rPr>
              <a:t>(CU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</a:rPr>
              <a:t>根据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</a:rPr>
              <a:t>Event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</a:rPr>
              <a:t>产生相应</a:t>
            </a:r>
            <a:r>
              <a:rPr lang="en-US" altLang="zh-CN" sz="1800" dirty="0" err="1">
                <a:solidFill>
                  <a:schemeClr val="tx1"/>
                </a:solidFill>
              </a:rPr>
              <a:t>μ</a:t>
            </a:r>
            <a:r>
              <a:rPr lang="en-US" altLang="zh-CN" sz="18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en-US" altLang="zh-CN" sz="2000" b="1" dirty="0">
                <a:solidFill>
                  <a:srgbClr val="FF3399"/>
                </a:solidFill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←不会被打断</a:t>
            </a: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>
                <a:latin typeface="+mn-ea"/>
                <a:ea typeface="+mn-ea"/>
                <a:sym typeface="+mn-ea"/>
              </a:rPr>
              <a:t>         </a:t>
            </a:r>
            <a:r>
              <a:rPr lang="zh-CN" altLang="en-US" sz="2000" b="1" u="sng" dirty="0">
                <a:latin typeface="+mn-ea"/>
                <a:ea typeface="+mn-ea"/>
                <a:sym typeface="+mn-ea"/>
              </a:rPr>
              <a:t>保存</a:t>
            </a:r>
            <a:r>
              <a:rPr lang="zh-CN" altLang="en-US" sz="2000" b="1" dirty="0">
                <a:latin typeface="+mn-ea"/>
                <a:ea typeface="+mn-ea"/>
                <a:sym typeface="+mn-ea"/>
              </a:rPr>
              <a:t>到</a:t>
            </a:r>
            <a:r>
              <a:rPr lang="zh-CN" altLang="en-US" sz="2000" b="1" u="sng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后援</a:t>
            </a:r>
            <a:r>
              <a:rPr lang="en-US" altLang="zh-CN" sz="2000" b="1" u="sng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REG</a:t>
            </a:r>
            <a:r>
              <a:rPr lang="zh-CN" altLang="en-US" sz="2000" b="1" dirty="0">
                <a:latin typeface="+mn-ea"/>
                <a:ea typeface="+mn-ea"/>
                <a:sym typeface="+mn-ea"/>
              </a:rPr>
              <a:t>中</a:t>
            </a:r>
            <a:r>
              <a:rPr lang="zh-CN" sz="2000" b="1" dirty="0">
                <a:latin typeface="+mn-ea"/>
                <a:ea typeface="+mn-ea"/>
                <a:sym typeface="+mn-ea"/>
              </a:rPr>
              <a:t>，异常类型</a:t>
            </a:r>
            <a:r>
              <a:rPr lang="zh-CN" sz="2000" b="1" u="sng" dirty="0">
                <a:latin typeface="+mn-ea"/>
                <a:ea typeface="+mn-ea"/>
                <a:sym typeface="+mn-ea"/>
              </a:rPr>
              <a:t>保存</a:t>
            </a:r>
            <a:r>
              <a:rPr lang="zh-CN" sz="2000" b="1" dirty="0">
                <a:latin typeface="+mn-ea"/>
                <a:ea typeface="+mn-ea"/>
                <a:sym typeface="+mn-ea"/>
              </a:rPr>
              <a:t>到</a:t>
            </a:r>
            <a:r>
              <a:rPr lang="zh-CN" sz="2000" b="1" u="sng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异常类型</a:t>
            </a:r>
            <a:r>
              <a:rPr lang="en-US" altLang="zh-CN" sz="2000" b="1" u="sng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REG</a:t>
            </a:r>
            <a:r>
              <a:rPr lang="zh-CN" altLang="en-US" sz="2000" b="1" dirty="0">
                <a:latin typeface="+mn-ea"/>
                <a:ea typeface="+mn-ea"/>
                <a:sym typeface="+mn-ea"/>
              </a:rPr>
              <a:t>中</a:t>
            </a:r>
            <a:endParaRPr lang="zh-CN" altLang="en-US" sz="2000" b="1" u="sng" dirty="0">
              <a:latin typeface="+mn-ea"/>
              <a:ea typeface="+mn-ea"/>
              <a:sym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>
                <a:latin typeface="+mn-ea"/>
                <a:ea typeface="+mn-ea"/>
                <a:sym typeface="+mn-ea"/>
              </a:rPr>
              <a:t>  PSR</a:t>
            </a:r>
            <a:r>
              <a:rPr lang="zh-CN" altLang="en-US" sz="2000" b="1" dirty="0">
                <a:latin typeface="+mn-ea"/>
                <a:ea typeface="+mn-ea"/>
                <a:sym typeface="+mn-ea"/>
              </a:rPr>
              <a:t>中</a:t>
            </a:r>
            <a:r>
              <a:rPr lang="en-US" altLang="zh-CN" sz="2000" b="1" dirty="0">
                <a:latin typeface="+mn-ea"/>
                <a:ea typeface="+mn-ea"/>
                <a:sym typeface="+mn-ea"/>
              </a:rPr>
              <a:t>IF</a:t>
            </a:r>
            <a:r>
              <a:rPr lang="zh-CN" altLang="en-US" sz="2000" b="1" dirty="0">
                <a:solidFill>
                  <a:srgbClr val="0070C0"/>
                </a:solidFill>
                <a:latin typeface="+mn-ea"/>
                <a:sym typeface="+mn-ea"/>
              </a:rPr>
              <a:t>←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sym typeface="+mn-ea"/>
              </a:rPr>
              <a:t>0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zh-CN" altLang="en-US" sz="1600" b="1" dirty="0">
                <a:latin typeface="+mn-ea"/>
                <a:sym typeface="+mn-ea"/>
              </a:rPr>
              <a:t>避免处理过程被打断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zh-CN" altLang="en-US" sz="2000" b="1" dirty="0">
              <a:latin typeface="+mn-ea"/>
              <a:ea typeface="+mn-ea"/>
              <a:sym typeface="+mn-ea"/>
            </a:endParaRPr>
          </a:p>
          <a:p>
            <a:pPr marL="9525" indent="-9525" algn="l">
              <a:lnSpc>
                <a:spcPct val="125000"/>
              </a:lnSpc>
            </a:pPr>
            <a:r>
              <a:rPr lang="zh-CN" altLang="en-US" sz="2000" b="1" dirty="0">
                <a:latin typeface="+mn-ea"/>
                <a:ea typeface="+mn-ea"/>
                <a:sym typeface="+mn-ea"/>
              </a:rPr>
              <a:t>按优先级</a:t>
            </a:r>
            <a:r>
              <a:rPr lang="zh-CN" altLang="en-US" sz="2000" b="1" u="sng" dirty="0">
                <a:latin typeface="+mn-ea"/>
                <a:ea typeface="+mn-ea"/>
                <a:sym typeface="+mn-ea"/>
              </a:rPr>
              <a:t>查找</a:t>
            </a:r>
            <a:r>
              <a:rPr lang="zh-CN" altLang="en-US" sz="2000" b="1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相应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REG</a:t>
            </a:r>
            <a:r>
              <a:rPr lang="zh-CN" altLang="en-US" sz="2000" b="1" dirty="0">
                <a:latin typeface="+mn-ea"/>
                <a:ea typeface="+mn-ea"/>
                <a:sym typeface="+mn-ea"/>
              </a:rPr>
              <a:t>，</a:t>
            </a:r>
            <a:r>
              <a:rPr lang="zh-CN" altLang="en-US" sz="2000" b="1" u="sng" dirty="0">
                <a:latin typeface="+mn-ea"/>
                <a:ea typeface="+mn-ea"/>
                <a:sym typeface="+mn-ea"/>
              </a:rPr>
              <a:t>形成</a:t>
            </a:r>
            <a:r>
              <a:rPr lang="zh-CN" altLang="en-US" sz="2000" b="1" dirty="0">
                <a:latin typeface="+mn-ea"/>
                <a:ea typeface="+mn-ea"/>
                <a:sym typeface="+mn-ea"/>
              </a:rPr>
              <a:t>事件类型号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并撤销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所选请求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)</a:t>
            </a:r>
            <a:endParaRPr lang="en-US" altLang="zh-CN" sz="2000" b="1" dirty="0">
              <a:latin typeface="+mn-ea"/>
              <a:ea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zh-CN" altLang="en-US" sz="2000" b="1" dirty="0">
                <a:latin typeface="+mn-ea"/>
                <a:sym typeface="+mn-ea"/>
              </a:rPr>
              <a:t> 根据事件类型号</a:t>
            </a:r>
            <a:r>
              <a:rPr lang="zh-CN" altLang="en-US" sz="2000" b="1" u="sng" dirty="0">
                <a:solidFill>
                  <a:schemeClr val="tx1"/>
                </a:solidFill>
                <a:latin typeface="+mn-ea"/>
                <a:sym typeface="+mn-ea"/>
              </a:rPr>
              <a:t>访问</a:t>
            </a:r>
            <a:r>
              <a:rPr lang="zh-CN" altLang="en-US" sz="2000" b="1" dirty="0">
                <a:latin typeface="+mn-ea"/>
                <a:sym typeface="+mn-ea"/>
              </a:rPr>
              <a:t>主存中</a:t>
            </a:r>
            <a:r>
              <a:rPr lang="en-US" altLang="zh-CN" sz="2000" b="1" dirty="0">
                <a:solidFill>
                  <a:srgbClr val="0070C0"/>
                </a:solidFill>
                <a:latin typeface="+mn-ea"/>
                <a:sym typeface="+mn-ea"/>
              </a:rPr>
              <a:t>IVT</a:t>
            </a:r>
            <a:r>
              <a:rPr lang="zh-CN" altLang="en-US" sz="2000" b="1" dirty="0">
                <a:latin typeface="+mn-ea"/>
                <a:sym typeface="+mn-ea"/>
              </a:rPr>
              <a:t>，</a:t>
            </a:r>
            <a:r>
              <a:rPr lang="zh-CN" altLang="en-US" sz="2000" b="1" u="sng" dirty="0">
                <a:latin typeface="+mn-ea"/>
                <a:sym typeface="+mn-ea"/>
              </a:rPr>
              <a:t>获得</a:t>
            </a:r>
            <a:r>
              <a:rPr lang="zh-CN" altLang="en-US" sz="2000" b="1" dirty="0">
                <a:latin typeface="+mn-ea"/>
                <a:sym typeface="+mn-ea"/>
              </a:rPr>
              <a:t>处理程序入口地址</a:t>
            </a:r>
            <a:endParaRPr lang="en-US" altLang="zh-CN" sz="2000" b="1" dirty="0">
              <a:latin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>
                <a:latin typeface="+mn-ea"/>
                <a:sym typeface="+mn-ea"/>
              </a:rPr>
              <a:t>        PC</a:t>
            </a:r>
            <a:r>
              <a:rPr lang="zh-CN" altLang="en-US" sz="2000" b="1" dirty="0">
                <a:latin typeface="+mn-ea"/>
                <a:sym typeface="+mn-ea"/>
              </a:rPr>
              <a:t>←处理程序入口地址</a:t>
            </a:r>
            <a:endParaRPr lang="en-US" altLang="zh-CN" sz="2000" b="1" dirty="0">
              <a:latin typeface="+mn-ea"/>
            </a:endParaRPr>
          </a:p>
          <a:p>
            <a:pPr marL="1524000" indent="-1524000"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000" b="1" dirty="0">
                <a:latin typeface="+mn-ea"/>
                <a:sym typeface="+mn-ea"/>
              </a:rPr>
              <a:t>恢复断点及</a:t>
            </a:r>
            <a:r>
              <a:rPr lang="en-US" altLang="zh-CN" sz="2000" b="1" dirty="0">
                <a:latin typeface="+mn-ea"/>
                <a:sym typeface="+mn-ea"/>
              </a:rPr>
              <a:t>PSW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2232149" y="2249434"/>
            <a:ext cx="1548035" cy="648032"/>
            <a:chOff x="2123733" y="1916808"/>
            <a:chExt cx="1548035" cy="648032"/>
          </a:xfrm>
        </p:grpSpPr>
        <p:cxnSp>
          <p:nvCxnSpPr>
            <p:cNvPr id="29" name="直接箭头连接符 28"/>
            <p:cNvCxnSpPr/>
            <p:nvPr>
              <p:custDataLst>
                <p:tags r:id="rId37"/>
              </p:custDataLst>
            </p:nvPr>
          </p:nvCxnSpPr>
          <p:spPr bwMode="auto">
            <a:xfrm>
              <a:off x="2483768" y="2420808"/>
              <a:ext cx="11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0" name="直接箭头连接符 29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2339754" y="2492808"/>
              <a:ext cx="133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" name="直接箭头连接符 30"/>
            <p:cNvCxnSpPr/>
            <p:nvPr>
              <p:custDataLst>
                <p:tags r:id="rId39"/>
              </p:custDataLst>
            </p:nvPr>
          </p:nvCxnSpPr>
          <p:spPr bwMode="auto">
            <a:xfrm>
              <a:off x="2195738" y="2564808"/>
              <a:ext cx="147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" name="直接箭头连接符 31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2987824" y="2276808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3203848" y="2276808"/>
              <a:ext cx="1" cy="21761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3419872" y="2276808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sp>
          <p:nvSpPr>
            <p:cNvPr id="56" name="Text Box 111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2195584" y="1916808"/>
              <a:ext cx="463394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2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Event</a:t>
              </a:r>
            </a:p>
          </p:txBody>
        </p:sp>
        <p:cxnSp>
          <p:nvCxnSpPr>
            <p:cNvPr id="57" name="直接箭头连接符 56"/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2123733" y="2132808"/>
              <a:ext cx="612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20" name="组合 19"/>
          <p:cNvGrpSpPr/>
          <p:nvPr/>
        </p:nvGrpSpPr>
        <p:grpSpPr>
          <a:xfrm>
            <a:off x="4320000" y="1997434"/>
            <a:ext cx="2484008" cy="572838"/>
            <a:chOff x="4428120" y="1704010"/>
            <a:chExt cx="2484008" cy="572838"/>
          </a:xfrm>
        </p:grpSpPr>
        <p:sp>
          <p:nvSpPr>
            <p:cNvPr id="59" name="Text Box 213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5724128" y="2060848"/>
              <a:ext cx="1188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后援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栈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0" name="直接箭头连接符 59"/>
            <p:cNvCxnSpPr/>
            <p:nvPr>
              <p:custDataLst>
                <p:tags r:id="rId30"/>
              </p:custDataLst>
            </p:nvPr>
          </p:nvCxnSpPr>
          <p:spPr bwMode="auto">
            <a:xfrm>
              <a:off x="6444208" y="1740010"/>
              <a:ext cx="0" cy="32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61" name="直接箭头连接符 38"/>
            <p:cNvCxnSpPr/>
            <p:nvPr>
              <p:custDataLst>
                <p:tags r:id="rId31"/>
              </p:custDataLst>
            </p:nvPr>
          </p:nvCxnSpPr>
          <p:spPr bwMode="auto">
            <a:xfrm>
              <a:off x="5904120" y="1812010"/>
              <a:ext cx="540000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1" name="Text Box 11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544120" y="170401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EPC</a:t>
              </a:r>
            </a:p>
          </p:txBody>
        </p:sp>
        <p:sp>
          <p:nvSpPr>
            <p:cNvPr id="63" name="Text Box 218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140574" y="1812010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①</a:t>
              </a:r>
            </a:p>
          </p:txBody>
        </p:sp>
        <p:sp>
          <p:nvSpPr>
            <p:cNvPr id="64" name="Text Box 213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428120" y="2060848"/>
              <a:ext cx="1188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异常类型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5" name="直接箭头连接符 64"/>
            <p:cNvCxnSpPr/>
            <p:nvPr>
              <p:custDataLst>
                <p:tags r:id="rId35"/>
              </p:custDataLst>
            </p:nvPr>
          </p:nvCxnSpPr>
          <p:spPr bwMode="auto">
            <a:xfrm>
              <a:off x="5004048" y="1812010"/>
              <a:ext cx="0" cy="2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2" name="Text Box 218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4716048" y="1812010"/>
              <a:ext cx="25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①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860000" y="1709434"/>
            <a:ext cx="972000" cy="288000"/>
            <a:chOff x="5090867" y="1633165"/>
            <a:chExt cx="972000" cy="288000"/>
          </a:xfrm>
        </p:grpSpPr>
        <p:cxnSp>
          <p:nvCxnSpPr>
            <p:cNvPr id="68" name="直接箭头连接符 67"/>
            <p:cNvCxnSpPr/>
            <p:nvPr>
              <p:custDataLst>
                <p:tags r:id="rId26"/>
              </p:custDataLst>
            </p:nvPr>
          </p:nvCxnSpPr>
          <p:spPr bwMode="auto">
            <a:xfrm>
              <a:off x="5666867" y="1849165"/>
              <a:ext cx="39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5" name="Text Box 21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090867" y="1741165"/>
              <a:ext cx="57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IF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7" name="Text Box 21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702867" y="1633165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②</a:t>
              </a: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1043940" y="2321434"/>
            <a:ext cx="6264275" cy="864235"/>
            <a:chOff x="1644" y="5556"/>
            <a:chExt cx="9865" cy="1361"/>
          </a:xfrm>
        </p:grpSpPr>
        <p:sp>
          <p:nvSpPr>
            <p:cNvPr id="80" name="Text Box 21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953" y="5556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</a:p>
          </p:txBody>
        </p:sp>
        <p:sp>
          <p:nvSpPr>
            <p:cNvPr id="28" name="Text Box 21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746" y="6236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</a:p>
          </p:txBody>
        </p:sp>
        <p:cxnSp>
          <p:nvCxnSpPr>
            <p:cNvPr id="86" name="直接箭头连接符 117"/>
            <p:cNvCxnSpPr/>
            <p:nvPr>
              <p:custDataLst>
                <p:tags r:id="rId19"/>
              </p:custDataLst>
            </p:nvPr>
          </p:nvCxnSpPr>
          <p:spPr bwMode="auto">
            <a:xfrm>
              <a:off x="2608" y="6577"/>
              <a:ext cx="8901" cy="340"/>
            </a:xfrm>
            <a:prstGeom prst="bentConnector3">
              <a:avLst>
                <a:gd name="adj1" fmla="val -44"/>
              </a:avLst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36" name="Text Box 21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143" y="6237"/>
              <a:ext cx="170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事件类型号</a:t>
              </a:r>
            </a:p>
          </p:txBody>
        </p:sp>
        <p:cxnSp>
          <p:nvCxnSpPr>
            <p:cNvPr id="37" name="直接箭头连接符 124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6690" y="6577"/>
              <a:ext cx="4819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直接箭头连接符 124"/>
            <p:cNvCxnSpPr/>
            <p:nvPr>
              <p:custDataLst>
                <p:tags r:id="rId22"/>
              </p:custDataLst>
            </p:nvPr>
          </p:nvCxnSpPr>
          <p:spPr bwMode="auto">
            <a:xfrm rot="10800000" flipV="1">
              <a:off x="6406" y="5726"/>
              <a:ext cx="397" cy="227"/>
            </a:xfrm>
            <a:prstGeom prst="bentConnector3">
              <a:avLst>
                <a:gd name="adj1" fmla="val 101153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4" name="直接箭头连接符 117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2381" y="6577"/>
              <a:ext cx="357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5" name="Text Box 11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644" y="6464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INTA</a:t>
              </a:r>
            </a:p>
          </p:txBody>
        </p:sp>
        <p:cxnSp>
          <p:nvCxnSpPr>
            <p:cNvPr id="38" name="直接箭头连接符 37"/>
            <p:cNvCxnSpPr/>
            <p:nvPr>
              <p:custDataLst>
                <p:tags r:id="rId25"/>
              </p:custDataLst>
            </p:nvPr>
          </p:nvCxnSpPr>
          <p:spPr bwMode="auto">
            <a:xfrm>
              <a:off x="1757" y="6464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9" name="组合 38"/>
          <p:cNvGrpSpPr/>
          <p:nvPr/>
        </p:nvGrpSpPr>
        <p:grpSpPr>
          <a:xfrm>
            <a:off x="6768000" y="1745434"/>
            <a:ext cx="252000" cy="792000"/>
            <a:chOff x="6084168" y="1512008"/>
            <a:chExt cx="252000" cy="792000"/>
          </a:xfrm>
        </p:grpSpPr>
        <p:cxnSp>
          <p:nvCxnSpPr>
            <p:cNvPr id="108" name="直接箭头连接符 107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6084168" y="1728008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6264168" y="1728008"/>
              <a:ext cx="1588" cy="57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1" name="Text Box 21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120168" y="1512008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⑤</a:t>
              </a:r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4248000" y="2285434"/>
            <a:ext cx="3096895" cy="612140"/>
            <a:chOff x="6690" y="5783"/>
            <a:chExt cx="4877" cy="964"/>
          </a:xfrm>
        </p:grpSpPr>
        <p:cxnSp>
          <p:nvCxnSpPr>
            <p:cNvPr id="42" name="直接连接符 142"/>
            <p:cNvCxnSpPr/>
            <p:nvPr>
              <p:custDataLst>
                <p:tags r:id="rId9"/>
              </p:custDataLst>
            </p:nvPr>
          </p:nvCxnSpPr>
          <p:spPr bwMode="auto">
            <a:xfrm>
              <a:off x="10943" y="6180"/>
              <a:ext cx="62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10"/>
              </p:custDataLst>
            </p:nvPr>
          </p:nvCxnSpPr>
          <p:spPr bwMode="auto">
            <a:xfrm>
              <a:off x="6690" y="6463"/>
              <a:ext cx="2665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5" name="Text Box 21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1112" y="5783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④</a:t>
              </a:r>
            </a:p>
          </p:txBody>
        </p:sp>
        <p:sp>
          <p:nvSpPr>
            <p:cNvPr id="136" name="Text Box 21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844" y="6407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④</a:t>
              </a:r>
            </a:p>
          </p:txBody>
        </p:sp>
        <p:cxnSp>
          <p:nvCxnSpPr>
            <p:cNvPr id="137" name="直接箭头连接符 136"/>
            <p:cNvCxnSpPr/>
            <p:nvPr>
              <p:custDataLst>
                <p:tags r:id="rId13"/>
              </p:custDataLst>
            </p:nvPr>
          </p:nvCxnSpPr>
          <p:spPr bwMode="auto">
            <a:xfrm>
              <a:off x="10715" y="6463"/>
              <a:ext cx="850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97" name="线形标注 2 196"/>
          <p:cNvSpPr/>
          <p:nvPr>
            <p:custDataLst>
              <p:tags r:id="rId4"/>
            </p:custDataLst>
          </p:nvPr>
        </p:nvSpPr>
        <p:spPr bwMode="auto">
          <a:xfrm>
            <a:off x="7380709" y="1916832"/>
            <a:ext cx="1332000" cy="252000"/>
          </a:xfrm>
          <a:prstGeom prst="borderCallout2">
            <a:avLst>
              <a:gd name="adj1" fmla="val 47607"/>
              <a:gd name="adj2" fmla="val 503"/>
              <a:gd name="adj3" fmla="val 48371"/>
              <a:gd name="adj4" fmla="val -20537"/>
              <a:gd name="adj5" fmla="val 104815"/>
              <a:gd name="adj6" fmla="val -66888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spc="-100" dirty="0">
                <a:latin typeface="宋体" panose="02010600030101010101" pitchFamily="2" charset="-122"/>
              </a:rPr>
              <a:t>事件返回过程</a:t>
            </a:r>
            <a:endParaRPr lang="en-US" altLang="zh-CN" sz="1600" b="1" spc="-100" dirty="0">
              <a:latin typeface="宋体" panose="02010600030101010101" pitchFamily="2" charset="-122"/>
            </a:endParaRPr>
          </a:p>
        </p:txBody>
      </p:sp>
      <p:cxnSp>
        <p:nvCxnSpPr>
          <p:cNvPr id="206" name="直接箭头连接符 205"/>
          <p:cNvCxnSpPr/>
          <p:nvPr>
            <p:custDataLst>
              <p:tags r:id="rId5"/>
            </p:custDataLst>
          </p:nvPr>
        </p:nvCxnSpPr>
        <p:spPr bwMode="auto">
          <a:xfrm flipV="1">
            <a:off x="6480000" y="2033924"/>
            <a:ext cx="0" cy="32400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sp>
        <p:nvSpPr>
          <p:cNvPr id="44" name="文本框 43"/>
          <p:cNvSpPr txBox="1"/>
          <p:nvPr>
            <p:custDataLst>
              <p:tags r:id="rId6"/>
            </p:custDataLst>
          </p:nvPr>
        </p:nvSpPr>
        <p:spPr>
          <a:xfrm>
            <a:off x="1227455" y="1169363"/>
            <a:ext cx="6729730" cy="4756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spAutoFit/>
          </a:bodyPr>
          <a:lstStyle/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+mn-ea"/>
                <a:sym typeface="+mn-ea"/>
              </a:rPr>
              <a:t>请求</a:t>
            </a:r>
            <a:r>
              <a:rPr lang="zh-CN" altLang="en-US" sz="2000" b="1" u="sng" dirty="0">
                <a:latin typeface="+mn-ea"/>
                <a:sym typeface="+mn-ea"/>
              </a:rPr>
              <a:t>分类</a:t>
            </a:r>
            <a:r>
              <a:rPr lang="zh-CN" altLang="en-US" sz="2000" b="1" dirty="0">
                <a:latin typeface="+mn-ea"/>
                <a:sym typeface="+mn-ea"/>
              </a:rPr>
              <a:t>接入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zh-CN" altLang="en-US" sz="1600" b="1" dirty="0">
                <a:latin typeface="+mn-ea"/>
                <a:sym typeface="+mn-ea"/>
              </a:rPr>
              <a:t>分类检测所需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r>
              <a:rPr lang="en-US" altLang="zh-CN" sz="2000" b="1" dirty="0">
                <a:latin typeface="+mn-ea"/>
                <a:sym typeface="+mn-ea"/>
              </a:rPr>
              <a:t> 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中断请求</a:t>
            </a:r>
            <a:r>
              <a:rPr lang="zh-CN" sz="2000" b="1" u="sng" dirty="0">
                <a:latin typeface="宋体" panose="02010600030101010101" pitchFamily="2" charset="-122"/>
                <a:sym typeface="+mn-ea"/>
              </a:rPr>
              <a:t>共用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信号线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可扩展性好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45" name="线形标注 2 44"/>
          <p:cNvSpPr/>
          <p:nvPr>
            <p:custDataLst>
              <p:tags r:id="rId7"/>
            </p:custDataLst>
          </p:nvPr>
        </p:nvSpPr>
        <p:spPr bwMode="auto">
          <a:xfrm>
            <a:off x="5796000" y="4509120"/>
            <a:ext cx="2484000" cy="252095"/>
          </a:xfrm>
          <a:prstGeom prst="borderCallout2">
            <a:avLst>
              <a:gd name="adj1" fmla="val 53537"/>
              <a:gd name="adj2" fmla="val -240"/>
              <a:gd name="adj3" fmla="val 54545"/>
              <a:gd name="adj4" fmla="val -10907"/>
              <a:gd name="adj5" fmla="val 153672"/>
              <a:gd name="adj6" fmla="val -59807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7780" rIns="36000" bIns="10800" numCol="1" rtlCol="0" anchor="t" anchorCtr="0" compatLnSpc="1"/>
          <a:lstStyle/>
          <a:p>
            <a:pPr algn="ctr">
              <a:lnSpc>
                <a:spcPct val="90000"/>
              </a:lnSpc>
            </a:pPr>
            <a:r>
              <a:rPr lang="zh-CN" sz="1600" b="1" dirty="0">
                <a:latin typeface="宋体" panose="02010600030101010101" pitchFamily="2" charset="-122"/>
              </a:rPr>
              <a:t>中断请求在外设状态</a:t>
            </a:r>
            <a:r>
              <a:rPr lang="en-US" altLang="zh-CN" sz="1600" b="1" dirty="0">
                <a:latin typeface="宋体" panose="02010600030101010101" pitchFamily="2" charset="-122"/>
              </a:rPr>
              <a:t>REG</a:t>
            </a:r>
            <a:r>
              <a:rPr lang="zh-CN" altLang="en-US" sz="1600" b="1" dirty="0">
                <a:latin typeface="宋体" panose="02010600030101010101" pitchFamily="2" charset="-122"/>
              </a:rPr>
              <a:t>中</a:t>
            </a:r>
          </a:p>
        </p:txBody>
      </p:sp>
      <p:sp>
        <p:nvSpPr>
          <p:cNvPr id="46" name="线形标注 2 45"/>
          <p:cNvSpPr/>
          <p:nvPr>
            <p:custDataLst>
              <p:tags r:id="rId8"/>
            </p:custDataLst>
          </p:nvPr>
        </p:nvSpPr>
        <p:spPr bwMode="auto">
          <a:xfrm>
            <a:off x="7964467" y="3717032"/>
            <a:ext cx="1008000" cy="252000"/>
          </a:xfrm>
          <a:prstGeom prst="borderCallout2">
            <a:avLst>
              <a:gd name="adj1" fmla="val 53929"/>
              <a:gd name="adj2" fmla="val 301"/>
              <a:gd name="adj3" fmla="val 50284"/>
              <a:gd name="adj4" fmla="val -15995"/>
              <a:gd name="adj5" fmla="val -187060"/>
              <a:gd name="adj6" fmla="val -79845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spc="-100" dirty="0">
                <a:latin typeface="宋体" panose="02010600030101010101" pitchFamily="2" charset="-122"/>
              </a:rPr>
              <a:t>第</a:t>
            </a:r>
            <a:r>
              <a:rPr lang="en-US" altLang="zh-CN" sz="1600" b="1" spc="-100" dirty="0">
                <a:latin typeface="宋体" panose="02010600030101010101" pitchFamily="2" charset="-122"/>
              </a:rPr>
              <a:t>7</a:t>
            </a:r>
            <a:r>
              <a:rPr lang="zh-CN" altLang="en-US" sz="1600" b="1" spc="-100" dirty="0">
                <a:latin typeface="宋体" panose="02010600030101010101" pitchFamily="2" charset="-122"/>
              </a:rPr>
              <a:t>章讨论</a:t>
            </a:r>
            <a:endParaRPr lang="en-US" altLang="zh-CN" sz="1600" b="1" spc="-1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08" dur="75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97" grpId="0" bldLvl="0" animBg="1"/>
      <p:bldP spid="44" grpId="0"/>
      <p:bldP spid="45" grpId="0" bldLvl="0" animBg="1"/>
      <p:bldP spid="46" grpId="0" bldLvl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78</a:t>
            </a:fld>
            <a:endParaRPr lang="en-US" altLang="zh-CN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06" name="Text Box 20"/>
          <p:cNvSpPr txBox="1">
            <a:spLocks noChangeArrowheads="1"/>
          </p:cNvSpPr>
          <p:nvPr/>
        </p:nvSpPr>
        <p:spPr bwMode="auto">
          <a:xfrm>
            <a:off x="179388" y="332656"/>
            <a:ext cx="8785225" cy="419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tIns="10795" bIns="10795" anchor="t" anchorCtr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+mj-ea"/>
                <a:ea typeface="+mj-ea"/>
                <a:cs typeface="+mj-ea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+mj-ea"/>
                <a:ea typeface="+mj-ea"/>
                <a:cs typeface="+mj-ea"/>
              </a:rPr>
              <a:t>、支持异常处理的</a:t>
            </a:r>
            <a:r>
              <a:rPr lang="en-US" altLang="zh-CN" b="1" dirty="0">
                <a:solidFill>
                  <a:srgbClr val="FF3399"/>
                </a:solidFill>
                <a:latin typeface="+mj-ea"/>
                <a:ea typeface="+mj-ea"/>
                <a:cs typeface="+mj-ea"/>
              </a:rPr>
              <a:t>CPU</a:t>
            </a:r>
            <a:r>
              <a:rPr lang="zh-CN" altLang="en-US" b="1" dirty="0">
                <a:solidFill>
                  <a:srgbClr val="FF3399"/>
                </a:solidFill>
                <a:latin typeface="+mj-ea"/>
                <a:ea typeface="+mj-ea"/>
                <a:cs typeface="+mj-ea"/>
              </a:rPr>
              <a:t>设计         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zh-CN" altLang="en-US" sz="2000" b="1" dirty="0">
                <a:latin typeface="+mn-ea"/>
                <a:ea typeface="+mn-ea"/>
              </a:rPr>
              <a:t>不考，了解过程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207" name="Text Box 90"/>
          <p:cNvSpPr txBox="1">
            <a:spLocks noChangeArrowheads="1"/>
          </p:cNvSpPr>
          <p:nvPr/>
        </p:nvSpPr>
        <p:spPr bwMode="auto">
          <a:xfrm>
            <a:off x="180000" y="764704"/>
            <a:ext cx="8785225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*设计需求：</a:t>
            </a:r>
            <a:r>
              <a:rPr lang="zh-CN" altLang="en-US" sz="2200" b="1" dirty="0">
                <a:latin typeface="宋体" panose="02010600030101010101" pitchFamily="2" charset="-122"/>
              </a:rPr>
              <a:t>基于支持</a:t>
            </a:r>
            <a:r>
              <a:rPr lang="en-US" altLang="zh-CN" sz="2200" b="1" dirty="0">
                <a:latin typeface="宋体" panose="02010600030101010101" pitchFamily="2" charset="-122"/>
              </a:rPr>
              <a:t>7</a:t>
            </a:r>
            <a:r>
              <a:rPr lang="zh-CN" altLang="en-US" sz="2200" b="1" dirty="0">
                <a:latin typeface="宋体" panose="02010600030101010101" pitchFamily="2" charset="-122"/>
              </a:rPr>
              <a:t>条</a:t>
            </a:r>
            <a:r>
              <a:rPr lang="en-US" altLang="zh-CN" sz="2200" b="1" dirty="0">
                <a:latin typeface="宋体" panose="02010600030101010101" pitchFamily="2" charset="-122"/>
              </a:rPr>
              <a:t>MIPS</a:t>
            </a:r>
            <a:r>
              <a:rPr lang="zh-CN" altLang="en-US" sz="2200" b="1" dirty="0">
                <a:latin typeface="宋体" panose="02010600030101010101" pitchFamily="2" charset="-122"/>
              </a:rPr>
              <a:t>指令的数据通路＋</a:t>
            </a:r>
            <a:r>
              <a:rPr lang="en-US" altLang="zh-CN" sz="2200" b="1" dirty="0">
                <a:latin typeface="宋体" panose="02010600030101010101" pitchFamily="2" charset="-122"/>
              </a:rPr>
              <a:t>CU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  </a:t>
            </a:r>
            <a:r>
              <a:rPr lang="zh-CN" altLang="en-US" sz="2200" b="1" dirty="0">
                <a:latin typeface="宋体" panose="02010600030101010101" pitchFamily="2" charset="-122"/>
              </a:rPr>
              <a:t>支持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溢出、非法操作码</a:t>
            </a:r>
            <a:r>
              <a:rPr lang="zh-CN" altLang="en-US" sz="2200" b="1" dirty="0">
                <a:latin typeface="宋体" panose="02010600030101010101" pitchFamily="2" charset="-122"/>
              </a:rPr>
              <a:t>异常的处理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断点为下条、当前指令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   异常识别采用</a:t>
            </a:r>
            <a:r>
              <a:rPr lang="zh-CN" altLang="en-US" sz="2200" b="1" dirty="0">
                <a:latin typeface="宋体" panose="02010600030101010101" pitchFamily="2" charset="-122"/>
              </a:rPr>
              <a:t>非向量方式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入口地址为</a:t>
            </a:r>
            <a:r>
              <a:rPr lang="en-US" altLang="zh-CN" sz="1800" b="1" dirty="0">
                <a:latin typeface="宋体" panose="02010600030101010101" pitchFamily="2" charset="-122"/>
              </a:rPr>
              <a:t>8000 0180H)</a:t>
            </a:r>
          </a:p>
        </p:txBody>
      </p:sp>
      <p:sp>
        <p:nvSpPr>
          <p:cNvPr id="7" name="Text Box 82"/>
          <p:cNvSpPr txBox="1">
            <a:spLocks noChangeArrowheads="1"/>
          </p:cNvSpPr>
          <p:nvPr/>
        </p:nvSpPr>
        <p:spPr bwMode="auto">
          <a:xfrm>
            <a:off x="179513" y="2060848"/>
            <a:ext cx="3168351" cy="34920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*异常检测的设计：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检测时机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1524000" indent="-1524000" algn="l">
              <a:lnSpc>
                <a:spcPct val="90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有效逻辑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*异常响应的设计：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所需部件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1524000" indent="-1524000" algn="l">
              <a:lnSpc>
                <a:spcPct val="90000"/>
              </a:lnSpc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响应时机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响应过程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10" name="Text Box 82"/>
          <p:cNvSpPr txBox="1">
            <a:spLocks noChangeArrowheads="1"/>
          </p:cNvSpPr>
          <p:nvPr/>
        </p:nvSpPr>
        <p:spPr bwMode="auto">
          <a:xfrm>
            <a:off x="2195999" y="4005064"/>
            <a:ext cx="6768487" cy="15511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用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EPC</a:t>
            </a:r>
            <a:r>
              <a:rPr lang="zh-CN" altLang="en-US" sz="2200" b="1" dirty="0">
                <a:latin typeface="宋体" panose="02010600030101010101" pitchFamily="2" charset="-122"/>
              </a:rPr>
              <a:t>保存</a:t>
            </a:r>
            <a:r>
              <a:rPr lang="zh-CN" altLang="en-US" sz="2200" b="1" u="sng" dirty="0">
                <a:latin typeface="宋体" panose="02010600030101010101" pitchFamily="2" charset="-122"/>
              </a:rPr>
              <a:t>断点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用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Cause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保存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异常类型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(12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10)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</a:p>
          <a:p>
            <a:pPr marL="1524000" indent="-1524000" algn="l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    </a:t>
            </a:r>
            <a:r>
              <a:rPr lang="zh-CN" altLang="en-US" sz="1600" dirty="0">
                <a:latin typeface="宋体" panose="02010600030101010101" pitchFamily="2" charset="-122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</a:rPr>
              <a:t>←暂不讨论</a:t>
            </a:r>
            <a:r>
              <a:rPr lang="en-US" altLang="zh-CN" sz="1600" b="1" dirty="0">
                <a:latin typeface="宋体" panose="02010600030101010101" pitchFamily="2" charset="-122"/>
              </a:rPr>
              <a:t>PSW</a:t>
            </a:r>
            <a:r>
              <a:rPr lang="zh-CN" altLang="en-US" sz="1600" b="1" spc="-100" dirty="0">
                <a:latin typeface="+mn-ea"/>
              </a:rPr>
              <a:t>的</a:t>
            </a:r>
            <a:r>
              <a:rPr lang="zh-CN" altLang="en-US" sz="1600" b="1" dirty="0">
                <a:latin typeface="宋体" panose="02010600030101010101" pitchFamily="2" charset="-122"/>
              </a:rPr>
              <a:t>保存</a:t>
            </a:r>
            <a:r>
              <a:rPr lang="en-US" altLang="zh-CN" sz="1600" b="1" dirty="0">
                <a:latin typeface="宋体" panose="02010600030101010101" pitchFamily="2" charset="-122"/>
              </a:rPr>
              <a:t>             </a:t>
            </a:r>
            <a:r>
              <a:rPr lang="zh-CN" altLang="en-US" sz="1600" b="1" dirty="0">
                <a:latin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个异常请求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同时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检测到异常的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下一节拍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1800" b="1" dirty="0">
                <a:latin typeface="宋体" panose="02010600030101010101" pitchFamily="2" charset="-122"/>
              </a:rPr>
              <a:t>←产生</a:t>
            </a:r>
            <a:r>
              <a:rPr lang="en-US" altLang="zh-CN" sz="1800" dirty="0" err="1">
                <a:latin typeface="+mn-lt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endParaRPr lang="en-US" altLang="zh-CN" sz="2000" b="1" u="sng" spc="-100" dirty="0">
              <a:solidFill>
                <a:srgbClr val="0070C0"/>
              </a:solidFill>
              <a:latin typeface="+mn-ea"/>
            </a:endParaRPr>
          </a:p>
          <a:p>
            <a:pPr marL="1524000" indent="-1524000" algn="l">
              <a:lnSpc>
                <a:spcPct val="120000"/>
              </a:lnSpc>
            </a:pPr>
            <a:r>
              <a:rPr lang="en-US" altLang="zh-CN" sz="2200" b="1" spc="-100" dirty="0">
                <a:latin typeface="+mn-ea"/>
                <a:ea typeface="+mn-ea"/>
              </a:rPr>
              <a:t>EPC←(PC)</a:t>
            </a:r>
            <a:r>
              <a:rPr lang="zh-CN" altLang="en-US" sz="2200" b="1" spc="-100" dirty="0">
                <a:solidFill>
                  <a:srgbClr val="990099"/>
                </a:solidFill>
                <a:latin typeface="+mn-ea"/>
                <a:ea typeface="+mn-ea"/>
              </a:rPr>
              <a:t>或</a:t>
            </a:r>
            <a:r>
              <a:rPr lang="en-US" altLang="zh-CN" sz="2200" b="1" spc="-100" dirty="0">
                <a:latin typeface="+mn-ea"/>
                <a:ea typeface="+mn-ea"/>
              </a:rPr>
              <a:t>(PC)</a:t>
            </a:r>
            <a:r>
              <a:rPr lang="zh-CN" altLang="zh-CN" sz="2200" b="1" spc="-100" dirty="0">
                <a:latin typeface="+mn-ea"/>
                <a:ea typeface="+mn-ea"/>
              </a:rPr>
              <a:t>－</a:t>
            </a:r>
            <a:r>
              <a:rPr lang="en-US" altLang="zh-CN" sz="2200" b="1" spc="-100" dirty="0">
                <a:latin typeface="+mn-ea"/>
                <a:ea typeface="+mn-ea"/>
              </a:rPr>
              <a:t>4</a:t>
            </a:r>
            <a:r>
              <a:rPr lang="zh-CN" altLang="zh-CN" sz="2200" b="1" spc="-100" dirty="0">
                <a:latin typeface="+mn-ea"/>
                <a:ea typeface="+mn-ea"/>
              </a:rPr>
              <a:t>、</a:t>
            </a:r>
            <a:r>
              <a:rPr lang="en-US" altLang="zh-CN" sz="2200" b="1" spc="-100" dirty="0">
                <a:latin typeface="+mn-ea"/>
                <a:ea typeface="+mn-ea"/>
              </a:rPr>
              <a:t>Cause←12</a:t>
            </a:r>
            <a:r>
              <a:rPr lang="zh-CN" altLang="en-US" sz="2200" b="1" spc="-100" dirty="0">
                <a:solidFill>
                  <a:srgbClr val="990099"/>
                </a:solidFill>
                <a:latin typeface="+mn-ea"/>
                <a:ea typeface="+mn-ea"/>
              </a:rPr>
              <a:t>或</a:t>
            </a:r>
            <a:r>
              <a:rPr lang="en-US" altLang="zh-CN" sz="2200" b="1" spc="-100" dirty="0">
                <a:latin typeface="+mn-ea"/>
                <a:ea typeface="+mn-ea"/>
              </a:rPr>
              <a:t>10</a:t>
            </a:r>
            <a:r>
              <a:rPr lang="zh-CN" altLang="zh-CN" sz="2200" b="1" spc="-100" dirty="0">
                <a:latin typeface="+mn-ea"/>
                <a:ea typeface="+mn-ea"/>
              </a:rPr>
              <a:t>、</a:t>
            </a:r>
            <a:r>
              <a:rPr lang="en-US" altLang="zh-CN" sz="2200" b="1" spc="-100" dirty="0">
                <a:latin typeface="+mn-ea"/>
                <a:ea typeface="+mn-ea"/>
              </a:rPr>
              <a:t>PC←8000 0180H</a:t>
            </a:r>
          </a:p>
        </p:txBody>
      </p:sp>
      <p:sp>
        <p:nvSpPr>
          <p:cNvPr id="17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64" y="6525145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190805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75</a:t>
            </a:r>
          </a:p>
        </p:txBody>
      </p:sp>
      <p:sp>
        <p:nvSpPr>
          <p:cNvPr id="15" name="Text Box 82"/>
          <p:cNvSpPr txBox="1">
            <a:spLocks noChangeArrowheads="1"/>
          </p:cNvSpPr>
          <p:nvPr/>
        </p:nvSpPr>
        <p:spPr bwMode="auto">
          <a:xfrm>
            <a:off x="2196000" y="2492896"/>
            <a:ext cx="6408837" cy="11278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OF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在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solidFill>
                  <a:srgbClr val="0070C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拍</a:t>
            </a:r>
            <a:r>
              <a:rPr lang="zh-CN" altLang="en-US" sz="2200" b="1" dirty="0">
                <a:latin typeface="宋体" panose="02010600030101010101" pitchFamily="2" charset="-122"/>
              </a:rPr>
              <a:t>检测，</a:t>
            </a:r>
            <a:r>
              <a:rPr lang="en-US" altLang="zh-CN" sz="2200" b="1" dirty="0" err="1">
                <a:latin typeface="+mn-ea"/>
                <a:sym typeface="+mn-ea"/>
              </a:rPr>
              <a:t>ErrCode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非法操作码信号线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err="1">
                <a:latin typeface="+mn-ea"/>
                <a:sym typeface="+mn-ea"/>
              </a:rPr>
              <a:t>在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solidFill>
                  <a:srgbClr val="0070C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拍</a:t>
            </a:r>
            <a:r>
              <a:rPr lang="zh-CN" altLang="en-US" sz="2200" b="1" dirty="0">
                <a:latin typeface="宋体" panose="02010600030101010101" pitchFamily="2" charset="-122"/>
              </a:rPr>
              <a:t>检测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90000"/>
              </a:lnSpc>
            </a:pP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T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2</a:t>
            </a:r>
            <a:r>
              <a:rPr lang="zh-CN" altLang="en-US" sz="1800" b="1" dirty="0">
                <a:latin typeface="宋体" panose="02010600030101010101" pitchFamily="2" charset="-122"/>
              </a:rPr>
              <a:t>拍产生        </a:t>
            </a:r>
            <a:r>
              <a:rPr lang="zh-CN" altLang="en-US" sz="18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T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</a:rPr>
              <a:t>拍产生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add+sub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latin typeface="+mn-lt"/>
              </a:rPr>
              <a:t>·</a:t>
            </a:r>
            <a:r>
              <a:rPr lang="en-US" altLang="zh-CN" sz="2200" b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2</a:t>
            </a:r>
            <a:r>
              <a:rPr lang="en-US" altLang="zh-CN" sz="2200" b="1" dirty="0"/>
              <a:t>·</a:t>
            </a:r>
            <a:r>
              <a:rPr lang="en-US" altLang="zh-CN" sz="2200" b="1" dirty="0">
                <a:latin typeface="+mn-ea"/>
                <a:ea typeface="+mn-ea"/>
              </a:rPr>
              <a:t>OF+</a:t>
            </a:r>
            <a:r>
              <a:rPr lang="en-US" altLang="zh-CN" sz="2200" b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1</a:t>
            </a:r>
            <a:r>
              <a:rPr lang="en-US" altLang="zh-CN" sz="2200" b="1" dirty="0"/>
              <a:t>·</a:t>
            </a:r>
            <a:r>
              <a:rPr lang="en-US" altLang="zh-CN" sz="2200" b="1" dirty="0">
                <a:latin typeface="+mn-ea"/>
                <a:ea typeface="+mn-ea"/>
              </a:rPr>
              <a:t>ErrCode</a:t>
            </a:r>
          </a:p>
        </p:txBody>
      </p:sp>
      <p:sp>
        <p:nvSpPr>
          <p:cNvPr id="14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5400000">
            <a:off x="406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80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03" name="AutoShape 97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6200000">
            <a:off x="2988000" y="6524450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79</a:t>
            </a:fld>
            <a:endParaRPr lang="en-US" altLang="zh-CN"/>
          </a:p>
        </p:txBody>
      </p:sp>
      <p:sp>
        <p:nvSpPr>
          <p:cNvPr id="3" name="Text Box 82"/>
          <p:cNvSpPr txBox="1">
            <a:spLocks noChangeArrowheads="1"/>
          </p:cNvSpPr>
          <p:nvPr/>
        </p:nvSpPr>
        <p:spPr bwMode="auto">
          <a:xfrm>
            <a:off x="179705" y="332656"/>
            <a:ext cx="287782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*数据通路的组织：</a:t>
            </a:r>
            <a:endParaRPr lang="en-US" altLang="zh-CN" sz="1800" b="1" spc="-50" dirty="0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192" name="Text Box 82"/>
          <p:cNvSpPr txBox="1">
            <a:spLocks noChangeArrowheads="1"/>
          </p:cNvSpPr>
          <p:nvPr/>
        </p:nvSpPr>
        <p:spPr bwMode="auto">
          <a:xfrm>
            <a:off x="179512" y="4553784"/>
            <a:ext cx="8856984" cy="1216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响应过程的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000" b="1" dirty="0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种异常略有差别，均为一个节拍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14000"/>
              </a:lnSpc>
            </a:pPr>
            <a:r>
              <a:rPr lang="en-US" altLang="zh-CN" sz="2000" b="1" kern="0" dirty="0">
                <a:latin typeface="+mn-ea"/>
                <a:ea typeface="+mn-ea"/>
              </a:rPr>
              <a:t>          </a:t>
            </a:r>
            <a:r>
              <a:rPr lang="en-US" altLang="zh-CN" sz="2000" b="1" kern="0" dirty="0" err="1">
                <a:latin typeface="+mn-ea"/>
                <a:ea typeface="+mn-ea"/>
              </a:rPr>
              <a:t>ALUAsrc</a:t>
            </a:r>
            <a:r>
              <a:rPr lang="zh-CN" altLang="en-US" sz="2000" b="1" kern="0" dirty="0">
                <a:latin typeface="+mn-ea"/>
                <a:ea typeface="+mn-ea"/>
              </a:rPr>
              <a:t>＝</a:t>
            </a:r>
            <a:r>
              <a:rPr lang="en-US" altLang="zh-CN" sz="2000" b="1" kern="0" dirty="0">
                <a:latin typeface="+mn-ea"/>
                <a:ea typeface="+mn-ea"/>
              </a:rPr>
              <a:t>1</a:t>
            </a:r>
            <a:r>
              <a:rPr lang="zh-CN" altLang="en-US" sz="2000" b="1" kern="0" dirty="0">
                <a:latin typeface="+mn-ea"/>
                <a:ea typeface="+mn-ea"/>
              </a:rPr>
              <a:t>、</a:t>
            </a:r>
            <a:r>
              <a:rPr lang="en-US" altLang="zh-CN" sz="2000" b="1" kern="0" dirty="0" err="1">
                <a:latin typeface="+mn-ea"/>
                <a:ea typeface="+mn-ea"/>
              </a:rPr>
              <a:t>ALUBsrc</a:t>
            </a:r>
            <a:r>
              <a:rPr lang="zh-CN" altLang="en-US" sz="2000" b="1" kern="0" dirty="0">
                <a:latin typeface="+mn-ea"/>
                <a:ea typeface="+mn-ea"/>
              </a:rPr>
              <a:t>＝</a:t>
            </a:r>
            <a:r>
              <a:rPr lang="en-US" altLang="zh-CN" sz="2000" b="1" kern="0" dirty="0">
                <a:latin typeface="+mn-ea"/>
                <a:ea typeface="+mn-ea"/>
              </a:rPr>
              <a:t>3</a:t>
            </a:r>
            <a:r>
              <a:rPr lang="zh-CN" altLang="en-US" sz="2000" b="1" kern="0" dirty="0">
                <a:latin typeface="+mn-ea"/>
                <a:ea typeface="+mn-ea"/>
              </a:rPr>
              <a:t>、</a:t>
            </a:r>
            <a:r>
              <a:rPr lang="en-US" altLang="zh-CN" sz="2000" b="1" kern="0" dirty="0" err="1">
                <a:latin typeface="+mn-ea"/>
                <a:ea typeface="+mn-ea"/>
              </a:rPr>
              <a:t>ALUctr</a:t>
            </a:r>
            <a:r>
              <a:rPr lang="zh-CN" altLang="en-US" sz="2000" b="1" kern="0" dirty="0">
                <a:latin typeface="+mn-ea"/>
                <a:ea typeface="+mn-ea"/>
              </a:rPr>
              <a:t>＝</a:t>
            </a:r>
            <a:r>
              <a:rPr lang="en-US" altLang="zh-CN" sz="2000" b="1" kern="0" dirty="0">
                <a:latin typeface="+mn-ea"/>
                <a:ea typeface="+mn-ea"/>
              </a:rPr>
              <a:t>1</a:t>
            </a:r>
            <a:r>
              <a:rPr lang="zh-CN" altLang="en-US" sz="2000" b="1" kern="0" dirty="0">
                <a:latin typeface="+mn-ea"/>
                <a:ea typeface="+mn-ea"/>
              </a:rPr>
              <a:t>、</a:t>
            </a:r>
            <a:r>
              <a:rPr lang="en-US" altLang="zh-CN" sz="2000" b="1" kern="0" dirty="0" err="1">
                <a:latin typeface="+mn-ea"/>
                <a:ea typeface="+mn-ea"/>
              </a:rPr>
              <a:t>RetType</a:t>
            </a:r>
            <a:r>
              <a:rPr lang="zh-CN" altLang="en-US" sz="2000" b="1" kern="0" dirty="0">
                <a:latin typeface="+mn-ea"/>
                <a:ea typeface="+mn-ea"/>
              </a:rPr>
              <a:t>＝</a:t>
            </a:r>
            <a:r>
              <a:rPr lang="en-US" altLang="zh-CN" sz="2000" b="1" kern="0" dirty="0">
                <a:latin typeface="+mn-ea"/>
                <a:ea typeface="+mn-ea"/>
              </a:rPr>
              <a:t>0</a:t>
            </a:r>
            <a:r>
              <a:rPr lang="zh-CN" altLang="en-US" sz="2000" b="1" kern="0" dirty="0">
                <a:solidFill>
                  <a:srgbClr val="990099"/>
                </a:solidFill>
                <a:latin typeface="+mn-ea"/>
                <a:ea typeface="+mn-ea"/>
              </a:rPr>
              <a:t>或</a:t>
            </a:r>
            <a:r>
              <a:rPr lang="en-US" altLang="zh-CN" sz="2000" b="1" kern="0" dirty="0">
                <a:latin typeface="+mn-ea"/>
                <a:ea typeface="+mn-ea"/>
              </a:rPr>
              <a:t>1</a:t>
            </a:r>
            <a:r>
              <a:rPr lang="zh-CN" altLang="en-US" sz="2000" b="1" kern="0" dirty="0">
                <a:latin typeface="+mn-ea"/>
                <a:ea typeface="+mn-ea"/>
              </a:rPr>
              <a:t>、</a:t>
            </a:r>
            <a:endParaRPr lang="en-US" altLang="zh-CN" sz="2000" b="1" kern="0" dirty="0">
              <a:latin typeface="+mn-ea"/>
              <a:ea typeface="+mn-ea"/>
            </a:endParaRPr>
          </a:p>
          <a:p>
            <a:pPr marL="1524000" indent="-1524000" algn="l">
              <a:lnSpc>
                <a:spcPct val="114000"/>
              </a:lnSpc>
            </a:pPr>
            <a:r>
              <a:rPr lang="en-US" altLang="zh-CN" sz="2000" b="1" kern="0" dirty="0">
                <a:latin typeface="+mn-ea"/>
                <a:ea typeface="+mn-ea"/>
              </a:rPr>
              <a:t>          </a:t>
            </a:r>
            <a:r>
              <a:rPr lang="en-US" altLang="zh-CN" sz="2000" b="1" kern="0" dirty="0" err="1">
                <a:latin typeface="+mn-ea"/>
                <a:ea typeface="+mn-ea"/>
              </a:rPr>
              <a:t>EPCWr</a:t>
            </a:r>
            <a:r>
              <a:rPr lang="zh-CN" altLang="en-US" sz="2000" b="1" kern="0" dirty="0">
                <a:latin typeface="宋体" panose="02010600030101010101" pitchFamily="2" charset="-122"/>
              </a:rPr>
              <a:t>，</a:t>
            </a:r>
            <a:r>
              <a:rPr lang="en-US" altLang="zh-CN" sz="2000" b="1" kern="0" dirty="0" err="1">
                <a:latin typeface="宋体" panose="02010600030101010101" pitchFamily="2" charset="-122"/>
              </a:rPr>
              <a:t>IntCause</a:t>
            </a:r>
            <a:r>
              <a:rPr lang="zh-CN" altLang="en-US" sz="2000" b="1" kern="0" dirty="0">
                <a:latin typeface="宋体" panose="02010600030101010101" pitchFamily="2" charset="-122"/>
              </a:rPr>
              <a:t>＝</a:t>
            </a:r>
            <a:r>
              <a:rPr lang="en-US" altLang="zh-CN" sz="2000" b="1" kern="0" dirty="0">
                <a:latin typeface="宋体" panose="02010600030101010101" pitchFamily="2" charset="-122"/>
              </a:rPr>
              <a:t>1</a:t>
            </a:r>
            <a:r>
              <a:rPr lang="zh-CN" altLang="en-US" sz="2000" b="1" kern="0" dirty="0">
                <a:solidFill>
                  <a:srgbClr val="990099"/>
                </a:solidFill>
                <a:latin typeface="宋体" panose="02010600030101010101" pitchFamily="2" charset="-122"/>
              </a:rPr>
              <a:t>或</a:t>
            </a:r>
            <a:r>
              <a:rPr lang="en-US" altLang="zh-CN" sz="2000" b="1" kern="0" dirty="0">
                <a:latin typeface="宋体" panose="02010600030101010101" pitchFamily="2" charset="-122"/>
              </a:rPr>
              <a:t>0</a:t>
            </a:r>
            <a:r>
              <a:rPr lang="zh-CN" altLang="en-US" sz="2000" b="1" kern="0" dirty="0">
                <a:latin typeface="宋体" panose="02010600030101010101" pitchFamily="2" charset="-122"/>
              </a:rPr>
              <a:t>、</a:t>
            </a:r>
            <a:r>
              <a:rPr lang="en-US" altLang="zh-CN" sz="2000" b="1" kern="0" dirty="0" err="1">
                <a:latin typeface="宋体" panose="02010600030101010101" pitchFamily="2" charset="-122"/>
              </a:rPr>
              <a:t>CauseWr</a:t>
            </a:r>
            <a:r>
              <a:rPr lang="zh-CN" altLang="en-US" sz="2000" b="1" kern="0" dirty="0">
                <a:latin typeface="宋体" panose="02010600030101010101" pitchFamily="2" charset="-122"/>
              </a:rPr>
              <a:t>，</a:t>
            </a:r>
            <a:r>
              <a:rPr lang="en-US" altLang="zh-CN" sz="2000" b="1" kern="0" dirty="0" err="1">
                <a:latin typeface="宋体" panose="02010600030101010101" pitchFamily="2" charset="-122"/>
              </a:rPr>
              <a:t>PCsrc</a:t>
            </a:r>
            <a:r>
              <a:rPr lang="zh-CN" altLang="en-US" sz="2000" b="1" kern="0" dirty="0">
                <a:latin typeface="宋体" panose="02010600030101010101" pitchFamily="2" charset="-122"/>
              </a:rPr>
              <a:t>＝</a:t>
            </a:r>
            <a:r>
              <a:rPr lang="en-US" altLang="zh-CN" sz="2000" b="1" kern="0" dirty="0">
                <a:latin typeface="宋体" panose="02010600030101010101" pitchFamily="2" charset="-122"/>
              </a:rPr>
              <a:t>3</a:t>
            </a:r>
            <a:r>
              <a:rPr lang="zh-CN" altLang="en-US" sz="2000" b="1" kern="0" dirty="0">
                <a:latin typeface="宋体" panose="02010600030101010101" pitchFamily="2" charset="-122"/>
              </a:rPr>
              <a:t>、</a:t>
            </a:r>
            <a:r>
              <a:rPr lang="en-US" altLang="zh-CN" sz="2000" b="1" kern="0" dirty="0" err="1">
                <a:latin typeface="宋体" panose="02010600030101010101" pitchFamily="2" charset="-122"/>
              </a:rPr>
              <a:t>PCWr</a:t>
            </a:r>
          </a:p>
        </p:txBody>
      </p:sp>
      <p:sp>
        <p:nvSpPr>
          <p:cNvPr id="204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" name="AutoShape 11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000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AutoShape 11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98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" name="Text Box 82"/>
          <p:cNvSpPr txBox="1">
            <a:spLocks noChangeArrowheads="1"/>
          </p:cNvSpPr>
          <p:nvPr/>
        </p:nvSpPr>
        <p:spPr bwMode="auto">
          <a:xfrm>
            <a:off x="2698750" y="332656"/>
            <a:ext cx="484505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增设</a:t>
            </a:r>
            <a:r>
              <a:rPr lang="en-US" altLang="zh-CN" sz="2200" b="1" dirty="0">
                <a:latin typeface="宋体" panose="02010600030101010101" pitchFamily="2" charset="-122"/>
              </a:rPr>
              <a:t>EPC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Cause</a:t>
            </a:r>
            <a:r>
              <a:rPr lang="zh-CN" altLang="en-US" sz="2200" b="1" dirty="0">
                <a:latin typeface="宋体" panose="02010600030101010101" pitchFamily="2" charset="-122"/>
              </a:rPr>
              <a:t>及其路径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输出路径略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spc="-50" dirty="0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140" name="AutoShape 157">
            <a:hlinkClick r:id="rId5" action="ppaction://hlinksldjump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1907704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82CB18D4-4C10-4BE6-9D74-8A0E91603062}"/>
              </a:ext>
            </a:extLst>
          </p:cNvPr>
          <p:cNvGrpSpPr/>
          <p:nvPr/>
        </p:nvGrpSpPr>
        <p:grpSpPr>
          <a:xfrm>
            <a:off x="251520" y="809368"/>
            <a:ext cx="8568872" cy="2880000"/>
            <a:chOff x="251520" y="1260000"/>
            <a:chExt cx="8568872" cy="2880000"/>
          </a:xfrm>
        </p:grpSpPr>
        <p:sp>
          <p:nvSpPr>
            <p:cNvPr id="187" name="Text Box 323">
              <a:extLst>
                <a:ext uri="{FF2B5EF4-FFF2-40B4-BE49-F238E27FC236}">
                  <a16:creationId xmlns:a16="http://schemas.microsoft.com/office/drawing/2014/main" id="{4CAD4F85-5258-4AE6-8C7E-890B4BB11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520" y="1548000"/>
              <a:ext cx="7848872" cy="2304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323">
              <a:extLst>
                <a:ext uri="{FF2B5EF4-FFF2-40B4-BE49-F238E27FC236}">
                  <a16:creationId xmlns:a16="http://schemas.microsoft.com/office/drawing/2014/main" id="{E8BFB65D-9C49-4DA0-8F0C-08355CB32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520" y="2448000"/>
              <a:ext cx="720000" cy="72008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189" name="Text Box 363">
              <a:extLst>
                <a:ext uri="{FF2B5EF4-FFF2-40B4-BE49-F238E27FC236}">
                  <a16:creationId xmlns:a16="http://schemas.microsoft.com/office/drawing/2014/main" id="{1CCE5387-5479-4BB8-AD2A-F48C140435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7200" y="2376000"/>
              <a:ext cx="324000" cy="684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900"/>
                </a:spcBef>
              </a:pPr>
              <a:r>
                <a:rPr kumimoji="1"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  <a:spcBef>
                  <a:spcPts val="100"/>
                </a:spcBef>
              </a:pPr>
              <a:r>
                <a:rPr kumimoji="1"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CCD67FD4-5396-4CBC-AA0B-41C4B7C69207}"/>
                </a:ext>
              </a:extLst>
            </p:cNvPr>
            <p:cNvCxnSpPr/>
            <p:nvPr/>
          </p:nvCxnSpPr>
          <p:spPr bwMode="auto">
            <a:xfrm>
              <a:off x="2447200" y="2196000"/>
              <a:ext cx="0" cy="154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5F1D24BE-2A61-4E75-B4C6-6942C4669834}"/>
                </a:ext>
              </a:extLst>
            </p:cNvPr>
            <p:cNvCxnSpPr/>
            <p:nvPr/>
          </p:nvCxnSpPr>
          <p:spPr>
            <a:xfrm>
              <a:off x="3239520" y="2700177"/>
              <a:ext cx="25200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69FA0755-271A-4DB7-A03D-B81A18EED78F}"/>
                </a:ext>
              </a:extLst>
            </p:cNvPr>
            <p:cNvCxnSpPr/>
            <p:nvPr/>
          </p:nvCxnSpPr>
          <p:spPr>
            <a:xfrm>
              <a:off x="2447200" y="2880000"/>
              <a:ext cx="104400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CA4CAF09-8E2C-48D9-BBE6-7F55178DD707}"/>
                </a:ext>
              </a:extLst>
            </p:cNvPr>
            <p:cNvCxnSpPr/>
            <p:nvPr/>
          </p:nvCxnSpPr>
          <p:spPr>
            <a:xfrm>
              <a:off x="2449442" y="3060216"/>
              <a:ext cx="104400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35">
              <a:extLst>
                <a:ext uri="{FF2B5EF4-FFF2-40B4-BE49-F238E27FC236}">
                  <a16:creationId xmlns:a16="http://schemas.microsoft.com/office/drawing/2014/main" id="{AF0A6755-F48D-48DB-B282-D35043154720}"/>
                </a:ext>
              </a:extLst>
            </p:cNvPr>
            <p:cNvCxnSpPr/>
            <p:nvPr/>
          </p:nvCxnSpPr>
          <p:spPr>
            <a:xfrm flipH="1">
              <a:off x="3347519" y="1800000"/>
              <a:ext cx="396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3C91DA3E-DE58-417A-B1A8-1F56CF6751F2}"/>
                </a:ext>
              </a:extLst>
            </p:cNvPr>
            <p:cNvCxnSpPr/>
            <p:nvPr/>
          </p:nvCxnSpPr>
          <p:spPr bwMode="auto">
            <a:xfrm flipV="1">
              <a:off x="4031520" y="3168000"/>
              <a:ext cx="0" cy="1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9" name="直接连接符 8">
              <a:extLst>
                <a:ext uri="{FF2B5EF4-FFF2-40B4-BE49-F238E27FC236}">
                  <a16:creationId xmlns:a16="http://schemas.microsoft.com/office/drawing/2014/main" id="{6EDB2E83-054E-41C0-8DF7-DD927CB0CE22}"/>
                </a:ext>
              </a:extLst>
            </p:cNvPr>
            <p:cNvCxnSpPr/>
            <p:nvPr/>
          </p:nvCxnSpPr>
          <p:spPr>
            <a:xfrm flipH="1" flipV="1">
              <a:off x="1151056" y="2016000"/>
              <a:ext cx="7236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TextBox 398">
              <a:extLst>
                <a:ext uri="{FF2B5EF4-FFF2-40B4-BE49-F238E27FC236}">
                  <a16:creationId xmlns:a16="http://schemas.microsoft.com/office/drawing/2014/main" id="{C2B2A93C-F14A-472A-907A-41F7CCFDFE8B}"/>
                </a:ext>
              </a:extLst>
            </p:cNvPr>
            <p:cNvSpPr txBox="1"/>
            <p:nvPr/>
          </p:nvSpPr>
          <p:spPr>
            <a:xfrm>
              <a:off x="2159168" y="1620000"/>
              <a:ext cx="288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01" name="TextBox 400">
              <a:extLst>
                <a:ext uri="{FF2B5EF4-FFF2-40B4-BE49-F238E27FC236}">
                  <a16:creationId xmlns:a16="http://schemas.microsoft.com/office/drawing/2014/main" id="{E4EEBDFC-F772-4342-8C89-D36614ACDFDC}"/>
                </a:ext>
              </a:extLst>
            </p:cNvPr>
            <p:cNvSpPr txBox="1"/>
            <p:nvPr/>
          </p:nvSpPr>
          <p:spPr>
            <a:xfrm>
              <a:off x="2771520" y="3924000"/>
              <a:ext cx="576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</a:p>
          </p:txBody>
        </p:sp>
        <p:sp>
          <p:nvSpPr>
            <p:cNvPr id="203" name="TextBox 401">
              <a:extLst>
                <a:ext uri="{FF2B5EF4-FFF2-40B4-BE49-F238E27FC236}">
                  <a16:creationId xmlns:a16="http://schemas.microsoft.com/office/drawing/2014/main" id="{2B516DE9-41A3-4887-B4B9-4DB6E68FCA7B}"/>
                </a:ext>
              </a:extLst>
            </p:cNvPr>
            <p:cNvSpPr txBox="1"/>
            <p:nvPr/>
          </p:nvSpPr>
          <p:spPr>
            <a:xfrm>
              <a:off x="2159520" y="2844000"/>
              <a:ext cx="288000" cy="720000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53F60563-FB73-4236-BD4F-B4397E0DF24C}"/>
                </a:ext>
              </a:extLst>
            </p:cNvPr>
            <p:cNvSpPr/>
            <p:nvPr/>
          </p:nvSpPr>
          <p:spPr bwMode="auto">
            <a:xfrm>
              <a:off x="2952255" y="266400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576CF72A-A2E1-443A-A9CC-1FE2A771880B}"/>
                </a:ext>
              </a:extLst>
            </p:cNvPr>
            <p:cNvSpPr/>
            <p:nvPr/>
          </p:nvSpPr>
          <p:spPr bwMode="auto">
            <a:xfrm>
              <a:off x="2952511" y="2520000"/>
              <a:ext cx="72000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D6DBAB46-1F29-4A87-B9AF-C92910FFD8A9}"/>
                </a:ext>
              </a:extLst>
            </p:cNvPr>
            <p:cNvCxnSpPr/>
            <p:nvPr/>
          </p:nvCxnSpPr>
          <p:spPr>
            <a:xfrm>
              <a:off x="2447520" y="2556160"/>
              <a:ext cx="50400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103">
              <a:extLst>
                <a:ext uri="{FF2B5EF4-FFF2-40B4-BE49-F238E27FC236}">
                  <a16:creationId xmlns:a16="http://schemas.microsoft.com/office/drawing/2014/main" id="{6AF0E4F3-5045-4278-9AE0-FC89822F1252}"/>
                </a:ext>
              </a:extLst>
            </p:cNvPr>
            <p:cNvCxnSpPr/>
            <p:nvPr/>
          </p:nvCxnSpPr>
          <p:spPr>
            <a:xfrm flipV="1">
              <a:off x="2771520" y="2700176"/>
              <a:ext cx="0" cy="180000"/>
            </a:xfrm>
            <a:prstGeom prst="straightConnector1">
              <a:avLst/>
            </a:prstGeom>
            <a:ln w="1270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D8BBB573-461E-4379-B9BA-367CCCC21693}"/>
                </a:ext>
              </a:extLst>
            </p:cNvPr>
            <p:cNvCxnSpPr/>
            <p:nvPr/>
          </p:nvCxnSpPr>
          <p:spPr bwMode="auto">
            <a:xfrm flipH="1" flipV="1">
              <a:off x="3887520" y="3780000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10" name="TextBox 415">
              <a:extLst>
                <a:ext uri="{FF2B5EF4-FFF2-40B4-BE49-F238E27FC236}">
                  <a16:creationId xmlns:a16="http://schemas.microsoft.com/office/drawing/2014/main" id="{C1FF6099-517B-4A67-BA76-0EA6884BB620}"/>
                </a:ext>
              </a:extLst>
            </p:cNvPr>
            <p:cNvSpPr txBox="1"/>
            <p:nvPr/>
          </p:nvSpPr>
          <p:spPr>
            <a:xfrm>
              <a:off x="1439088" y="3960000"/>
              <a:ext cx="43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IRWr</a:t>
              </a:r>
            </a:p>
          </p:txBody>
        </p:sp>
        <p:sp>
          <p:nvSpPr>
            <p:cNvPr id="211" name="TextBox 416">
              <a:extLst>
                <a:ext uri="{FF2B5EF4-FFF2-40B4-BE49-F238E27FC236}">
                  <a16:creationId xmlns:a16="http://schemas.microsoft.com/office/drawing/2014/main" id="{E3520F7E-CD85-4FC7-9396-268E882F4E07}"/>
                </a:ext>
              </a:extLst>
            </p:cNvPr>
            <p:cNvSpPr txBox="1"/>
            <p:nvPr/>
          </p:nvSpPr>
          <p:spPr>
            <a:xfrm>
              <a:off x="3649408" y="3924000"/>
              <a:ext cx="684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Extctr</a:t>
              </a:r>
            </a:p>
          </p:txBody>
        </p:sp>
        <p:cxnSp>
          <p:nvCxnSpPr>
            <p:cNvPr id="212" name="直接连接符 46">
              <a:extLst>
                <a:ext uri="{FF2B5EF4-FFF2-40B4-BE49-F238E27FC236}">
                  <a16:creationId xmlns:a16="http://schemas.microsoft.com/office/drawing/2014/main" id="{8AD42326-2749-445F-88CD-00F6A9B5E2A7}"/>
                </a:ext>
              </a:extLst>
            </p:cNvPr>
            <p:cNvCxnSpPr/>
            <p:nvPr/>
          </p:nvCxnSpPr>
          <p:spPr bwMode="auto">
            <a:xfrm flipV="1">
              <a:off x="3131520" y="3348000"/>
              <a:ext cx="0" cy="57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D9BC7100-05FE-4843-AB5C-87CFADA8A4F7}"/>
                </a:ext>
              </a:extLst>
            </p:cNvPr>
            <p:cNvCxnSpPr/>
            <p:nvPr/>
          </p:nvCxnSpPr>
          <p:spPr>
            <a:xfrm flipV="1">
              <a:off x="3347520" y="2556162"/>
              <a:ext cx="144664" cy="892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8">
              <a:extLst>
                <a:ext uri="{FF2B5EF4-FFF2-40B4-BE49-F238E27FC236}">
                  <a16:creationId xmlns:a16="http://schemas.microsoft.com/office/drawing/2014/main" id="{D2DCC194-92CD-4539-95E5-D0072032849D}"/>
                </a:ext>
              </a:extLst>
            </p:cNvPr>
            <p:cNvCxnSpPr/>
            <p:nvPr/>
          </p:nvCxnSpPr>
          <p:spPr>
            <a:xfrm>
              <a:off x="7703892" y="2808000"/>
              <a:ext cx="826398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TextBox 430">
              <a:extLst>
                <a:ext uri="{FF2B5EF4-FFF2-40B4-BE49-F238E27FC236}">
                  <a16:creationId xmlns:a16="http://schemas.microsoft.com/office/drawing/2014/main" id="{3A00D048-BB42-4B8C-A468-714BE90B5170}"/>
                </a:ext>
              </a:extLst>
            </p:cNvPr>
            <p:cNvSpPr txBox="1"/>
            <p:nvPr/>
          </p:nvSpPr>
          <p:spPr>
            <a:xfrm>
              <a:off x="2735232" y="1260000"/>
              <a:ext cx="79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RegAsrc</a:t>
              </a:r>
            </a:p>
          </p:txBody>
        </p:sp>
        <p:sp>
          <p:nvSpPr>
            <p:cNvPr id="216" name="TextBox 432">
              <a:extLst>
                <a:ext uri="{FF2B5EF4-FFF2-40B4-BE49-F238E27FC236}">
                  <a16:creationId xmlns:a16="http://schemas.microsoft.com/office/drawing/2014/main" id="{B9FA852A-4B7A-48E2-8B8C-77EFE29058C8}"/>
                </a:ext>
              </a:extLst>
            </p:cNvPr>
            <p:cNvSpPr txBox="1"/>
            <p:nvPr/>
          </p:nvSpPr>
          <p:spPr>
            <a:xfrm>
              <a:off x="2447200" y="2160000"/>
              <a:ext cx="504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addr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7A1BC2EC-FA9D-4DE7-8E4A-AA39D9F3749D}"/>
                </a:ext>
              </a:extLst>
            </p:cNvPr>
            <p:cNvCxnSpPr/>
            <p:nvPr/>
          </p:nvCxnSpPr>
          <p:spPr>
            <a:xfrm flipV="1">
              <a:off x="1151056" y="3204000"/>
              <a:ext cx="144016" cy="894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8" name="Text Box 323">
              <a:extLst>
                <a:ext uri="{FF2B5EF4-FFF2-40B4-BE49-F238E27FC236}">
                  <a16:creationId xmlns:a16="http://schemas.microsoft.com/office/drawing/2014/main" id="{06975116-831A-4E54-A0AB-BD384CA19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072" y="2880000"/>
              <a:ext cx="648072" cy="432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IMEM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9" name="直接连接符 199">
              <a:extLst>
                <a:ext uri="{FF2B5EF4-FFF2-40B4-BE49-F238E27FC236}">
                  <a16:creationId xmlns:a16="http://schemas.microsoft.com/office/drawing/2014/main" id="{125885A6-A66A-47ED-BB10-94BB72EF3DDF}"/>
                </a:ext>
              </a:extLst>
            </p:cNvPr>
            <p:cNvCxnSpPr/>
            <p:nvPr/>
          </p:nvCxnSpPr>
          <p:spPr bwMode="auto">
            <a:xfrm>
              <a:off x="899520" y="2988000"/>
              <a:ext cx="39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6C1C9903-EE62-42AB-A5A2-C458FB0A3572}"/>
                </a:ext>
              </a:extLst>
            </p:cNvPr>
            <p:cNvCxnSpPr/>
            <p:nvPr/>
          </p:nvCxnSpPr>
          <p:spPr>
            <a:xfrm>
              <a:off x="1943144" y="3564000"/>
              <a:ext cx="50405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04C70462-32E7-445A-A5CD-80C4FCA8B7CD}"/>
                </a:ext>
              </a:extLst>
            </p:cNvPr>
            <p:cNvCxnSpPr/>
            <p:nvPr/>
          </p:nvCxnSpPr>
          <p:spPr>
            <a:xfrm flipH="1">
              <a:off x="1907520" y="1620000"/>
              <a:ext cx="4932000" cy="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Text Box 323">
              <a:extLst>
                <a:ext uri="{FF2B5EF4-FFF2-40B4-BE49-F238E27FC236}">
                  <a16:creationId xmlns:a16="http://schemas.microsoft.com/office/drawing/2014/main" id="{93A087BF-EAD1-4782-B098-D1C3FE758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5520" y="2844000"/>
              <a:ext cx="216023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990099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A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223" name="Text Box 323">
              <a:extLst>
                <a:ext uri="{FF2B5EF4-FFF2-40B4-BE49-F238E27FC236}">
                  <a16:creationId xmlns:a16="http://schemas.microsoft.com/office/drawing/2014/main" id="{86FAF9BE-EF46-43FF-ACEB-3F711574B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5520" y="2484152"/>
              <a:ext cx="216023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990099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B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56EC0853-103C-4409-A603-BBF243197E8D}"/>
                </a:ext>
              </a:extLst>
            </p:cNvPr>
            <p:cNvCxnSpPr/>
            <p:nvPr/>
          </p:nvCxnSpPr>
          <p:spPr>
            <a:xfrm>
              <a:off x="4211520" y="2988000"/>
              <a:ext cx="144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82904093-F3BD-4B1C-994E-97AEF7FB9D09}"/>
                </a:ext>
              </a:extLst>
            </p:cNvPr>
            <p:cNvCxnSpPr/>
            <p:nvPr/>
          </p:nvCxnSpPr>
          <p:spPr>
            <a:xfrm>
              <a:off x="4211520" y="2628000"/>
              <a:ext cx="144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89BE6502-AE88-4E9D-B141-A66C329B64C9}"/>
                </a:ext>
              </a:extLst>
            </p:cNvPr>
            <p:cNvCxnSpPr/>
            <p:nvPr/>
          </p:nvCxnSpPr>
          <p:spPr bwMode="auto">
            <a:xfrm flipV="1">
              <a:off x="4463520" y="3096000"/>
              <a:ext cx="0" cy="1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727B2823-1209-45BA-90C7-DB82CB6C096B}"/>
                </a:ext>
              </a:extLst>
            </p:cNvPr>
            <p:cNvCxnSpPr/>
            <p:nvPr/>
          </p:nvCxnSpPr>
          <p:spPr bwMode="auto">
            <a:xfrm>
              <a:off x="4463424" y="2376000"/>
              <a:ext cx="0" cy="1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BF863CD0-F48E-4F7A-87CD-4F20B5B07192}"/>
                </a:ext>
              </a:extLst>
            </p:cNvPr>
            <p:cNvCxnSpPr/>
            <p:nvPr/>
          </p:nvCxnSpPr>
          <p:spPr bwMode="auto">
            <a:xfrm>
              <a:off x="1043520" y="3096000"/>
              <a:ext cx="0" cy="82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29" name="直接连接符 97">
              <a:extLst>
                <a:ext uri="{FF2B5EF4-FFF2-40B4-BE49-F238E27FC236}">
                  <a16:creationId xmlns:a16="http://schemas.microsoft.com/office/drawing/2014/main" id="{43D55424-52E8-44F1-86C0-0509C2C65C66}"/>
                </a:ext>
              </a:extLst>
            </p:cNvPr>
            <p:cNvCxnSpPr/>
            <p:nvPr/>
          </p:nvCxnSpPr>
          <p:spPr>
            <a:xfrm>
              <a:off x="4571520" y="2988000"/>
              <a:ext cx="252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>
              <a:extLst>
                <a:ext uri="{FF2B5EF4-FFF2-40B4-BE49-F238E27FC236}">
                  <a16:creationId xmlns:a16="http://schemas.microsoft.com/office/drawing/2014/main" id="{800A3ACC-BEAF-4E83-A30F-4209FABC2111}"/>
                </a:ext>
              </a:extLst>
            </p:cNvPr>
            <p:cNvCxnSpPr/>
            <p:nvPr/>
          </p:nvCxnSpPr>
          <p:spPr>
            <a:xfrm>
              <a:off x="4571519" y="2628000"/>
              <a:ext cx="1080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207BFF92-6654-40A6-ACCD-F3C4BF5D861B}"/>
                </a:ext>
              </a:extLst>
            </p:cNvPr>
            <p:cNvCxnSpPr/>
            <p:nvPr/>
          </p:nvCxnSpPr>
          <p:spPr>
            <a:xfrm>
              <a:off x="4679520" y="2772184"/>
              <a:ext cx="972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118">
              <a:extLst>
                <a:ext uri="{FF2B5EF4-FFF2-40B4-BE49-F238E27FC236}">
                  <a16:creationId xmlns:a16="http://schemas.microsoft.com/office/drawing/2014/main" id="{BFACD2EF-519A-471C-93E6-5070866B0A66}"/>
                </a:ext>
              </a:extLst>
            </p:cNvPr>
            <p:cNvCxnSpPr/>
            <p:nvPr/>
          </p:nvCxnSpPr>
          <p:spPr>
            <a:xfrm>
              <a:off x="4931520" y="2124000"/>
              <a:ext cx="0" cy="1008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 Box 18">
              <a:extLst>
                <a:ext uri="{FF2B5EF4-FFF2-40B4-BE49-F238E27FC236}">
                  <a16:creationId xmlns:a16="http://schemas.microsoft.com/office/drawing/2014/main" id="{3B75A1E8-2314-423F-A9A3-5C68B5E2D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897823" y="2484000"/>
              <a:ext cx="396000" cy="28892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18C8B4FB-A892-46F3-8844-8D2FE7725623}"/>
                </a:ext>
              </a:extLst>
            </p:cNvPr>
            <p:cNvCxnSpPr/>
            <p:nvPr/>
          </p:nvCxnSpPr>
          <p:spPr>
            <a:xfrm>
              <a:off x="2447519" y="2340000"/>
              <a:ext cx="3528000" cy="0"/>
            </a:xfrm>
            <a:prstGeom prst="line">
              <a:avLst/>
            </a:prstGeom>
            <a:ln w="1905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B4B1405B-28E4-49E6-8DEA-373633193E6E}"/>
                </a:ext>
              </a:extLst>
            </p:cNvPr>
            <p:cNvCxnSpPr/>
            <p:nvPr/>
          </p:nvCxnSpPr>
          <p:spPr>
            <a:xfrm>
              <a:off x="2087161" y="2124000"/>
              <a:ext cx="3888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8">
              <a:extLst>
                <a:ext uri="{FF2B5EF4-FFF2-40B4-BE49-F238E27FC236}">
                  <a16:creationId xmlns:a16="http://schemas.microsoft.com/office/drawing/2014/main" id="{EBB979E2-7C5D-477A-88C3-CA01599D6EFA}"/>
                </a:ext>
              </a:extLst>
            </p:cNvPr>
            <p:cNvCxnSpPr/>
            <p:nvPr/>
          </p:nvCxnSpPr>
          <p:spPr>
            <a:xfrm flipH="1">
              <a:off x="4247400" y="1764000"/>
              <a:ext cx="4428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Text Box 323">
              <a:extLst>
                <a:ext uri="{FF2B5EF4-FFF2-40B4-BE49-F238E27FC236}">
                  <a16:creationId xmlns:a16="http://schemas.microsoft.com/office/drawing/2014/main" id="{DA78CAF6-CC7D-4466-BC48-F1CE24415B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072" y="3420000"/>
              <a:ext cx="648072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IR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CE4E00FD-CB5F-4DD4-BB68-9E097DCA13CF}"/>
                </a:ext>
              </a:extLst>
            </p:cNvPr>
            <p:cNvCxnSpPr/>
            <p:nvPr/>
          </p:nvCxnSpPr>
          <p:spPr>
            <a:xfrm flipH="1">
              <a:off x="1943520" y="3096000"/>
              <a:ext cx="144000" cy="0"/>
            </a:xfrm>
            <a:prstGeom prst="line">
              <a:avLst/>
            </a:prstGeom>
            <a:ln w="1905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72094D81-C180-4F64-AE5F-23CC71DB17C6}"/>
                </a:ext>
              </a:extLst>
            </p:cNvPr>
            <p:cNvCxnSpPr/>
            <p:nvPr/>
          </p:nvCxnSpPr>
          <p:spPr bwMode="auto">
            <a:xfrm flipV="1">
              <a:off x="1655112" y="3672000"/>
              <a:ext cx="1" cy="25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7B4842E8-81D8-4BBC-9ABA-9344C6433B22}"/>
                </a:ext>
              </a:extLst>
            </p:cNvPr>
            <p:cNvCxnSpPr/>
            <p:nvPr/>
          </p:nvCxnSpPr>
          <p:spPr bwMode="auto">
            <a:xfrm flipV="1">
              <a:off x="3707520" y="3168000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F631881C-F58E-4CBB-B82E-D86847541E10}"/>
                </a:ext>
              </a:extLst>
            </p:cNvPr>
            <p:cNvCxnSpPr/>
            <p:nvPr/>
          </p:nvCxnSpPr>
          <p:spPr bwMode="auto">
            <a:xfrm>
              <a:off x="3095520" y="1476000"/>
              <a:ext cx="0" cy="95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3A8F7260-E5DB-4ABB-BF81-D31072D9BF41}"/>
                </a:ext>
              </a:extLst>
            </p:cNvPr>
            <p:cNvCxnSpPr/>
            <p:nvPr/>
          </p:nvCxnSpPr>
          <p:spPr bwMode="auto">
            <a:xfrm flipV="1">
              <a:off x="1043520" y="3096000"/>
              <a:ext cx="252000" cy="107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43" name="Text Box 18">
              <a:extLst>
                <a:ext uri="{FF2B5EF4-FFF2-40B4-BE49-F238E27FC236}">
                  <a16:creationId xmlns:a16="http://schemas.microsoft.com/office/drawing/2014/main" id="{5FA68714-4AEF-4A6B-B004-1BD279E83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3520" y="1728000"/>
              <a:ext cx="504055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4C4944A1-D3C7-40AD-901F-F1C7901C7279}"/>
                </a:ext>
              </a:extLst>
            </p:cNvPr>
            <p:cNvSpPr/>
            <p:nvPr/>
          </p:nvSpPr>
          <p:spPr bwMode="auto">
            <a:xfrm>
              <a:off x="4175520" y="172800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E26AE461-E839-48EC-B116-2FCC8F389599}"/>
                </a:ext>
              </a:extLst>
            </p:cNvPr>
            <p:cNvSpPr/>
            <p:nvPr/>
          </p:nvSpPr>
          <p:spPr bwMode="auto">
            <a:xfrm>
              <a:off x="4175392" y="1872000"/>
              <a:ext cx="72000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A5959C2D-AB37-480E-A28F-6326DD1F5665}"/>
                </a:ext>
              </a:extLst>
            </p:cNvPr>
            <p:cNvCxnSpPr/>
            <p:nvPr/>
          </p:nvCxnSpPr>
          <p:spPr bwMode="auto">
            <a:xfrm>
              <a:off x="4031375" y="1476000"/>
              <a:ext cx="1" cy="25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47" name="TextBox 499">
              <a:extLst>
                <a:ext uri="{FF2B5EF4-FFF2-40B4-BE49-F238E27FC236}">
                  <a16:creationId xmlns:a16="http://schemas.microsoft.com/office/drawing/2014/main" id="{8ECB1A14-82DC-4AFE-BFB7-E7251D7B48EB}"/>
                </a:ext>
              </a:extLst>
            </p:cNvPr>
            <p:cNvSpPr txBox="1"/>
            <p:nvPr/>
          </p:nvSpPr>
          <p:spPr>
            <a:xfrm>
              <a:off x="3671520" y="1260000"/>
              <a:ext cx="79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RegDsrc</a:t>
              </a:r>
            </a:p>
          </p:txBody>
        </p:sp>
        <p:sp>
          <p:nvSpPr>
            <p:cNvPr id="248" name="TextBox 509">
              <a:extLst>
                <a:ext uri="{FF2B5EF4-FFF2-40B4-BE49-F238E27FC236}">
                  <a16:creationId xmlns:a16="http://schemas.microsoft.com/office/drawing/2014/main" id="{1E99C766-5756-4448-8C8D-C65014EA9315}"/>
                </a:ext>
              </a:extLst>
            </p:cNvPr>
            <p:cNvSpPr txBox="1"/>
            <p:nvPr/>
          </p:nvSpPr>
          <p:spPr>
            <a:xfrm>
              <a:off x="863024" y="3960000"/>
              <a:ext cx="43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IMRd</a:t>
              </a:r>
            </a:p>
          </p:txBody>
        </p:sp>
        <p:cxnSp>
          <p:nvCxnSpPr>
            <p:cNvPr id="249" name="直接连接符 199">
              <a:extLst>
                <a:ext uri="{FF2B5EF4-FFF2-40B4-BE49-F238E27FC236}">
                  <a16:creationId xmlns:a16="http://schemas.microsoft.com/office/drawing/2014/main" id="{6067021A-4320-4BDA-845F-983114552A89}"/>
                </a:ext>
              </a:extLst>
            </p:cNvPr>
            <p:cNvCxnSpPr/>
            <p:nvPr/>
          </p:nvCxnSpPr>
          <p:spPr bwMode="auto">
            <a:xfrm flipV="1">
              <a:off x="1439088" y="3672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50" name="TextBox 515">
              <a:extLst>
                <a:ext uri="{FF2B5EF4-FFF2-40B4-BE49-F238E27FC236}">
                  <a16:creationId xmlns:a16="http://schemas.microsoft.com/office/drawing/2014/main" id="{D935CB5A-9B37-4EC3-936D-654D8ADA0265}"/>
                </a:ext>
              </a:extLst>
            </p:cNvPr>
            <p:cNvSpPr txBox="1"/>
            <p:nvPr/>
          </p:nvSpPr>
          <p:spPr>
            <a:xfrm>
              <a:off x="251520" y="2232000"/>
              <a:ext cx="648000" cy="432000"/>
            </a:xfrm>
            <a:prstGeom prst="rect">
              <a:avLst/>
            </a:prstGeom>
            <a:noFill/>
          </p:spPr>
          <p:txBody>
            <a:bodyPr wrap="square" lIns="0" tIns="0" rIns="18000" bIns="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0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P0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=)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799720FD-5371-4C14-89A2-AC3B2CB2DDEE}"/>
                </a:ext>
              </a:extLst>
            </p:cNvPr>
            <p:cNvCxnSpPr/>
            <p:nvPr/>
          </p:nvCxnSpPr>
          <p:spPr>
            <a:xfrm>
              <a:off x="2447199" y="3744000"/>
              <a:ext cx="72000" cy="180000"/>
            </a:xfrm>
            <a:prstGeom prst="line">
              <a:avLst/>
            </a:prstGeom>
            <a:ln w="15875">
              <a:solidFill>
                <a:srgbClr val="9900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519">
              <a:extLst>
                <a:ext uri="{FF2B5EF4-FFF2-40B4-BE49-F238E27FC236}">
                  <a16:creationId xmlns:a16="http://schemas.microsoft.com/office/drawing/2014/main" id="{FA34B7BE-0C39-4B63-9E5B-7F80ACFB6655}"/>
                </a:ext>
              </a:extLst>
            </p:cNvPr>
            <p:cNvSpPr txBox="1"/>
            <p:nvPr/>
          </p:nvSpPr>
          <p:spPr>
            <a:xfrm>
              <a:off x="2339520" y="3924000"/>
              <a:ext cx="324000" cy="1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ID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53" name="直接连接符 284">
              <a:extLst>
                <a:ext uri="{FF2B5EF4-FFF2-40B4-BE49-F238E27FC236}">
                  <a16:creationId xmlns:a16="http://schemas.microsoft.com/office/drawing/2014/main" id="{96B684FF-CA30-4A13-9126-896435538C0F}"/>
                </a:ext>
              </a:extLst>
            </p:cNvPr>
            <p:cNvCxnSpPr/>
            <p:nvPr/>
          </p:nvCxnSpPr>
          <p:spPr>
            <a:xfrm flipV="1">
              <a:off x="4679520" y="2772000"/>
              <a:ext cx="0" cy="864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187">
              <a:extLst>
                <a:ext uri="{FF2B5EF4-FFF2-40B4-BE49-F238E27FC236}">
                  <a16:creationId xmlns:a16="http://schemas.microsoft.com/office/drawing/2014/main" id="{5038429E-F405-4623-85AF-5E099A0EFBAD}"/>
                </a:ext>
              </a:extLst>
            </p:cNvPr>
            <p:cNvCxnSpPr/>
            <p:nvPr/>
          </p:nvCxnSpPr>
          <p:spPr>
            <a:xfrm>
              <a:off x="1151160" y="3564000"/>
              <a:ext cx="144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84">
              <a:extLst>
                <a:ext uri="{FF2B5EF4-FFF2-40B4-BE49-F238E27FC236}">
                  <a16:creationId xmlns:a16="http://schemas.microsoft.com/office/drawing/2014/main" id="{6DF0FD47-F692-4E5E-98C1-97B7C8F7A263}"/>
                </a:ext>
              </a:extLst>
            </p:cNvPr>
            <p:cNvCxnSpPr/>
            <p:nvPr/>
          </p:nvCxnSpPr>
          <p:spPr>
            <a:xfrm flipH="1">
              <a:off x="1151160" y="3204000"/>
              <a:ext cx="0" cy="360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1FD62C9A-2BD1-4624-9441-345CFD287E6C}"/>
                </a:ext>
              </a:extLst>
            </p:cNvPr>
            <p:cNvCxnSpPr/>
            <p:nvPr/>
          </p:nvCxnSpPr>
          <p:spPr>
            <a:xfrm>
              <a:off x="2771520" y="2700000"/>
              <a:ext cx="18000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84">
              <a:extLst>
                <a:ext uri="{FF2B5EF4-FFF2-40B4-BE49-F238E27FC236}">
                  <a16:creationId xmlns:a16="http://schemas.microsoft.com/office/drawing/2014/main" id="{86F64E59-A24D-4CFE-90C1-DE7DB180A30F}"/>
                </a:ext>
              </a:extLst>
            </p:cNvPr>
            <p:cNvCxnSpPr/>
            <p:nvPr/>
          </p:nvCxnSpPr>
          <p:spPr>
            <a:xfrm flipH="1">
              <a:off x="3347520" y="1800000"/>
              <a:ext cx="0" cy="756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82F982EA-484B-4ACC-BDF0-02DD644944F2}"/>
                </a:ext>
              </a:extLst>
            </p:cNvPr>
            <p:cNvCxnSpPr/>
            <p:nvPr/>
          </p:nvCxnSpPr>
          <p:spPr>
            <a:xfrm>
              <a:off x="2087896" y="2628000"/>
              <a:ext cx="1" cy="468000"/>
            </a:xfrm>
            <a:prstGeom prst="line">
              <a:avLst/>
            </a:prstGeom>
            <a:ln w="19050">
              <a:solidFill>
                <a:srgbClr val="C000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39327DC9-8E1C-44FE-90D6-1E5B80A4818D}"/>
                </a:ext>
              </a:extLst>
            </p:cNvPr>
            <p:cNvCxnSpPr/>
            <p:nvPr/>
          </p:nvCxnSpPr>
          <p:spPr bwMode="auto">
            <a:xfrm>
              <a:off x="1727520" y="2340000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60" name="Text Box 323">
              <a:extLst>
                <a:ext uri="{FF2B5EF4-FFF2-40B4-BE49-F238E27FC236}">
                  <a16:creationId xmlns:a16="http://schemas.microsoft.com/office/drawing/2014/main" id="{20D945A8-698F-481B-BEE2-2303B864E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520" y="2484000"/>
              <a:ext cx="64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PC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61" name="直接连接符 187">
              <a:extLst>
                <a:ext uri="{FF2B5EF4-FFF2-40B4-BE49-F238E27FC236}">
                  <a16:creationId xmlns:a16="http://schemas.microsoft.com/office/drawing/2014/main" id="{A6A39B51-D24D-4447-8C59-A0E1D321ACAB}"/>
                </a:ext>
              </a:extLst>
            </p:cNvPr>
            <p:cNvCxnSpPr/>
            <p:nvPr/>
          </p:nvCxnSpPr>
          <p:spPr>
            <a:xfrm>
              <a:off x="1151520" y="2628000"/>
              <a:ext cx="144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199">
              <a:extLst>
                <a:ext uri="{FF2B5EF4-FFF2-40B4-BE49-F238E27FC236}">
                  <a16:creationId xmlns:a16="http://schemas.microsoft.com/office/drawing/2014/main" id="{BD895522-6121-48A2-A5FF-FD9C6CD3C94C}"/>
                </a:ext>
              </a:extLst>
            </p:cNvPr>
            <p:cNvCxnSpPr/>
            <p:nvPr/>
          </p:nvCxnSpPr>
          <p:spPr bwMode="auto">
            <a:xfrm>
              <a:off x="1439088" y="2340000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63" name="TextBox 498">
              <a:extLst>
                <a:ext uri="{FF2B5EF4-FFF2-40B4-BE49-F238E27FC236}">
                  <a16:creationId xmlns:a16="http://schemas.microsoft.com/office/drawing/2014/main" id="{45DA1B97-2C37-4F2C-AF88-0072F0ECF7DF}"/>
                </a:ext>
              </a:extLst>
            </p:cNvPr>
            <p:cNvSpPr txBox="1"/>
            <p:nvPr/>
          </p:nvSpPr>
          <p:spPr>
            <a:xfrm>
              <a:off x="1583103" y="1260000"/>
              <a:ext cx="612069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PCWrB</a:t>
              </a:r>
            </a:p>
          </p:txBody>
        </p: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8FB331D5-C4BD-4016-9E67-B86373277F88}"/>
                </a:ext>
              </a:extLst>
            </p:cNvPr>
            <p:cNvCxnSpPr/>
            <p:nvPr/>
          </p:nvCxnSpPr>
          <p:spPr>
            <a:xfrm>
              <a:off x="899520" y="2340000"/>
              <a:ext cx="54000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84">
              <a:extLst>
                <a:ext uri="{FF2B5EF4-FFF2-40B4-BE49-F238E27FC236}">
                  <a16:creationId xmlns:a16="http://schemas.microsoft.com/office/drawing/2014/main" id="{FD4AF6E6-7D53-4724-B6EB-338F718CC6D0}"/>
                </a:ext>
              </a:extLst>
            </p:cNvPr>
            <p:cNvCxnSpPr/>
            <p:nvPr/>
          </p:nvCxnSpPr>
          <p:spPr>
            <a:xfrm flipH="1">
              <a:off x="1151520" y="2016000"/>
              <a:ext cx="0" cy="612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矩形 265">
              <a:extLst>
                <a:ext uri="{FF2B5EF4-FFF2-40B4-BE49-F238E27FC236}">
                  <a16:creationId xmlns:a16="http://schemas.microsoft.com/office/drawing/2014/main" id="{204496D0-DFC0-40AA-84B0-48020BAA591C}"/>
                </a:ext>
              </a:extLst>
            </p:cNvPr>
            <p:cNvSpPr/>
            <p:nvPr/>
          </p:nvSpPr>
          <p:spPr>
            <a:xfrm>
              <a:off x="1548000" y="2160000"/>
              <a:ext cx="360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dirty="0">
                  <a:solidFill>
                    <a:schemeClr val="tx1"/>
                  </a:solidFill>
                  <a:latin typeface="+mn-ea"/>
                </a:rPr>
                <a:t>≥</a:t>
              </a:r>
              <a:r>
                <a:rPr lang="en-US" altLang="zh-CN" sz="1200" b="1" dirty="0">
                  <a:solidFill>
                    <a:schemeClr val="tx1"/>
                  </a:solidFill>
                  <a:latin typeface="+mn-ea"/>
                </a:rPr>
                <a:t>1</a:t>
              </a:r>
              <a:endParaRPr lang="zh-CN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478DE4F6-0531-42F2-96A3-A071D8DE6897}"/>
                </a:ext>
              </a:extLst>
            </p:cNvPr>
            <p:cNvCxnSpPr/>
            <p:nvPr/>
          </p:nvCxnSpPr>
          <p:spPr bwMode="auto">
            <a:xfrm>
              <a:off x="1620000" y="1800000"/>
              <a:ext cx="0" cy="36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39FB7BD3-F47B-41B9-A392-422A57C733C9}"/>
                </a:ext>
              </a:extLst>
            </p:cNvPr>
            <p:cNvSpPr/>
            <p:nvPr/>
          </p:nvSpPr>
          <p:spPr>
            <a:xfrm>
              <a:off x="1692000" y="1764000"/>
              <a:ext cx="288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&amp;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81B4F994-299B-4F82-947B-D8AC2EE56C3D}"/>
                </a:ext>
              </a:extLst>
            </p:cNvPr>
            <p:cNvCxnSpPr/>
            <p:nvPr/>
          </p:nvCxnSpPr>
          <p:spPr bwMode="auto">
            <a:xfrm>
              <a:off x="1836000" y="1944000"/>
              <a:ext cx="1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7E8E7C12-6D32-4099-9CE7-F6EB09008558}"/>
                </a:ext>
              </a:extLst>
            </p:cNvPr>
            <p:cNvCxnSpPr/>
            <p:nvPr/>
          </p:nvCxnSpPr>
          <p:spPr bwMode="auto">
            <a:xfrm>
              <a:off x="1800000" y="1476000"/>
              <a:ext cx="0" cy="28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CCE7F7EE-7AE3-4257-A3DA-FAAE68294577}"/>
                </a:ext>
              </a:extLst>
            </p:cNvPr>
            <p:cNvCxnSpPr/>
            <p:nvPr/>
          </p:nvCxnSpPr>
          <p:spPr bwMode="auto">
            <a:xfrm>
              <a:off x="1908000" y="1620000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72" name="直接连接符 432">
              <a:extLst>
                <a:ext uri="{FF2B5EF4-FFF2-40B4-BE49-F238E27FC236}">
                  <a16:creationId xmlns:a16="http://schemas.microsoft.com/office/drawing/2014/main" id="{75FCEA15-220C-4B02-BA4A-378CE2CECEC2}"/>
                </a:ext>
              </a:extLst>
            </p:cNvPr>
            <p:cNvCxnSpPr/>
            <p:nvPr/>
          </p:nvCxnSpPr>
          <p:spPr bwMode="auto">
            <a:xfrm>
              <a:off x="1223520" y="1800000"/>
              <a:ext cx="39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73" name="TextBox 497">
              <a:extLst>
                <a:ext uri="{FF2B5EF4-FFF2-40B4-BE49-F238E27FC236}">
                  <a16:creationId xmlns:a16="http://schemas.microsoft.com/office/drawing/2014/main" id="{2DA3F943-F154-4FB1-8504-71ACAFEAA72C}"/>
                </a:ext>
              </a:extLst>
            </p:cNvPr>
            <p:cNvSpPr txBox="1"/>
            <p:nvPr/>
          </p:nvSpPr>
          <p:spPr>
            <a:xfrm>
              <a:off x="1079520" y="1260000"/>
              <a:ext cx="50405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PCWr</a:t>
              </a:r>
            </a:p>
          </p:txBody>
        </p: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84B491E2-8649-4183-970B-89F7B2904E78}"/>
                </a:ext>
              </a:extLst>
            </p:cNvPr>
            <p:cNvCxnSpPr/>
            <p:nvPr/>
          </p:nvCxnSpPr>
          <p:spPr bwMode="auto">
            <a:xfrm>
              <a:off x="1223520" y="1476000"/>
              <a:ext cx="0" cy="32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82BDBBB2-DCE3-4393-A8FD-F8AB110526EB}"/>
                </a:ext>
              </a:extLst>
            </p:cNvPr>
            <p:cNvCxnSpPr/>
            <p:nvPr/>
          </p:nvCxnSpPr>
          <p:spPr>
            <a:xfrm>
              <a:off x="1943144" y="2628000"/>
              <a:ext cx="14401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57635843-3B92-4FCD-9F00-F32D11593335}"/>
                </a:ext>
              </a:extLst>
            </p:cNvPr>
            <p:cNvCxnSpPr/>
            <p:nvPr/>
          </p:nvCxnSpPr>
          <p:spPr>
            <a:xfrm>
              <a:off x="2087160" y="2124000"/>
              <a:ext cx="1" cy="50400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432">
              <a:extLst>
                <a:ext uri="{FF2B5EF4-FFF2-40B4-BE49-F238E27FC236}">
                  <a16:creationId xmlns:a16="http://schemas.microsoft.com/office/drawing/2014/main" id="{1AFE8BEB-AB29-405D-8C49-5722AB830AF4}"/>
                </a:ext>
              </a:extLst>
            </p:cNvPr>
            <p:cNvCxnSpPr/>
            <p:nvPr/>
          </p:nvCxnSpPr>
          <p:spPr bwMode="auto">
            <a:xfrm>
              <a:off x="3131520" y="3348000"/>
              <a:ext cx="57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11CE6C9C-CE8C-4AC3-A147-BFD45883549C}"/>
                </a:ext>
              </a:extLst>
            </p:cNvPr>
            <p:cNvCxnSpPr/>
            <p:nvPr/>
          </p:nvCxnSpPr>
          <p:spPr>
            <a:xfrm>
              <a:off x="4931520" y="3132000"/>
              <a:ext cx="720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E6A4E7D8-0ADD-4454-82D7-ED275B64FAA2}"/>
                </a:ext>
              </a:extLst>
            </p:cNvPr>
            <p:cNvCxnSpPr/>
            <p:nvPr/>
          </p:nvCxnSpPr>
          <p:spPr>
            <a:xfrm>
              <a:off x="4823520" y="3348000"/>
              <a:ext cx="828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0AEC7078-1BE5-4A5A-BA7E-7F8FD8C7D422}"/>
                </a:ext>
              </a:extLst>
            </p:cNvPr>
            <p:cNvCxnSpPr/>
            <p:nvPr/>
          </p:nvCxnSpPr>
          <p:spPr>
            <a:xfrm flipV="1">
              <a:off x="4823520" y="2988000"/>
              <a:ext cx="0" cy="360000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8">
              <a:extLst>
                <a:ext uri="{FF2B5EF4-FFF2-40B4-BE49-F238E27FC236}">
                  <a16:creationId xmlns:a16="http://schemas.microsoft.com/office/drawing/2014/main" id="{49D4CC93-9228-4CDA-A0BB-BB28D45311E8}"/>
                </a:ext>
              </a:extLst>
            </p:cNvPr>
            <p:cNvCxnSpPr/>
            <p:nvPr/>
          </p:nvCxnSpPr>
          <p:spPr>
            <a:xfrm flipV="1">
              <a:off x="7703520" y="2988000"/>
              <a:ext cx="180000" cy="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F05EACCD-545C-4F17-A1E3-9952367FD24D}"/>
                </a:ext>
              </a:extLst>
            </p:cNvPr>
            <p:cNvCxnSpPr/>
            <p:nvPr/>
          </p:nvCxnSpPr>
          <p:spPr>
            <a:xfrm>
              <a:off x="5940980" y="3240000"/>
              <a:ext cx="215129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AutoShape 15">
              <a:extLst>
                <a:ext uri="{FF2B5EF4-FFF2-40B4-BE49-F238E27FC236}">
                  <a16:creationId xmlns:a16="http://schemas.microsoft.com/office/drawing/2014/main" id="{00CB2ED5-B6F1-4F22-8EB3-92A3062C06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868622" y="2736000"/>
              <a:ext cx="936000" cy="361023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CB73AF16-39CA-4826-B1C7-DD77F7823C24}"/>
                </a:ext>
              </a:extLst>
            </p:cNvPr>
            <p:cNvCxnSpPr/>
            <p:nvPr/>
          </p:nvCxnSpPr>
          <p:spPr bwMode="auto">
            <a:xfrm flipV="1">
              <a:off x="8459520" y="3636280"/>
              <a:ext cx="0" cy="32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051F7DCB-A0A7-4138-BB61-316D9EC75E9C}"/>
                </a:ext>
              </a:extLst>
            </p:cNvPr>
            <p:cNvCxnSpPr/>
            <p:nvPr/>
          </p:nvCxnSpPr>
          <p:spPr>
            <a:xfrm>
              <a:off x="6517132" y="2700000"/>
              <a:ext cx="50400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D00C7FB3-7C2B-44CD-B559-BCF9E6688A71}"/>
                </a:ext>
              </a:extLst>
            </p:cNvPr>
            <p:cNvCxnSpPr/>
            <p:nvPr/>
          </p:nvCxnSpPr>
          <p:spPr>
            <a:xfrm flipV="1">
              <a:off x="6517134" y="2772000"/>
              <a:ext cx="324000" cy="1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TextBox 399">
              <a:extLst>
                <a:ext uri="{FF2B5EF4-FFF2-40B4-BE49-F238E27FC236}">
                  <a16:creationId xmlns:a16="http://schemas.microsoft.com/office/drawing/2014/main" id="{5C92CB4D-F4DE-43BF-8779-C128C49995EC}"/>
                </a:ext>
              </a:extLst>
            </p:cNvPr>
            <p:cNvSpPr txBox="1"/>
            <p:nvPr/>
          </p:nvSpPr>
          <p:spPr>
            <a:xfrm>
              <a:off x="6134181" y="3924000"/>
              <a:ext cx="720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</a:p>
          </p:txBody>
        </p:sp>
        <p:sp>
          <p:nvSpPr>
            <p:cNvPr id="288" name="Text Box 18">
              <a:extLst>
                <a:ext uri="{FF2B5EF4-FFF2-40B4-BE49-F238E27FC236}">
                  <a16:creationId xmlns:a16="http://schemas.microsoft.com/office/drawing/2014/main" id="{082DF5A8-F160-409E-B7E0-E3D34BEC8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543520" y="2556000"/>
              <a:ext cx="504000" cy="288926"/>
            </a:xfrm>
            <a:prstGeom prst="rect">
              <a:avLst/>
            </a:prstGeom>
            <a:noFill/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0" tIns="10800" rIns="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289" name="矩形 288">
              <a:extLst>
                <a:ext uri="{FF2B5EF4-FFF2-40B4-BE49-F238E27FC236}">
                  <a16:creationId xmlns:a16="http://schemas.microsoft.com/office/drawing/2014/main" id="{2174489D-B126-4288-95A4-3118D603A017}"/>
                </a:ext>
              </a:extLst>
            </p:cNvPr>
            <p:cNvSpPr/>
            <p:nvPr/>
          </p:nvSpPr>
          <p:spPr bwMode="auto">
            <a:xfrm>
              <a:off x="5652053" y="288000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0" name="矩形 289">
              <a:extLst>
                <a:ext uri="{FF2B5EF4-FFF2-40B4-BE49-F238E27FC236}">
                  <a16:creationId xmlns:a16="http://schemas.microsoft.com/office/drawing/2014/main" id="{F4D5F0B5-D63B-4D96-B2DB-40EC207F3EE4}"/>
                </a:ext>
              </a:extLst>
            </p:cNvPr>
            <p:cNvSpPr/>
            <p:nvPr/>
          </p:nvSpPr>
          <p:spPr bwMode="auto">
            <a:xfrm>
              <a:off x="5651520" y="2448000"/>
              <a:ext cx="72000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CA8324B3-86B2-4F2F-A876-4654A31B6ABE}"/>
                </a:ext>
              </a:extLst>
            </p:cNvPr>
            <p:cNvCxnSpPr/>
            <p:nvPr/>
          </p:nvCxnSpPr>
          <p:spPr>
            <a:xfrm flipV="1">
              <a:off x="5939477" y="2700000"/>
              <a:ext cx="216632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TextBox 418">
              <a:extLst>
                <a:ext uri="{FF2B5EF4-FFF2-40B4-BE49-F238E27FC236}">
                  <a16:creationId xmlns:a16="http://schemas.microsoft.com/office/drawing/2014/main" id="{3DCB56DD-D8CD-430F-98C2-FF9363A5A86F}"/>
                </a:ext>
              </a:extLst>
            </p:cNvPr>
            <p:cNvSpPr txBox="1"/>
            <p:nvPr/>
          </p:nvSpPr>
          <p:spPr>
            <a:xfrm>
              <a:off x="5244720" y="3924000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ALUAsrc</a:t>
              </a:r>
            </a:p>
          </p:txBody>
        </p:sp>
        <p:sp>
          <p:nvSpPr>
            <p:cNvPr id="293" name="Text Box 323">
              <a:extLst>
                <a:ext uri="{FF2B5EF4-FFF2-40B4-BE49-F238E27FC236}">
                  <a16:creationId xmlns:a16="http://schemas.microsoft.com/office/drawing/2014/main" id="{A93C9B75-B9C3-46AF-879A-1DCAAACA9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3520" y="2916200"/>
              <a:ext cx="648072" cy="720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DMEM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94" name="直接连接符 8">
              <a:extLst>
                <a:ext uri="{FF2B5EF4-FFF2-40B4-BE49-F238E27FC236}">
                  <a16:creationId xmlns:a16="http://schemas.microsoft.com/office/drawing/2014/main" id="{10B9982D-678D-4C93-BE16-0BBDC1785250}"/>
                </a:ext>
              </a:extLst>
            </p:cNvPr>
            <p:cNvCxnSpPr/>
            <p:nvPr/>
          </p:nvCxnSpPr>
          <p:spPr>
            <a:xfrm flipV="1">
              <a:off x="7703520" y="2628000"/>
              <a:ext cx="0" cy="360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>
              <a:extLst>
                <a:ext uri="{FF2B5EF4-FFF2-40B4-BE49-F238E27FC236}">
                  <a16:creationId xmlns:a16="http://schemas.microsoft.com/office/drawing/2014/main" id="{927894CB-07E1-40DB-BC94-393F5478523B}"/>
                </a:ext>
              </a:extLst>
            </p:cNvPr>
            <p:cNvCxnSpPr/>
            <p:nvPr/>
          </p:nvCxnSpPr>
          <p:spPr bwMode="auto">
            <a:xfrm>
              <a:off x="7451520" y="1476000"/>
              <a:ext cx="0" cy="140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96" name="TextBox 427">
              <a:extLst>
                <a:ext uri="{FF2B5EF4-FFF2-40B4-BE49-F238E27FC236}">
                  <a16:creationId xmlns:a16="http://schemas.microsoft.com/office/drawing/2014/main" id="{643D88A8-37BA-426C-A5BE-F69B67FA83C3}"/>
                </a:ext>
              </a:extLst>
            </p:cNvPr>
            <p:cNvSpPr txBox="1"/>
            <p:nvPr/>
          </p:nvSpPr>
          <p:spPr>
            <a:xfrm>
              <a:off x="7631520" y="3960000"/>
              <a:ext cx="540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MEMW</a:t>
              </a:r>
            </a:p>
          </p:txBody>
        </p:sp>
        <p:sp>
          <p:nvSpPr>
            <p:cNvPr id="297" name="TextBox 428">
              <a:extLst>
                <a:ext uri="{FF2B5EF4-FFF2-40B4-BE49-F238E27FC236}">
                  <a16:creationId xmlns:a16="http://schemas.microsoft.com/office/drawing/2014/main" id="{119A8688-68A5-46FF-9505-30702DB6CDFD}"/>
                </a:ext>
              </a:extLst>
            </p:cNvPr>
            <p:cNvSpPr txBox="1"/>
            <p:nvPr/>
          </p:nvSpPr>
          <p:spPr>
            <a:xfrm>
              <a:off x="8244341" y="3960000"/>
              <a:ext cx="540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MEMR</a:t>
              </a:r>
            </a:p>
          </p:txBody>
        </p: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F19B5492-7C1F-44A6-8073-4FA339E074ED}"/>
                </a:ext>
              </a:extLst>
            </p:cNvPr>
            <p:cNvCxnSpPr/>
            <p:nvPr/>
          </p:nvCxnSpPr>
          <p:spPr bwMode="auto">
            <a:xfrm flipV="1">
              <a:off x="7955520" y="3636000"/>
              <a:ext cx="0" cy="28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99" name="直接连接符 298">
              <a:extLst>
                <a:ext uri="{FF2B5EF4-FFF2-40B4-BE49-F238E27FC236}">
                  <a16:creationId xmlns:a16="http://schemas.microsoft.com/office/drawing/2014/main" id="{931DB1A0-8FE1-443B-93E4-A29225A7F90B}"/>
                </a:ext>
              </a:extLst>
            </p:cNvPr>
            <p:cNvCxnSpPr/>
            <p:nvPr/>
          </p:nvCxnSpPr>
          <p:spPr bwMode="auto">
            <a:xfrm flipV="1">
              <a:off x="8207520" y="3636000"/>
              <a:ext cx="0" cy="1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00" name="Text Box 18">
              <a:extLst>
                <a:ext uri="{FF2B5EF4-FFF2-40B4-BE49-F238E27FC236}">
                  <a16:creationId xmlns:a16="http://schemas.microsoft.com/office/drawing/2014/main" id="{BBB0C172-3353-4360-BC74-DAE7B3E38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598516" y="3096000"/>
              <a:ext cx="396000" cy="288926"/>
            </a:xfrm>
            <a:prstGeom prst="rect">
              <a:avLst/>
            </a:prstGeom>
            <a:noFill/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0" tIns="10800" rIns="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831AE6FD-46DF-4BB4-A343-3A88CB890BA5}"/>
                </a:ext>
              </a:extLst>
            </p:cNvPr>
            <p:cNvCxnSpPr/>
            <p:nvPr/>
          </p:nvCxnSpPr>
          <p:spPr>
            <a:xfrm>
              <a:off x="5471520" y="2914103"/>
              <a:ext cx="180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>
              <a:extLst>
                <a:ext uri="{FF2B5EF4-FFF2-40B4-BE49-F238E27FC236}">
                  <a16:creationId xmlns:a16="http://schemas.microsoft.com/office/drawing/2014/main" id="{376489FC-7D3F-4BE0-9984-D4357281F1BC}"/>
                </a:ext>
              </a:extLst>
            </p:cNvPr>
            <p:cNvCxnSpPr/>
            <p:nvPr/>
          </p:nvCxnSpPr>
          <p:spPr>
            <a:xfrm>
              <a:off x="5363520" y="2484152"/>
              <a:ext cx="288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8D0202A8-690A-4988-8687-5E7AC8B7F1E4}"/>
                </a:ext>
              </a:extLst>
            </p:cNvPr>
            <p:cNvCxnSpPr/>
            <p:nvPr/>
          </p:nvCxnSpPr>
          <p:spPr>
            <a:xfrm>
              <a:off x="6516149" y="2988000"/>
              <a:ext cx="282340" cy="71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Text Box 323">
              <a:extLst>
                <a:ext uri="{FF2B5EF4-FFF2-40B4-BE49-F238E27FC236}">
                  <a16:creationId xmlns:a16="http://schemas.microsoft.com/office/drawing/2014/main" id="{27125A93-900B-483A-9D0B-CAFFDFFA7C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4180" y="2880000"/>
              <a:ext cx="75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err="1">
                  <a:latin typeface="宋体" panose="02010600030101010101" pitchFamily="2" charset="-122"/>
                </a:rPr>
                <a:t>ALUOut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305" name="Text Box 323">
              <a:extLst>
                <a:ext uri="{FF2B5EF4-FFF2-40B4-BE49-F238E27FC236}">
                  <a16:creationId xmlns:a16="http://schemas.microsoft.com/office/drawing/2014/main" id="{E232ABB7-D233-40E9-A0F1-488241EB6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9520" y="2592000"/>
              <a:ext cx="32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OF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306" name="Text Box 323">
              <a:extLst>
                <a:ext uri="{FF2B5EF4-FFF2-40B4-BE49-F238E27FC236}">
                  <a16:creationId xmlns:a16="http://schemas.microsoft.com/office/drawing/2014/main" id="{A8AC7EFB-F20A-4AE5-B130-89E90FAB2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5519" y="2088000"/>
              <a:ext cx="756000" cy="28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dirty="0">
                  <a:latin typeface="+mn-lt"/>
                </a:rPr>
                <a:t>Splice</a:t>
              </a:r>
              <a:endParaRPr kumimoji="1" lang="zh-CN" altLang="en-US" sz="2000" dirty="0">
                <a:latin typeface="+mn-lt"/>
              </a:endParaRPr>
            </a:p>
          </p:txBody>
        </p:sp>
        <p:cxnSp>
          <p:nvCxnSpPr>
            <p:cNvPr id="307" name="直接连接符 306">
              <a:extLst>
                <a:ext uri="{FF2B5EF4-FFF2-40B4-BE49-F238E27FC236}">
                  <a16:creationId xmlns:a16="http://schemas.microsoft.com/office/drawing/2014/main" id="{D1D78875-4980-4060-B916-5D9CFD9F7B90}"/>
                </a:ext>
              </a:extLst>
            </p:cNvPr>
            <p:cNvCxnSpPr/>
            <p:nvPr/>
          </p:nvCxnSpPr>
          <p:spPr>
            <a:xfrm>
              <a:off x="6731520" y="2232000"/>
              <a:ext cx="1224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8" name="Text Box 18">
              <a:extLst>
                <a:ext uri="{FF2B5EF4-FFF2-40B4-BE49-F238E27FC236}">
                  <a16:creationId xmlns:a16="http://schemas.microsoft.com/office/drawing/2014/main" id="{7293B9CC-389A-453C-A6D9-552C58CB7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793547" y="2250000"/>
              <a:ext cx="612000" cy="288926"/>
            </a:xfrm>
            <a:prstGeom prst="rect">
              <a:avLst/>
            </a:prstGeom>
            <a:noFill/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309" name="直接连接符 8">
              <a:extLst>
                <a:ext uri="{FF2B5EF4-FFF2-40B4-BE49-F238E27FC236}">
                  <a16:creationId xmlns:a16="http://schemas.microsoft.com/office/drawing/2014/main" id="{6E0039E2-4CC5-40BD-9E2A-1C3387FCA056}"/>
                </a:ext>
              </a:extLst>
            </p:cNvPr>
            <p:cNvCxnSpPr/>
            <p:nvPr/>
          </p:nvCxnSpPr>
          <p:spPr>
            <a:xfrm flipV="1">
              <a:off x="6623520" y="2448000"/>
              <a:ext cx="0" cy="540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BD6E8099-8ADF-43C5-B244-299BDD8DC2A9}"/>
                </a:ext>
              </a:extLst>
            </p:cNvPr>
            <p:cNvCxnSpPr/>
            <p:nvPr/>
          </p:nvCxnSpPr>
          <p:spPr>
            <a:xfrm>
              <a:off x="5364916" y="3564000"/>
              <a:ext cx="2520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>
              <a:extLst>
                <a:ext uri="{FF2B5EF4-FFF2-40B4-BE49-F238E27FC236}">
                  <a16:creationId xmlns:a16="http://schemas.microsoft.com/office/drawing/2014/main" id="{C8B2671F-9AA7-46AA-BF92-1FCD2036691E}"/>
                </a:ext>
              </a:extLst>
            </p:cNvPr>
            <p:cNvCxnSpPr/>
            <p:nvPr/>
          </p:nvCxnSpPr>
          <p:spPr>
            <a:xfrm>
              <a:off x="5363917" y="2628000"/>
              <a:ext cx="0" cy="936000"/>
            </a:xfrm>
            <a:prstGeom prst="line">
              <a:avLst/>
            </a:prstGeom>
            <a:ln w="19050">
              <a:solidFill>
                <a:schemeClr val="accent2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54ED1B82-90C3-4E96-A1D7-8591A95CE322}"/>
                </a:ext>
              </a:extLst>
            </p:cNvPr>
            <p:cNvCxnSpPr/>
            <p:nvPr/>
          </p:nvCxnSpPr>
          <p:spPr>
            <a:xfrm flipV="1">
              <a:off x="5471520" y="2916000"/>
              <a:ext cx="0" cy="720000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>
              <a:extLst>
                <a:ext uri="{FF2B5EF4-FFF2-40B4-BE49-F238E27FC236}">
                  <a16:creationId xmlns:a16="http://schemas.microsoft.com/office/drawing/2014/main" id="{4B7E4109-F050-4CD7-A823-6DFC806E5A69}"/>
                </a:ext>
              </a:extLst>
            </p:cNvPr>
            <p:cNvCxnSpPr/>
            <p:nvPr/>
          </p:nvCxnSpPr>
          <p:spPr>
            <a:xfrm flipV="1">
              <a:off x="6839520" y="1548000"/>
              <a:ext cx="0" cy="122400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连接符 313">
              <a:extLst>
                <a:ext uri="{FF2B5EF4-FFF2-40B4-BE49-F238E27FC236}">
                  <a16:creationId xmlns:a16="http://schemas.microsoft.com/office/drawing/2014/main" id="{07FF1F42-CEB8-47E3-A327-3CC3949E2959}"/>
                </a:ext>
              </a:extLst>
            </p:cNvPr>
            <p:cNvCxnSpPr/>
            <p:nvPr/>
          </p:nvCxnSpPr>
          <p:spPr>
            <a:xfrm>
              <a:off x="7559520" y="2988208"/>
              <a:ext cx="143765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TextBox 486">
              <a:extLst>
                <a:ext uri="{FF2B5EF4-FFF2-40B4-BE49-F238E27FC236}">
                  <a16:creationId xmlns:a16="http://schemas.microsoft.com/office/drawing/2014/main" id="{60D1CFBE-DD2C-4784-815C-5B6CE57AD593}"/>
                </a:ext>
              </a:extLst>
            </p:cNvPr>
            <p:cNvSpPr txBox="1"/>
            <p:nvPr/>
          </p:nvSpPr>
          <p:spPr>
            <a:xfrm>
              <a:off x="5147520" y="2375846"/>
              <a:ext cx="206785" cy="19869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4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A91E7749-B6CF-462E-84C5-ECCFE14532BC}"/>
                </a:ext>
              </a:extLst>
            </p:cNvPr>
            <p:cNvCxnSpPr/>
            <p:nvPr/>
          </p:nvCxnSpPr>
          <p:spPr bwMode="auto">
            <a:xfrm flipH="1" flipV="1">
              <a:off x="5796070" y="3456000"/>
              <a:ext cx="0" cy="46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17" name="直接连接符 316">
              <a:extLst>
                <a:ext uri="{FF2B5EF4-FFF2-40B4-BE49-F238E27FC236}">
                  <a16:creationId xmlns:a16="http://schemas.microsoft.com/office/drawing/2014/main" id="{166E4280-96E3-458A-AC9D-DDA0102AD7EC}"/>
                </a:ext>
              </a:extLst>
            </p:cNvPr>
            <p:cNvCxnSpPr/>
            <p:nvPr/>
          </p:nvCxnSpPr>
          <p:spPr>
            <a:xfrm>
              <a:off x="8675400" y="1764000"/>
              <a:ext cx="0" cy="97200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0A3636A3-6F89-4A89-A778-7ADC3F57484A}"/>
                </a:ext>
              </a:extLst>
            </p:cNvPr>
            <p:cNvCxnSpPr/>
            <p:nvPr/>
          </p:nvCxnSpPr>
          <p:spPr>
            <a:xfrm>
              <a:off x="8531520" y="3240000"/>
              <a:ext cx="144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C9F91636-68BA-4CD3-9F13-7A23F44C9C88}"/>
                </a:ext>
              </a:extLst>
            </p:cNvPr>
            <p:cNvCxnSpPr/>
            <p:nvPr/>
          </p:nvCxnSpPr>
          <p:spPr bwMode="auto">
            <a:xfrm>
              <a:off x="8099520" y="1476000"/>
              <a:ext cx="0" cy="61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320" name="矩形 319">
              <a:extLst>
                <a:ext uri="{FF2B5EF4-FFF2-40B4-BE49-F238E27FC236}">
                  <a16:creationId xmlns:a16="http://schemas.microsoft.com/office/drawing/2014/main" id="{7AE47777-A19A-4358-999D-CB4E0C2CB423}"/>
                </a:ext>
              </a:extLst>
            </p:cNvPr>
            <p:cNvSpPr/>
            <p:nvPr/>
          </p:nvSpPr>
          <p:spPr bwMode="auto">
            <a:xfrm>
              <a:off x="5652053" y="331200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1" name="矩形 320">
              <a:extLst>
                <a:ext uri="{FF2B5EF4-FFF2-40B4-BE49-F238E27FC236}">
                  <a16:creationId xmlns:a16="http://schemas.microsoft.com/office/drawing/2014/main" id="{E4D85017-FDD4-4415-AFFE-77F02C6C73D8}"/>
                </a:ext>
              </a:extLst>
            </p:cNvPr>
            <p:cNvSpPr/>
            <p:nvPr/>
          </p:nvSpPr>
          <p:spPr bwMode="auto">
            <a:xfrm>
              <a:off x="5652037" y="3096000"/>
              <a:ext cx="72000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2" name="矩形 321">
              <a:extLst>
                <a:ext uri="{FF2B5EF4-FFF2-40B4-BE49-F238E27FC236}">
                  <a16:creationId xmlns:a16="http://schemas.microsoft.com/office/drawing/2014/main" id="{6061894A-E8D0-438C-A610-FDBB044186B7}"/>
                </a:ext>
              </a:extLst>
            </p:cNvPr>
            <p:cNvSpPr/>
            <p:nvPr/>
          </p:nvSpPr>
          <p:spPr bwMode="auto">
            <a:xfrm>
              <a:off x="7955520" y="259200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3" name="矩形 322">
              <a:extLst>
                <a:ext uri="{FF2B5EF4-FFF2-40B4-BE49-F238E27FC236}">
                  <a16:creationId xmlns:a16="http://schemas.microsoft.com/office/drawing/2014/main" id="{42CCDA5D-5139-485F-85AD-B99C5EB5F47B}"/>
                </a:ext>
              </a:extLst>
            </p:cNvPr>
            <p:cNvSpPr/>
            <p:nvPr/>
          </p:nvSpPr>
          <p:spPr bwMode="auto">
            <a:xfrm>
              <a:off x="7955520" y="2088000"/>
              <a:ext cx="72000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4" name="TextBox 504">
              <a:extLst>
                <a:ext uri="{FF2B5EF4-FFF2-40B4-BE49-F238E27FC236}">
                  <a16:creationId xmlns:a16="http://schemas.microsoft.com/office/drawing/2014/main" id="{295E4AE0-BF9F-4DB2-A765-898041CEF7B9}"/>
                </a:ext>
              </a:extLst>
            </p:cNvPr>
            <p:cNvSpPr txBox="1"/>
            <p:nvPr/>
          </p:nvSpPr>
          <p:spPr>
            <a:xfrm>
              <a:off x="7884301" y="1260000"/>
              <a:ext cx="61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PCsrc</a:t>
              </a:r>
            </a:p>
          </p:txBody>
        </p:sp>
        <p:cxnSp>
          <p:nvCxnSpPr>
            <p:cNvPr id="325" name="直接连接符 324">
              <a:extLst>
                <a:ext uri="{FF2B5EF4-FFF2-40B4-BE49-F238E27FC236}">
                  <a16:creationId xmlns:a16="http://schemas.microsoft.com/office/drawing/2014/main" id="{CC838B60-F983-4D72-B46B-C2101F2A5C4B}"/>
                </a:ext>
              </a:extLst>
            </p:cNvPr>
            <p:cNvCxnSpPr/>
            <p:nvPr/>
          </p:nvCxnSpPr>
          <p:spPr bwMode="auto">
            <a:xfrm flipV="1">
              <a:off x="6372133" y="3276000"/>
              <a:ext cx="0" cy="64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326" name="TextBox 506">
              <a:extLst>
                <a:ext uri="{FF2B5EF4-FFF2-40B4-BE49-F238E27FC236}">
                  <a16:creationId xmlns:a16="http://schemas.microsoft.com/office/drawing/2014/main" id="{0F8548F4-19E2-4168-BB8B-15AF1A61E3EF}"/>
                </a:ext>
              </a:extLst>
            </p:cNvPr>
            <p:cNvSpPr txBox="1"/>
            <p:nvPr/>
          </p:nvSpPr>
          <p:spPr>
            <a:xfrm>
              <a:off x="7070285" y="1260000"/>
              <a:ext cx="720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ALUOWr</a:t>
              </a:r>
            </a:p>
          </p:txBody>
        </p:sp>
        <p:sp>
          <p:nvSpPr>
            <p:cNvPr id="327" name="TextBox 507">
              <a:extLst>
                <a:ext uri="{FF2B5EF4-FFF2-40B4-BE49-F238E27FC236}">
                  <a16:creationId xmlns:a16="http://schemas.microsoft.com/office/drawing/2014/main" id="{ACAEB9CA-B801-4CCE-8B16-A03DE98D79EF}"/>
                </a:ext>
              </a:extLst>
            </p:cNvPr>
            <p:cNvSpPr txBox="1"/>
            <p:nvPr/>
          </p:nvSpPr>
          <p:spPr>
            <a:xfrm>
              <a:off x="5397120" y="1260000"/>
              <a:ext cx="79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ALUBsrc</a:t>
              </a:r>
            </a:p>
          </p:txBody>
        </p: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5FA5F622-9173-45AF-A98C-8C3CDFEDDB02}"/>
                </a:ext>
              </a:extLst>
            </p:cNvPr>
            <p:cNvCxnSpPr/>
            <p:nvPr/>
          </p:nvCxnSpPr>
          <p:spPr bwMode="auto">
            <a:xfrm flipH="1">
              <a:off x="5794476" y="1476000"/>
              <a:ext cx="1593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29" name="直接连接符 199">
              <a:extLst>
                <a:ext uri="{FF2B5EF4-FFF2-40B4-BE49-F238E27FC236}">
                  <a16:creationId xmlns:a16="http://schemas.microsoft.com/office/drawing/2014/main" id="{3B165981-9310-4866-A4D1-B2EEF3210C57}"/>
                </a:ext>
              </a:extLst>
            </p:cNvPr>
            <p:cNvCxnSpPr/>
            <p:nvPr/>
          </p:nvCxnSpPr>
          <p:spPr bwMode="auto">
            <a:xfrm flipV="1">
              <a:off x="7451520" y="3132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30" name="直接连接符 199">
              <a:extLst>
                <a:ext uri="{FF2B5EF4-FFF2-40B4-BE49-F238E27FC236}">
                  <a16:creationId xmlns:a16="http://schemas.microsoft.com/office/drawing/2014/main" id="{E4D4AC10-6FA6-404A-B045-DE4251109788}"/>
                </a:ext>
              </a:extLst>
            </p:cNvPr>
            <p:cNvCxnSpPr/>
            <p:nvPr/>
          </p:nvCxnSpPr>
          <p:spPr bwMode="auto">
            <a:xfrm>
              <a:off x="7163520" y="2484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31" name="TextBox 514">
              <a:extLst>
                <a:ext uri="{FF2B5EF4-FFF2-40B4-BE49-F238E27FC236}">
                  <a16:creationId xmlns:a16="http://schemas.microsoft.com/office/drawing/2014/main" id="{F171C03F-7087-48D9-8234-5258B515C1E4}"/>
                </a:ext>
              </a:extLst>
            </p:cNvPr>
            <p:cNvSpPr txBox="1"/>
            <p:nvPr/>
          </p:nvSpPr>
          <p:spPr>
            <a:xfrm>
              <a:off x="7523520" y="3636000"/>
              <a:ext cx="25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solidFill>
                    <a:srgbClr val="C0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P1</a:t>
              </a:r>
              <a:endParaRPr lang="zh-CN" altLang="en-US" sz="1600" b="1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32" name="直接连接符 284">
              <a:extLst>
                <a:ext uri="{FF2B5EF4-FFF2-40B4-BE49-F238E27FC236}">
                  <a16:creationId xmlns:a16="http://schemas.microsoft.com/office/drawing/2014/main" id="{F408CAEC-A9EA-49FC-B498-D3A70A3F82ED}"/>
                </a:ext>
              </a:extLst>
            </p:cNvPr>
            <p:cNvCxnSpPr/>
            <p:nvPr/>
          </p:nvCxnSpPr>
          <p:spPr>
            <a:xfrm flipV="1">
              <a:off x="8243520" y="2448000"/>
              <a:ext cx="144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连接符 284">
              <a:extLst>
                <a:ext uri="{FF2B5EF4-FFF2-40B4-BE49-F238E27FC236}">
                  <a16:creationId xmlns:a16="http://schemas.microsoft.com/office/drawing/2014/main" id="{28BE96E3-E0C8-47C7-BB89-4D97617706AB}"/>
                </a:ext>
              </a:extLst>
            </p:cNvPr>
            <p:cNvCxnSpPr/>
            <p:nvPr/>
          </p:nvCxnSpPr>
          <p:spPr>
            <a:xfrm flipH="1" flipV="1">
              <a:off x="8387520" y="2016000"/>
              <a:ext cx="0" cy="432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9ACAB12F-501D-461D-9AB0-88104BE69E09}"/>
                </a:ext>
              </a:extLst>
            </p:cNvPr>
            <p:cNvCxnSpPr/>
            <p:nvPr/>
          </p:nvCxnSpPr>
          <p:spPr>
            <a:xfrm>
              <a:off x="7776333" y="3744000"/>
              <a:ext cx="43200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接连接符 334">
              <a:extLst>
                <a:ext uri="{FF2B5EF4-FFF2-40B4-BE49-F238E27FC236}">
                  <a16:creationId xmlns:a16="http://schemas.microsoft.com/office/drawing/2014/main" id="{7415895E-7B5D-4F09-9F42-7EEF8FD35FE5}"/>
                </a:ext>
              </a:extLst>
            </p:cNvPr>
            <p:cNvCxnSpPr/>
            <p:nvPr/>
          </p:nvCxnSpPr>
          <p:spPr>
            <a:xfrm>
              <a:off x="2449442" y="3636000"/>
              <a:ext cx="1080000" cy="0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6" name="Text Box 323">
              <a:extLst>
                <a:ext uri="{FF2B5EF4-FFF2-40B4-BE49-F238E27FC236}">
                  <a16:creationId xmlns:a16="http://schemas.microsoft.com/office/drawing/2014/main" id="{75F5F760-0916-4F24-B3F2-2681E8C38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7520" y="3492000"/>
              <a:ext cx="648000" cy="288032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>
                  <a:latin typeface="宋体" panose="02010600030101010101" pitchFamily="2" charset="-122"/>
                </a:rPr>
                <a:t>ExtU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337" name="TextBox 412">
              <a:extLst>
                <a:ext uri="{FF2B5EF4-FFF2-40B4-BE49-F238E27FC236}">
                  <a16:creationId xmlns:a16="http://schemas.microsoft.com/office/drawing/2014/main" id="{1FFC4F16-BCA1-46D0-A9A6-84B8EEE84EC8}"/>
                </a:ext>
              </a:extLst>
            </p:cNvPr>
            <p:cNvSpPr txBox="1"/>
            <p:nvPr/>
          </p:nvSpPr>
          <p:spPr>
            <a:xfrm>
              <a:off x="2447520" y="3456000"/>
              <a:ext cx="504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8" name="Text Box 323">
              <a:extLst>
                <a:ext uri="{FF2B5EF4-FFF2-40B4-BE49-F238E27FC236}">
                  <a16:creationId xmlns:a16="http://schemas.microsoft.com/office/drawing/2014/main" id="{E09FB596-4F1F-482E-A8B7-F37B461AE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3520" y="3492000"/>
              <a:ext cx="468000" cy="288032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>
                  <a:latin typeface="宋体" panose="02010600030101010101" pitchFamily="2" charset="-122"/>
                </a:rPr>
                <a:t>SL2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39" name="直接连接符 338">
              <a:extLst>
                <a:ext uri="{FF2B5EF4-FFF2-40B4-BE49-F238E27FC236}">
                  <a16:creationId xmlns:a16="http://schemas.microsoft.com/office/drawing/2014/main" id="{CDF2926B-5BFB-4B23-A376-0511A028B3C4}"/>
                </a:ext>
              </a:extLst>
            </p:cNvPr>
            <p:cNvCxnSpPr/>
            <p:nvPr/>
          </p:nvCxnSpPr>
          <p:spPr>
            <a:xfrm>
              <a:off x="4175520" y="3636000"/>
              <a:ext cx="180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直接连接符 284">
              <a:extLst>
                <a:ext uri="{FF2B5EF4-FFF2-40B4-BE49-F238E27FC236}">
                  <a16:creationId xmlns:a16="http://schemas.microsoft.com/office/drawing/2014/main" id="{96B1EFF7-176A-419A-B5D2-B13814625813}"/>
                </a:ext>
              </a:extLst>
            </p:cNvPr>
            <p:cNvCxnSpPr/>
            <p:nvPr/>
          </p:nvCxnSpPr>
          <p:spPr>
            <a:xfrm flipV="1">
              <a:off x="5291917" y="3636000"/>
              <a:ext cx="180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Text Box 323">
              <a:extLst>
                <a:ext uri="{FF2B5EF4-FFF2-40B4-BE49-F238E27FC236}">
                  <a16:creationId xmlns:a16="http://schemas.microsoft.com/office/drawing/2014/main" id="{7BA5F041-11A4-4CA6-8BC2-9FED9B953C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5520" y="3492000"/>
              <a:ext cx="216023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990099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I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42" name="直接连接符 341">
              <a:extLst>
                <a:ext uri="{FF2B5EF4-FFF2-40B4-BE49-F238E27FC236}">
                  <a16:creationId xmlns:a16="http://schemas.microsoft.com/office/drawing/2014/main" id="{2A3CE600-C5FB-4171-BFDE-CF3EB6F3DB6E}"/>
                </a:ext>
              </a:extLst>
            </p:cNvPr>
            <p:cNvCxnSpPr/>
            <p:nvPr/>
          </p:nvCxnSpPr>
          <p:spPr>
            <a:xfrm>
              <a:off x="4571520" y="3636000"/>
              <a:ext cx="252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直接连接符 342">
              <a:extLst>
                <a:ext uri="{FF2B5EF4-FFF2-40B4-BE49-F238E27FC236}">
                  <a16:creationId xmlns:a16="http://schemas.microsoft.com/office/drawing/2014/main" id="{6391B86E-1A4A-4BF3-B551-70B34F8FCC2F}"/>
                </a:ext>
              </a:extLst>
            </p:cNvPr>
            <p:cNvCxnSpPr/>
            <p:nvPr/>
          </p:nvCxnSpPr>
          <p:spPr>
            <a:xfrm>
              <a:off x="6623520" y="2448000"/>
              <a:ext cx="1332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4" name="TextBox 514">
              <a:extLst>
                <a:ext uri="{FF2B5EF4-FFF2-40B4-BE49-F238E27FC236}">
                  <a16:creationId xmlns:a16="http://schemas.microsoft.com/office/drawing/2014/main" id="{3B015A84-35C3-47B0-94E9-022BAE20D940}"/>
                </a:ext>
              </a:extLst>
            </p:cNvPr>
            <p:cNvSpPr txBox="1"/>
            <p:nvPr/>
          </p:nvSpPr>
          <p:spPr>
            <a:xfrm>
              <a:off x="3886376" y="3276000"/>
              <a:ext cx="288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P0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45" name="直接连接符 344">
              <a:extLst>
                <a:ext uri="{FF2B5EF4-FFF2-40B4-BE49-F238E27FC236}">
                  <a16:creationId xmlns:a16="http://schemas.microsoft.com/office/drawing/2014/main" id="{2E5D44E2-93B3-41F8-BD25-ED0BF7C4B4D5}"/>
                </a:ext>
              </a:extLst>
            </p:cNvPr>
            <p:cNvCxnSpPr/>
            <p:nvPr/>
          </p:nvCxnSpPr>
          <p:spPr>
            <a:xfrm>
              <a:off x="7704000" y="2628000"/>
              <a:ext cx="252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直接连接符 8">
              <a:extLst>
                <a:ext uri="{FF2B5EF4-FFF2-40B4-BE49-F238E27FC236}">
                  <a16:creationId xmlns:a16="http://schemas.microsoft.com/office/drawing/2014/main" id="{962428DE-505F-41A9-96A5-A3CD9040C102}"/>
                </a:ext>
              </a:extLst>
            </p:cNvPr>
            <p:cNvCxnSpPr/>
            <p:nvPr/>
          </p:nvCxnSpPr>
          <p:spPr>
            <a:xfrm flipH="1">
              <a:off x="4247520" y="1908000"/>
              <a:ext cx="4284000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直接连接符 284">
              <a:extLst>
                <a:ext uri="{FF2B5EF4-FFF2-40B4-BE49-F238E27FC236}">
                  <a16:creationId xmlns:a16="http://schemas.microsoft.com/office/drawing/2014/main" id="{2A228111-157E-4252-88F6-04311BE88EA5}"/>
                </a:ext>
              </a:extLst>
            </p:cNvPr>
            <p:cNvCxnSpPr/>
            <p:nvPr/>
          </p:nvCxnSpPr>
          <p:spPr>
            <a:xfrm flipH="1" flipV="1">
              <a:off x="8531520" y="1908000"/>
              <a:ext cx="0" cy="900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直接连接符 347">
              <a:extLst>
                <a:ext uri="{FF2B5EF4-FFF2-40B4-BE49-F238E27FC236}">
                  <a16:creationId xmlns:a16="http://schemas.microsoft.com/office/drawing/2014/main" id="{FBBE726B-02E6-418D-A956-BC524F1DD764}"/>
                </a:ext>
              </a:extLst>
            </p:cNvPr>
            <p:cNvCxnSpPr/>
            <p:nvPr/>
          </p:nvCxnSpPr>
          <p:spPr bwMode="auto">
            <a:xfrm>
              <a:off x="4463520" y="3384000"/>
              <a:ext cx="0" cy="1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49" name="Text Box 323">
              <a:extLst>
                <a:ext uri="{FF2B5EF4-FFF2-40B4-BE49-F238E27FC236}">
                  <a16:creationId xmlns:a16="http://schemas.microsoft.com/office/drawing/2014/main" id="{C78101AA-32CE-40C9-B654-548ABBD75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4393" y="2736000"/>
              <a:ext cx="144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990099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50" name="直接连接符 284">
              <a:extLst>
                <a:ext uri="{FF2B5EF4-FFF2-40B4-BE49-F238E27FC236}">
                  <a16:creationId xmlns:a16="http://schemas.microsoft.com/office/drawing/2014/main" id="{29A85A66-72B2-43A6-BB36-3446E4ACB4BC}"/>
                </a:ext>
              </a:extLst>
            </p:cNvPr>
            <p:cNvCxnSpPr/>
            <p:nvPr/>
          </p:nvCxnSpPr>
          <p:spPr>
            <a:xfrm flipH="1" flipV="1">
              <a:off x="8675520" y="3024000"/>
              <a:ext cx="0" cy="21600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1" name="TextBox 515">
              <a:extLst>
                <a:ext uri="{FF2B5EF4-FFF2-40B4-BE49-F238E27FC236}">
                  <a16:creationId xmlns:a16="http://schemas.microsoft.com/office/drawing/2014/main" id="{8AB450B9-64B1-4F40-8BC6-CB8B10C25649}"/>
                </a:ext>
              </a:extLst>
            </p:cNvPr>
            <p:cNvSpPr txBox="1"/>
            <p:nvPr/>
          </p:nvSpPr>
          <p:spPr>
            <a:xfrm>
              <a:off x="251520" y="2880000"/>
              <a:ext cx="648000" cy="432000"/>
            </a:xfrm>
            <a:prstGeom prst="rect">
              <a:avLst/>
            </a:prstGeom>
            <a:noFill/>
          </p:spPr>
          <p:txBody>
            <a:bodyPr wrap="square" lIns="0" tIns="0" rIns="18000" bIns="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0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P1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=)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52" name="直接连接符 351">
              <a:extLst>
                <a:ext uri="{FF2B5EF4-FFF2-40B4-BE49-F238E27FC236}">
                  <a16:creationId xmlns:a16="http://schemas.microsoft.com/office/drawing/2014/main" id="{97878545-B61F-455E-B305-3AF051E4541B}"/>
                </a:ext>
              </a:extLst>
            </p:cNvPr>
            <p:cNvCxnSpPr/>
            <p:nvPr/>
          </p:nvCxnSpPr>
          <p:spPr bwMode="auto">
            <a:xfrm>
              <a:off x="377520" y="3096000"/>
              <a:ext cx="27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3" name="直接连接符 352">
              <a:extLst>
                <a:ext uri="{FF2B5EF4-FFF2-40B4-BE49-F238E27FC236}">
                  <a16:creationId xmlns:a16="http://schemas.microsoft.com/office/drawing/2014/main" id="{5530A1E2-610F-4BAA-A2AC-D81F4E20D3E2}"/>
                </a:ext>
              </a:extLst>
            </p:cNvPr>
            <p:cNvCxnSpPr/>
            <p:nvPr/>
          </p:nvCxnSpPr>
          <p:spPr>
            <a:xfrm>
              <a:off x="7704000" y="2124000"/>
              <a:ext cx="25200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组合 353">
            <a:extLst>
              <a:ext uri="{FF2B5EF4-FFF2-40B4-BE49-F238E27FC236}">
                <a16:creationId xmlns:a16="http://schemas.microsoft.com/office/drawing/2014/main" id="{F7E36C4C-E322-4456-8618-6C3727723F1F}"/>
              </a:ext>
            </a:extLst>
          </p:cNvPr>
          <p:cNvGrpSpPr/>
          <p:nvPr/>
        </p:nvGrpSpPr>
        <p:grpSpPr>
          <a:xfrm>
            <a:off x="3132000" y="1601368"/>
            <a:ext cx="5220000" cy="2844024"/>
            <a:chOff x="2987768" y="1666292"/>
            <a:chExt cx="5220000" cy="2844024"/>
          </a:xfrm>
        </p:grpSpPr>
        <p:sp>
          <p:nvSpPr>
            <p:cNvPr id="355" name="TextBox 176">
              <a:extLst>
                <a:ext uri="{FF2B5EF4-FFF2-40B4-BE49-F238E27FC236}">
                  <a16:creationId xmlns:a16="http://schemas.microsoft.com/office/drawing/2014/main" id="{1FBC2ABB-987B-4C3F-BA73-39D1866A98CF}"/>
                </a:ext>
              </a:extLst>
            </p:cNvPr>
            <p:cNvSpPr txBox="1"/>
            <p:nvPr/>
          </p:nvSpPr>
          <p:spPr>
            <a:xfrm>
              <a:off x="2987768" y="3861492"/>
              <a:ext cx="5220000" cy="648000"/>
            </a:xfrm>
            <a:prstGeom prst="rect">
              <a:avLst/>
            </a:prstGeom>
            <a:solidFill>
              <a:srgbClr val="CCCCFF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endParaRPr lang="zh-CN" altLang="en-US" sz="1600" b="1" spc="-2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56" name="直接连接符 355">
              <a:extLst>
                <a:ext uri="{FF2B5EF4-FFF2-40B4-BE49-F238E27FC236}">
                  <a16:creationId xmlns:a16="http://schemas.microsoft.com/office/drawing/2014/main" id="{6F125618-8ADE-40F3-9C03-3987731300F2}"/>
                </a:ext>
              </a:extLst>
            </p:cNvPr>
            <p:cNvCxnSpPr/>
            <p:nvPr/>
          </p:nvCxnSpPr>
          <p:spPr bwMode="auto">
            <a:xfrm>
              <a:off x="2987768" y="3861048"/>
              <a:ext cx="5220000" cy="44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7" name="TextBox 144">
              <a:extLst>
                <a:ext uri="{FF2B5EF4-FFF2-40B4-BE49-F238E27FC236}">
                  <a16:creationId xmlns:a16="http://schemas.microsoft.com/office/drawing/2014/main" id="{2D700BE8-4B51-4908-87FA-07C9C4B75EFE}"/>
                </a:ext>
              </a:extLst>
            </p:cNvPr>
            <p:cNvSpPr txBox="1"/>
            <p:nvPr/>
          </p:nvSpPr>
          <p:spPr>
            <a:xfrm>
              <a:off x="6767768" y="1666292"/>
              <a:ext cx="792000" cy="144000"/>
            </a:xfrm>
            <a:prstGeom prst="rect">
              <a:avLst/>
            </a:prstGeom>
            <a:solidFill>
              <a:srgbClr val="CCCCFF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spc="-200" dirty="0">
                  <a:latin typeface="+mn-ea"/>
                  <a:ea typeface="+mn-ea"/>
                  <a:cs typeface="Times New Roman" panose="02020603050405020304" pitchFamily="18" charset="0"/>
                </a:rPr>
                <a:t>80000180H</a:t>
              </a:r>
              <a:endParaRPr lang="zh-CN" altLang="en-US" sz="1600" b="1" spc="-2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58" name="Text Box 18">
              <a:extLst>
                <a:ext uri="{FF2B5EF4-FFF2-40B4-BE49-F238E27FC236}">
                  <a16:creationId xmlns:a16="http://schemas.microsoft.com/office/drawing/2014/main" id="{C897CBFE-C0A9-42F9-82DB-8881E8898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768" y="3933056"/>
              <a:ext cx="504055" cy="25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359" name="矩形 358">
              <a:extLst>
                <a:ext uri="{FF2B5EF4-FFF2-40B4-BE49-F238E27FC236}">
                  <a16:creationId xmlns:a16="http://schemas.microsoft.com/office/drawing/2014/main" id="{72ECAA3C-1603-4F63-916F-6C631DD68024}"/>
                </a:ext>
              </a:extLst>
            </p:cNvPr>
            <p:cNvSpPr/>
            <p:nvPr/>
          </p:nvSpPr>
          <p:spPr bwMode="auto">
            <a:xfrm>
              <a:off x="3491768" y="411860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0" name="矩形 359">
              <a:extLst>
                <a:ext uri="{FF2B5EF4-FFF2-40B4-BE49-F238E27FC236}">
                  <a16:creationId xmlns:a16="http://schemas.microsoft.com/office/drawing/2014/main" id="{8CE4039B-440C-43C4-8495-BCC41F402A20}"/>
                </a:ext>
              </a:extLst>
            </p:cNvPr>
            <p:cNvSpPr/>
            <p:nvPr/>
          </p:nvSpPr>
          <p:spPr bwMode="auto">
            <a:xfrm>
              <a:off x="3491768" y="3934292"/>
              <a:ext cx="72000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61" name="直接连接符 360">
              <a:extLst>
                <a:ext uri="{FF2B5EF4-FFF2-40B4-BE49-F238E27FC236}">
                  <a16:creationId xmlns:a16="http://schemas.microsoft.com/office/drawing/2014/main" id="{02E6CD84-1B3A-482C-8DD1-2713D78E1610}"/>
                </a:ext>
              </a:extLst>
            </p:cNvPr>
            <p:cNvCxnSpPr/>
            <p:nvPr/>
          </p:nvCxnSpPr>
          <p:spPr>
            <a:xfrm>
              <a:off x="3275768" y="3970292"/>
              <a:ext cx="216672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直接连接符 361">
              <a:extLst>
                <a:ext uri="{FF2B5EF4-FFF2-40B4-BE49-F238E27FC236}">
                  <a16:creationId xmlns:a16="http://schemas.microsoft.com/office/drawing/2014/main" id="{19AD2D25-389D-4ED6-82DC-B4E0C15E954B}"/>
                </a:ext>
              </a:extLst>
            </p:cNvPr>
            <p:cNvCxnSpPr/>
            <p:nvPr/>
          </p:nvCxnSpPr>
          <p:spPr>
            <a:xfrm>
              <a:off x="3275768" y="4150292"/>
              <a:ext cx="216672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TextBox 153">
              <a:extLst>
                <a:ext uri="{FF2B5EF4-FFF2-40B4-BE49-F238E27FC236}">
                  <a16:creationId xmlns:a16="http://schemas.microsoft.com/office/drawing/2014/main" id="{B675592E-4BB9-48AF-8498-7AAA420060F4}"/>
                </a:ext>
              </a:extLst>
            </p:cNvPr>
            <p:cNvSpPr txBox="1"/>
            <p:nvPr/>
          </p:nvSpPr>
          <p:spPr>
            <a:xfrm>
              <a:off x="2987768" y="3891528"/>
              <a:ext cx="296144" cy="36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12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10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64" name="直接连接符 363">
              <a:extLst>
                <a:ext uri="{FF2B5EF4-FFF2-40B4-BE49-F238E27FC236}">
                  <a16:creationId xmlns:a16="http://schemas.microsoft.com/office/drawing/2014/main" id="{E8E49E84-4C00-4BE8-9C91-F97138EACEDC}"/>
                </a:ext>
              </a:extLst>
            </p:cNvPr>
            <p:cNvCxnSpPr/>
            <p:nvPr/>
          </p:nvCxnSpPr>
          <p:spPr>
            <a:xfrm>
              <a:off x="3995768" y="4077072"/>
              <a:ext cx="216672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Text Box 323">
              <a:extLst>
                <a:ext uri="{FF2B5EF4-FFF2-40B4-BE49-F238E27FC236}">
                  <a16:creationId xmlns:a16="http://schemas.microsoft.com/office/drawing/2014/main" id="{4015F70D-2896-4324-9EAD-77CA23999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1768" y="3933056"/>
              <a:ext cx="720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Cause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366" name="Text Box 18">
              <a:extLst>
                <a:ext uri="{FF2B5EF4-FFF2-40B4-BE49-F238E27FC236}">
                  <a16:creationId xmlns:a16="http://schemas.microsoft.com/office/drawing/2014/main" id="{1E4327FD-1813-4CD4-93BB-13F576049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881" y="3933056"/>
              <a:ext cx="504055" cy="25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367" name="矩形 366">
              <a:extLst>
                <a:ext uri="{FF2B5EF4-FFF2-40B4-BE49-F238E27FC236}">
                  <a16:creationId xmlns:a16="http://schemas.microsoft.com/office/drawing/2014/main" id="{4608A542-4943-49CF-9685-A849EF9CF863}"/>
                </a:ext>
              </a:extLst>
            </p:cNvPr>
            <p:cNvSpPr/>
            <p:nvPr/>
          </p:nvSpPr>
          <p:spPr bwMode="auto">
            <a:xfrm>
              <a:off x="6660880" y="411860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" name="矩形 367">
              <a:extLst>
                <a:ext uri="{FF2B5EF4-FFF2-40B4-BE49-F238E27FC236}">
                  <a16:creationId xmlns:a16="http://schemas.microsoft.com/office/drawing/2014/main" id="{0430F8A1-A697-4C21-A3D1-63779CF9F52F}"/>
                </a:ext>
              </a:extLst>
            </p:cNvPr>
            <p:cNvSpPr/>
            <p:nvPr/>
          </p:nvSpPr>
          <p:spPr bwMode="auto">
            <a:xfrm>
              <a:off x="6669264" y="3934292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69" name="直接连接符 368">
              <a:extLst>
                <a:ext uri="{FF2B5EF4-FFF2-40B4-BE49-F238E27FC236}">
                  <a16:creationId xmlns:a16="http://schemas.microsoft.com/office/drawing/2014/main" id="{0982D24A-6AB7-4494-AF78-30C7BD1695D5}"/>
                </a:ext>
              </a:extLst>
            </p:cNvPr>
            <p:cNvCxnSpPr/>
            <p:nvPr/>
          </p:nvCxnSpPr>
          <p:spPr>
            <a:xfrm>
              <a:off x="6480212" y="3970292"/>
              <a:ext cx="180668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连接符 369">
              <a:extLst>
                <a:ext uri="{FF2B5EF4-FFF2-40B4-BE49-F238E27FC236}">
                  <a16:creationId xmlns:a16="http://schemas.microsoft.com/office/drawing/2014/main" id="{92932FA4-4F4C-4B23-8552-CC66A81FBEEA}"/>
                </a:ext>
              </a:extLst>
            </p:cNvPr>
            <p:cNvCxnSpPr/>
            <p:nvPr/>
          </p:nvCxnSpPr>
          <p:spPr>
            <a:xfrm flipV="1">
              <a:off x="5399768" y="4149080"/>
              <a:ext cx="1260000" cy="444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直接连接符 370">
              <a:extLst>
                <a:ext uri="{FF2B5EF4-FFF2-40B4-BE49-F238E27FC236}">
                  <a16:creationId xmlns:a16="http://schemas.microsoft.com/office/drawing/2014/main" id="{252CECBC-42D8-404D-A01A-AE77D4BD9233}"/>
                </a:ext>
              </a:extLst>
            </p:cNvPr>
            <p:cNvCxnSpPr/>
            <p:nvPr/>
          </p:nvCxnSpPr>
          <p:spPr>
            <a:xfrm>
              <a:off x="7164936" y="4078292"/>
              <a:ext cx="216672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2" name="Text Box 323">
              <a:extLst>
                <a:ext uri="{FF2B5EF4-FFF2-40B4-BE49-F238E27FC236}">
                  <a16:creationId xmlns:a16="http://schemas.microsoft.com/office/drawing/2014/main" id="{57424A88-B509-4046-8BB7-2A7DEEC9BC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0959" y="3933056"/>
              <a:ext cx="720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EPC</a:t>
              </a:r>
              <a:endParaRPr kumimoji="1"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73" name="直接连接符 372">
              <a:extLst>
                <a:ext uri="{FF2B5EF4-FFF2-40B4-BE49-F238E27FC236}">
                  <a16:creationId xmlns:a16="http://schemas.microsoft.com/office/drawing/2014/main" id="{4CF14861-D5B9-4504-932C-A8D1565C7901}"/>
                </a:ext>
              </a:extLst>
            </p:cNvPr>
            <p:cNvCxnSpPr/>
            <p:nvPr/>
          </p:nvCxnSpPr>
          <p:spPr bwMode="auto">
            <a:xfrm>
              <a:off x="6480212" y="2602292"/>
              <a:ext cx="0" cy="136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4" name="直接连接符 373">
              <a:extLst>
                <a:ext uri="{FF2B5EF4-FFF2-40B4-BE49-F238E27FC236}">
                  <a16:creationId xmlns:a16="http://schemas.microsoft.com/office/drawing/2014/main" id="{3F844E2B-1756-482D-8D1F-038439312614}"/>
                </a:ext>
              </a:extLst>
            </p:cNvPr>
            <p:cNvCxnSpPr/>
            <p:nvPr/>
          </p:nvCxnSpPr>
          <p:spPr bwMode="auto">
            <a:xfrm>
              <a:off x="5399768" y="2746292"/>
              <a:ext cx="0" cy="1404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375" name="直接连接符 374">
              <a:extLst>
                <a:ext uri="{FF2B5EF4-FFF2-40B4-BE49-F238E27FC236}">
                  <a16:creationId xmlns:a16="http://schemas.microsoft.com/office/drawing/2014/main" id="{876B5934-6EFD-4FA9-8D43-88C87C8AC1E0}"/>
                </a:ext>
              </a:extLst>
            </p:cNvPr>
            <p:cNvCxnSpPr/>
            <p:nvPr/>
          </p:nvCxnSpPr>
          <p:spPr bwMode="auto">
            <a:xfrm flipH="1">
              <a:off x="2987768" y="3861048"/>
              <a:ext cx="0" cy="64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6" name="直接连接符 375">
              <a:extLst>
                <a:ext uri="{FF2B5EF4-FFF2-40B4-BE49-F238E27FC236}">
                  <a16:creationId xmlns:a16="http://schemas.microsoft.com/office/drawing/2014/main" id="{02308379-A462-4F52-9FC4-60EB301D6CC3}"/>
                </a:ext>
              </a:extLst>
            </p:cNvPr>
            <p:cNvCxnSpPr/>
            <p:nvPr/>
          </p:nvCxnSpPr>
          <p:spPr bwMode="auto">
            <a:xfrm flipH="1">
              <a:off x="8207768" y="3861048"/>
              <a:ext cx="0" cy="64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7" name="TextBox 175">
              <a:extLst>
                <a:ext uri="{FF2B5EF4-FFF2-40B4-BE49-F238E27FC236}">
                  <a16:creationId xmlns:a16="http://schemas.microsoft.com/office/drawing/2014/main" id="{CB5785E3-FC9A-4EF3-9055-33AC94976817}"/>
                </a:ext>
              </a:extLst>
            </p:cNvPr>
            <p:cNvSpPr txBox="1"/>
            <p:nvPr/>
          </p:nvSpPr>
          <p:spPr>
            <a:xfrm>
              <a:off x="5076056" y="4221088"/>
              <a:ext cx="1152650" cy="252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中断机构</a:t>
              </a:r>
            </a:p>
          </p:txBody>
        </p:sp>
        <p:cxnSp>
          <p:nvCxnSpPr>
            <p:cNvPr id="378" name="直接连接符 377">
              <a:extLst>
                <a:ext uri="{FF2B5EF4-FFF2-40B4-BE49-F238E27FC236}">
                  <a16:creationId xmlns:a16="http://schemas.microsoft.com/office/drawing/2014/main" id="{FCC4E3C1-EB27-4F5A-A979-A8D98B023CDC}"/>
                </a:ext>
              </a:extLst>
            </p:cNvPr>
            <p:cNvCxnSpPr/>
            <p:nvPr/>
          </p:nvCxnSpPr>
          <p:spPr bwMode="auto">
            <a:xfrm flipV="1">
              <a:off x="4571768" y="4186292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79" name="直接连接符 378">
              <a:extLst>
                <a:ext uri="{FF2B5EF4-FFF2-40B4-BE49-F238E27FC236}">
                  <a16:creationId xmlns:a16="http://schemas.microsoft.com/office/drawing/2014/main" id="{40C49EEE-007D-464A-8475-6DE2AE82D8A2}"/>
                </a:ext>
              </a:extLst>
            </p:cNvPr>
            <p:cNvCxnSpPr/>
            <p:nvPr/>
          </p:nvCxnSpPr>
          <p:spPr bwMode="auto">
            <a:xfrm flipV="1">
              <a:off x="3743768" y="4186292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80" name="直接连接符 379">
              <a:extLst>
                <a:ext uri="{FF2B5EF4-FFF2-40B4-BE49-F238E27FC236}">
                  <a16:creationId xmlns:a16="http://schemas.microsoft.com/office/drawing/2014/main" id="{1B799B19-1A78-4AF2-9F3D-0B57BC91905D}"/>
                </a:ext>
              </a:extLst>
            </p:cNvPr>
            <p:cNvCxnSpPr/>
            <p:nvPr/>
          </p:nvCxnSpPr>
          <p:spPr bwMode="auto">
            <a:xfrm flipV="1">
              <a:off x="7739768" y="4186292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81" name="直接连接符 380">
              <a:extLst>
                <a:ext uri="{FF2B5EF4-FFF2-40B4-BE49-F238E27FC236}">
                  <a16:creationId xmlns:a16="http://schemas.microsoft.com/office/drawing/2014/main" id="{095CADD3-3236-45A5-8B2D-8A87EA8DC000}"/>
                </a:ext>
              </a:extLst>
            </p:cNvPr>
            <p:cNvCxnSpPr/>
            <p:nvPr/>
          </p:nvCxnSpPr>
          <p:spPr bwMode="auto">
            <a:xfrm flipV="1">
              <a:off x="6948264" y="4186292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382" name="TextBox 182">
              <a:extLst>
                <a:ext uri="{FF2B5EF4-FFF2-40B4-BE49-F238E27FC236}">
                  <a16:creationId xmlns:a16="http://schemas.microsoft.com/office/drawing/2014/main" id="{51E2D569-5045-4F1E-A8C9-BA0C5F75C3D6}"/>
                </a:ext>
              </a:extLst>
            </p:cNvPr>
            <p:cNvSpPr txBox="1"/>
            <p:nvPr/>
          </p:nvSpPr>
          <p:spPr>
            <a:xfrm>
              <a:off x="4175768" y="4294292"/>
              <a:ext cx="828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CauseWr</a:t>
              </a:r>
            </a:p>
          </p:txBody>
        </p:sp>
        <p:sp>
          <p:nvSpPr>
            <p:cNvPr id="383" name="TextBox 183">
              <a:extLst>
                <a:ext uri="{FF2B5EF4-FFF2-40B4-BE49-F238E27FC236}">
                  <a16:creationId xmlns:a16="http://schemas.microsoft.com/office/drawing/2014/main" id="{E555DB65-47DB-4D97-9575-0E4EA68BA265}"/>
                </a:ext>
              </a:extLst>
            </p:cNvPr>
            <p:cNvSpPr txBox="1"/>
            <p:nvPr/>
          </p:nvSpPr>
          <p:spPr>
            <a:xfrm>
              <a:off x="3167768" y="4294292"/>
              <a:ext cx="936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IntCause</a:t>
              </a:r>
            </a:p>
          </p:txBody>
        </p:sp>
        <p:sp>
          <p:nvSpPr>
            <p:cNvPr id="384" name="TextBox 184">
              <a:extLst>
                <a:ext uri="{FF2B5EF4-FFF2-40B4-BE49-F238E27FC236}">
                  <a16:creationId xmlns:a16="http://schemas.microsoft.com/office/drawing/2014/main" id="{3287DC8D-51E2-4676-8D0E-6689BD47A2E9}"/>
                </a:ext>
              </a:extLst>
            </p:cNvPr>
            <p:cNvSpPr txBox="1"/>
            <p:nvPr/>
          </p:nvSpPr>
          <p:spPr>
            <a:xfrm>
              <a:off x="7451768" y="4294292"/>
              <a:ext cx="65067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EPCWr</a:t>
              </a:r>
            </a:p>
          </p:txBody>
        </p:sp>
        <p:sp>
          <p:nvSpPr>
            <p:cNvPr id="385" name="TextBox 185">
              <a:extLst>
                <a:ext uri="{FF2B5EF4-FFF2-40B4-BE49-F238E27FC236}">
                  <a16:creationId xmlns:a16="http://schemas.microsoft.com/office/drawing/2014/main" id="{EEA86C0D-A010-4E35-AF2C-29CD380A5177}"/>
                </a:ext>
              </a:extLst>
            </p:cNvPr>
            <p:cNvSpPr txBox="1"/>
            <p:nvPr/>
          </p:nvSpPr>
          <p:spPr>
            <a:xfrm>
              <a:off x="6444208" y="4294292"/>
              <a:ext cx="900593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RetType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80</a:t>
            </a:fld>
            <a:endParaRPr lang="en-US" altLang="zh-CN"/>
          </a:p>
        </p:txBody>
      </p:sp>
      <p:sp>
        <p:nvSpPr>
          <p:cNvPr id="109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00" y="6524451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" name="Text Box 82"/>
          <p:cNvSpPr txBox="1">
            <a:spLocks noChangeArrowheads="1"/>
          </p:cNvSpPr>
          <p:nvPr/>
        </p:nvSpPr>
        <p:spPr bwMode="auto">
          <a:xfrm>
            <a:off x="179705" y="332656"/>
            <a:ext cx="439166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工作流程的状态转换图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14" name="Text Box 82"/>
          <p:cNvSpPr txBox="1">
            <a:spLocks noChangeArrowheads="1"/>
          </p:cNvSpPr>
          <p:nvPr/>
        </p:nvSpPr>
        <p:spPr bwMode="auto">
          <a:xfrm>
            <a:off x="179705" y="4869160"/>
            <a:ext cx="496824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CU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的组织：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时序信号形成电路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  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控制信号形成电路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72" name="Text Box 4"/>
          <p:cNvSpPr txBox="1">
            <a:spLocks noChangeArrowheads="1"/>
          </p:cNvSpPr>
          <p:nvPr/>
        </p:nvSpPr>
        <p:spPr bwMode="auto">
          <a:xfrm>
            <a:off x="899160" y="5984240"/>
            <a:ext cx="2520950" cy="3683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5-4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P238—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25</a:t>
            </a:r>
          </a:p>
        </p:txBody>
      </p:sp>
      <p:sp>
        <p:nvSpPr>
          <p:cNvPr id="74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6071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75" name="AutoShape 11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068000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07501" y="1417595"/>
            <a:ext cx="8818066" cy="3379565"/>
            <a:chOff x="107501" y="1412800"/>
            <a:chExt cx="8818066" cy="3379565"/>
          </a:xfrm>
        </p:grpSpPr>
        <p:sp>
          <p:nvSpPr>
            <p:cNvPr id="81" name="Text Box 63"/>
            <p:cNvSpPr txBox="1">
              <a:spLocks noChangeArrowheads="1"/>
            </p:cNvSpPr>
            <p:nvPr/>
          </p:nvSpPr>
          <p:spPr bwMode="auto">
            <a:xfrm>
              <a:off x="1187624" y="2852936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4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86" name="Text Box 63"/>
            <p:cNvSpPr txBox="1">
              <a:spLocks noChangeArrowheads="1"/>
            </p:cNvSpPr>
            <p:nvPr/>
          </p:nvSpPr>
          <p:spPr bwMode="auto">
            <a:xfrm>
              <a:off x="8244440" y="2852960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52" name="Text Box 63"/>
            <p:cNvSpPr txBox="1">
              <a:spLocks noChangeArrowheads="1"/>
            </p:cNvSpPr>
            <p:nvPr/>
          </p:nvSpPr>
          <p:spPr bwMode="auto">
            <a:xfrm>
              <a:off x="1043605" y="2560133"/>
              <a:ext cx="576000" cy="216000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OF=1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3" name="Text Box 63"/>
            <p:cNvSpPr txBox="1">
              <a:spLocks noChangeArrowheads="1"/>
            </p:cNvSpPr>
            <p:nvPr/>
          </p:nvSpPr>
          <p:spPr bwMode="auto">
            <a:xfrm>
              <a:off x="1763688" y="3280213"/>
              <a:ext cx="576000" cy="216000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OF=0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2" name="Text Box 63"/>
            <p:cNvSpPr txBox="1">
              <a:spLocks noChangeArrowheads="1"/>
            </p:cNvSpPr>
            <p:nvPr/>
          </p:nvSpPr>
          <p:spPr bwMode="auto">
            <a:xfrm>
              <a:off x="7524328" y="2848165"/>
              <a:ext cx="576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int_u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3" name="Text Box 63"/>
            <p:cNvSpPr txBox="1">
              <a:spLocks noChangeArrowheads="1"/>
            </p:cNvSpPr>
            <p:nvPr/>
          </p:nvSpPr>
          <p:spPr bwMode="auto">
            <a:xfrm>
              <a:off x="107504" y="2848165"/>
              <a:ext cx="576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int_o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4" name="Text Box 63"/>
            <p:cNvSpPr txBox="1">
              <a:spLocks noChangeArrowheads="1"/>
            </p:cNvSpPr>
            <p:nvPr/>
          </p:nvSpPr>
          <p:spPr bwMode="auto">
            <a:xfrm>
              <a:off x="6151796" y="1412800"/>
              <a:ext cx="432000" cy="216000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ErrC</a:t>
              </a:r>
              <a:endParaRPr lang="zh-CN" altLang="en-US" sz="1600" b="1" spc="-1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5" name="Text Box 323"/>
            <p:cNvSpPr txBox="1">
              <a:spLocks noChangeArrowheads="1"/>
            </p:cNvSpPr>
            <p:nvPr/>
          </p:nvSpPr>
          <p:spPr bwMode="auto">
            <a:xfrm>
              <a:off x="7524325" y="3064341"/>
              <a:ext cx="1401242" cy="158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(3),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(1),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RetType,EPCWr,IntCause</a:t>
              </a:r>
              <a:r>
                <a:rPr lang="en-US" altLang="zh-CN" sz="1600" b="1" spc="-100" dirty="0">
                  <a:latin typeface="+mn-ea"/>
                  <a:ea typeface="+mn-ea"/>
                </a:rPr>
                <a:t>(0),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CauseWr</a:t>
              </a:r>
              <a:r>
                <a:rPr lang="en-US" altLang="zh-CN" sz="1600" b="1" spc="-100" dirty="0">
                  <a:latin typeface="+mn-ea"/>
                  <a:ea typeface="+mn-ea"/>
                </a:rPr>
                <a:t>,</a:t>
              </a:r>
              <a:r>
                <a:rPr lang="en-US" altLang="zh-CN" sz="1600" b="1" spc="-100" dirty="0">
                  <a:latin typeface="+mn-ea"/>
                </a:rPr>
                <a:t> </a:t>
              </a:r>
              <a:r>
                <a:rPr lang="en-US" altLang="zh-CN" sz="1600" b="1" spc="-100" dirty="0" err="1">
                  <a:latin typeface="+mn-ea"/>
                </a:rPr>
                <a:t>PCsrc</a:t>
              </a:r>
              <a:r>
                <a:rPr lang="en-US" altLang="zh-CN" sz="1600" b="1" spc="-100" dirty="0">
                  <a:latin typeface="+mn-ea"/>
                </a:rPr>
                <a:t>(3),</a:t>
              </a:r>
              <a:r>
                <a:rPr lang="en-US" altLang="zh-CN" sz="1600" b="1" spc="-100" dirty="0" err="1">
                  <a:latin typeface="+mn-ea"/>
                </a:rPr>
                <a:t>PCWr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cxnSp>
          <p:nvCxnSpPr>
            <p:cNvPr id="146" name="直接箭头连接符 145"/>
            <p:cNvCxnSpPr/>
            <p:nvPr/>
          </p:nvCxnSpPr>
          <p:spPr bwMode="auto">
            <a:xfrm>
              <a:off x="8820469" y="4648365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7" name="直接箭头连接符 146"/>
            <p:cNvCxnSpPr/>
            <p:nvPr/>
          </p:nvCxnSpPr>
          <p:spPr bwMode="auto">
            <a:xfrm flipH="1">
              <a:off x="8820469" y="2128165"/>
              <a:ext cx="2" cy="93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8" name="直接箭头连接符 147"/>
            <p:cNvCxnSpPr/>
            <p:nvPr/>
          </p:nvCxnSpPr>
          <p:spPr bwMode="auto">
            <a:xfrm>
              <a:off x="6084165" y="1623559"/>
              <a:ext cx="2736000" cy="50450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9" name="Text Box 323"/>
            <p:cNvSpPr txBox="1">
              <a:spLocks noChangeArrowheads="1"/>
            </p:cNvSpPr>
            <p:nvPr/>
          </p:nvSpPr>
          <p:spPr bwMode="auto">
            <a:xfrm>
              <a:off x="107501" y="3064341"/>
              <a:ext cx="1368152" cy="158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(3),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(1),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RetType,EPCWr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IntCause</a:t>
              </a:r>
              <a:r>
                <a:rPr lang="en-US" altLang="zh-CN" sz="1600" b="1" spc="-100" dirty="0">
                  <a:latin typeface="+mn-ea"/>
                  <a:ea typeface="+mn-ea"/>
                </a:rPr>
                <a:t>(1),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CauseWr</a:t>
              </a:r>
              <a:r>
                <a:rPr lang="en-US" altLang="zh-CN" sz="1600" b="1" spc="-100" dirty="0">
                  <a:latin typeface="+mn-ea"/>
                  <a:ea typeface="+mn-ea"/>
                </a:rPr>
                <a:t>,</a:t>
              </a:r>
              <a:r>
                <a:rPr lang="en-US" altLang="zh-CN" sz="1600" b="1" spc="-100" dirty="0">
                  <a:latin typeface="+mn-ea"/>
                </a:rPr>
                <a:t> </a:t>
              </a:r>
              <a:r>
                <a:rPr lang="en-US" altLang="zh-CN" sz="1600" b="1" spc="-100" dirty="0" err="1">
                  <a:latin typeface="+mn-ea"/>
                </a:rPr>
                <a:t>PCsrc</a:t>
              </a:r>
              <a:r>
                <a:rPr lang="en-US" altLang="zh-CN" sz="1600" b="1" spc="-100" dirty="0">
                  <a:latin typeface="+mn-ea"/>
                </a:rPr>
                <a:t>(3),</a:t>
              </a:r>
              <a:r>
                <a:rPr lang="en-US" altLang="zh-CN" sz="1600" b="1" spc="-100" dirty="0" err="1">
                  <a:latin typeface="+mn-ea"/>
                </a:rPr>
                <a:t>PCWr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cxnSp>
          <p:nvCxnSpPr>
            <p:cNvPr id="150" name="直接箭头连接符 149"/>
            <p:cNvCxnSpPr/>
            <p:nvPr/>
          </p:nvCxnSpPr>
          <p:spPr bwMode="auto">
            <a:xfrm>
              <a:off x="755573" y="4648357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1" name="直接箭头连接符 80"/>
            <p:cNvCxnSpPr/>
            <p:nvPr/>
          </p:nvCxnSpPr>
          <p:spPr bwMode="auto">
            <a:xfrm rot="10800000" flipV="1">
              <a:off x="1115615" y="2776165"/>
              <a:ext cx="576063" cy="288000"/>
            </a:xfrm>
            <a:prstGeom prst="bentConnector3">
              <a:avLst>
                <a:gd name="adj1" fmla="val 101021"/>
              </a:avLst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" name="组合 2"/>
          <p:cNvGrpSpPr/>
          <p:nvPr/>
        </p:nvGrpSpPr>
        <p:grpSpPr>
          <a:xfrm>
            <a:off x="756381" y="836712"/>
            <a:ext cx="8280115" cy="3965235"/>
            <a:chOff x="756381" y="831917"/>
            <a:chExt cx="8280115" cy="3965235"/>
          </a:xfrm>
        </p:grpSpPr>
        <p:sp>
          <p:nvSpPr>
            <p:cNvPr id="79" name="Text Box 63"/>
            <p:cNvSpPr txBox="1">
              <a:spLocks noChangeArrowheads="1"/>
            </p:cNvSpPr>
            <p:nvPr/>
          </p:nvSpPr>
          <p:spPr bwMode="auto">
            <a:xfrm>
              <a:off x="4499989" y="3712237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wb_m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0" name="直接箭头连接符 79"/>
            <p:cNvCxnSpPr>
              <a:stCxn id="124" idx="3"/>
              <a:endCxn id="125" idx="1"/>
            </p:cNvCxnSpPr>
            <p:nvPr/>
          </p:nvCxnSpPr>
          <p:spPr bwMode="auto">
            <a:xfrm>
              <a:off x="3419869" y="1408021"/>
              <a:ext cx="50405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2" name="直接箭头连接符 81"/>
            <p:cNvCxnSpPr/>
            <p:nvPr/>
          </p:nvCxnSpPr>
          <p:spPr bwMode="auto">
            <a:xfrm flipH="1">
              <a:off x="3851997" y="1768076"/>
              <a:ext cx="72000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3" name="直接箭头连接符 82"/>
            <p:cNvCxnSpPr/>
            <p:nvPr/>
          </p:nvCxnSpPr>
          <p:spPr bwMode="auto">
            <a:xfrm>
              <a:off x="5004048" y="1768077"/>
              <a:ext cx="64800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4" name="直接箭头连接符 83"/>
            <p:cNvCxnSpPr/>
            <p:nvPr/>
          </p:nvCxnSpPr>
          <p:spPr bwMode="auto">
            <a:xfrm>
              <a:off x="6084166" y="1768077"/>
              <a:ext cx="100800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5" name="直接箭头连接符 84"/>
            <p:cNvCxnSpPr>
              <a:stCxn id="125" idx="3"/>
              <a:endCxn id="126" idx="1"/>
            </p:cNvCxnSpPr>
            <p:nvPr/>
          </p:nvCxnSpPr>
          <p:spPr bwMode="auto">
            <a:xfrm>
              <a:off x="6084165" y="1408021"/>
              <a:ext cx="57606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7" name="直接箭头连接符 86"/>
            <p:cNvCxnSpPr/>
            <p:nvPr/>
          </p:nvCxnSpPr>
          <p:spPr bwMode="auto">
            <a:xfrm>
              <a:off x="2339752" y="3208077"/>
              <a:ext cx="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8" name="直接箭头连接符 87"/>
            <p:cNvCxnSpPr/>
            <p:nvPr/>
          </p:nvCxnSpPr>
          <p:spPr bwMode="auto">
            <a:xfrm flipH="1">
              <a:off x="5220120" y="2776133"/>
              <a:ext cx="43200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9" name="直接箭头连接符 88"/>
            <p:cNvCxnSpPr/>
            <p:nvPr/>
          </p:nvCxnSpPr>
          <p:spPr bwMode="auto">
            <a:xfrm>
              <a:off x="5652120" y="2776133"/>
              <a:ext cx="575659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0" name="直接箭头连接符 89"/>
            <p:cNvCxnSpPr/>
            <p:nvPr/>
          </p:nvCxnSpPr>
          <p:spPr bwMode="auto">
            <a:xfrm>
              <a:off x="5220069" y="3640205"/>
              <a:ext cx="1" cy="28803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1" name="直接箭头连接符 90"/>
            <p:cNvCxnSpPr/>
            <p:nvPr/>
          </p:nvCxnSpPr>
          <p:spPr bwMode="auto">
            <a:xfrm>
              <a:off x="6804248" y="3640229"/>
              <a:ext cx="0" cy="115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91"/>
            <p:cNvCxnSpPr/>
            <p:nvPr/>
          </p:nvCxnSpPr>
          <p:spPr bwMode="auto">
            <a:xfrm>
              <a:off x="2339752" y="4432221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直接箭头连接符 92"/>
            <p:cNvCxnSpPr/>
            <p:nvPr/>
          </p:nvCxnSpPr>
          <p:spPr bwMode="auto">
            <a:xfrm>
              <a:off x="3694442" y="4437152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4" name="直接箭头连接符 93"/>
            <p:cNvCxnSpPr/>
            <p:nvPr/>
          </p:nvCxnSpPr>
          <p:spPr bwMode="auto">
            <a:xfrm>
              <a:off x="756381" y="4792357"/>
              <a:ext cx="8280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5" name="直接箭头连接符 94"/>
            <p:cNvCxnSpPr/>
            <p:nvPr/>
          </p:nvCxnSpPr>
          <p:spPr bwMode="auto">
            <a:xfrm>
              <a:off x="5220069" y="4432293"/>
              <a:ext cx="1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6" name="直接箭头连接符 95"/>
            <p:cNvCxnSpPr/>
            <p:nvPr/>
          </p:nvCxnSpPr>
          <p:spPr bwMode="auto">
            <a:xfrm flipH="1">
              <a:off x="7308301" y="2776133"/>
              <a:ext cx="0" cy="20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7" name="直接箭头连接符 96"/>
            <p:cNvCxnSpPr/>
            <p:nvPr/>
          </p:nvCxnSpPr>
          <p:spPr bwMode="auto">
            <a:xfrm flipV="1">
              <a:off x="9036496" y="831917"/>
              <a:ext cx="0" cy="39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8" name="直接箭头连接符 97"/>
            <p:cNvCxnSpPr/>
            <p:nvPr/>
          </p:nvCxnSpPr>
          <p:spPr bwMode="auto">
            <a:xfrm>
              <a:off x="2267744" y="831941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9" name="Text Box 63"/>
            <p:cNvSpPr txBox="1">
              <a:spLocks noChangeArrowheads="1"/>
            </p:cNvSpPr>
            <p:nvPr/>
          </p:nvSpPr>
          <p:spPr bwMode="auto">
            <a:xfrm>
              <a:off x="1043608" y="831941"/>
              <a:ext cx="288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if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0" name="Text Box 63"/>
            <p:cNvSpPr txBox="1">
              <a:spLocks noChangeArrowheads="1"/>
            </p:cNvSpPr>
            <p:nvPr/>
          </p:nvSpPr>
          <p:spPr bwMode="auto">
            <a:xfrm>
              <a:off x="1691677" y="2056077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2" name="Text Box 63"/>
            <p:cNvSpPr txBox="1">
              <a:spLocks noChangeArrowheads="1"/>
            </p:cNvSpPr>
            <p:nvPr/>
          </p:nvSpPr>
          <p:spPr bwMode="auto">
            <a:xfrm>
              <a:off x="1691677" y="3501032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wb_r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5" name="Text Box 63"/>
            <p:cNvSpPr txBox="1">
              <a:spLocks noChangeArrowheads="1"/>
            </p:cNvSpPr>
            <p:nvPr/>
          </p:nvSpPr>
          <p:spPr bwMode="auto">
            <a:xfrm>
              <a:off x="3131941" y="3501032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wb_i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6" name="Text Box 63"/>
            <p:cNvSpPr txBox="1">
              <a:spLocks noChangeArrowheads="1"/>
            </p:cNvSpPr>
            <p:nvPr/>
          </p:nvSpPr>
          <p:spPr bwMode="auto">
            <a:xfrm>
              <a:off x="3131941" y="2056077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ex_i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7" name="Text Box 63"/>
            <p:cNvSpPr txBox="1">
              <a:spLocks noChangeArrowheads="1"/>
            </p:cNvSpPr>
            <p:nvPr/>
          </p:nvSpPr>
          <p:spPr bwMode="auto">
            <a:xfrm>
              <a:off x="3950017" y="831941"/>
              <a:ext cx="333948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id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8" name="Text Box 63"/>
            <p:cNvSpPr txBox="1">
              <a:spLocks noChangeArrowheads="1"/>
            </p:cNvSpPr>
            <p:nvPr/>
          </p:nvSpPr>
          <p:spPr bwMode="auto">
            <a:xfrm>
              <a:off x="4499989" y="2056077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ex_m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5" name="Text Box 63"/>
            <p:cNvSpPr txBox="1">
              <a:spLocks noChangeArrowheads="1"/>
            </p:cNvSpPr>
            <p:nvPr/>
          </p:nvSpPr>
          <p:spPr bwMode="auto">
            <a:xfrm>
              <a:off x="7164285" y="2056077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ex_j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6" name="Text Box 63"/>
            <p:cNvSpPr txBox="1">
              <a:spLocks noChangeArrowheads="1"/>
            </p:cNvSpPr>
            <p:nvPr/>
          </p:nvSpPr>
          <p:spPr bwMode="auto">
            <a:xfrm>
              <a:off x="6660229" y="831917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ex_b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7" name="Text Box 63"/>
            <p:cNvSpPr txBox="1">
              <a:spLocks noChangeArrowheads="1"/>
            </p:cNvSpPr>
            <p:nvPr/>
          </p:nvSpPr>
          <p:spPr bwMode="auto">
            <a:xfrm>
              <a:off x="4497533" y="2920149"/>
              <a:ext cx="576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mem_r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8" name="Text Box 63"/>
            <p:cNvSpPr txBox="1">
              <a:spLocks noChangeArrowheads="1"/>
            </p:cNvSpPr>
            <p:nvPr/>
          </p:nvSpPr>
          <p:spPr bwMode="auto">
            <a:xfrm>
              <a:off x="6369741" y="2920149"/>
              <a:ext cx="650528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mem_w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9" name="Text Box 63"/>
            <p:cNvSpPr txBox="1">
              <a:spLocks noChangeArrowheads="1"/>
            </p:cNvSpPr>
            <p:nvPr/>
          </p:nvSpPr>
          <p:spPr bwMode="auto">
            <a:xfrm>
              <a:off x="2123725" y="1840029"/>
              <a:ext cx="928816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add/sub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0" name="Text Box 63"/>
            <p:cNvSpPr txBox="1">
              <a:spLocks noChangeArrowheads="1"/>
            </p:cNvSpPr>
            <p:nvPr/>
          </p:nvSpPr>
          <p:spPr bwMode="auto">
            <a:xfrm>
              <a:off x="4395624" y="1768021"/>
              <a:ext cx="46440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ori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1" name="Text Box 63"/>
            <p:cNvSpPr txBox="1">
              <a:spLocks noChangeArrowheads="1"/>
            </p:cNvSpPr>
            <p:nvPr/>
          </p:nvSpPr>
          <p:spPr bwMode="auto">
            <a:xfrm>
              <a:off x="5220072" y="1768021"/>
              <a:ext cx="698433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18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2" name="Text Box 63"/>
            <p:cNvSpPr txBox="1">
              <a:spLocks noChangeArrowheads="1"/>
            </p:cNvSpPr>
            <p:nvPr/>
          </p:nvSpPr>
          <p:spPr bwMode="auto">
            <a:xfrm>
              <a:off x="6156176" y="1601995"/>
              <a:ext cx="179826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j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3" name="Text Box 63"/>
            <p:cNvSpPr txBox="1">
              <a:spLocks noChangeArrowheads="1"/>
            </p:cNvSpPr>
            <p:nvPr/>
          </p:nvSpPr>
          <p:spPr bwMode="auto">
            <a:xfrm>
              <a:off x="6131060" y="1191981"/>
              <a:ext cx="409877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beq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4" name="Text Box 323"/>
            <p:cNvSpPr txBox="1">
              <a:spLocks noChangeArrowheads="1"/>
            </p:cNvSpPr>
            <p:nvPr/>
          </p:nvSpPr>
          <p:spPr bwMode="auto">
            <a:xfrm>
              <a:off x="1043605" y="1048021"/>
              <a:ext cx="2376264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IMRd</a:t>
              </a:r>
              <a:r>
                <a:rPr lang="en-US" altLang="zh-CN" sz="1600" b="1" spc="-100" dirty="0">
                  <a:latin typeface="+mn-ea"/>
                  <a:ea typeface="+mn-ea"/>
                </a:rPr>
                <a:t>, WMFC,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IRWr</a:t>
              </a:r>
              <a:endParaRPr lang="en-US" altLang="zh-CN" sz="1600" b="1" spc="-100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(3),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25" name="Text Box 323"/>
            <p:cNvSpPr txBox="1">
              <a:spLocks noChangeArrowheads="1"/>
            </p:cNvSpPr>
            <p:nvPr/>
          </p:nvSpPr>
          <p:spPr bwMode="auto">
            <a:xfrm>
              <a:off x="3923925" y="1048021"/>
              <a:ext cx="216024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Extctr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26" name="Text Box 323"/>
            <p:cNvSpPr txBox="1">
              <a:spLocks noChangeArrowheads="1"/>
            </p:cNvSpPr>
            <p:nvPr/>
          </p:nvSpPr>
          <p:spPr bwMode="auto">
            <a:xfrm>
              <a:off x="6660229" y="1048021"/>
              <a:ext cx="216024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(3),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PCWrB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27" name="Text Box 323"/>
            <p:cNvSpPr txBox="1">
              <a:spLocks noChangeArrowheads="1"/>
            </p:cNvSpPr>
            <p:nvPr/>
          </p:nvSpPr>
          <p:spPr bwMode="auto">
            <a:xfrm>
              <a:off x="1691677" y="2272077"/>
              <a:ext cx="1224136" cy="93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(0/1),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28" name="Text Box 323"/>
            <p:cNvSpPr txBox="1">
              <a:spLocks noChangeArrowheads="1"/>
            </p:cNvSpPr>
            <p:nvPr/>
          </p:nvSpPr>
          <p:spPr bwMode="auto">
            <a:xfrm>
              <a:off x="1691677" y="3717112"/>
              <a:ext cx="1224136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</a:p>
          </p:txBody>
        </p:sp>
        <p:sp>
          <p:nvSpPr>
            <p:cNvPr id="129" name="Text Box 323"/>
            <p:cNvSpPr txBox="1">
              <a:spLocks noChangeArrowheads="1"/>
            </p:cNvSpPr>
            <p:nvPr/>
          </p:nvSpPr>
          <p:spPr bwMode="auto">
            <a:xfrm>
              <a:off x="3131941" y="2272077"/>
              <a:ext cx="1152000" cy="93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30" name="Text Box 323"/>
            <p:cNvSpPr txBox="1">
              <a:spLocks noChangeArrowheads="1"/>
            </p:cNvSpPr>
            <p:nvPr/>
          </p:nvSpPr>
          <p:spPr bwMode="auto">
            <a:xfrm>
              <a:off x="3131941" y="3717112"/>
              <a:ext cx="115200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</a:p>
          </p:txBody>
        </p:sp>
        <p:sp>
          <p:nvSpPr>
            <p:cNvPr id="131" name="Text Box 323"/>
            <p:cNvSpPr txBox="1">
              <a:spLocks noChangeArrowheads="1"/>
            </p:cNvSpPr>
            <p:nvPr/>
          </p:nvSpPr>
          <p:spPr bwMode="auto">
            <a:xfrm>
              <a:off x="4482427" y="2272077"/>
              <a:ext cx="237600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Extctr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32" name="Text Box 323"/>
            <p:cNvSpPr txBox="1">
              <a:spLocks noChangeArrowheads="1"/>
            </p:cNvSpPr>
            <p:nvPr/>
          </p:nvSpPr>
          <p:spPr bwMode="auto">
            <a:xfrm>
              <a:off x="4504899" y="3136149"/>
              <a:ext cx="1152000" cy="50405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MemRd</a:t>
              </a:r>
              <a:r>
                <a:rPr lang="en-US" altLang="zh-CN" sz="1600" b="1" spc="-100" dirty="0">
                  <a:latin typeface="+mn-ea"/>
                  <a:ea typeface="+mn-ea"/>
                </a:rPr>
                <a:t>, WMFC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33" name="Text Box 323"/>
            <p:cNvSpPr txBox="1">
              <a:spLocks noChangeArrowheads="1"/>
            </p:cNvSpPr>
            <p:nvPr/>
          </p:nvSpPr>
          <p:spPr bwMode="auto">
            <a:xfrm>
              <a:off x="5928945" y="3136149"/>
              <a:ext cx="108000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MemWr</a:t>
              </a:r>
              <a:r>
                <a:rPr lang="en-US" altLang="zh-CN" sz="1600" b="1" spc="-100" dirty="0">
                  <a:latin typeface="+mn-ea"/>
                  <a:ea typeface="+mn-ea"/>
                </a:rPr>
                <a:t>,</a:t>
              </a:r>
              <a:endParaRPr lang="zh-CN" altLang="en-US" sz="1600" b="1" spc="-100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>
                  <a:latin typeface="+mn-ea"/>
                  <a:ea typeface="+mn-ea"/>
                </a:rPr>
                <a:t>WMFC, End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34" name="Text Box 323"/>
            <p:cNvSpPr txBox="1">
              <a:spLocks noChangeArrowheads="1"/>
            </p:cNvSpPr>
            <p:nvPr/>
          </p:nvSpPr>
          <p:spPr bwMode="auto">
            <a:xfrm>
              <a:off x="4499989" y="3928237"/>
              <a:ext cx="216024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MemRd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</a:p>
          </p:txBody>
        </p:sp>
        <p:sp>
          <p:nvSpPr>
            <p:cNvPr id="135" name="Text Box 323"/>
            <p:cNvSpPr txBox="1">
              <a:spLocks noChangeArrowheads="1"/>
            </p:cNvSpPr>
            <p:nvPr/>
          </p:nvSpPr>
          <p:spPr bwMode="auto">
            <a:xfrm>
              <a:off x="7092445" y="2272077"/>
              <a:ext cx="151200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</a:p>
          </p:txBody>
        </p:sp>
        <p:cxnSp>
          <p:nvCxnSpPr>
            <p:cNvPr id="136" name="直接箭头连接符 135"/>
            <p:cNvCxnSpPr/>
            <p:nvPr/>
          </p:nvCxnSpPr>
          <p:spPr bwMode="auto">
            <a:xfrm flipH="1">
              <a:off x="2627941" y="1768077"/>
              <a:ext cx="129600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7" name="Text Box 63"/>
            <p:cNvSpPr txBox="1">
              <a:spLocks noChangeArrowheads="1"/>
            </p:cNvSpPr>
            <p:nvPr/>
          </p:nvSpPr>
          <p:spPr bwMode="auto">
            <a:xfrm>
              <a:off x="5174348" y="2776133"/>
              <a:ext cx="108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     </a:t>
              </a:r>
              <a:r>
                <a:rPr lang="en-US" altLang="zh-CN" sz="18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8" name="直接箭头连接符 100"/>
            <p:cNvCxnSpPr/>
            <p:nvPr/>
          </p:nvCxnSpPr>
          <p:spPr bwMode="auto">
            <a:xfrm rot="16200000" flipH="1">
              <a:off x="8280349" y="1228021"/>
              <a:ext cx="216000" cy="1296000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9" name="直接箭头连接符 138"/>
            <p:cNvCxnSpPr/>
            <p:nvPr/>
          </p:nvCxnSpPr>
          <p:spPr bwMode="auto">
            <a:xfrm flipH="1">
              <a:off x="2267744" y="831917"/>
              <a:ext cx="676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0" name="直接箭头连接符 139"/>
            <p:cNvCxnSpPr/>
            <p:nvPr/>
          </p:nvCxnSpPr>
          <p:spPr bwMode="auto">
            <a:xfrm>
              <a:off x="3708008" y="3208077"/>
              <a:ext cx="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7" name="Text Box 63"/>
            <p:cNvSpPr txBox="1">
              <a:spLocks noChangeArrowheads="1"/>
            </p:cNvSpPr>
            <p:nvPr/>
          </p:nvSpPr>
          <p:spPr bwMode="auto">
            <a:xfrm>
              <a:off x="1403680" y="836712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0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58" name="Text Box 63"/>
            <p:cNvSpPr txBox="1">
              <a:spLocks noChangeArrowheads="1"/>
            </p:cNvSpPr>
            <p:nvPr/>
          </p:nvSpPr>
          <p:spPr bwMode="auto">
            <a:xfrm>
              <a:off x="4356008" y="836712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59" name="Text Box 63"/>
            <p:cNvSpPr txBox="1">
              <a:spLocks noChangeArrowheads="1"/>
            </p:cNvSpPr>
            <p:nvPr/>
          </p:nvSpPr>
          <p:spPr bwMode="auto">
            <a:xfrm>
              <a:off x="2339784" y="2060848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2" name="Text Box 63"/>
            <p:cNvSpPr txBox="1">
              <a:spLocks noChangeArrowheads="1"/>
            </p:cNvSpPr>
            <p:nvPr/>
          </p:nvSpPr>
          <p:spPr bwMode="auto">
            <a:xfrm>
              <a:off x="7740352" y="2061741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3" name="Text Box 63"/>
            <p:cNvSpPr txBox="1">
              <a:spLocks noChangeArrowheads="1"/>
            </p:cNvSpPr>
            <p:nvPr/>
          </p:nvSpPr>
          <p:spPr bwMode="auto">
            <a:xfrm>
              <a:off x="7236296" y="836712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4" name="Text Box 63"/>
            <p:cNvSpPr txBox="1">
              <a:spLocks noChangeArrowheads="1"/>
            </p:cNvSpPr>
            <p:nvPr/>
          </p:nvSpPr>
          <p:spPr bwMode="auto">
            <a:xfrm>
              <a:off x="2483768" y="3501032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4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5" name="Text Box 8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349115" y="332656"/>
            <a:ext cx="265938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增加异常响应状态</a:t>
            </a:r>
            <a:endParaRPr lang="en-US" altLang="zh-CN" sz="1800" b="1" spc="-50" dirty="0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6" name="Text Box 8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860290" y="4896465"/>
            <a:ext cx="266319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不变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增加异常处理逻辑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72" grpId="0" bldLvl="0" animBg="1"/>
      <p:bldP spid="5" grpId="0" bldLvl="0" animBg="1"/>
      <p:bldP spid="6" grpId="0" bldLvl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D5EAB-ED8D-4722-9244-3DC0EA995669}" type="slidenum">
              <a:rPr lang="en-US" altLang="zh-CN"/>
              <a:t>81</a:t>
            </a:fld>
            <a:endParaRPr lang="en-US" altLang="zh-CN" dirty="0"/>
          </a:p>
        </p:txBody>
      </p:sp>
      <p:sp>
        <p:nvSpPr>
          <p:cNvPr id="202" name="AutoShape 157">
            <a:hlinkClick r:id="rId96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" name="AutoShape 157">
            <a:hlinkClick r:id="rId9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128" name="Text Box 20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§5.7  </a:t>
            </a:r>
            <a:r>
              <a:rPr lang="zh-CN" altLang="en-US" sz="2800" b="1" dirty="0">
                <a:latin typeface="宋体" panose="02010600030101010101" pitchFamily="2" charset="-122"/>
              </a:rPr>
              <a:t>指令流水线技术</a:t>
            </a:r>
          </a:p>
        </p:txBody>
      </p:sp>
      <p:sp>
        <p:nvSpPr>
          <p:cNvPr id="27" name="Text Box 52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836712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>
                <a:latin typeface="+mn-ea"/>
                <a:ea typeface="+mn-ea"/>
              </a:rPr>
              <a:t>流水线的</a:t>
            </a:r>
            <a:r>
              <a:rPr lang="zh-CN" altLang="en-US" sz="2000" b="1" dirty="0">
                <a:latin typeface="宋体" panose="02010600030101010101" pitchFamily="2" charset="-122"/>
              </a:rPr>
              <a:t>工作原理、基本组成、性能，冒险处理 </a:t>
            </a:r>
            <a:endParaRPr lang="zh-CN" altLang="en-US" sz="2000" b="1" spc="-80" dirty="0">
              <a:latin typeface="宋体" panose="02010600030101010101" pitchFamily="2" charset="-122"/>
            </a:endParaRPr>
          </a:p>
        </p:txBody>
      </p:sp>
      <p:sp>
        <p:nvSpPr>
          <p:cNvPr id="244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705" y="1340768"/>
            <a:ext cx="3852600" cy="52783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指令流水线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的工作原理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*基本思想：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*基本组成：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*工作原理：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程序执行时间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60" name="Text Box 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36420" y="1772816"/>
            <a:ext cx="7052945" cy="27475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0000" tIns="46800" rIns="90000" bIns="46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指令执行过程分为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多个阶段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     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←基础</a:t>
            </a:r>
            <a:r>
              <a:rPr lang="en-US" altLang="zh-CN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分割</a:t>
            </a:r>
            <a:r>
              <a:rPr lang="en-US" altLang="zh-CN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各个阶段可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同时处理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不同指令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的操作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←效果</a:t>
            </a:r>
            <a:r>
              <a:rPr lang="en-US" altLang="zh-CN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重叠</a:t>
            </a:r>
            <a:r>
              <a:rPr lang="en-US" altLang="zh-CN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algn="l"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多周期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“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分时处理同一指令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”</a:t>
            </a:r>
            <a:endParaRPr lang="en-US" altLang="zh-CN" sz="1600" b="1" spc="-5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所有功能段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按序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spc="-5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600" b="1" spc="-5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每条指令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按序通过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各个段，不同指令执行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过程重叠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080000" y="3356992"/>
            <a:ext cx="7272000" cy="610264"/>
            <a:chOff x="1115728" y="3178776"/>
            <a:chExt cx="7272000" cy="610264"/>
          </a:xfrm>
        </p:grpSpPr>
        <p:sp>
          <p:nvSpPr>
            <p:cNvPr id="7" name="Text Box 45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7379728" y="3212976"/>
              <a:ext cx="503237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" name="Text Box 45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7883728" y="3212976"/>
              <a:ext cx="503237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" name="Text Box 45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7379728" y="3212976"/>
              <a:ext cx="1008000" cy="252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写回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(WB)</a:t>
              </a:r>
            </a:p>
          </p:txBody>
        </p:sp>
        <p:sp>
          <p:nvSpPr>
            <p:cNvPr id="5" name="Text Box 45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7379728" y="3537040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写回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(WB)</a:t>
              </a:r>
            </a:p>
          </p:txBody>
        </p:sp>
        <p:sp>
          <p:nvSpPr>
            <p:cNvPr id="8" name="Text Box 40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3491136" y="3214563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译码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(ID)</a:t>
              </a:r>
            </a:p>
          </p:txBody>
        </p:sp>
        <p:sp>
          <p:nvSpPr>
            <p:cNvPr id="28" name="Text Box 42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2195736" y="3212976"/>
              <a:ext cx="100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取指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(IF)</a:t>
              </a:r>
            </a:p>
          </p:txBody>
        </p:sp>
        <p:sp>
          <p:nvSpPr>
            <p:cNvPr id="29" name="Text Box 43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6083523" y="3212976"/>
              <a:ext cx="1008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执行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(EX)</a:t>
              </a:r>
            </a:p>
          </p:txBody>
        </p:sp>
        <p:sp>
          <p:nvSpPr>
            <p:cNvPr id="30" name="Text Box 44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4788123" y="3212976"/>
              <a:ext cx="100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取数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(OF)</a:t>
              </a:r>
            </a:p>
          </p:txBody>
        </p:sp>
        <p:sp>
          <p:nvSpPr>
            <p:cNvPr id="32" name="Line 46"/>
            <p:cNvSpPr>
              <a:spLocks noChangeShapeType="1"/>
            </p:cNvSpPr>
            <p:nvPr>
              <p:custDataLst>
                <p:tags r:id="rId80"/>
              </p:custDataLst>
            </p:nvPr>
          </p:nvSpPr>
          <p:spPr bwMode="auto">
            <a:xfrm flipV="1">
              <a:off x="7091728" y="3365777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33" name="Line 47"/>
            <p:cNvSpPr>
              <a:spLocks noChangeShapeType="1"/>
            </p:cNvSpPr>
            <p:nvPr>
              <p:custDataLst>
                <p:tags r:id="rId81"/>
              </p:custDataLst>
            </p:nvPr>
          </p:nvSpPr>
          <p:spPr bwMode="auto">
            <a:xfrm flipV="1">
              <a:off x="5796185" y="3365777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34" name="Line 48"/>
            <p:cNvSpPr>
              <a:spLocks noChangeShapeType="1"/>
            </p:cNvSpPr>
            <p:nvPr>
              <p:custDataLst>
                <p:tags r:id="rId82"/>
              </p:custDataLst>
            </p:nvPr>
          </p:nvSpPr>
          <p:spPr bwMode="auto">
            <a:xfrm flipV="1">
              <a:off x="4500786" y="3365777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9" name="Line 49"/>
            <p:cNvSpPr>
              <a:spLocks noChangeShapeType="1"/>
            </p:cNvSpPr>
            <p:nvPr>
              <p:custDataLst>
                <p:tags r:id="rId83"/>
              </p:custDataLst>
            </p:nvPr>
          </p:nvSpPr>
          <p:spPr bwMode="auto">
            <a:xfrm flipV="1">
              <a:off x="3203798" y="3356992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0" name="Text Box 40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3491136" y="3537040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译码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(ID)</a:t>
              </a:r>
            </a:p>
          </p:txBody>
        </p:sp>
        <p:sp>
          <p:nvSpPr>
            <p:cNvPr id="11" name="Text Box 42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2195736" y="3537040"/>
              <a:ext cx="100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取指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(IF)</a:t>
              </a:r>
            </a:p>
          </p:txBody>
        </p:sp>
        <p:sp>
          <p:nvSpPr>
            <p:cNvPr id="12" name="Text Box 43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6083523" y="3537040"/>
              <a:ext cx="100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访存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(MEM)</a:t>
              </a:r>
            </a:p>
          </p:txBody>
        </p:sp>
        <p:sp>
          <p:nvSpPr>
            <p:cNvPr id="13" name="Text Box 44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4788123" y="3535453"/>
              <a:ext cx="1008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执行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(EX)</a:t>
              </a:r>
            </a:p>
          </p:txBody>
        </p:sp>
        <p:sp>
          <p:nvSpPr>
            <p:cNvPr id="14" name="Line 46"/>
            <p:cNvSpPr>
              <a:spLocks noChangeShapeType="1"/>
            </p:cNvSpPr>
            <p:nvPr>
              <p:custDataLst>
                <p:tags r:id="rId88"/>
              </p:custDataLst>
            </p:nvPr>
          </p:nvSpPr>
          <p:spPr bwMode="auto">
            <a:xfrm flipV="1">
              <a:off x="7091728" y="3645024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Line 47"/>
            <p:cNvSpPr>
              <a:spLocks noChangeShapeType="1"/>
            </p:cNvSpPr>
            <p:nvPr>
              <p:custDataLst>
                <p:tags r:id="rId89"/>
              </p:custDataLst>
            </p:nvPr>
          </p:nvSpPr>
          <p:spPr bwMode="auto">
            <a:xfrm flipV="1">
              <a:off x="5796185" y="3645024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6" name="Line 48"/>
            <p:cNvSpPr>
              <a:spLocks noChangeShapeType="1"/>
            </p:cNvSpPr>
            <p:nvPr>
              <p:custDataLst>
                <p:tags r:id="rId90"/>
              </p:custDataLst>
            </p:nvPr>
          </p:nvSpPr>
          <p:spPr bwMode="auto">
            <a:xfrm flipV="1">
              <a:off x="4500786" y="3645024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7" name="Line 49"/>
            <p:cNvSpPr>
              <a:spLocks noChangeShapeType="1"/>
            </p:cNvSpPr>
            <p:nvPr>
              <p:custDataLst>
                <p:tags r:id="rId91"/>
              </p:custDataLst>
            </p:nvPr>
          </p:nvSpPr>
          <p:spPr bwMode="auto">
            <a:xfrm flipV="1">
              <a:off x="3203798" y="3645024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8" name="Text Box 42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1115728" y="3178776"/>
              <a:ext cx="1008000" cy="288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CISC</a:t>
              </a:r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示例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9" name="Text Box 42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1115728" y="3537040"/>
              <a:ext cx="1008000" cy="252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RISC</a:t>
              </a:r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示例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691332" y="4437112"/>
            <a:ext cx="6769100" cy="1582420"/>
            <a:chOff x="2437" y="6863"/>
            <a:chExt cx="10660" cy="2492"/>
          </a:xfrm>
        </p:grpSpPr>
        <p:sp>
          <p:nvSpPr>
            <p:cNvPr id="21" name="Text Box 5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685" y="9015"/>
              <a:ext cx="8958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28800" tIns="10800" rIns="18000" bIns="10800"/>
            <a:lstStyle/>
            <a:p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r>
                <a:rPr lang="en-US" altLang="zh-CN" sz="1400" b="1" baseline="-250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400" b="1" spc="3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1   2   3   4   5   6                  </a:t>
              </a:r>
              <a:r>
                <a:rPr lang="en-US" altLang="zh-CN" sz="1400" b="1" spc="3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n              n+4</a:t>
              </a:r>
            </a:p>
          </p:txBody>
        </p:sp>
        <p:sp>
          <p:nvSpPr>
            <p:cNvPr id="22" name="Text Box 6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2643" y="8844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拍</a:t>
              </a:r>
              <a:endParaRPr lang="en-US" altLang="zh-CN" sz="1600" b="1" baseline="-20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Text Box 6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798" y="8675"/>
              <a:ext cx="567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</a:p>
          </p:txBody>
        </p:sp>
        <p:sp>
          <p:nvSpPr>
            <p:cNvPr id="24" name="Text Box 6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344" y="6863"/>
              <a:ext cx="1020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46800" rIns="18000" bIns="1080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段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级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25" name="Text Box 63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437" y="7314"/>
              <a:ext cx="1363" cy="17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写回 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访存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执行 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译码 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取指 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26" name="Text Box 6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365" y="8675"/>
              <a:ext cx="56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203" name="Text Box 6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932" y="8675"/>
              <a:ext cx="56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35" name="Text Box 6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499" y="8675"/>
              <a:ext cx="56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</a:p>
          </p:txBody>
        </p:sp>
        <p:sp>
          <p:nvSpPr>
            <p:cNvPr id="36" name="Text Box 67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066" y="8675"/>
              <a:ext cx="567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</a:p>
          </p:txBody>
        </p:sp>
        <p:sp>
          <p:nvSpPr>
            <p:cNvPr id="37" name="Line 68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4365" y="901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7" name="Text Box 7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365" y="8334"/>
              <a:ext cx="567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</a:p>
          </p:txBody>
        </p:sp>
        <p:sp>
          <p:nvSpPr>
            <p:cNvPr id="208" name="Text Box 82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932" y="8334"/>
              <a:ext cx="56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209" name="Text Box 86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499" y="8334"/>
              <a:ext cx="56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210" name="Text Box 90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066" y="8334"/>
              <a:ext cx="56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</a:p>
          </p:txBody>
        </p:sp>
        <p:sp>
          <p:nvSpPr>
            <p:cNvPr id="211" name="Text Box 94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633" y="8334"/>
              <a:ext cx="567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</a:p>
          </p:txBody>
        </p:sp>
        <p:sp>
          <p:nvSpPr>
            <p:cNvPr id="212" name="Line 98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 flipV="1">
              <a:off x="6388" y="7086"/>
              <a:ext cx="3" cy="22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3" name="Line 99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V="1">
              <a:off x="6973" y="7086"/>
              <a:ext cx="0" cy="22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4" name="Line 100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flipV="1">
              <a:off x="7540" y="7086"/>
              <a:ext cx="0" cy="22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5" name="Line 101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 flipV="1">
              <a:off x="8107" y="7086"/>
              <a:ext cx="0" cy="22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6" name="Line 102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 flipV="1">
              <a:off x="8674" y="7086"/>
              <a:ext cx="0" cy="22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7" name="Text Box 103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9468" y="8675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218" name="Text Box 104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0035" y="8334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219" name="Text Box 105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0602" y="7994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220" name="Text Box 106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1169" y="7654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221" name="Text Box 107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1736" y="7314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222" name="Line 108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flipV="1">
              <a:off x="12076" y="7086"/>
              <a:ext cx="0" cy="22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3" name="Text Box 11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7200" y="8675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24" name="Text Box 112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7767" y="833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25" name="Line 119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4932" y="9020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6" name="Line 120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>
              <a:off x="5499" y="9020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7" name="Line 121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>
              <a:off x="6066" y="902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8" name="Line 122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>
              <a:off x="6633" y="9020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9" name="Line 123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>
              <a:off x="3798" y="9020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0" name="Line 124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>
              <a:off x="10035" y="9011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1" name="Line 125"/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>
              <a:off x="10602" y="901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2" name="Line 126"/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>
              <a:off x="11169" y="901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3" name="Line 127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>
              <a:off x="11736" y="901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4" name="Line 128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>
              <a:off x="12303" y="901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5" name="Line 129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>
              <a:off x="9468" y="901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6" name="Text Box 61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4932" y="7994"/>
              <a:ext cx="567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</a:p>
          </p:txBody>
        </p:sp>
        <p:sp>
          <p:nvSpPr>
            <p:cNvPr id="237" name="Text Box 64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5499" y="7994"/>
              <a:ext cx="56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238" name="Text Box 65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6066" y="7994"/>
              <a:ext cx="56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239" name="Text Box 66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6633" y="7994"/>
              <a:ext cx="56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</a:p>
          </p:txBody>
        </p:sp>
        <p:sp>
          <p:nvSpPr>
            <p:cNvPr id="240" name="Text Box 67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7200" y="7994"/>
              <a:ext cx="567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</a:p>
          </p:txBody>
        </p:sp>
        <p:sp>
          <p:nvSpPr>
            <p:cNvPr id="241" name="Text Box 78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5499" y="7654"/>
              <a:ext cx="567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</a:p>
          </p:txBody>
        </p:sp>
        <p:sp>
          <p:nvSpPr>
            <p:cNvPr id="38" name="Text Box 82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6066" y="7654"/>
              <a:ext cx="56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39" name="Text Box 86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6633" y="7654"/>
              <a:ext cx="56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40" name="Text Box 90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7200" y="7654"/>
              <a:ext cx="56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</a:p>
          </p:txBody>
        </p:sp>
        <p:sp>
          <p:nvSpPr>
            <p:cNvPr id="245" name="Text Box 94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7767" y="7654"/>
              <a:ext cx="567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</a:p>
          </p:txBody>
        </p:sp>
        <p:sp>
          <p:nvSpPr>
            <p:cNvPr id="246" name="Text Box 11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8334" y="7937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47" name="Text Box 112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8901" y="765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48" name="Text Box 78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6066" y="7314"/>
              <a:ext cx="567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</a:p>
          </p:txBody>
        </p:sp>
        <p:sp>
          <p:nvSpPr>
            <p:cNvPr id="249" name="Text Box 82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6633" y="7314"/>
              <a:ext cx="56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250" name="Text Box 86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7200" y="7314"/>
              <a:ext cx="56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251" name="Text Box 90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7767" y="7314"/>
              <a:ext cx="56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</a:p>
          </p:txBody>
        </p:sp>
        <p:sp>
          <p:nvSpPr>
            <p:cNvPr id="252" name="Text Box 94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8334" y="7314"/>
              <a:ext cx="567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</a:p>
          </p:txBody>
        </p:sp>
        <p:sp>
          <p:nvSpPr>
            <p:cNvPr id="253" name="Text Box 112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9468" y="731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54" name="Line 119"/>
            <p:cNvSpPr>
              <a:spLocks noChangeShapeType="1"/>
            </p:cNvSpPr>
            <p:nvPr>
              <p:custDataLst>
                <p:tags r:id="rId64"/>
              </p:custDataLst>
            </p:nvPr>
          </p:nvSpPr>
          <p:spPr bwMode="auto">
            <a:xfrm>
              <a:off x="7200" y="901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5" name="Text Box 111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8334" y="8675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56" name="Text Box 112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8901" y="833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57" name="Text Box 111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9468" y="7937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58" name="Text Box 112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10035" y="765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59" name="Text Box 112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10602" y="731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477" name="直接箭头连接符 476"/>
            <p:cNvCxnSpPr/>
            <p:nvPr>
              <p:custDataLst>
                <p:tags r:id="rId70"/>
              </p:custDataLst>
            </p:nvPr>
          </p:nvCxnSpPr>
          <p:spPr bwMode="auto">
            <a:xfrm>
              <a:off x="3798" y="9014"/>
              <a:ext cx="884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71"/>
              </p:custDataLst>
            </p:nvPr>
          </p:nvCxnSpPr>
          <p:spPr bwMode="auto">
            <a:xfrm flipH="1" flipV="1">
              <a:off x="3798" y="7257"/>
              <a:ext cx="0" cy="175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2" name="Text Box 15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700804" y="6021288"/>
            <a:ext cx="2450117" cy="360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＝n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×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(m</a:t>
            </a:r>
            <a:r>
              <a:rPr lang="zh-CN" altLang="en-US" sz="2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t)，</a:t>
            </a:r>
          </a:p>
        </p:txBody>
      </p:sp>
      <p:sp>
        <p:nvSpPr>
          <p:cNvPr id="43" name="Text Box 15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040000" y="6021288"/>
            <a:ext cx="2736000" cy="360045"/>
          </a:xfrm>
          <a:prstGeom prst="rect">
            <a:avLst/>
          </a:prstGeom>
          <a:solidFill>
            <a:srgbClr val="CCFFFF">
              <a:alpha val="80000"/>
            </a:srgbClr>
          </a:solidFill>
          <a:ln w="9525">
            <a:noFill/>
            <a:miter lim="800000"/>
          </a:ln>
          <a:effectLst/>
        </p:spPr>
        <p:txBody>
          <a:bodyPr wrap="square" lIns="18000" tIns="10800" rIns="18000" bIns="10800"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sz="2200" b="1" baseline="-200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流水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</a:t>
            </a:r>
            <a:r>
              <a:rPr lang="zh-CN" altLang="en-US" sz="2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+(n-1)</a:t>
            </a:r>
            <a:r>
              <a:rPr lang="zh-CN" altLang="en-US" sz="2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ldLvl="0" animBg="1"/>
      <p:bldP spid="43" grpId="0" bldLvl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82</a:t>
            </a:fld>
            <a:endParaRPr lang="en-US" altLang="zh-CN"/>
          </a:p>
        </p:txBody>
      </p:sp>
      <p:sp>
        <p:nvSpPr>
          <p:cNvPr id="449" name="AutoShape 1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2" name="组合 261"/>
          <p:cNvGrpSpPr/>
          <p:nvPr/>
        </p:nvGrpSpPr>
        <p:grpSpPr>
          <a:xfrm>
            <a:off x="2088000" y="3680952"/>
            <a:ext cx="5761634" cy="1908000"/>
            <a:chOff x="1835573" y="3861048"/>
            <a:chExt cx="5761634" cy="1908000"/>
          </a:xfrm>
          <a:solidFill>
            <a:srgbClr val="CCFFFF">
              <a:alpha val="80000"/>
            </a:srgbClr>
          </a:solidFill>
        </p:grpSpPr>
        <p:grpSp>
          <p:nvGrpSpPr>
            <p:cNvPr id="263" name="组合 262"/>
            <p:cNvGrpSpPr/>
            <p:nvPr/>
          </p:nvGrpSpPr>
          <p:grpSpPr>
            <a:xfrm>
              <a:off x="1835573" y="3861048"/>
              <a:ext cx="4429634" cy="900000"/>
              <a:chOff x="1835573" y="3861048"/>
              <a:chExt cx="4429634" cy="900000"/>
            </a:xfrm>
            <a:grpFill/>
          </p:grpSpPr>
          <p:sp>
            <p:nvSpPr>
              <p:cNvPr id="264" name="Rectangle 99"/>
              <p:cNvSpPr>
                <a:spLocks noChangeArrowheads="1"/>
              </p:cNvSpPr>
              <p:nvPr>
                <p:custDataLst>
                  <p:tags r:id="rId174"/>
                </p:custDataLst>
              </p:nvPr>
            </p:nvSpPr>
            <p:spPr bwMode="auto">
              <a:xfrm>
                <a:off x="1835573" y="3861048"/>
                <a:ext cx="432966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5" name="Rectangle 99"/>
              <p:cNvSpPr>
                <a:spLocks noChangeArrowheads="1"/>
              </p:cNvSpPr>
              <p:nvPr>
                <p:custDataLst>
                  <p:tags r:id="rId175"/>
                </p:custDataLst>
              </p:nvPr>
            </p:nvSpPr>
            <p:spPr bwMode="auto">
              <a:xfrm>
                <a:off x="3167573" y="3861048"/>
                <a:ext cx="432000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6" name="Rectangle 99"/>
              <p:cNvSpPr>
                <a:spLocks noChangeArrowheads="1"/>
              </p:cNvSpPr>
              <p:nvPr>
                <p:custDataLst>
                  <p:tags r:id="rId176"/>
                </p:custDataLst>
              </p:nvPr>
            </p:nvSpPr>
            <p:spPr bwMode="auto">
              <a:xfrm>
                <a:off x="4499573" y="3861048"/>
                <a:ext cx="433634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7" name="Rectangle 99"/>
              <p:cNvSpPr>
                <a:spLocks noChangeArrowheads="1"/>
              </p:cNvSpPr>
              <p:nvPr>
                <p:custDataLst>
                  <p:tags r:id="rId177"/>
                </p:custDataLst>
              </p:nvPr>
            </p:nvSpPr>
            <p:spPr bwMode="auto">
              <a:xfrm>
                <a:off x="5831573" y="3861048"/>
                <a:ext cx="433634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8" name="组合 267"/>
            <p:cNvGrpSpPr/>
            <p:nvPr/>
          </p:nvGrpSpPr>
          <p:grpSpPr>
            <a:xfrm>
              <a:off x="3167573" y="4869048"/>
              <a:ext cx="4429634" cy="900000"/>
              <a:chOff x="1728205" y="3716920"/>
              <a:chExt cx="4429634" cy="900000"/>
            </a:xfrm>
            <a:grpFill/>
          </p:grpSpPr>
          <p:sp>
            <p:nvSpPr>
              <p:cNvPr id="269" name="Rectangle 99"/>
              <p:cNvSpPr>
                <a:spLocks noChangeArrowheads="1"/>
              </p:cNvSpPr>
              <p:nvPr>
                <p:custDataLst>
                  <p:tags r:id="rId170"/>
                </p:custDataLst>
              </p:nvPr>
            </p:nvSpPr>
            <p:spPr bwMode="auto">
              <a:xfrm>
                <a:off x="1728205" y="3716920"/>
                <a:ext cx="432050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0" name="Rectangle 99"/>
              <p:cNvSpPr>
                <a:spLocks noChangeArrowheads="1"/>
              </p:cNvSpPr>
              <p:nvPr>
                <p:custDataLst>
                  <p:tags r:id="rId171"/>
                </p:custDataLst>
              </p:nvPr>
            </p:nvSpPr>
            <p:spPr bwMode="auto">
              <a:xfrm>
                <a:off x="3060205" y="3716920"/>
                <a:ext cx="432000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1" name="Rectangle 99"/>
              <p:cNvSpPr>
                <a:spLocks noChangeArrowheads="1"/>
              </p:cNvSpPr>
              <p:nvPr>
                <p:custDataLst>
                  <p:tags r:id="rId172"/>
                </p:custDataLst>
              </p:nvPr>
            </p:nvSpPr>
            <p:spPr bwMode="auto">
              <a:xfrm>
                <a:off x="4392205" y="3716920"/>
                <a:ext cx="433634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2" name="Rectangle 99"/>
              <p:cNvSpPr>
                <a:spLocks noChangeArrowheads="1"/>
              </p:cNvSpPr>
              <p:nvPr>
                <p:custDataLst>
                  <p:tags r:id="rId173"/>
                </p:custDataLst>
              </p:nvPr>
            </p:nvSpPr>
            <p:spPr bwMode="auto">
              <a:xfrm>
                <a:off x="5724205" y="3716920"/>
                <a:ext cx="433634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43" name="组合 442"/>
          <p:cNvGrpSpPr/>
          <p:nvPr/>
        </p:nvGrpSpPr>
        <p:grpSpPr>
          <a:xfrm>
            <a:off x="683895" y="3608952"/>
            <a:ext cx="8099425" cy="2736850"/>
            <a:chOff x="1077" y="6291"/>
            <a:chExt cx="12755" cy="4310"/>
          </a:xfrm>
        </p:grpSpPr>
        <p:sp>
          <p:nvSpPr>
            <p:cNvPr id="444" name="Text Box 104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077" y="6688"/>
              <a:ext cx="737" cy="68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0" rIns="18000" bIns="0"/>
            <a:lstStyle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指令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k</a:t>
              </a:r>
            </a:p>
          </p:txBody>
        </p:sp>
        <p:sp>
          <p:nvSpPr>
            <p:cNvPr id="445" name="Text Box 104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077" y="8389"/>
              <a:ext cx="737" cy="68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0" rIns="18000" bIns="0"/>
            <a:lstStyle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指令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k+1</a:t>
              </a:r>
            </a:p>
          </p:txBody>
        </p:sp>
        <p:sp>
          <p:nvSpPr>
            <p:cNvPr id="446" name="Text Box 51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2721" y="10261"/>
              <a:ext cx="10602" cy="34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0" rIns="18000" bIns="0"/>
            <a:lstStyle/>
            <a:p>
              <a:pPr eaLnBrk="0" hangingPunct="0">
                <a:lnSpc>
                  <a:spcPct val="90000"/>
                </a:lnSpc>
              </a:pPr>
              <a:r>
                <a:rPr kumimoji="0"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1              2             3               4             5            6</a:t>
              </a:r>
            </a:p>
          </p:txBody>
        </p:sp>
        <p:sp>
          <p:nvSpPr>
            <p:cNvPr id="447" name="Text Box 188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3492" y="10091"/>
              <a:ext cx="340" cy="34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0" rIns="18000" bIns="0"/>
            <a:lstStyle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拍</a:t>
              </a:r>
            </a:p>
          </p:txBody>
        </p:sp>
        <p:cxnSp>
          <p:nvCxnSpPr>
            <p:cNvPr id="448" name="直接箭头连接符 447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1587" y="10261"/>
              <a:ext cx="11906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47"/>
              </p:custDataLst>
            </p:nvPr>
          </p:nvCxnSpPr>
          <p:spPr bwMode="auto">
            <a:xfrm rot="5400000">
              <a:off x="3857" y="10375"/>
              <a:ext cx="22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0" name="直接连接符 449"/>
            <p:cNvCxnSpPr/>
            <p:nvPr>
              <p:custDataLst>
                <p:tags r:id="rId48"/>
              </p:custDataLst>
            </p:nvPr>
          </p:nvCxnSpPr>
          <p:spPr bwMode="auto">
            <a:xfrm rot="5400000">
              <a:off x="1759" y="10375"/>
              <a:ext cx="22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1" name="直接连接符 450"/>
            <p:cNvCxnSpPr/>
            <p:nvPr>
              <p:custDataLst>
                <p:tags r:id="rId49"/>
              </p:custDataLst>
            </p:nvPr>
          </p:nvCxnSpPr>
          <p:spPr bwMode="auto">
            <a:xfrm rot="5400000">
              <a:off x="8052" y="10375"/>
              <a:ext cx="22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2" name="直接连接符 451"/>
            <p:cNvCxnSpPr/>
            <p:nvPr>
              <p:custDataLst>
                <p:tags r:id="rId50"/>
              </p:custDataLst>
            </p:nvPr>
          </p:nvCxnSpPr>
          <p:spPr bwMode="auto">
            <a:xfrm rot="5400000">
              <a:off x="5954" y="10375"/>
              <a:ext cx="22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3" name="直接连接符 452"/>
            <p:cNvCxnSpPr/>
            <p:nvPr>
              <p:custDataLst>
                <p:tags r:id="rId51"/>
              </p:custDataLst>
            </p:nvPr>
          </p:nvCxnSpPr>
          <p:spPr bwMode="auto">
            <a:xfrm rot="5400000">
              <a:off x="12247" y="10375"/>
              <a:ext cx="22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4" name="直接连接符 453"/>
            <p:cNvCxnSpPr/>
            <p:nvPr>
              <p:custDataLst>
                <p:tags r:id="rId52"/>
              </p:custDataLst>
            </p:nvPr>
          </p:nvCxnSpPr>
          <p:spPr bwMode="auto">
            <a:xfrm rot="5400000">
              <a:off x="10149" y="10375"/>
              <a:ext cx="22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5" name="直接箭头连接符 454"/>
            <p:cNvCxnSpPr/>
            <p:nvPr>
              <p:custDataLst>
                <p:tags r:id="rId53"/>
              </p:custDataLst>
            </p:nvPr>
          </p:nvCxnSpPr>
          <p:spPr bwMode="auto">
            <a:xfrm flipH="1" flipV="1">
              <a:off x="3968" y="6291"/>
              <a:ext cx="0" cy="419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6" name="直接箭头连接符 455"/>
            <p:cNvCxnSpPr/>
            <p:nvPr>
              <p:custDataLst>
                <p:tags r:id="rId54"/>
              </p:custDataLst>
            </p:nvPr>
          </p:nvCxnSpPr>
          <p:spPr bwMode="auto">
            <a:xfrm flipH="1" flipV="1">
              <a:off x="12359" y="7879"/>
              <a:ext cx="0" cy="260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7" name="直接箭头连接符 456"/>
            <p:cNvCxnSpPr/>
            <p:nvPr>
              <p:custDataLst>
                <p:tags r:id="rId55"/>
              </p:custDataLst>
            </p:nvPr>
          </p:nvCxnSpPr>
          <p:spPr bwMode="auto">
            <a:xfrm flipH="1" flipV="1">
              <a:off x="10261" y="6291"/>
              <a:ext cx="0" cy="419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8" name="直接箭头连接符 457"/>
            <p:cNvCxnSpPr/>
            <p:nvPr>
              <p:custDataLst>
                <p:tags r:id="rId56"/>
              </p:custDataLst>
            </p:nvPr>
          </p:nvCxnSpPr>
          <p:spPr bwMode="auto">
            <a:xfrm flipH="1" flipV="1">
              <a:off x="8163" y="6291"/>
              <a:ext cx="0" cy="419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9" name="直接箭头连接符 458"/>
            <p:cNvCxnSpPr/>
            <p:nvPr>
              <p:custDataLst>
                <p:tags r:id="rId57"/>
              </p:custDataLst>
            </p:nvPr>
          </p:nvCxnSpPr>
          <p:spPr bwMode="auto">
            <a:xfrm flipH="1" flipV="1">
              <a:off x="6066" y="6291"/>
              <a:ext cx="0" cy="419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/>
            </a:ln>
            <a:effectLst/>
          </p:spPr>
        </p:cxnSp>
        <p:cxnSp>
          <p:nvCxnSpPr>
            <p:cNvPr id="460" name="直接箭头连接符 459"/>
            <p:cNvCxnSpPr/>
            <p:nvPr>
              <p:custDataLst>
                <p:tags r:id="rId58"/>
              </p:custDataLst>
            </p:nvPr>
          </p:nvCxnSpPr>
          <p:spPr bwMode="auto">
            <a:xfrm flipH="1" flipV="1">
              <a:off x="1870" y="6293"/>
              <a:ext cx="0" cy="419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/>
            </a:ln>
            <a:effectLst/>
          </p:spPr>
        </p:cxnSp>
        <p:sp>
          <p:nvSpPr>
            <p:cNvPr id="461" name="Text Box 161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6406" y="6802"/>
              <a:ext cx="680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ALU</a:t>
              </a:r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2" name="Text Box 166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4696" y="6745"/>
              <a:ext cx="452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vert"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GPRs</a:t>
              </a:r>
            </a:p>
          </p:txBody>
        </p:sp>
        <p:sp>
          <p:nvSpPr>
            <p:cNvPr id="463" name="Text Box 177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4081" y="6405"/>
              <a:ext cx="454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horz" lIns="18000" tIns="10800" rIns="18000" bIns="10800" anchor="ctr"/>
            <a:lstStyle/>
            <a:p>
              <a:pPr algn="ctr" eaLnBrk="0" hangingPunct="0"/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cxnSp>
          <p:nvCxnSpPr>
            <p:cNvPr id="464" name="直接箭头连接符 463"/>
            <p:cNvCxnSpPr/>
            <p:nvPr>
              <p:custDataLst>
                <p:tags r:id="rId62"/>
              </p:custDataLst>
            </p:nvPr>
          </p:nvCxnSpPr>
          <p:spPr bwMode="auto">
            <a:xfrm>
              <a:off x="3004" y="7541"/>
              <a:ext cx="283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65" name="Text Box 177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2154" y="7312"/>
              <a:ext cx="862" cy="45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IMEM</a:t>
              </a:r>
            </a:p>
          </p:txBody>
        </p:sp>
        <p:sp>
          <p:nvSpPr>
            <p:cNvPr id="466" name="Text Box 185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2437" y="6688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PC</a:t>
              </a:r>
            </a:p>
          </p:txBody>
        </p:sp>
        <p:cxnSp>
          <p:nvCxnSpPr>
            <p:cNvPr id="467" name="直接箭头连接符 466"/>
            <p:cNvCxnSpPr/>
            <p:nvPr>
              <p:custDataLst>
                <p:tags r:id="rId65"/>
              </p:custDataLst>
            </p:nvPr>
          </p:nvCxnSpPr>
          <p:spPr bwMode="auto">
            <a:xfrm>
              <a:off x="3968" y="7539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68" name="直接箭头连接符 467"/>
            <p:cNvCxnSpPr/>
            <p:nvPr>
              <p:custDataLst>
                <p:tags r:id="rId66"/>
              </p:custDataLst>
            </p:nvPr>
          </p:nvCxnSpPr>
          <p:spPr bwMode="auto">
            <a:xfrm>
              <a:off x="2777" y="6972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69" name="直接箭头连接符 468"/>
            <p:cNvCxnSpPr/>
            <p:nvPr>
              <p:custDataLst>
                <p:tags r:id="rId67"/>
              </p:custDataLst>
            </p:nvPr>
          </p:nvCxnSpPr>
          <p:spPr bwMode="auto">
            <a:xfrm>
              <a:off x="4251" y="6859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0" name="直接箭头连接符 469"/>
            <p:cNvCxnSpPr/>
            <p:nvPr>
              <p:custDataLst>
                <p:tags r:id="rId68"/>
              </p:custDataLst>
            </p:nvPr>
          </p:nvCxnSpPr>
          <p:spPr bwMode="auto">
            <a:xfrm>
              <a:off x="4251" y="7709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1" name="直接箭头连接符 470"/>
            <p:cNvCxnSpPr/>
            <p:nvPr>
              <p:custDataLst>
                <p:tags r:id="rId69"/>
              </p:custDataLst>
            </p:nvPr>
          </p:nvCxnSpPr>
          <p:spPr bwMode="auto">
            <a:xfrm>
              <a:off x="4251" y="7195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2" name="直接箭头连接符 471"/>
            <p:cNvCxnSpPr/>
            <p:nvPr>
              <p:custDataLst>
                <p:tags r:id="rId70"/>
              </p:custDataLst>
            </p:nvPr>
          </p:nvCxnSpPr>
          <p:spPr bwMode="auto">
            <a:xfrm>
              <a:off x="4535" y="6518"/>
              <a:ext cx="85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3" name="直接箭头连接符 472"/>
            <p:cNvCxnSpPr/>
            <p:nvPr>
              <p:custDataLst>
                <p:tags r:id="rId71"/>
              </p:custDataLst>
            </p:nvPr>
          </p:nvCxnSpPr>
          <p:spPr bwMode="auto">
            <a:xfrm>
              <a:off x="5159" y="6858"/>
              <a:ext cx="227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4" name="直接箭头连接符 473"/>
            <p:cNvCxnSpPr/>
            <p:nvPr>
              <p:custDataLst>
                <p:tags r:id="rId72"/>
              </p:custDataLst>
            </p:nvPr>
          </p:nvCxnSpPr>
          <p:spPr bwMode="auto">
            <a:xfrm>
              <a:off x="5159" y="7198"/>
              <a:ext cx="22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5" name="直接箭头连接符 474"/>
            <p:cNvCxnSpPr/>
            <p:nvPr>
              <p:custDataLst>
                <p:tags r:id="rId73"/>
              </p:custDataLst>
            </p:nvPr>
          </p:nvCxnSpPr>
          <p:spPr bwMode="auto">
            <a:xfrm>
              <a:off x="6066" y="6856"/>
              <a:ext cx="336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6" name="直接箭头连接符 475"/>
            <p:cNvCxnSpPr/>
            <p:nvPr>
              <p:custDataLst>
                <p:tags r:id="rId74"/>
              </p:custDataLst>
            </p:nvPr>
          </p:nvCxnSpPr>
          <p:spPr bwMode="auto">
            <a:xfrm>
              <a:off x="6066" y="7196"/>
              <a:ext cx="336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7" name="直接箭头连接符 121"/>
            <p:cNvCxnSpPr/>
            <p:nvPr>
              <p:custDataLst>
                <p:tags r:id="rId75"/>
              </p:custDataLst>
            </p:nvPr>
          </p:nvCxnSpPr>
          <p:spPr bwMode="auto">
            <a:xfrm>
              <a:off x="6746" y="6519"/>
              <a:ext cx="0" cy="22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8" name="直接箭头连接符 477"/>
            <p:cNvCxnSpPr/>
            <p:nvPr>
              <p:custDataLst>
                <p:tags r:id="rId76"/>
              </p:custDataLst>
            </p:nvPr>
          </p:nvCxnSpPr>
          <p:spPr bwMode="auto">
            <a:xfrm>
              <a:off x="7086" y="7028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79" name="Rectangle 100"/>
            <p:cNvSpPr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1870" y="6405"/>
              <a:ext cx="452" cy="79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vert"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ALU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480" name="直接箭头连接符 479"/>
            <p:cNvCxnSpPr/>
            <p:nvPr>
              <p:custDataLst>
                <p:tags r:id="rId78"/>
              </p:custDataLst>
            </p:nvPr>
          </p:nvCxnSpPr>
          <p:spPr bwMode="auto">
            <a:xfrm flipH="1">
              <a:off x="2324" y="7085"/>
              <a:ext cx="45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481" name="直接箭头连接符 123"/>
            <p:cNvCxnSpPr/>
            <p:nvPr>
              <p:custDataLst>
                <p:tags r:id="rId79"/>
              </p:custDataLst>
            </p:nvPr>
          </p:nvCxnSpPr>
          <p:spPr bwMode="auto">
            <a:xfrm>
              <a:off x="2324" y="6461"/>
              <a:ext cx="455" cy="225"/>
            </a:xfrm>
            <a:prstGeom prst="bentConnector3">
              <a:avLst>
                <a:gd name="adj1" fmla="val 98996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2" name="直接箭头连接符 481"/>
            <p:cNvCxnSpPr/>
            <p:nvPr>
              <p:custDataLst>
                <p:tags r:id="rId80"/>
              </p:custDataLst>
            </p:nvPr>
          </p:nvCxnSpPr>
          <p:spPr bwMode="auto">
            <a:xfrm>
              <a:off x="6057" y="6518"/>
              <a:ext cx="1417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3" name="直接箭头连接符 482"/>
            <p:cNvCxnSpPr/>
            <p:nvPr>
              <p:custDataLst>
                <p:tags r:id="rId81"/>
              </p:custDataLst>
            </p:nvPr>
          </p:nvCxnSpPr>
          <p:spPr bwMode="auto">
            <a:xfrm>
              <a:off x="6061" y="7709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84" name="Text Box 161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8503" y="6972"/>
              <a:ext cx="794" cy="51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DMEM</a:t>
              </a:r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85" name="直接箭头连接符 157"/>
            <p:cNvCxnSpPr/>
            <p:nvPr>
              <p:custDataLst>
                <p:tags r:id="rId83"/>
              </p:custDataLst>
            </p:nvPr>
          </p:nvCxnSpPr>
          <p:spPr bwMode="auto">
            <a:xfrm>
              <a:off x="6179" y="7199"/>
              <a:ext cx="1304" cy="170"/>
            </a:xfrm>
            <a:prstGeom prst="bentConnector3">
              <a:avLst>
                <a:gd name="adj1" fmla="val -135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486" name="直接箭头连接符 485"/>
            <p:cNvCxnSpPr/>
            <p:nvPr>
              <p:custDataLst>
                <p:tags r:id="rId84"/>
              </p:custDataLst>
            </p:nvPr>
          </p:nvCxnSpPr>
          <p:spPr bwMode="auto">
            <a:xfrm>
              <a:off x="8163" y="7083"/>
              <a:ext cx="340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7" name="直接箭头连接符 486"/>
            <p:cNvCxnSpPr/>
            <p:nvPr>
              <p:custDataLst>
                <p:tags r:id="rId85"/>
              </p:custDataLst>
            </p:nvPr>
          </p:nvCxnSpPr>
          <p:spPr bwMode="auto">
            <a:xfrm>
              <a:off x="8163" y="7369"/>
              <a:ext cx="34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8" name="直接箭头连接符 487"/>
            <p:cNvCxnSpPr/>
            <p:nvPr>
              <p:custDataLst>
                <p:tags r:id="rId86"/>
              </p:custDataLst>
            </p:nvPr>
          </p:nvCxnSpPr>
          <p:spPr bwMode="auto">
            <a:xfrm>
              <a:off x="9297" y="7255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9" name="直接箭头连接符 488"/>
            <p:cNvCxnSpPr/>
            <p:nvPr>
              <p:custDataLst>
                <p:tags r:id="rId87"/>
              </p:custDataLst>
            </p:nvPr>
          </p:nvCxnSpPr>
          <p:spPr bwMode="auto">
            <a:xfrm>
              <a:off x="8163" y="7709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0" name="直接箭头连接符 177"/>
            <p:cNvCxnSpPr/>
            <p:nvPr>
              <p:custDataLst>
                <p:tags r:id="rId88"/>
              </p:custDataLst>
            </p:nvPr>
          </p:nvCxnSpPr>
          <p:spPr bwMode="auto">
            <a:xfrm rot="5400000" flipH="1" flipV="1">
              <a:off x="10147" y="6915"/>
              <a:ext cx="454" cy="227"/>
            </a:xfrm>
            <a:prstGeom prst="bentConnector3">
              <a:avLst>
                <a:gd name="adj1" fmla="val -2097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1" name="直接箭头连接符 157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8277" y="6802"/>
              <a:ext cx="1304" cy="283"/>
            </a:xfrm>
            <a:prstGeom prst="bentConnector3">
              <a:avLst>
                <a:gd name="adj1" fmla="val -136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492" name="直接箭头连接符 491"/>
            <p:cNvCxnSpPr/>
            <p:nvPr>
              <p:custDataLst>
                <p:tags r:id="rId90"/>
              </p:custDataLst>
            </p:nvPr>
          </p:nvCxnSpPr>
          <p:spPr bwMode="auto">
            <a:xfrm>
              <a:off x="8163" y="6518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3" name="直接箭头连接符 121"/>
            <p:cNvCxnSpPr/>
            <p:nvPr>
              <p:custDataLst>
                <p:tags r:id="rId91"/>
              </p:custDataLst>
            </p:nvPr>
          </p:nvCxnSpPr>
          <p:spPr bwMode="auto">
            <a:xfrm>
              <a:off x="9014" y="6518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4" name="直接箭头连接符 493"/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10261" y="6518"/>
              <a:ext cx="452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5" name="直接箭头连接符 494"/>
            <p:cNvCxnSpPr/>
            <p:nvPr>
              <p:custDataLst>
                <p:tags r:id="rId93"/>
              </p:custDataLst>
            </p:nvPr>
          </p:nvCxnSpPr>
          <p:spPr bwMode="auto">
            <a:xfrm>
              <a:off x="10261" y="7709"/>
              <a:ext cx="452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96" name="Text Box 166"/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10714" y="6461"/>
              <a:ext cx="454" cy="130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prstDash val="sysDash"/>
              <a:miter lim="800000"/>
            </a:ln>
          </p:spPr>
          <p:txBody>
            <a:bodyPr vert="vert" lIns="18000" tIns="10800" rIns="18000" bIns="1080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497" name="直接箭头连接符 496"/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10261" y="6802"/>
              <a:ext cx="452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8" name="直接箭头连接符 497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7256" y="6802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499" name="Text Box 164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5385" y="7028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500" name="Text Box 165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5385" y="674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501" name="Text Box 165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7483" y="691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spc="-150" dirty="0">
                  <a:solidFill>
                    <a:schemeClr val="tx1"/>
                  </a:solidFill>
                  <a:latin typeface="宋体" panose="02010600030101010101" pitchFamily="2" charset="-122"/>
                </a:rPr>
                <a:t>ALUO</a:t>
              </a:r>
            </a:p>
          </p:txBody>
        </p:sp>
        <p:sp>
          <p:nvSpPr>
            <p:cNvPr id="502" name="Text Box 185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3288" y="7426"/>
              <a:ext cx="682" cy="283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IR</a:t>
              </a:r>
            </a:p>
          </p:txBody>
        </p:sp>
        <p:cxnSp>
          <p:nvCxnSpPr>
            <p:cNvPr id="503" name="直接箭头连接符 502"/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4251" y="6745"/>
              <a:ext cx="0" cy="107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04" name="直接箭头连接符 503"/>
            <p:cNvCxnSpPr/>
            <p:nvPr>
              <p:custDataLst>
                <p:tags r:id="rId102"/>
              </p:custDataLst>
            </p:nvPr>
          </p:nvCxnSpPr>
          <p:spPr bwMode="auto">
            <a:xfrm>
              <a:off x="5385" y="651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5" name="直接箭头连接符 504"/>
            <p:cNvCxnSpPr/>
            <p:nvPr>
              <p:custDataLst>
                <p:tags r:id="rId103"/>
              </p:custDataLst>
            </p:nvPr>
          </p:nvCxnSpPr>
          <p:spPr bwMode="auto">
            <a:xfrm>
              <a:off x="7483" y="651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6" name="直接箭头连接符 505"/>
            <p:cNvCxnSpPr/>
            <p:nvPr>
              <p:custDataLst>
                <p:tags r:id="rId104"/>
              </p:custDataLst>
            </p:nvPr>
          </p:nvCxnSpPr>
          <p:spPr bwMode="auto">
            <a:xfrm>
              <a:off x="9581" y="651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7" name="直接箭头连接符 506"/>
            <p:cNvCxnSpPr/>
            <p:nvPr>
              <p:custDataLst>
                <p:tags r:id="rId105"/>
              </p:custDataLst>
            </p:nvPr>
          </p:nvCxnSpPr>
          <p:spPr bwMode="auto">
            <a:xfrm>
              <a:off x="5385" y="7709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8" name="直接箭头连接符 507"/>
            <p:cNvCxnSpPr/>
            <p:nvPr>
              <p:custDataLst>
                <p:tags r:id="rId106"/>
              </p:custDataLst>
            </p:nvPr>
          </p:nvCxnSpPr>
          <p:spPr bwMode="auto">
            <a:xfrm>
              <a:off x="7483" y="7709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9" name="直接箭头连接符 508"/>
            <p:cNvCxnSpPr/>
            <p:nvPr>
              <p:custDataLst>
                <p:tags r:id="rId107"/>
              </p:custDataLst>
            </p:nvPr>
          </p:nvCxnSpPr>
          <p:spPr bwMode="auto">
            <a:xfrm>
              <a:off x="9581" y="7709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10" name="直接箭头连接符 509"/>
            <p:cNvCxnSpPr/>
            <p:nvPr>
              <p:custDataLst>
                <p:tags r:id="rId108"/>
              </p:custDataLst>
            </p:nvPr>
          </p:nvCxnSpPr>
          <p:spPr bwMode="auto">
            <a:xfrm>
              <a:off x="7483" y="7369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11" name="直接箭头连接符 510"/>
            <p:cNvCxnSpPr/>
            <p:nvPr>
              <p:custDataLst>
                <p:tags r:id="rId109"/>
              </p:custDataLst>
            </p:nvPr>
          </p:nvCxnSpPr>
          <p:spPr bwMode="auto">
            <a:xfrm>
              <a:off x="9581" y="7256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12" name="直接箭头连接符 511"/>
            <p:cNvCxnSpPr/>
            <p:nvPr>
              <p:custDataLst>
                <p:tags r:id="rId110"/>
              </p:custDataLst>
            </p:nvPr>
          </p:nvCxnSpPr>
          <p:spPr bwMode="auto">
            <a:xfrm>
              <a:off x="9581" y="6803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13" name="Text Box 161"/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8504" y="8389"/>
              <a:ext cx="680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ALU</a:t>
              </a:r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4" name="Text Box 166"/>
            <p:cNvSpPr txBox="1"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6794" y="8332"/>
              <a:ext cx="452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vert"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GPRs</a:t>
              </a:r>
            </a:p>
          </p:txBody>
        </p:sp>
        <p:sp>
          <p:nvSpPr>
            <p:cNvPr id="515" name="Text Box 177"/>
            <p:cNvSpPr txBox="1"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6179" y="7992"/>
              <a:ext cx="454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horz" lIns="18000" tIns="10800" rIns="18000" bIns="10800" anchor="ctr"/>
            <a:lstStyle/>
            <a:p>
              <a:pPr algn="ctr" eaLnBrk="0" hangingPunct="0"/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cxnSp>
          <p:nvCxnSpPr>
            <p:cNvPr id="516" name="直接箭头连接符 515"/>
            <p:cNvCxnSpPr/>
            <p:nvPr>
              <p:custDataLst>
                <p:tags r:id="rId114"/>
              </p:custDataLst>
            </p:nvPr>
          </p:nvCxnSpPr>
          <p:spPr bwMode="auto">
            <a:xfrm>
              <a:off x="5102" y="9128"/>
              <a:ext cx="283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17" name="Text Box 177"/>
            <p:cNvSpPr txBox="1"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4252" y="8899"/>
              <a:ext cx="862" cy="45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IMEM</a:t>
              </a:r>
            </a:p>
          </p:txBody>
        </p:sp>
        <p:sp>
          <p:nvSpPr>
            <p:cNvPr id="518" name="Text Box 185"/>
            <p:cNvSpPr txBox="1"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4535" y="827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PC</a:t>
              </a:r>
            </a:p>
          </p:txBody>
        </p:sp>
        <p:cxnSp>
          <p:nvCxnSpPr>
            <p:cNvPr id="519" name="直接箭头连接符 518"/>
            <p:cNvCxnSpPr/>
            <p:nvPr>
              <p:custDataLst>
                <p:tags r:id="rId117"/>
              </p:custDataLst>
            </p:nvPr>
          </p:nvCxnSpPr>
          <p:spPr bwMode="auto">
            <a:xfrm>
              <a:off x="6066" y="9126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0" name="直接箭头连接符 519"/>
            <p:cNvCxnSpPr/>
            <p:nvPr>
              <p:custDataLst>
                <p:tags r:id="rId118"/>
              </p:custDataLst>
            </p:nvPr>
          </p:nvCxnSpPr>
          <p:spPr bwMode="auto">
            <a:xfrm>
              <a:off x="4875" y="8559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1" name="直接箭头连接符 520"/>
            <p:cNvCxnSpPr/>
            <p:nvPr>
              <p:custDataLst>
                <p:tags r:id="rId119"/>
              </p:custDataLst>
            </p:nvPr>
          </p:nvCxnSpPr>
          <p:spPr bwMode="auto">
            <a:xfrm>
              <a:off x="6349" y="844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2" name="直接箭头连接符 521"/>
            <p:cNvCxnSpPr/>
            <p:nvPr>
              <p:custDataLst>
                <p:tags r:id="rId120"/>
              </p:custDataLst>
            </p:nvPr>
          </p:nvCxnSpPr>
          <p:spPr bwMode="auto">
            <a:xfrm>
              <a:off x="6349" y="9296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3" name="直接箭头连接符 522"/>
            <p:cNvCxnSpPr/>
            <p:nvPr>
              <p:custDataLst>
                <p:tags r:id="rId121"/>
              </p:custDataLst>
            </p:nvPr>
          </p:nvCxnSpPr>
          <p:spPr bwMode="auto">
            <a:xfrm>
              <a:off x="6349" y="8782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4" name="直接箭头连接符 523"/>
            <p:cNvCxnSpPr/>
            <p:nvPr>
              <p:custDataLst>
                <p:tags r:id="rId122"/>
              </p:custDataLst>
            </p:nvPr>
          </p:nvCxnSpPr>
          <p:spPr bwMode="auto">
            <a:xfrm>
              <a:off x="6633" y="8105"/>
              <a:ext cx="85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5" name="直接箭头连接符 524"/>
            <p:cNvCxnSpPr/>
            <p:nvPr>
              <p:custDataLst>
                <p:tags r:id="rId123"/>
              </p:custDataLst>
            </p:nvPr>
          </p:nvCxnSpPr>
          <p:spPr bwMode="auto">
            <a:xfrm>
              <a:off x="7257" y="8445"/>
              <a:ext cx="227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6" name="直接箭头连接符 525"/>
            <p:cNvCxnSpPr/>
            <p:nvPr>
              <p:custDataLst>
                <p:tags r:id="rId124"/>
              </p:custDataLst>
            </p:nvPr>
          </p:nvCxnSpPr>
          <p:spPr bwMode="auto">
            <a:xfrm>
              <a:off x="7257" y="8785"/>
              <a:ext cx="22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7" name="直接箭头连接符 526"/>
            <p:cNvCxnSpPr/>
            <p:nvPr>
              <p:custDataLst>
                <p:tags r:id="rId125"/>
              </p:custDataLst>
            </p:nvPr>
          </p:nvCxnSpPr>
          <p:spPr bwMode="auto">
            <a:xfrm>
              <a:off x="8164" y="8443"/>
              <a:ext cx="336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8" name="直接箭头连接符 527"/>
            <p:cNvCxnSpPr/>
            <p:nvPr>
              <p:custDataLst>
                <p:tags r:id="rId126"/>
              </p:custDataLst>
            </p:nvPr>
          </p:nvCxnSpPr>
          <p:spPr bwMode="auto">
            <a:xfrm>
              <a:off x="8164" y="8783"/>
              <a:ext cx="336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9" name="直接箭头连接符 121"/>
            <p:cNvCxnSpPr/>
            <p:nvPr>
              <p:custDataLst>
                <p:tags r:id="rId127"/>
              </p:custDataLst>
            </p:nvPr>
          </p:nvCxnSpPr>
          <p:spPr bwMode="auto">
            <a:xfrm>
              <a:off x="8844" y="8106"/>
              <a:ext cx="0" cy="22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0" name="直接箭头连接符 529"/>
            <p:cNvCxnSpPr/>
            <p:nvPr>
              <p:custDataLst>
                <p:tags r:id="rId128"/>
              </p:custDataLst>
            </p:nvPr>
          </p:nvCxnSpPr>
          <p:spPr bwMode="auto">
            <a:xfrm>
              <a:off x="9184" y="8615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31" name="Rectangle 100"/>
            <p:cNvSpPr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3968" y="7992"/>
              <a:ext cx="452" cy="79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vert"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ALU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532" name="直接箭头连接符 531"/>
            <p:cNvCxnSpPr/>
            <p:nvPr>
              <p:custDataLst>
                <p:tags r:id="rId130"/>
              </p:custDataLst>
            </p:nvPr>
          </p:nvCxnSpPr>
          <p:spPr bwMode="auto">
            <a:xfrm flipH="1">
              <a:off x="4422" y="8672"/>
              <a:ext cx="45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33" name="直接箭头连接符 123"/>
            <p:cNvCxnSpPr/>
            <p:nvPr>
              <p:custDataLst>
                <p:tags r:id="rId131"/>
              </p:custDataLst>
            </p:nvPr>
          </p:nvCxnSpPr>
          <p:spPr bwMode="auto">
            <a:xfrm>
              <a:off x="4422" y="8048"/>
              <a:ext cx="455" cy="225"/>
            </a:xfrm>
            <a:prstGeom prst="bentConnector3">
              <a:avLst>
                <a:gd name="adj1" fmla="val 98996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4" name="直接箭头连接符 533"/>
            <p:cNvCxnSpPr/>
            <p:nvPr>
              <p:custDataLst>
                <p:tags r:id="rId132"/>
              </p:custDataLst>
            </p:nvPr>
          </p:nvCxnSpPr>
          <p:spPr bwMode="auto">
            <a:xfrm>
              <a:off x="8155" y="8105"/>
              <a:ext cx="1417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5" name="直接箭头连接符 534"/>
            <p:cNvCxnSpPr/>
            <p:nvPr>
              <p:custDataLst>
                <p:tags r:id="rId133"/>
              </p:custDataLst>
            </p:nvPr>
          </p:nvCxnSpPr>
          <p:spPr bwMode="auto">
            <a:xfrm>
              <a:off x="8159" y="9296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36" name="Text Box 161"/>
            <p:cNvSpPr txBox="1">
              <a:spLocks noChangeArrowheads="1"/>
            </p:cNvSpPr>
            <p:nvPr>
              <p:custDataLst>
                <p:tags r:id="rId134"/>
              </p:custDataLst>
            </p:nvPr>
          </p:nvSpPr>
          <p:spPr bwMode="auto">
            <a:xfrm>
              <a:off x="10601" y="8559"/>
              <a:ext cx="794" cy="51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DMEM</a:t>
              </a:r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37" name="直接箭头连接符 157"/>
            <p:cNvCxnSpPr/>
            <p:nvPr>
              <p:custDataLst>
                <p:tags r:id="rId135"/>
              </p:custDataLst>
            </p:nvPr>
          </p:nvCxnSpPr>
          <p:spPr bwMode="auto">
            <a:xfrm>
              <a:off x="8277" y="8786"/>
              <a:ext cx="1304" cy="170"/>
            </a:xfrm>
            <a:prstGeom prst="bentConnector3">
              <a:avLst>
                <a:gd name="adj1" fmla="val -135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38" name="直接箭头连接符 537"/>
            <p:cNvCxnSpPr/>
            <p:nvPr>
              <p:custDataLst>
                <p:tags r:id="rId136"/>
              </p:custDataLst>
            </p:nvPr>
          </p:nvCxnSpPr>
          <p:spPr bwMode="auto">
            <a:xfrm>
              <a:off x="10261" y="8670"/>
              <a:ext cx="340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9" name="直接箭头连接符 538"/>
            <p:cNvCxnSpPr/>
            <p:nvPr>
              <p:custDataLst>
                <p:tags r:id="rId137"/>
              </p:custDataLst>
            </p:nvPr>
          </p:nvCxnSpPr>
          <p:spPr bwMode="auto">
            <a:xfrm>
              <a:off x="10261" y="8956"/>
              <a:ext cx="34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0" name="直接箭头连接符 539"/>
            <p:cNvCxnSpPr/>
            <p:nvPr>
              <p:custDataLst>
                <p:tags r:id="rId138"/>
              </p:custDataLst>
            </p:nvPr>
          </p:nvCxnSpPr>
          <p:spPr bwMode="auto">
            <a:xfrm>
              <a:off x="11395" y="8842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1" name="直接箭头连接符 540"/>
            <p:cNvCxnSpPr/>
            <p:nvPr>
              <p:custDataLst>
                <p:tags r:id="rId139"/>
              </p:custDataLst>
            </p:nvPr>
          </p:nvCxnSpPr>
          <p:spPr bwMode="auto">
            <a:xfrm>
              <a:off x="10261" y="9296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2" name="直接箭头连接符 177"/>
            <p:cNvCxnSpPr/>
            <p:nvPr>
              <p:custDataLst>
                <p:tags r:id="rId140"/>
              </p:custDataLst>
            </p:nvPr>
          </p:nvCxnSpPr>
          <p:spPr bwMode="auto">
            <a:xfrm rot="5400000" flipH="1" flipV="1">
              <a:off x="12245" y="8502"/>
              <a:ext cx="454" cy="227"/>
            </a:xfrm>
            <a:prstGeom prst="bentConnector3">
              <a:avLst>
                <a:gd name="adj1" fmla="val -2097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3" name="直接箭头连接符 157"/>
            <p:cNvCxnSpPr/>
            <p:nvPr>
              <p:custDataLst>
                <p:tags r:id="rId141"/>
              </p:custDataLst>
            </p:nvPr>
          </p:nvCxnSpPr>
          <p:spPr bwMode="auto">
            <a:xfrm flipV="1">
              <a:off x="10375" y="8389"/>
              <a:ext cx="1304" cy="283"/>
            </a:xfrm>
            <a:prstGeom prst="bentConnector3">
              <a:avLst>
                <a:gd name="adj1" fmla="val -136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44" name="直接箭头连接符 543"/>
            <p:cNvCxnSpPr/>
            <p:nvPr>
              <p:custDataLst>
                <p:tags r:id="rId142"/>
              </p:custDataLst>
            </p:nvPr>
          </p:nvCxnSpPr>
          <p:spPr bwMode="auto">
            <a:xfrm>
              <a:off x="10261" y="8105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5" name="直接箭头连接符 121"/>
            <p:cNvCxnSpPr/>
            <p:nvPr>
              <p:custDataLst>
                <p:tags r:id="rId143"/>
              </p:custDataLst>
            </p:nvPr>
          </p:nvCxnSpPr>
          <p:spPr bwMode="auto">
            <a:xfrm>
              <a:off x="11112" y="8105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6" name="直接箭头连接符 545"/>
            <p:cNvCxnSpPr/>
            <p:nvPr>
              <p:custDataLst>
                <p:tags r:id="rId144"/>
              </p:custDataLst>
            </p:nvPr>
          </p:nvCxnSpPr>
          <p:spPr bwMode="auto">
            <a:xfrm flipV="1">
              <a:off x="12359" y="8105"/>
              <a:ext cx="452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7" name="直接箭头连接符 546"/>
            <p:cNvCxnSpPr/>
            <p:nvPr>
              <p:custDataLst>
                <p:tags r:id="rId145"/>
              </p:custDataLst>
            </p:nvPr>
          </p:nvCxnSpPr>
          <p:spPr bwMode="auto">
            <a:xfrm>
              <a:off x="12359" y="9296"/>
              <a:ext cx="452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48" name="Text Box 166"/>
            <p:cNvSpPr txBox="1">
              <a:spLocks noChangeArrowheads="1"/>
            </p:cNvSpPr>
            <p:nvPr>
              <p:custDataLst>
                <p:tags r:id="rId146"/>
              </p:custDataLst>
            </p:nvPr>
          </p:nvSpPr>
          <p:spPr bwMode="auto">
            <a:xfrm>
              <a:off x="12812" y="8048"/>
              <a:ext cx="454" cy="130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prstDash val="sysDash"/>
              <a:miter lim="800000"/>
            </a:ln>
          </p:spPr>
          <p:txBody>
            <a:bodyPr vert="vert" lIns="18000" tIns="10800" rIns="18000" bIns="1080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549" name="直接箭头连接符 548"/>
            <p:cNvCxnSpPr/>
            <p:nvPr>
              <p:custDataLst>
                <p:tags r:id="rId147"/>
              </p:custDataLst>
            </p:nvPr>
          </p:nvCxnSpPr>
          <p:spPr bwMode="auto">
            <a:xfrm flipV="1">
              <a:off x="12359" y="8389"/>
              <a:ext cx="452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0" name="直接箭头连接符 549"/>
            <p:cNvCxnSpPr/>
            <p:nvPr>
              <p:custDataLst>
                <p:tags r:id="rId148"/>
              </p:custDataLst>
            </p:nvPr>
          </p:nvCxnSpPr>
          <p:spPr bwMode="auto">
            <a:xfrm flipV="1">
              <a:off x="9354" y="838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551" name="Text Box 164"/>
            <p:cNvSpPr txBox="1">
              <a:spLocks noChangeArrowheads="1"/>
            </p:cNvSpPr>
            <p:nvPr>
              <p:custDataLst>
                <p:tags r:id="rId149"/>
              </p:custDataLst>
            </p:nvPr>
          </p:nvSpPr>
          <p:spPr bwMode="auto">
            <a:xfrm>
              <a:off x="7483" y="861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552" name="Text Box 165"/>
            <p:cNvSpPr txBox="1">
              <a:spLocks noChangeArrowheads="1"/>
            </p:cNvSpPr>
            <p:nvPr>
              <p:custDataLst>
                <p:tags r:id="rId150"/>
              </p:custDataLst>
            </p:nvPr>
          </p:nvSpPr>
          <p:spPr bwMode="auto">
            <a:xfrm>
              <a:off x="7483" y="8332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553" name="Text Box 165"/>
            <p:cNvSpPr txBox="1">
              <a:spLocks noChangeArrowheads="1"/>
            </p:cNvSpPr>
            <p:nvPr>
              <p:custDataLst>
                <p:tags r:id="rId151"/>
              </p:custDataLst>
            </p:nvPr>
          </p:nvSpPr>
          <p:spPr bwMode="auto">
            <a:xfrm>
              <a:off x="9581" y="8502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spc="-150" dirty="0">
                  <a:solidFill>
                    <a:schemeClr val="tx1"/>
                  </a:solidFill>
                  <a:latin typeface="宋体" panose="02010600030101010101" pitchFamily="2" charset="-122"/>
                </a:rPr>
                <a:t>ALUO</a:t>
              </a:r>
            </a:p>
          </p:txBody>
        </p:sp>
        <p:sp>
          <p:nvSpPr>
            <p:cNvPr id="554" name="Text Box 185"/>
            <p:cNvSpPr txBox="1">
              <a:spLocks noChangeArrowheads="1"/>
            </p:cNvSpPr>
            <p:nvPr>
              <p:custDataLst>
                <p:tags r:id="rId152"/>
              </p:custDataLst>
            </p:nvPr>
          </p:nvSpPr>
          <p:spPr bwMode="auto">
            <a:xfrm>
              <a:off x="5386" y="9013"/>
              <a:ext cx="682" cy="283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IR</a:t>
              </a:r>
            </a:p>
          </p:txBody>
        </p:sp>
        <p:cxnSp>
          <p:nvCxnSpPr>
            <p:cNvPr id="555" name="直接箭头连接符 554"/>
            <p:cNvCxnSpPr/>
            <p:nvPr>
              <p:custDataLst>
                <p:tags r:id="rId153"/>
              </p:custDataLst>
            </p:nvPr>
          </p:nvCxnSpPr>
          <p:spPr bwMode="auto">
            <a:xfrm flipV="1">
              <a:off x="6349" y="8332"/>
              <a:ext cx="0" cy="107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56" name="直接箭头连接符 555"/>
            <p:cNvCxnSpPr/>
            <p:nvPr>
              <p:custDataLst>
                <p:tags r:id="rId154"/>
              </p:custDataLst>
            </p:nvPr>
          </p:nvCxnSpPr>
          <p:spPr bwMode="auto">
            <a:xfrm>
              <a:off x="7483" y="8105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7" name="直接箭头连接符 556"/>
            <p:cNvCxnSpPr/>
            <p:nvPr>
              <p:custDataLst>
                <p:tags r:id="rId155"/>
              </p:custDataLst>
            </p:nvPr>
          </p:nvCxnSpPr>
          <p:spPr bwMode="auto">
            <a:xfrm>
              <a:off x="9581" y="8105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8" name="直接箭头连接符 557"/>
            <p:cNvCxnSpPr/>
            <p:nvPr>
              <p:custDataLst>
                <p:tags r:id="rId156"/>
              </p:custDataLst>
            </p:nvPr>
          </p:nvCxnSpPr>
          <p:spPr bwMode="auto">
            <a:xfrm>
              <a:off x="11679" y="8105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9" name="直接箭头连接符 558"/>
            <p:cNvCxnSpPr/>
            <p:nvPr>
              <p:custDataLst>
                <p:tags r:id="rId157"/>
              </p:custDataLst>
            </p:nvPr>
          </p:nvCxnSpPr>
          <p:spPr bwMode="auto">
            <a:xfrm>
              <a:off x="7483" y="9296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0" name="直接箭头连接符 559"/>
            <p:cNvCxnSpPr/>
            <p:nvPr>
              <p:custDataLst>
                <p:tags r:id="rId158"/>
              </p:custDataLst>
            </p:nvPr>
          </p:nvCxnSpPr>
          <p:spPr bwMode="auto">
            <a:xfrm>
              <a:off x="9581" y="9296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1" name="直接箭头连接符 560"/>
            <p:cNvCxnSpPr/>
            <p:nvPr>
              <p:custDataLst>
                <p:tags r:id="rId159"/>
              </p:custDataLst>
            </p:nvPr>
          </p:nvCxnSpPr>
          <p:spPr bwMode="auto">
            <a:xfrm>
              <a:off x="11679" y="9296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2" name="直接箭头连接符 561"/>
            <p:cNvCxnSpPr/>
            <p:nvPr>
              <p:custDataLst>
                <p:tags r:id="rId160"/>
              </p:custDataLst>
            </p:nvPr>
          </p:nvCxnSpPr>
          <p:spPr bwMode="auto">
            <a:xfrm>
              <a:off x="9581" y="8956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3" name="直接箭头连接符 562"/>
            <p:cNvCxnSpPr/>
            <p:nvPr>
              <p:custDataLst>
                <p:tags r:id="rId161"/>
              </p:custDataLst>
            </p:nvPr>
          </p:nvCxnSpPr>
          <p:spPr bwMode="auto">
            <a:xfrm>
              <a:off x="11679" y="8843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4" name="直接箭头连接符 563"/>
            <p:cNvCxnSpPr/>
            <p:nvPr>
              <p:custDataLst>
                <p:tags r:id="rId162"/>
              </p:custDataLst>
            </p:nvPr>
          </p:nvCxnSpPr>
          <p:spPr bwMode="auto">
            <a:xfrm>
              <a:off x="11679" y="8391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65" name="Text Box 185"/>
            <p:cNvSpPr txBox="1">
              <a:spLocks noChangeArrowheads="1"/>
            </p:cNvSpPr>
            <p:nvPr>
              <p:custDataLst>
                <p:tags r:id="rId163"/>
              </p:custDataLst>
            </p:nvPr>
          </p:nvSpPr>
          <p:spPr bwMode="auto">
            <a:xfrm>
              <a:off x="6633" y="9864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566" name="Rectangle 100"/>
            <p:cNvSpPr>
              <a:spLocks noChangeArrowheads="1"/>
            </p:cNvSpPr>
            <p:nvPr>
              <p:custDataLst>
                <p:tags r:id="rId164"/>
              </p:custDataLst>
            </p:nvPr>
          </p:nvSpPr>
          <p:spPr bwMode="auto">
            <a:xfrm>
              <a:off x="6066" y="9581"/>
              <a:ext cx="452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vert"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ALU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567" name="直接箭头连接符 123"/>
            <p:cNvCxnSpPr/>
            <p:nvPr>
              <p:custDataLst>
                <p:tags r:id="rId165"/>
              </p:custDataLst>
            </p:nvPr>
          </p:nvCxnSpPr>
          <p:spPr bwMode="auto">
            <a:xfrm>
              <a:off x="6520" y="9637"/>
              <a:ext cx="455" cy="225"/>
            </a:xfrm>
            <a:prstGeom prst="bentConnector3">
              <a:avLst>
                <a:gd name="adj1" fmla="val 98996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68" name="Text Box 177"/>
            <p:cNvSpPr txBox="1">
              <a:spLocks noChangeArrowheads="1"/>
            </p:cNvSpPr>
            <p:nvPr>
              <p:custDataLst>
                <p:tags r:id="rId166"/>
              </p:custDataLst>
            </p:nvPr>
          </p:nvSpPr>
          <p:spPr bwMode="auto">
            <a:xfrm>
              <a:off x="8277" y="9581"/>
              <a:ext cx="454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horz" lIns="18000" tIns="10800" rIns="18000" bIns="10800" anchor="ctr"/>
            <a:lstStyle/>
            <a:p>
              <a:pPr algn="ctr" eaLnBrk="0" hangingPunct="0"/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cxnSp>
          <p:nvCxnSpPr>
            <p:cNvPr id="569" name="直接箭头连接符 568"/>
            <p:cNvCxnSpPr/>
            <p:nvPr>
              <p:custDataLst>
                <p:tags r:id="rId167"/>
              </p:custDataLst>
            </p:nvPr>
          </p:nvCxnSpPr>
          <p:spPr bwMode="auto">
            <a:xfrm>
              <a:off x="8731" y="9751"/>
              <a:ext cx="85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0" name="直接箭头连接符 569"/>
            <p:cNvCxnSpPr/>
            <p:nvPr>
              <p:custDataLst>
                <p:tags r:id="rId168"/>
              </p:custDataLst>
            </p:nvPr>
          </p:nvCxnSpPr>
          <p:spPr bwMode="auto">
            <a:xfrm flipV="1">
              <a:off x="8447" y="992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71" name="Text Box 104"/>
            <p:cNvSpPr txBox="1">
              <a:spLocks noChangeArrowheads="1"/>
            </p:cNvSpPr>
            <p:nvPr>
              <p:custDataLst>
                <p:tags r:id="rId169"/>
              </p:custDataLst>
            </p:nvPr>
          </p:nvSpPr>
          <p:spPr bwMode="auto">
            <a:xfrm>
              <a:off x="1077" y="9751"/>
              <a:ext cx="737" cy="34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0" rIns="18000" bIns="0"/>
            <a:lstStyle/>
            <a:p>
              <a:pPr algn="ctr" eaLnBrk="0" hangingPunct="0"/>
              <a:r>
                <a:rPr kumimoji="0"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k+2</a:t>
              </a:r>
            </a:p>
          </p:txBody>
        </p:sp>
      </p:grpSp>
      <p:sp>
        <p:nvSpPr>
          <p:cNvPr id="12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15900" y="332656"/>
            <a:ext cx="8028508" cy="21501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、指令流水线的基本组成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流水线组成基本要求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*要求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各流水段的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zh-CN" altLang="en-US" sz="2200" b="1" u="sng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相互独立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←可以重叠所需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kern="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kern="0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需求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 Box 3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56080" y="1620000"/>
            <a:ext cx="730504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indent="0" algn="l" defTabSz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358140" algn="l"/>
              </a:tabLst>
            </a:pPr>
            <a:r>
              <a:rPr lang="zh-CN" altLang="en-US" sz="2200" b="1" kern="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①部件</a:t>
            </a:r>
            <a:r>
              <a:rPr lang="zh-CN" altLang="en-US" sz="2200" b="1" u="sng" kern="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不能复用</a:t>
            </a:r>
            <a:endParaRPr lang="zh-CN" altLang="en-US" sz="2200" b="1" kern="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defTabSz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358140" algn="l"/>
              </a:tabLst>
            </a:pPr>
            <a:r>
              <a:rPr lang="zh-CN" altLang="en-US" sz="2200" b="1" kern="0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各个段的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部件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仅本段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使用，</a:t>
            </a:r>
            <a:r>
              <a:rPr lang="zh-CN" altLang="en-US" sz="2200" b="1" kern="0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各个段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增设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段间寄存器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末段除外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1" name="Text Box 21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705" y="2996952"/>
            <a:ext cx="656653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示例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MIPS32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多周期数据通路的重叠现状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省略</a:t>
            </a:r>
            <a:r>
              <a: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ExtU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84" name="Text Box 18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236296" y="3320217"/>
            <a:ext cx="1728000" cy="50400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</p:spPr>
        <p:txBody>
          <a:bodyPr lIns="18000" tIns="0" rIns="18000" bIns="0"/>
          <a:lstStyle/>
          <a:p>
            <a:pPr algn="l" eaLnBrk="0" hangingPunct="0"/>
            <a:r>
              <a:rPr kumimoji="0"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rd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kumimoji="0"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rs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)-(</a:t>
            </a:r>
            <a:r>
              <a:rPr kumimoji="0"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rt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  <a:p>
            <a:pPr algn="l" eaLnBrk="0" hangingPunct="0"/>
            <a:r>
              <a:rPr kumimoji="0"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rt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M[(</a:t>
            </a:r>
            <a:r>
              <a:rPr kumimoji="0"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rs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)+</a:t>
            </a:r>
            <a:r>
              <a:rPr kumimoji="0"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imme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]</a:t>
            </a:r>
          </a:p>
        </p:txBody>
      </p:sp>
      <p:grpSp>
        <p:nvGrpSpPr>
          <p:cNvPr id="428" name="组合 427"/>
          <p:cNvGrpSpPr/>
          <p:nvPr/>
        </p:nvGrpSpPr>
        <p:grpSpPr>
          <a:xfrm>
            <a:off x="4104000" y="4076952"/>
            <a:ext cx="4644000" cy="1512000"/>
            <a:chOff x="3852000" y="3874202"/>
            <a:chExt cx="4644000" cy="1512000"/>
          </a:xfrm>
        </p:grpSpPr>
        <p:sp>
          <p:nvSpPr>
            <p:cNvPr id="429" name="椭圆 428"/>
            <p:cNvSpPr/>
            <p:nvPr>
              <p:custDataLst>
                <p:tags r:id="rId37"/>
              </p:custDataLst>
            </p:nvPr>
          </p:nvSpPr>
          <p:spPr bwMode="auto">
            <a:xfrm>
              <a:off x="4032000" y="4234202"/>
              <a:ext cx="72000" cy="144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7030A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" name="Text Box 18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984000" y="3874202"/>
              <a:ext cx="1512000" cy="21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7030A0"/>
              </a:solidFill>
              <a:prstDash val="sysDash"/>
              <a:miter lim="800000"/>
            </a:ln>
          </p:spPr>
          <p:txBody>
            <a:bodyPr lIns="18000" tIns="0" rIns="18000" bIns="0" anchor="ctr" anchorCtr="0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GPR[k]</a:t>
              </a:r>
              <a:r>
                <a:rPr kumimoji="0"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→</a:t>
              </a:r>
              <a:r>
                <a:rPr kumimoji="0"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GPR[</a:t>
              </a:r>
              <a:r>
                <a:rPr kumimoji="0" lang="en-US" altLang="zh-CN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k+1</a:t>
              </a:r>
              <a:r>
                <a:rPr kumimoji="0"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]</a:t>
              </a:r>
              <a:endParaRPr kumimoji="0"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31" name="椭圆 430"/>
            <p:cNvSpPr/>
            <p:nvPr>
              <p:custDataLst>
                <p:tags r:id="rId39"/>
              </p:custDataLst>
            </p:nvPr>
          </p:nvSpPr>
          <p:spPr bwMode="auto">
            <a:xfrm>
              <a:off x="3852000" y="5242202"/>
              <a:ext cx="72000" cy="144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7030A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32" name="直接箭头连接符 431"/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3888000" y="4378202"/>
              <a:ext cx="180000" cy="86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7030A0"/>
              </a:solidFill>
              <a:prstDash val="sysDash"/>
              <a:round/>
              <a:headEnd type="triangle" w="med" len="sm"/>
              <a:tailEnd type="none" w="med" len="sm"/>
            </a:ln>
            <a:effectLst/>
          </p:spPr>
        </p:cxnSp>
        <p:cxnSp>
          <p:nvCxnSpPr>
            <p:cNvPr id="433" name="直接箭头连接符 432"/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6336000" y="3982202"/>
              <a:ext cx="648408" cy="30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434" name="组合 433"/>
          <p:cNvGrpSpPr/>
          <p:nvPr/>
        </p:nvGrpSpPr>
        <p:grpSpPr>
          <a:xfrm>
            <a:off x="4572000" y="3464952"/>
            <a:ext cx="1440000" cy="1728000"/>
            <a:chOff x="4994961" y="3082439"/>
            <a:chExt cx="1440000" cy="1728000"/>
          </a:xfrm>
        </p:grpSpPr>
        <p:sp>
          <p:nvSpPr>
            <p:cNvPr id="435" name="椭圆 434"/>
            <p:cNvSpPr/>
            <p:nvPr>
              <p:custDataLst>
                <p:tags r:id="rId32"/>
              </p:custDataLst>
            </p:nvPr>
          </p:nvSpPr>
          <p:spPr bwMode="auto">
            <a:xfrm>
              <a:off x="4994961" y="3658439"/>
              <a:ext cx="72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0070C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6" name="Text Box 188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714961" y="3082439"/>
              <a:ext cx="720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0070C0"/>
              </a:solidFill>
              <a:prstDash val="sysDash"/>
              <a:miter lim="800000"/>
            </a:ln>
          </p:spPr>
          <p:txBody>
            <a:bodyPr lIns="18000" tIns="0" rIns="18000" bIns="0" anchor="ctr" anchorCtr="0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M[</a:t>
              </a:r>
              <a:r>
                <a:rPr kumimoji="0" lang="en-US" altLang="zh-CN" sz="14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ALU</a:t>
              </a:r>
              <a:r>
                <a:rPr kumimoji="0" lang="en-US" altLang="zh-CN" sz="14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k</a:t>
              </a:r>
              <a:r>
                <a:rPr kumimoji="0"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]</a:t>
              </a:r>
              <a:endParaRPr kumimoji="0" lang="zh-CN" altLang="en-US" sz="14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37" name="椭圆 436"/>
            <p:cNvSpPr/>
            <p:nvPr>
              <p:custDataLst>
                <p:tags r:id="rId34"/>
              </p:custDataLst>
            </p:nvPr>
          </p:nvSpPr>
          <p:spPr bwMode="auto">
            <a:xfrm>
              <a:off x="6326961" y="4666439"/>
              <a:ext cx="72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0070C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38" name="直接箭头连接符 437"/>
            <p:cNvCxnSpPr/>
            <p:nvPr>
              <p:custDataLst>
                <p:tags r:id="rId35"/>
              </p:custDataLst>
            </p:nvPr>
          </p:nvCxnSpPr>
          <p:spPr bwMode="auto">
            <a:xfrm>
              <a:off x="6290961" y="3298439"/>
              <a:ext cx="72000" cy="140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triangle" w="med" len="sm"/>
              <a:tailEnd type="none" w="med" len="sm"/>
            </a:ln>
            <a:effectLst/>
          </p:spPr>
        </p:cxnSp>
        <p:cxnSp>
          <p:nvCxnSpPr>
            <p:cNvPr id="439" name="直接箭头连接符 438"/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5714961" y="3298439"/>
              <a:ext cx="180000" cy="43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sm"/>
              <a:tailEnd type="triangle" w="med" len="sm"/>
            </a:ln>
            <a:effectLst/>
          </p:spPr>
        </p:cxnSp>
      </p:grpSp>
      <p:sp>
        <p:nvSpPr>
          <p:cNvPr id="181" name="矩形 180"/>
          <p:cNvSpPr/>
          <p:nvPr>
            <p:custDataLst>
              <p:tags r:id="rId5"/>
            </p:custDataLst>
          </p:nvPr>
        </p:nvSpPr>
        <p:spPr>
          <a:xfrm>
            <a:off x="6798945" y="2564904"/>
            <a:ext cx="2189480" cy="540000"/>
          </a:xfrm>
          <a:prstGeom prst="rect">
            <a:avLst/>
          </a:prstGeom>
        </p:spPr>
        <p:txBody>
          <a:bodyPr wrap="square" lIns="36000" tIns="18000" rIns="36000" bIns="18000" anchor="t" anchorCtr="0">
            <a:noAutofit/>
          </a:bodyPr>
          <a:lstStyle/>
          <a:p>
            <a:pPr algn="l"/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地址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命令，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产生→使用前的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所有段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2" name="Text 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10530" y="2564904"/>
            <a:ext cx="51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1800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哪些信息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需保存到段间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？在哪些段保存？ 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27" name="组合 426"/>
          <p:cNvGrpSpPr/>
          <p:nvPr/>
        </p:nvGrpSpPr>
        <p:grpSpPr>
          <a:xfrm>
            <a:off x="3420000" y="3680952"/>
            <a:ext cx="4428055" cy="1908470"/>
            <a:chOff x="5102" y="2041"/>
            <a:chExt cx="6973" cy="3005"/>
          </a:xfrm>
        </p:grpSpPr>
        <p:sp>
          <p:nvSpPr>
            <p:cNvPr id="274" name="Text Box 18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102" y="317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RD1</a:t>
              </a:r>
            </a:p>
          </p:txBody>
        </p:sp>
        <p:sp>
          <p:nvSpPr>
            <p:cNvPr id="275" name="Text Box 186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102" y="2041"/>
              <a:ext cx="680" cy="283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OP1</a:t>
              </a:r>
            </a:p>
          </p:txBody>
        </p:sp>
        <p:sp>
          <p:nvSpPr>
            <p:cNvPr id="276" name="Text Box 186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200" y="4763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RD1</a:t>
              </a:r>
            </a:p>
          </p:txBody>
        </p:sp>
        <p:sp>
          <p:nvSpPr>
            <p:cNvPr id="281" name="Text Box 18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200" y="3629"/>
              <a:ext cx="680" cy="283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OP1</a:t>
              </a:r>
            </a:p>
          </p:txBody>
        </p:sp>
        <p:sp>
          <p:nvSpPr>
            <p:cNvPr id="286" name="Text Box 186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200" y="317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RD2</a:t>
              </a:r>
            </a:p>
          </p:txBody>
        </p:sp>
        <p:sp>
          <p:nvSpPr>
            <p:cNvPr id="273" name="Text Box 186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200" y="2041"/>
              <a:ext cx="680" cy="283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OP2</a:t>
              </a:r>
            </a:p>
          </p:txBody>
        </p:sp>
        <p:sp>
          <p:nvSpPr>
            <p:cNvPr id="373" name="Text Box 186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297" y="4763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RD2</a:t>
              </a:r>
            </a:p>
          </p:txBody>
        </p:sp>
        <p:sp>
          <p:nvSpPr>
            <p:cNvPr id="375" name="Text Box 186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9297" y="3629"/>
              <a:ext cx="680" cy="283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OP2</a:t>
              </a:r>
            </a:p>
          </p:txBody>
        </p:sp>
        <p:sp>
          <p:nvSpPr>
            <p:cNvPr id="418" name="Text Box 186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200" y="2892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B2</a:t>
              </a:r>
            </a:p>
          </p:txBody>
        </p:sp>
        <p:sp>
          <p:nvSpPr>
            <p:cNvPr id="419" name="Text Box 186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9297" y="4479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B2</a:t>
              </a:r>
            </a:p>
          </p:txBody>
        </p:sp>
        <p:sp>
          <p:nvSpPr>
            <p:cNvPr id="420" name="Text Box 186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9297" y="317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RD3</a:t>
              </a:r>
            </a:p>
          </p:txBody>
        </p:sp>
        <p:sp>
          <p:nvSpPr>
            <p:cNvPr id="421" name="Text Box 186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9297" y="2041"/>
              <a:ext cx="680" cy="283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OP3</a:t>
              </a:r>
            </a:p>
          </p:txBody>
        </p:sp>
        <p:sp>
          <p:nvSpPr>
            <p:cNvPr id="422" name="Text Box 186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9297" y="2778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423" name="Text Box 186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9297" y="232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RDR</a:t>
              </a:r>
            </a:p>
          </p:txBody>
        </p:sp>
        <p:sp>
          <p:nvSpPr>
            <p:cNvPr id="424" name="Text Box 186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1395" y="4763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RD3</a:t>
              </a:r>
            </a:p>
          </p:txBody>
        </p:sp>
        <p:sp>
          <p:nvSpPr>
            <p:cNvPr id="425" name="Text Box 186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1395" y="3629"/>
              <a:ext cx="680" cy="283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OP3</a:t>
              </a:r>
            </a:p>
          </p:txBody>
        </p:sp>
        <p:sp>
          <p:nvSpPr>
            <p:cNvPr id="426" name="Text Box 186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1395" y="4366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440" name="Text Box 186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1395" y="3912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RDR</a:t>
              </a:r>
            </a:p>
          </p:txBody>
        </p:sp>
      </p:grpSp>
      <p:grpSp>
        <p:nvGrpSpPr>
          <p:cNvPr id="572" name="组合 571"/>
          <p:cNvGrpSpPr/>
          <p:nvPr/>
        </p:nvGrpSpPr>
        <p:grpSpPr>
          <a:xfrm>
            <a:off x="2835820" y="4076952"/>
            <a:ext cx="1376180" cy="1836000"/>
            <a:chOff x="4495126" y="2060584"/>
            <a:chExt cx="1376180" cy="1836000"/>
          </a:xfrm>
        </p:grpSpPr>
        <p:sp>
          <p:nvSpPr>
            <p:cNvPr id="573" name="椭圆 572"/>
            <p:cNvSpPr/>
            <p:nvPr>
              <p:custDataLst>
                <p:tags r:id="rId9"/>
              </p:custDataLst>
            </p:nvPr>
          </p:nvSpPr>
          <p:spPr bwMode="auto">
            <a:xfrm>
              <a:off x="5763306" y="2060584"/>
              <a:ext cx="108000" cy="108000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4" name="Text Box 18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495126" y="3656479"/>
              <a:ext cx="540000" cy="2160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FF0000"/>
              </a:solidFill>
              <a:prstDash val="sysDash"/>
              <a:miter lim="800000"/>
            </a:ln>
          </p:spPr>
          <p:txBody>
            <a:bodyPr lIns="18000" tIns="0" rIns="18000" bIns="0" anchor="ctr" anchorCtr="0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冲突</a:t>
              </a:r>
              <a:r>
                <a:rPr kumimoji="0"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!</a:t>
              </a:r>
            </a:p>
          </p:txBody>
        </p:sp>
        <p:sp>
          <p:nvSpPr>
            <p:cNvPr id="575" name="椭圆 574"/>
            <p:cNvSpPr/>
            <p:nvPr>
              <p:custDataLst>
                <p:tags r:id="rId11"/>
              </p:custDataLst>
            </p:nvPr>
          </p:nvSpPr>
          <p:spPr bwMode="auto">
            <a:xfrm>
              <a:off x="5547306" y="3788584"/>
              <a:ext cx="108000" cy="108000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576" name="直接箭头连接符 575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5043511" y="2177719"/>
              <a:ext cx="756000" cy="153098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ysDash"/>
              <a:round/>
              <a:headEnd type="triangle" w="med" len="sm"/>
              <a:tailEnd type="none" w="med" len="sm"/>
            </a:ln>
            <a:effectLst/>
          </p:spPr>
        </p:cxnSp>
        <p:cxnSp>
          <p:nvCxnSpPr>
            <p:cNvPr id="577" name="直接箭头连接符 576"/>
            <p:cNvCxnSpPr/>
            <p:nvPr>
              <p:custDataLst>
                <p:tags r:id="rId13"/>
              </p:custDataLst>
            </p:nvPr>
          </p:nvCxnSpPr>
          <p:spPr bwMode="auto">
            <a:xfrm>
              <a:off x="5035171" y="3716584"/>
              <a:ext cx="50292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ysDash"/>
              <a:round/>
              <a:headEnd type="none" w="med" len="sm"/>
              <a:tailEnd type="triangle" w="med" len="sm"/>
            </a:ln>
            <a:effectLst/>
          </p:spPr>
        </p:cxnSp>
      </p:grpSp>
      <p:sp>
        <p:nvSpPr>
          <p:cNvPr id="8" name="Text Box 3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816000" y="1592611"/>
            <a:ext cx="511200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indent="0" algn="l" defTabSz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358140" algn="l"/>
              </a:tabLst>
            </a:pPr>
            <a:r>
              <a:rPr lang="zh-CN" altLang="en-US" sz="2200" b="1" kern="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②数据</a:t>
            </a:r>
            <a:r>
              <a:rPr lang="zh-CN" altLang="en-US" sz="2200" b="1" u="sng" kern="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放在时序部件</a:t>
            </a:r>
            <a:r>
              <a:rPr lang="zh-CN" altLang="en-US" sz="2200" b="1" kern="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</a:t>
            </a:r>
            <a:r>
              <a:rPr lang="en-US" sz="1600" b="1" kern="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结果也如此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线形标注 2 8"/>
          <p:cNvSpPr/>
          <p:nvPr>
            <p:custDataLst>
              <p:tags r:id="rId8"/>
            </p:custDataLst>
          </p:nvPr>
        </p:nvSpPr>
        <p:spPr bwMode="auto">
          <a:xfrm>
            <a:off x="5295265" y="953101"/>
            <a:ext cx="1368000" cy="252000"/>
          </a:xfrm>
          <a:prstGeom prst="borderCallout2">
            <a:avLst>
              <a:gd name="adj1" fmla="val 52896"/>
              <a:gd name="adj2" fmla="val -162"/>
              <a:gd name="adj3" fmla="val 54408"/>
              <a:gd name="adj4" fmla="val -18985"/>
              <a:gd name="adj5" fmla="val 313448"/>
              <a:gd name="adj6" fmla="val -4734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0" numCol="1" rtlCol="0" anchor="ctr" anchorCtr="0" compatLnSpc="1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>
                <a:latin typeface="+mn-ea"/>
                <a:ea typeface="+mn-ea"/>
                <a:sym typeface="+mn-ea"/>
              </a:rPr>
              <a:t>指来自其他段</a:t>
            </a:r>
            <a:endParaRPr lang="zh-CN" sz="1600" b="1" dirty="0" err="1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75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75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75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75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" grpId="0" bldLvl="0" animBg="1"/>
      <p:bldP spid="184" grpId="0" bldLvl="0" animBg="1"/>
      <p:bldP spid="372" grpId="0" bldLvl="0" animBg="1"/>
      <p:bldP spid="9" grpId="0" bldLvl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83</a:t>
            </a:fld>
            <a:endParaRPr lang="en-US" altLang="zh-CN"/>
          </a:p>
        </p:txBody>
      </p:sp>
      <p:sp>
        <p:nvSpPr>
          <p:cNvPr id="75" name="AutoShape 15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64" y="6524451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AutoShape 157">
            <a:hlinkClick r:id="rId69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0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15932" y="332656"/>
            <a:ext cx="8750330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*要求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各流水段的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zh-CN" altLang="en-US" sz="2200" b="1" u="sng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同步</a:t>
            </a:r>
            <a:r>
              <a:rPr lang="zh-CN" altLang="en-US" sz="2200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200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zh-CN" altLang="en-US" sz="2200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←连续重叠所需</a:t>
            </a:r>
            <a:endParaRPr lang="en-US" altLang="zh-CN" sz="2200" b="1" u="sng" dirty="0">
              <a:solidFill>
                <a:srgbClr val="FF33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zh-CN" altLang="en-US" sz="2200" b="1" u="sng" dirty="0">
              <a:solidFill>
                <a:srgbClr val="FF33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1" name="Text Box 15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56000" y="764656"/>
            <a:ext cx="6986550" cy="7727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860800" indent="-3860800"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设置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公共时钟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同时写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段间寄存器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即写结果同步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860800" indent="-3860800" algn="l">
              <a:lnSpc>
                <a:spcPct val="105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拍时钟周期＝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max{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各段延迟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}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2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4282" y="2536344"/>
            <a:ext cx="8751980" cy="2050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要求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各流水段的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zh-CN" altLang="en-US" sz="2200" b="1" u="sng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无冲突</a:t>
            </a:r>
            <a:r>
              <a:rPr lang="zh-CN" altLang="en-US" sz="2200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200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zh-CN" altLang="en-US" sz="2200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←保证结果正确</a:t>
            </a:r>
            <a:endParaRPr lang="en-US" altLang="zh-CN" sz="2200" b="1" u="sng" dirty="0">
              <a:solidFill>
                <a:srgbClr val="FF33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冒险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冲突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指流水线因</a:t>
            </a:r>
            <a:r>
              <a:rPr lang="zh-CN" altLang="zh-CN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某些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原因</a:t>
            </a:r>
            <a:r>
              <a:rPr lang="zh-CN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无法正确执行</a:t>
            </a:r>
            <a:r>
              <a:rPr lang="zh-CN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后续指令的现象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冒险类型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3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44650" y="3401656"/>
            <a:ext cx="5805170" cy="1183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结构冒险、</a:t>
            </a:r>
            <a:r>
              <a:rPr lang="zh-CN" altLang="en-US" sz="2200" b="1" dirty="0">
                <a:solidFill>
                  <a:schemeClr val="tx1"/>
                </a:solidFill>
              </a:rPr>
              <a:t>数据冒险、控制冒险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如部件复用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sz="1600" b="1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源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目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OPD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相关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zh-CN" altLang="en-US" sz="1600" b="1" baseline="-25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分支指令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增设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部件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控制机制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，解决冒险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如阻塞后续指令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11" name="Text Box 6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768735" y="3473664"/>
            <a:ext cx="1872000" cy="68400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  <a:effectLst/>
        </p:spPr>
        <p:txBody>
          <a:bodyPr lIns="18000" tIns="0" rIns="18000" bIns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I1: 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R2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(R1)+5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I2:(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R2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)=6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I3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: R3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(R1)+5</a:t>
            </a:r>
          </a:p>
        </p:txBody>
      </p:sp>
      <p:grpSp>
        <p:nvGrpSpPr>
          <p:cNvPr id="512" name="组合 511"/>
          <p:cNvGrpSpPr/>
          <p:nvPr/>
        </p:nvGrpSpPr>
        <p:grpSpPr>
          <a:xfrm>
            <a:off x="1800860" y="1556981"/>
            <a:ext cx="5471160" cy="720090"/>
            <a:chOff x="3288" y="2721"/>
            <a:chExt cx="8616" cy="1134"/>
          </a:xfrm>
        </p:grpSpPr>
        <p:sp>
          <p:nvSpPr>
            <p:cNvPr id="513" name="Text Box 121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4535" y="2721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IF/ID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4" name="Text Box 123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6463" y="2721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ID/EX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5" name="Text Box 125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8391" y="2721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EX/MEM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6" name="Text Box 127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0318" y="2721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MEM/WB</a:t>
              </a:r>
            </a:p>
          </p:txBody>
        </p:sp>
        <p:sp>
          <p:nvSpPr>
            <p:cNvPr id="517" name="Text Box 120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3288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518" name="Text Box 122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5216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519" name="Text Box 124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7143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520" name="Text Box 126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9071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521" name="Text Box 128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10998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cxnSp>
          <p:nvCxnSpPr>
            <p:cNvPr id="522" name="直接箭头连接符 521"/>
            <p:cNvCxnSpPr/>
            <p:nvPr>
              <p:custDataLst>
                <p:tags r:id="rId59"/>
              </p:custDataLst>
            </p:nvPr>
          </p:nvCxnSpPr>
          <p:spPr bwMode="auto">
            <a:xfrm>
              <a:off x="4195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3" name="直接箭头连接符 522"/>
            <p:cNvCxnSpPr/>
            <p:nvPr>
              <p:custDataLst>
                <p:tags r:id="rId60"/>
              </p:custDataLst>
            </p:nvPr>
          </p:nvCxnSpPr>
          <p:spPr bwMode="auto">
            <a:xfrm>
              <a:off x="4876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4" name="直接箭头连接符 523"/>
            <p:cNvCxnSpPr/>
            <p:nvPr>
              <p:custDataLst>
                <p:tags r:id="rId61"/>
              </p:custDataLst>
            </p:nvPr>
          </p:nvCxnSpPr>
          <p:spPr bwMode="auto">
            <a:xfrm>
              <a:off x="6123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5" name="直接箭头连接符 524"/>
            <p:cNvCxnSpPr/>
            <p:nvPr>
              <p:custDataLst>
                <p:tags r:id="rId62"/>
              </p:custDataLst>
            </p:nvPr>
          </p:nvCxnSpPr>
          <p:spPr bwMode="auto">
            <a:xfrm>
              <a:off x="6803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6" name="直接箭头连接符 525"/>
            <p:cNvCxnSpPr/>
            <p:nvPr>
              <p:custDataLst>
                <p:tags r:id="rId63"/>
              </p:custDataLst>
            </p:nvPr>
          </p:nvCxnSpPr>
          <p:spPr bwMode="auto">
            <a:xfrm>
              <a:off x="8050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7" name="直接箭头连接符 526"/>
            <p:cNvCxnSpPr/>
            <p:nvPr>
              <p:custDataLst>
                <p:tags r:id="rId64"/>
              </p:custDataLst>
            </p:nvPr>
          </p:nvCxnSpPr>
          <p:spPr bwMode="auto">
            <a:xfrm>
              <a:off x="8731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8" name="直接箭头连接符 527"/>
            <p:cNvCxnSpPr/>
            <p:nvPr>
              <p:custDataLst>
                <p:tags r:id="rId65"/>
              </p:custDataLst>
            </p:nvPr>
          </p:nvCxnSpPr>
          <p:spPr bwMode="auto">
            <a:xfrm>
              <a:off x="9978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9" name="直接箭头连接符 528"/>
            <p:cNvCxnSpPr/>
            <p:nvPr>
              <p:custDataLst>
                <p:tags r:id="rId66"/>
              </p:custDataLst>
            </p:nvPr>
          </p:nvCxnSpPr>
          <p:spPr bwMode="auto">
            <a:xfrm>
              <a:off x="10658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530" name="组合 529"/>
          <p:cNvGrpSpPr/>
          <p:nvPr/>
        </p:nvGrpSpPr>
        <p:grpSpPr>
          <a:xfrm>
            <a:off x="1259840" y="2277071"/>
            <a:ext cx="5113020" cy="288290"/>
            <a:chOff x="2436" y="3855"/>
            <a:chExt cx="8052" cy="454"/>
          </a:xfrm>
        </p:grpSpPr>
        <p:sp>
          <p:nvSpPr>
            <p:cNvPr id="531" name="Text Box 140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2436" y="3969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拍时钟</a:t>
              </a:r>
            </a:p>
          </p:txBody>
        </p:sp>
        <p:cxnSp>
          <p:nvCxnSpPr>
            <p:cNvPr id="532" name="直接箭头连接符 531"/>
            <p:cNvCxnSpPr/>
            <p:nvPr>
              <p:custDataLst>
                <p:tags r:id="rId45"/>
              </p:custDataLst>
            </p:nvPr>
          </p:nvCxnSpPr>
          <p:spPr bwMode="auto">
            <a:xfrm flipH="1" flipV="1">
              <a:off x="4705" y="385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33" name="直接箭头连接符 532"/>
            <p:cNvCxnSpPr/>
            <p:nvPr>
              <p:custDataLst>
                <p:tags r:id="rId46"/>
              </p:custDataLst>
            </p:nvPr>
          </p:nvCxnSpPr>
          <p:spPr bwMode="auto">
            <a:xfrm flipH="1" flipV="1">
              <a:off x="6633" y="385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34" name="直接箭头连接符 533"/>
            <p:cNvCxnSpPr/>
            <p:nvPr>
              <p:custDataLst>
                <p:tags r:id="rId47"/>
              </p:custDataLst>
            </p:nvPr>
          </p:nvCxnSpPr>
          <p:spPr bwMode="auto">
            <a:xfrm flipH="1" flipV="1">
              <a:off x="8561" y="385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35" name="直接箭头连接符 534"/>
            <p:cNvCxnSpPr/>
            <p:nvPr>
              <p:custDataLst>
                <p:tags r:id="rId48"/>
              </p:custDataLst>
            </p:nvPr>
          </p:nvCxnSpPr>
          <p:spPr bwMode="auto">
            <a:xfrm flipH="1" flipV="1">
              <a:off x="10488" y="385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6" name="直接箭头连接符 535"/>
            <p:cNvCxnSpPr/>
            <p:nvPr>
              <p:custDataLst>
                <p:tags r:id="rId49"/>
              </p:custDataLst>
            </p:nvPr>
          </p:nvCxnSpPr>
          <p:spPr bwMode="auto">
            <a:xfrm>
              <a:off x="3513" y="4139"/>
              <a:ext cx="697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537" name="组合 536"/>
          <p:cNvGrpSpPr/>
          <p:nvPr/>
        </p:nvGrpSpPr>
        <p:grpSpPr>
          <a:xfrm>
            <a:off x="1261110" y="4625792"/>
            <a:ext cx="6010910" cy="1259840"/>
            <a:chOff x="2438" y="3005"/>
            <a:chExt cx="9466" cy="1984"/>
          </a:xfrm>
        </p:grpSpPr>
        <p:sp>
          <p:nvSpPr>
            <p:cNvPr id="538" name="Text Box 12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535" y="3005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IF/ID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39" name="Text Box 12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463" y="3005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ID/EX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0" name="Text Box 125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391" y="3005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EX/MEM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1" name="Text Box 127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0318" y="3005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MEM/WB</a:t>
              </a:r>
            </a:p>
          </p:txBody>
        </p:sp>
        <p:sp>
          <p:nvSpPr>
            <p:cNvPr id="542" name="Text Box 120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288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543" name="Text Box 122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216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544" name="Text Box 124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7143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545" name="Text Box 126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9071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546" name="Text Box 128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0998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cxnSp>
          <p:nvCxnSpPr>
            <p:cNvPr id="547" name="直接箭头连接符 546"/>
            <p:cNvCxnSpPr/>
            <p:nvPr>
              <p:custDataLst>
                <p:tags r:id="rId30"/>
              </p:custDataLst>
            </p:nvPr>
          </p:nvCxnSpPr>
          <p:spPr bwMode="auto">
            <a:xfrm>
              <a:off x="4195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8" name="直接箭头连接符 547"/>
            <p:cNvCxnSpPr/>
            <p:nvPr>
              <p:custDataLst>
                <p:tags r:id="rId31"/>
              </p:custDataLst>
            </p:nvPr>
          </p:nvCxnSpPr>
          <p:spPr bwMode="auto">
            <a:xfrm>
              <a:off x="4876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9" name="直接箭头连接符 548"/>
            <p:cNvCxnSpPr/>
            <p:nvPr>
              <p:custDataLst>
                <p:tags r:id="rId32"/>
              </p:custDataLst>
            </p:nvPr>
          </p:nvCxnSpPr>
          <p:spPr bwMode="auto">
            <a:xfrm>
              <a:off x="6123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0" name="直接箭头连接符 549"/>
            <p:cNvCxnSpPr/>
            <p:nvPr>
              <p:custDataLst>
                <p:tags r:id="rId33"/>
              </p:custDataLst>
            </p:nvPr>
          </p:nvCxnSpPr>
          <p:spPr bwMode="auto">
            <a:xfrm>
              <a:off x="6803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1" name="直接箭头连接符 550"/>
            <p:cNvCxnSpPr/>
            <p:nvPr>
              <p:custDataLst>
                <p:tags r:id="rId34"/>
              </p:custDataLst>
            </p:nvPr>
          </p:nvCxnSpPr>
          <p:spPr bwMode="auto">
            <a:xfrm>
              <a:off x="8050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2" name="直接箭头连接符 551"/>
            <p:cNvCxnSpPr/>
            <p:nvPr>
              <p:custDataLst>
                <p:tags r:id="rId35"/>
              </p:custDataLst>
            </p:nvPr>
          </p:nvCxnSpPr>
          <p:spPr bwMode="auto">
            <a:xfrm>
              <a:off x="8731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3" name="直接箭头连接符 552"/>
            <p:cNvCxnSpPr/>
            <p:nvPr>
              <p:custDataLst>
                <p:tags r:id="rId36"/>
              </p:custDataLst>
            </p:nvPr>
          </p:nvCxnSpPr>
          <p:spPr bwMode="auto">
            <a:xfrm>
              <a:off x="9978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4" name="直接箭头连接符 553"/>
            <p:cNvCxnSpPr/>
            <p:nvPr>
              <p:custDataLst>
                <p:tags r:id="rId37"/>
              </p:custDataLst>
            </p:nvPr>
          </p:nvCxnSpPr>
          <p:spPr bwMode="auto">
            <a:xfrm>
              <a:off x="10658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55" name="Text Box 140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2438" y="4649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拍时钟</a:t>
              </a:r>
            </a:p>
          </p:txBody>
        </p:sp>
        <p:cxnSp>
          <p:nvCxnSpPr>
            <p:cNvPr id="556" name="直接箭头连接符 555"/>
            <p:cNvCxnSpPr/>
            <p:nvPr>
              <p:custDataLst>
                <p:tags r:id="rId39"/>
              </p:custDataLst>
            </p:nvPr>
          </p:nvCxnSpPr>
          <p:spPr bwMode="auto">
            <a:xfrm flipH="1" flipV="1">
              <a:off x="4705" y="4139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57" name="直接箭头连接符 556"/>
            <p:cNvCxnSpPr/>
            <p:nvPr>
              <p:custDataLst>
                <p:tags r:id="rId40"/>
              </p:custDataLst>
            </p:nvPr>
          </p:nvCxnSpPr>
          <p:spPr bwMode="auto">
            <a:xfrm flipH="1" flipV="1">
              <a:off x="6633" y="4139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58" name="直接箭头连接符 557"/>
            <p:cNvCxnSpPr/>
            <p:nvPr>
              <p:custDataLst>
                <p:tags r:id="rId41"/>
              </p:custDataLst>
            </p:nvPr>
          </p:nvCxnSpPr>
          <p:spPr bwMode="auto">
            <a:xfrm flipH="1" flipV="1">
              <a:off x="8561" y="4139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59" name="直接箭头连接符 558"/>
            <p:cNvCxnSpPr/>
            <p:nvPr>
              <p:custDataLst>
                <p:tags r:id="rId42"/>
              </p:custDataLst>
            </p:nvPr>
          </p:nvCxnSpPr>
          <p:spPr bwMode="auto">
            <a:xfrm flipH="1" flipV="1">
              <a:off x="10488" y="4139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0" name="直接箭头连接符 559"/>
            <p:cNvCxnSpPr/>
            <p:nvPr>
              <p:custDataLst>
                <p:tags r:id="rId43"/>
              </p:custDataLst>
            </p:nvPr>
          </p:nvCxnSpPr>
          <p:spPr bwMode="auto">
            <a:xfrm>
              <a:off x="3515" y="4819"/>
              <a:ext cx="697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561" name="组合 560"/>
          <p:cNvGrpSpPr/>
          <p:nvPr/>
        </p:nvGrpSpPr>
        <p:grpSpPr>
          <a:xfrm>
            <a:off x="1945005" y="4985792"/>
            <a:ext cx="5076190" cy="1151890"/>
            <a:chOff x="3515" y="3572"/>
            <a:chExt cx="7994" cy="1814"/>
          </a:xfrm>
        </p:grpSpPr>
        <p:sp>
          <p:nvSpPr>
            <p:cNvPr id="562" name="Text Box 5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515" y="5046"/>
              <a:ext cx="799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</a:rPr>
                <a:t>流水线控制器</a:t>
              </a:r>
            </a:p>
          </p:txBody>
        </p:sp>
        <p:sp>
          <p:nvSpPr>
            <p:cNvPr id="563" name="Text Box 73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613" y="3685"/>
              <a:ext cx="737" cy="68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</a:rPr>
                <a:t>指令类型</a:t>
              </a:r>
            </a:p>
          </p:txBody>
        </p:sp>
        <p:cxnSp>
          <p:nvCxnSpPr>
            <p:cNvPr id="564" name="直接箭头连接符 178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rot="16200000" flipH="1">
              <a:off x="4819" y="4309"/>
              <a:ext cx="1474" cy="0"/>
            </a:xfrm>
            <a:prstGeom prst="straightConnector1">
              <a:avLst/>
            </a:prstGeom>
            <a:noFill/>
            <a:ln w="15875" algn="ctr">
              <a:solidFill>
                <a:srgbClr val="990099"/>
              </a:solidFill>
              <a:round/>
              <a:tailEnd type="triangle" w="med" len="med"/>
            </a:ln>
          </p:spPr>
        </p:cxnSp>
        <p:cxnSp>
          <p:nvCxnSpPr>
            <p:cNvPr id="565" name="直接箭头连接符 564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4819" y="4535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66" name="Text Box 12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592" y="4422"/>
              <a:ext cx="227" cy="2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567" name="Text Box 12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520" y="4422"/>
              <a:ext cx="227" cy="2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568" name="Text Box 12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447" y="4422"/>
              <a:ext cx="227" cy="2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</a:rPr>
                <a:t>&amp;</a:t>
              </a:r>
            </a:p>
          </p:txBody>
        </p:sp>
        <p:sp>
          <p:nvSpPr>
            <p:cNvPr id="569" name="Text Box 122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0375" y="4422"/>
              <a:ext cx="227" cy="2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570" name="直接箭头连接符 569"/>
            <p:cNvCxnSpPr/>
            <p:nvPr>
              <p:custDataLst>
                <p:tags r:id="rId14"/>
              </p:custDataLst>
            </p:nvPr>
          </p:nvCxnSpPr>
          <p:spPr bwMode="auto">
            <a:xfrm flipH="1" flipV="1">
              <a:off x="5102" y="4535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71" name="直接箭头连接符 570"/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6746" y="4535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2" name="直接箭头连接符 571"/>
            <p:cNvCxnSpPr/>
            <p:nvPr>
              <p:custDataLst>
                <p:tags r:id="rId16"/>
              </p:custDataLst>
            </p:nvPr>
          </p:nvCxnSpPr>
          <p:spPr bwMode="auto">
            <a:xfrm flipH="1" flipV="1">
              <a:off x="7030" y="4535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73" name="直接箭头连接符 572"/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8674" y="4535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4" name="直接箭头连接符 573"/>
            <p:cNvCxnSpPr/>
            <p:nvPr>
              <p:custDataLst>
                <p:tags r:id="rId18"/>
              </p:custDataLst>
            </p:nvPr>
          </p:nvCxnSpPr>
          <p:spPr bwMode="auto">
            <a:xfrm flipH="1" flipV="1">
              <a:off x="8957" y="4535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75" name="直接箭头连接符 574"/>
            <p:cNvCxnSpPr/>
            <p:nvPr>
              <p:custDataLst>
                <p:tags r:id="rId19"/>
              </p:custDataLst>
            </p:nvPr>
          </p:nvCxnSpPr>
          <p:spPr bwMode="auto">
            <a:xfrm flipH="1">
              <a:off x="10602" y="4535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6" name="直接箭头连接符 575"/>
            <p:cNvCxnSpPr/>
            <p:nvPr>
              <p:custDataLst>
                <p:tags r:id="rId20"/>
              </p:custDataLst>
            </p:nvPr>
          </p:nvCxnSpPr>
          <p:spPr bwMode="auto">
            <a:xfrm flipH="1" flipV="1">
              <a:off x="10885" y="4535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" grpId="0" bldLvl="0"/>
      <p:bldP spid="472" grpId="0"/>
      <p:bldP spid="511" grpId="0" bldLvl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84</a:t>
            </a:fld>
            <a:endParaRPr lang="en-US" altLang="zh-CN" dirty="0"/>
          </a:p>
        </p:txBody>
      </p:sp>
      <p:sp>
        <p:nvSpPr>
          <p:cNvPr id="100" name="Text Box 15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8637525" cy="60026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流水线组成示例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暂不考虑数据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控制冒险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示例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将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条指令的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MPIS32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多周期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，改为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流水线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仅支持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条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u="sng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组成要求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的现状分析：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部件不复用，操作的数据在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①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部件复用：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(PC)+4</a:t>
            </a:r>
            <a:r>
              <a:rPr 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A=B?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复用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ALU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+mn-ea"/>
                <a:sym typeface="+mn-ea"/>
              </a:rPr>
              <a:t>       </a:t>
            </a:r>
            <a:r>
              <a:rPr lang="zh-CN" altLang="en-US" sz="2000" b="1" dirty="0">
                <a:latin typeface="+mn-ea"/>
                <a:sym typeface="+mn-ea"/>
              </a:rPr>
              <a:t>部件跨段</a:t>
            </a:r>
            <a:r>
              <a:rPr lang="zh-CN" sz="2000" b="1" dirty="0">
                <a:latin typeface="+mn-ea"/>
                <a:sym typeface="+mn-ea"/>
              </a:rPr>
              <a:t>使用：</a:t>
            </a:r>
            <a:r>
              <a:rPr lang="en-US" altLang="zh-CN" sz="2000" b="1" dirty="0">
                <a:latin typeface="+mn-ea"/>
                <a:sym typeface="+mn-ea"/>
              </a:rPr>
              <a:t>PC+Ext(Imm)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add/lw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GPR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zh-CN" sz="2000" b="1" dirty="0">
                <a:latin typeface="+mn-ea"/>
                <a:sym typeface="+mn-ea"/>
              </a:rPr>
              <a:t>②</a:t>
            </a:r>
            <a:r>
              <a:rPr 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操作数据在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</a:t>
            </a:r>
            <a:r>
              <a:rPr 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：设置段间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可解决</a:t>
            </a: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05265661"/>
              </p:ext>
            </p:extLst>
          </p:nvPr>
        </p:nvGraphicFramePr>
        <p:xfrm>
          <a:off x="1008000" y="2957729"/>
          <a:ext cx="7809230" cy="1668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0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2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47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93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add/sub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ori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lw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sw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beq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IF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sym typeface="+mn-ea"/>
                        </a:rPr>
                        <a:t>IR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M[(PC)]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PC</a:t>
                      </a:r>
                      <a:r>
                        <a:rPr lang="zh-CN" altLang="en-US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(</a:t>
                      </a:r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PC)+4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ID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A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R[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rs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], B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R[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rt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], I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Ext(Imm)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8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mpd="sng">
                      <a:solidFill>
                        <a:schemeClr val="tx1"/>
                      </a:solidFill>
                      <a:prstDash val="sysDash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mpd="sng">
                      <a:solidFill>
                        <a:schemeClr val="tx1"/>
                      </a:solidFill>
                      <a:prstDash val="sysDash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ALUO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(PC)+(I)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EX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ALUO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(A)OP(B)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或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(I)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(A)-(B)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时</a:t>
                      </a:r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PC</a:t>
                      </a:r>
                      <a:r>
                        <a:rPr lang="zh-CN" altLang="en-US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←</a:t>
                      </a:r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(ALUO)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MEM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R[rd]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(ALUO)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MDR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M[(ALUO)]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M[(ALUO)]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(B)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WB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R[rt]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(MDR)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6554095" y="5561851"/>
            <a:ext cx="2410393" cy="505551"/>
            <a:chOff x="6029263" y="4507625"/>
            <a:chExt cx="2410393" cy="505551"/>
          </a:xfrm>
        </p:grpSpPr>
        <p:sp>
          <p:nvSpPr>
            <p:cNvPr id="6" name="Text Box 61"/>
            <p:cNvSpPr txBox="1"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6639496" y="4509096"/>
              <a:ext cx="360040" cy="21602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7" name="Text Box 62"/>
            <p:cNvSpPr txBox="1"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6029263" y="4507625"/>
              <a:ext cx="720000" cy="46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t" anchorCtr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I1:lw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I2:add</a:t>
              </a:r>
            </a:p>
          </p:txBody>
        </p:sp>
        <p:sp>
          <p:nvSpPr>
            <p:cNvPr id="8" name="Text Box 64"/>
            <p:cNvSpPr txBox="1"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6999536" y="4509120"/>
              <a:ext cx="36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9" name="Text Box 65"/>
            <p:cNvSpPr txBox="1"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7359576" y="4509120"/>
              <a:ext cx="36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10" name="Text Box 66"/>
            <p:cNvSpPr txBox="1"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7719616" y="4509120"/>
              <a:ext cx="36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11" name="Text Box 67"/>
            <p:cNvSpPr txBox="1">
              <a:spLocks noChangeArrowheads="1"/>
            </p:cNvSpPr>
            <p:nvPr>
              <p:custDataLst>
                <p:tags r:id="rId126"/>
              </p:custDataLst>
            </p:nvPr>
          </p:nvSpPr>
          <p:spPr bwMode="auto">
            <a:xfrm>
              <a:off x="8079656" y="4509120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12" name="Text Box 61"/>
            <p:cNvSpPr txBox="1">
              <a:spLocks noChangeArrowheads="1"/>
            </p:cNvSpPr>
            <p:nvPr>
              <p:custDataLst>
                <p:tags r:id="rId127"/>
              </p:custDataLst>
            </p:nvPr>
          </p:nvSpPr>
          <p:spPr bwMode="auto">
            <a:xfrm>
              <a:off x="6999536" y="4797152"/>
              <a:ext cx="360040" cy="21602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13" name="Text Box 64"/>
            <p:cNvSpPr txBox="1">
              <a:spLocks noChangeArrowheads="1"/>
            </p:cNvSpPr>
            <p:nvPr>
              <p:custDataLst>
                <p:tags r:id="rId128"/>
              </p:custDataLst>
            </p:nvPr>
          </p:nvSpPr>
          <p:spPr bwMode="auto">
            <a:xfrm>
              <a:off x="7359576" y="4797176"/>
              <a:ext cx="36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4" name="Text Box 65"/>
            <p:cNvSpPr txBox="1"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7719616" y="4797176"/>
              <a:ext cx="36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15" name="Text Box 66"/>
            <p:cNvSpPr txBox="1">
              <a:spLocks noChangeArrowheads="1"/>
            </p:cNvSpPr>
            <p:nvPr>
              <p:custDataLst>
                <p:tags r:id="rId130"/>
              </p:custDataLst>
            </p:nvPr>
          </p:nvSpPr>
          <p:spPr bwMode="auto">
            <a:xfrm>
              <a:off x="8079656" y="4797176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</p:grpSp>
      <p:sp>
        <p:nvSpPr>
          <p:cNvPr id="20" name="AutoShape 62">
            <a:hlinkClick r:id="rId133" action="ppaction://hlinksldjump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6200000">
            <a:off x="190805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79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1008380" y="1196891"/>
            <a:ext cx="7884795" cy="1657985"/>
            <a:chOff x="1588" y="1928"/>
            <a:chExt cx="12417" cy="2611"/>
          </a:xfrm>
        </p:grpSpPr>
        <p:sp>
          <p:nvSpPr>
            <p:cNvPr id="4" name="Text Box 323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726" y="2952"/>
              <a:ext cx="907" cy="96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GPRs</a:t>
              </a:r>
            </a:p>
          </p:txBody>
        </p:sp>
        <p:sp>
          <p:nvSpPr>
            <p:cNvPr id="16" name="Text Box 363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684" y="2779"/>
              <a:ext cx="397" cy="102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rd</a:t>
              </a:r>
            </a:p>
            <a:p>
              <a:pPr>
                <a:lnSpc>
                  <a:spcPct val="80000"/>
                </a:lnSpc>
                <a:spcBef>
                  <a:spcPts val="700"/>
                </a:spcBef>
                <a:spcAft>
                  <a:spcPts val="0"/>
                </a:spcAft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rt</a:t>
              </a:r>
            </a:p>
            <a:p>
              <a:pPr>
                <a:lnSpc>
                  <a:spcPct val="7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rs</a:t>
              </a:r>
            </a:p>
          </p:txBody>
        </p:sp>
        <p:cxnSp>
          <p:nvCxnSpPr>
            <p:cNvPr id="17" name="直接连接符 16"/>
            <p:cNvCxnSpPr/>
            <p:nvPr>
              <p:custDataLst>
                <p:tags r:id="rId7"/>
              </p:custDataLst>
            </p:nvPr>
          </p:nvCxnSpPr>
          <p:spPr bwMode="auto">
            <a:xfrm>
              <a:off x="3626" y="2552"/>
              <a:ext cx="0" cy="181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8"/>
              </p:custDataLst>
            </p:nvPr>
          </p:nvCxnSpPr>
          <p:spPr>
            <a:xfrm>
              <a:off x="6633" y="3799"/>
              <a:ext cx="1072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AutoShape 1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 rot="16200000">
              <a:off x="9043" y="3119"/>
              <a:ext cx="964" cy="566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ALU</a:t>
              </a:r>
            </a:p>
          </p:txBody>
        </p:sp>
        <p:cxnSp>
          <p:nvCxnSpPr>
            <p:cNvPr id="21" name="直接连接符 20"/>
            <p:cNvCxnSpPr/>
            <p:nvPr>
              <p:custDataLst>
                <p:tags r:id="rId10"/>
              </p:custDataLst>
            </p:nvPr>
          </p:nvCxnSpPr>
          <p:spPr>
            <a:xfrm>
              <a:off x="3629" y="3062"/>
              <a:ext cx="737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>
              <p:custDataLst>
                <p:tags r:id="rId11"/>
              </p:custDataLst>
            </p:nvPr>
          </p:nvCxnSpPr>
          <p:spPr>
            <a:xfrm>
              <a:off x="3629" y="3517"/>
              <a:ext cx="2098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>
              <p:custDataLst>
                <p:tags r:id="rId12"/>
              </p:custDataLst>
            </p:nvPr>
          </p:nvCxnSpPr>
          <p:spPr>
            <a:xfrm>
              <a:off x="3626" y="3801"/>
              <a:ext cx="2098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82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5942" y="3915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5" name="直接连接符 24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6449" y="3914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9496" y="3801"/>
              <a:ext cx="0" cy="73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16"/>
              </p:custDataLst>
            </p:nvPr>
          </p:nvCxnSpPr>
          <p:spPr>
            <a:xfrm>
              <a:off x="2892" y="4197"/>
              <a:ext cx="737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6"/>
            <p:cNvSpPr txBox="1"/>
            <p:nvPr>
              <p:custDataLst>
                <p:tags r:id="rId17"/>
              </p:custDataLst>
            </p:nvPr>
          </p:nvSpPr>
          <p:spPr>
            <a:xfrm>
              <a:off x="3233" y="3120"/>
              <a:ext cx="338" cy="1077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指令字</a:t>
              </a:r>
            </a:p>
          </p:txBody>
        </p:sp>
        <p:cxnSp>
          <p:nvCxnSpPr>
            <p:cNvPr id="29" name="直接连接符 28"/>
            <p:cNvCxnSpPr/>
            <p:nvPr>
              <p:custDataLst>
                <p:tags r:id="rId18"/>
              </p:custDataLst>
            </p:nvPr>
          </p:nvCxnSpPr>
          <p:spPr>
            <a:xfrm>
              <a:off x="3626" y="4142"/>
              <a:ext cx="677" cy="0"/>
            </a:xfrm>
            <a:prstGeom prst="line">
              <a:avLst/>
            </a:prstGeom>
            <a:ln w="15875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 Box 323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308" y="3915"/>
              <a:ext cx="907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sp>
          <p:nvSpPr>
            <p:cNvPr id="31" name="Text Box 1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8108" y="2892"/>
              <a:ext cx="850" cy="45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36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MUX1</a:t>
              </a:r>
            </a:p>
          </p:txBody>
        </p:sp>
        <p:cxnSp>
          <p:nvCxnSpPr>
            <p:cNvPr id="32" name="直接连接符 31"/>
            <p:cNvCxnSpPr/>
            <p:nvPr>
              <p:custDataLst>
                <p:tags r:id="rId21"/>
              </p:custDataLst>
            </p:nvPr>
          </p:nvCxnSpPr>
          <p:spPr>
            <a:xfrm>
              <a:off x="8957" y="3119"/>
              <a:ext cx="282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>
              <p:custDataLst>
                <p:tags r:id="rId22"/>
              </p:custDataLst>
            </p:nvPr>
          </p:nvCxnSpPr>
          <p:spPr>
            <a:xfrm>
              <a:off x="7314" y="3119"/>
              <a:ext cx="794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40"/>
            <p:cNvSpPr txBox="1"/>
            <p:nvPr>
              <p:custDataLst>
                <p:tags r:id="rId23"/>
              </p:custDataLst>
            </p:nvPr>
          </p:nvSpPr>
          <p:spPr>
            <a:xfrm>
              <a:off x="3684" y="3802"/>
              <a:ext cx="508" cy="34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spc="-100" dirty="0">
                  <a:latin typeface="宋体" panose="02010600030101010101" pitchFamily="2" charset="-122"/>
                  <a:cs typeface="Times New Roman" panose="02020603050405020304" pitchFamily="18" charset="0"/>
                </a:rPr>
                <a:t>Imm</a:t>
              </a:r>
            </a:p>
          </p:txBody>
        </p:sp>
        <p:cxnSp>
          <p:nvCxnSpPr>
            <p:cNvPr id="35" name="直接连接符 34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4756" y="4369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6" name="直接连接符 35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8278" y="3858"/>
              <a:ext cx="0" cy="6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7" name="直接连接符 36"/>
            <p:cNvCxnSpPr/>
            <p:nvPr>
              <p:custDataLst>
                <p:tags r:id="rId26"/>
              </p:custDataLst>
            </p:nvPr>
          </p:nvCxnSpPr>
          <p:spPr>
            <a:xfrm>
              <a:off x="9808" y="3289"/>
              <a:ext cx="338" cy="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24"/>
            <p:cNvSpPr txBox="1"/>
            <p:nvPr>
              <p:custDataLst>
                <p:tags r:id="rId27"/>
              </p:custDataLst>
            </p:nvPr>
          </p:nvSpPr>
          <p:spPr>
            <a:xfrm>
              <a:off x="8108" y="2893"/>
              <a:ext cx="226" cy="4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" name="Text Box 1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2870" y="3121"/>
              <a:ext cx="850" cy="45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17780" rIns="1778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MUX2</a:t>
              </a:r>
            </a:p>
          </p:txBody>
        </p:sp>
        <p:sp>
          <p:nvSpPr>
            <p:cNvPr id="40" name="TextBox 24"/>
            <p:cNvSpPr txBox="1"/>
            <p:nvPr>
              <p:custDataLst>
                <p:tags r:id="rId29"/>
              </p:custDataLst>
            </p:nvPr>
          </p:nvSpPr>
          <p:spPr>
            <a:xfrm>
              <a:off x="12870" y="3119"/>
              <a:ext cx="226" cy="4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41" name="直接连接符 40"/>
            <p:cNvCxnSpPr/>
            <p:nvPr>
              <p:custDataLst>
                <p:tags r:id="rId30"/>
              </p:custDataLst>
            </p:nvPr>
          </p:nvCxnSpPr>
          <p:spPr>
            <a:xfrm>
              <a:off x="9808" y="3462"/>
              <a:ext cx="338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>
              <p:custDataLst>
                <p:tags r:id="rId31"/>
              </p:custDataLst>
            </p:nvPr>
          </p:nvCxnSpPr>
          <p:spPr>
            <a:xfrm flipH="1">
              <a:off x="5443" y="2212"/>
              <a:ext cx="788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>
              <p:custDataLst>
                <p:tags r:id="rId32"/>
              </p:custDataLst>
            </p:nvPr>
          </p:nvCxnSpPr>
          <p:spPr>
            <a:xfrm>
              <a:off x="5443" y="3065"/>
              <a:ext cx="282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>
              <p:custDataLst>
                <p:tags r:id="rId33"/>
              </p:custDataLst>
            </p:nvPr>
          </p:nvCxnSpPr>
          <p:spPr>
            <a:xfrm flipV="1">
              <a:off x="5443" y="2212"/>
              <a:ext cx="0" cy="85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>
              <p:custDataLst>
                <p:tags r:id="rId34"/>
              </p:custDataLst>
            </p:nvPr>
          </p:nvCxnSpPr>
          <p:spPr>
            <a:xfrm>
              <a:off x="7482" y="2951"/>
              <a:ext cx="624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>
              <p:custDataLst>
                <p:tags r:id="rId35"/>
              </p:custDataLst>
            </p:nvPr>
          </p:nvCxnSpPr>
          <p:spPr>
            <a:xfrm flipV="1">
              <a:off x="7313" y="3119"/>
              <a:ext cx="0" cy="397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>
              <p:custDataLst>
                <p:tags r:id="rId36"/>
              </p:custDataLst>
            </p:nvPr>
          </p:nvCxnSpPr>
          <p:spPr>
            <a:xfrm>
              <a:off x="5216" y="4139"/>
              <a:ext cx="2268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>
              <p:custDataLst>
                <p:tags r:id="rId37"/>
              </p:custDataLst>
            </p:nvPr>
          </p:nvCxnSpPr>
          <p:spPr>
            <a:xfrm flipV="1">
              <a:off x="7482" y="2949"/>
              <a:ext cx="0" cy="1191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>
              <p:custDataLst>
                <p:tags r:id="rId38"/>
              </p:custDataLst>
            </p:nvPr>
          </p:nvCxnSpPr>
          <p:spPr bwMode="auto">
            <a:xfrm flipH="1">
              <a:off x="13040" y="1928"/>
              <a:ext cx="1" cy="11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39"/>
              </p:custDataLst>
            </p:nvPr>
          </p:nvCxnSpPr>
          <p:spPr>
            <a:xfrm>
              <a:off x="7313" y="4028"/>
              <a:ext cx="385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 Box 323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815" y="2495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</a:rPr>
                <a:t>PC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2" name="直接连接符 51"/>
            <p:cNvCxnSpPr/>
            <p:nvPr>
              <p:custDataLst>
                <p:tags r:id="rId41"/>
              </p:custDataLst>
            </p:nvPr>
          </p:nvCxnSpPr>
          <p:spPr>
            <a:xfrm flipH="1">
              <a:off x="2325" y="2836"/>
              <a:ext cx="1" cy="340"/>
            </a:xfrm>
            <a:prstGeom prst="line">
              <a:avLst/>
            </a:prstGeom>
            <a:ln w="15875">
              <a:solidFill>
                <a:schemeClr val="tx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>
              <p:custDataLst>
                <p:tags r:id="rId42"/>
              </p:custDataLst>
            </p:nvPr>
          </p:nvCxnSpPr>
          <p:spPr>
            <a:xfrm flipH="1" flipV="1">
              <a:off x="3232" y="1985"/>
              <a:ext cx="6917" cy="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>
              <p:custDataLst>
                <p:tags r:id="rId43"/>
              </p:custDataLst>
            </p:nvPr>
          </p:nvCxnSpPr>
          <p:spPr>
            <a:xfrm>
              <a:off x="2325" y="2949"/>
              <a:ext cx="107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>
              <p:custDataLst>
                <p:tags r:id="rId44"/>
              </p:custDataLst>
            </p:nvPr>
          </p:nvCxnSpPr>
          <p:spPr>
            <a:xfrm flipH="1">
              <a:off x="2268" y="2099"/>
              <a:ext cx="0" cy="39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 Box 18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8108" y="3405"/>
              <a:ext cx="850" cy="45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36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MUX3</a:t>
              </a:r>
            </a:p>
          </p:txBody>
        </p:sp>
        <p:sp>
          <p:nvSpPr>
            <p:cNvPr id="57" name="TextBox 24"/>
            <p:cNvSpPr txBox="1"/>
            <p:nvPr>
              <p:custDataLst>
                <p:tags r:id="rId46"/>
              </p:custDataLst>
            </p:nvPr>
          </p:nvSpPr>
          <p:spPr>
            <a:xfrm>
              <a:off x="8108" y="3403"/>
              <a:ext cx="226" cy="4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58" name="直接连接符 57"/>
            <p:cNvCxnSpPr/>
            <p:nvPr>
              <p:custDataLst>
                <p:tags r:id="rId47"/>
              </p:custDataLst>
            </p:nvPr>
          </p:nvCxnSpPr>
          <p:spPr>
            <a:xfrm>
              <a:off x="8957" y="3629"/>
              <a:ext cx="282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>
              <p:custDataLst>
                <p:tags r:id="rId48"/>
              </p:custDataLst>
            </p:nvPr>
          </p:nvCxnSpPr>
          <p:spPr>
            <a:xfrm>
              <a:off x="7711" y="3575"/>
              <a:ext cx="395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>
              <p:custDataLst>
                <p:tags r:id="rId49"/>
              </p:custDataLst>
            </p:nvPr>
          </p:nvCxnSpPr>
          <p:spPr>
            <a:xfrm flipV="1">
              <a:off x="7711" y="3575"/>
              <a:ext cx="0" cy="227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>
              <p:custDataLst>
                <p:tags r:id="rId50"/>
              </p:custDataLst>
            </p:nvPr>
          </p:nvCxnSpPr>
          <p:spPr>
            <a:xfrm>
              <a:off x="7824" y="3745"/>
              <a:ext cx="282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>
              <p:custDataLst>
                <p:tags r:id="rId51"/>
              </p:custDataLst>
            </p:nvPr>
          </p:nvCxnSpPr>
          <p:spPr>
            <a:xfrm>
              <a:off x="7710" y="3289"/>
              <a:ext cx="397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57"/>
            <p:cNvSpPr txBox="1"/>
            <p:nvPr>
              <p:custDataLst>
                <p:tags r:id="rId52"/>
              </p:custDataLst>
            </p:nvPr>
          </p:nvSpPr>
          <p:spPr>
            <a:xfrm>
              <a:off x="7483" y="3175"/>
              <a:ext cx="226" cy="28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64" name="直接连接符 63"/>
            <p:cNvCxnSpPr/>
            <p:nvPr>
              <p:custDataLst>
                <p:tags r:id="rId53"/>
              </p:custDataLst>
            </p:nvPr>
          </p:nvCxnSpPr>
          <p:spPr>
            <a:xfrm>
              <a:off x="3402" y="2439"/>
              <a:ext cx="2324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>
              <p:custDataLst>
                <p:tags r:id="rId54"/>
              </p:custDataLst>
            </p:nvPr>
          </p:nvCxnSpPr>
          <p:spPr>
            <a:xfrm flipV="1">
              <a:off x="7824" y="2836"/>
              <a:ext cx="0" cy="90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>
              <p:custDataLst>
                <p:tags r:id="rId55"/>
              </p:custDataLst>
            </p:nvPr>
          </p:nvCxnSpPr>
          <p:spPr bwMode="auto">
            <a:xfrm>
              <a:off x="8278" y="1928"/>
              <a:ext cx="0" cy="96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2042" y="2836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57"/>
              </p:custDataLst>
            </p:nvPr>
          </p:nvCxnSpPr>
          <p:spPr>
            <a:xfrm flipV="1">
              <a:off x="10148" y="1985"/>
              <a:ext cx="0" cy="1304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24"/>
            <p:cNvSpPr txBox="1"/>
            <p:nvPr>
              <p:custDataLst>
                <p:tags r:id="rId58"/>
              </p:custDataLst>
            </p:nvPr>
          </p:nvSpPr>
          <p:spPr>
            <a:xfrm>
              <a:off x="10148" y="2212"/>
              <a:ext cx="454" cy="34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ZF</a:t>
              </a:r>
            </a:p>
          </p:txBody>
        </p:sp>
        <p:cxnSp>
          <p:nvCxnSpPr>
            <p:cNvPr id="70" name="直接连接符 69"/>
            <p:cNvCxnSpPr/>
            <p:nvPr>
              <p:custDataLst>
                <p:tags r:id="rId59"/>
              </p:custDataLst>
            </p:nvPr>
          </p:nvCxnSpPr>
          <p:spPr>
            <a:xfrm>
              <a:off x="10092" y="3462"/>
              <a:ext cx="1072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>
              <p:custDataLst>
                <p:tags r:id="rId60"/>
              </p:custDataLst>
            </p:nvPr>
          </p:nvCxnSpPr>
          <p:spPr>
            <a:xfrm>
              <a:off x="6633" y="3518"/>
              <a:ext cx="68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>
              <p:custDataLst>
                <p:tags r:id="rId61"/>
              </p:custDataLst>
            </p:nvPr>
          </p:nvCxnSpPr>
          <p:spPr>
            <a:xfrm>
              <a:off x="7313" y="3517"/>
              <a:ext cx="0" cy="510"/>
            </a:xfrm>
            <a:prstGeom prst="line">
              <a:avLst/>
            </a:prstGeom>
            <a:ln w="19050">
              <a:solidFill>
                <a:srgbClr val="3333FF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>
              <p:custDataLst>
                <p:tags r:id="rId62"/>
              </p:custDataLst>
            </p:nvPr>
          </p:nvCxnSpPr>
          <p:spPr>
            <a:xfrm>
              <a:off x="1588" y="3062"/>
              <a:ext cx="454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>
              <p:custDataLst>
                <p:tags r:id="rId63"/>
              </p:custDataLst>
            </p:nvPr>
          </p:nvCxnSpPr>
          <p:spPr>
            <a:xfrm flipH="1" flipV="1">
              <a:off x="3117" y="1928"/>
              <a:ext cx="1" cy="340"/>
            </a:xfrm>
            <a:prstGeom prst="line">
              <a:avLst/>
            </a:prstGeom>
            <a:ln w="12700">
              <a:solidFill>
                <a:srgbClr val="FF3399"/>
              </a:solidFill>
              <a:headEnd type="triangle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 Box 36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2835" y="2552"/>
              <a:ext cx="454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17780" rIns="0" bIns="0" anchor="ctr" anchorCtr="0"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76" name="Text Box 36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3005" y="2269"/>
              <a:ext cx="283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77" name="直接连接符 76"/>
            <p:cNvCxnSpPr/>
            <p:nvPr>
              <p:custDataLst>
                <p:tags r:id="rId66"/>
              </p:custDataLst>
            </p:nvPr>
          </p:nvCxnSpPr>
          <p:spPr>
            <a:xfrm flipV="1">
              <a:off x="2892" y="1928"/>
              <a:ext cx="0" cy="624"/>
            </a:xfrm>
            <a:prstGeom prst="line">
              <a:avLst/>
            </a:prstGeom>
            <a:ln w="12700">
              <a:solidFill>
                <a:srgbClr val="FF3399"/>
              </a:solidFill>
              <a:headEnd type="arrow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>
              <p:custDataLst>
                <p:tags r:id="rId67"/>
              </p:custDataLst>
            </p:nvPr>
          </p:nvCxnSpPr>
          <p:spPr>
            <a:xfrm>
              <a:off x="2609" y="2665"/>
              <a:ext cx="227" cy="0"/>
            </a:xfrm>
            <a:prstGeom prst="line">
              <a:avLst/>
            </a:prstGeom>
            <a:ln w="12700">
              <a:solidFill>
                <a:srgbClr val="FF3399"/>
              </a:solidFill>
              <a:headEnd type="arrow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>
              <p:custDataLst>
                <p:tags r:id="rId68"/>
              </p:custDataLst>
            </p:nvPr>
          </p:nvCxnSpPr>
          <p:spPr>
            <a:xfrm flipV="1">
              <a:off x="9922" y="2779"/>
              <a:ext cx="0" cy="680"/>
            </a:xfrm>
            <a:prstGeom prst="line">
              <a:avLst/>
            </a:prstGeom>
            <a:ln w="19050">
              <a:solidFill>
                <a:srgbClr val="3333FF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>
              <p:custDataLst>
                <p:tags r:id="rId69"/>
              </p:custDataLst>
            </p:nvPr>
          </p:nvCxnSpPr>
          <p:spPr>
            <a:xfrm>
              <a:off x="9922" y="2779"/>
              <a:ext cx="1587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>
              <p:custDataLst>
                <p:tags r:id="rId70"/>
              </p:custDataLst>
            </p:nvPr>
          </p:nvCxnSpPr>
          <p:spPr>
            <a:xfrm>
              <a:off x="2268" y="2099"/>
              <a:ext cx="10318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11737" y="4026"/>
              <a:ext cx="0" cy="51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83" name="Text Box 323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11510" y="3346"/>
              <a:ext cx="907" cy="68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DM</a:t>
              </a:r>
            </a:p>
          </p:txBody>
        </p:sp>
        <p:cxnSp>
          <p:nvCxnSpPr>
            <p:cNvPr id="84" name="直接连接符 8"/>
            <p:cNvCxnSpPr/>
            <p:nvPr>
              <p:custDataLst>
                <p:tags r:id="rId73"/>
              </p:custDataLst>
            </p:nvPr>
          </p:nvCxnSpPr>
          <p:spPr>
            <a:xfrm flipV="1">
              <a:off x="11170" y="3799"/>
              <a:ext cx="338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>
              <p:custDataLst>
                <p:tags r:id="rId74"/>
              </p:custDataLst>
            </p:nvPr>
          </p:nvCxnSpPr>
          <p:spPr>
            <a:xfrm flipV="1">
              <a:off x="13324" y="2212"/>
              <a:ext cx="0" cy="907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12246" y="4139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86" name="椭圆 85"/>
            <p:cNvSpPr/>
            <p:nvPr>
              <p:custDataLst>
                <p:tags r:id="rId76"/>
              </p:custDataLst>
            </p:nvPr>
          </p:nvSpPr>
          <p:spPr bwMode="auto">
            <a:xfrm>
              <a:off x="12190" y="4026"/>
              <a:ext cx="110" cy="11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7" name="直接连接符 86"/>
            <p:cNvCxnSpPr/>
            <p:nvPr>
              <p:custDataLst>
                <p:tags r:id="rId77"/>
              </p:custDataLst>
            </p:nvPr>
          </p:nvCxnSpPr>
          <p:spPr>
            <a:xfrm>
              <a:off x="11170" y="3462"/>
              <a:ext cx="340" cy="0"/>
            </a:xfrm>
            <a:prstGeom prst="line">
              <a:avLst/>
            </a:prstGeom>
            <a:ln w="19050">
              <a:solidFill>
                <a:srgbClr val="C000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>
              <p:custDataLst>
                <p:tags r:id="rId78"/>
              </p:custDataLst>
            </p:nvPr>
          </p:nvCxnSpPr>
          <p:spPr>
            <a:xfrm flipV="1">
              <a:off x="11170" y="2949"/>
              <a:ext cx="0" cy="510"/>
            </a:xfrm>
            <a:prstGeom prst="line">
              <a:avLst/>
            </a:prstGeom>
            <a:ln w="19050">
              <a:solidFill>
                <a:srgbClr val="3333FF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79"/>
              </p:custDataLst>
            </p:nvPr>
          </p:nvCxnSpPr>
          <p:spPr>
            <a:xfrm flipH="1">
              <a:off x="11170" y="3800"/>
              <a:ext cx="0" cy="227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0"/>
              </p:custDataLst>
            </p:nvPr>
          </p:nvCxnSpPr>
          <p:spPr>
            <a:xfrm>
              <a:off x="12644" y="3459"/>
              <a:ext cx="227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>
              <p:custDataLst>
                <p:tags r:id="rId81"/>
              </p:custDataLst>
            </p:nvPr>
          </p:nvCxnSpPr>
          <p:spPr>
            <a:xfrm flipV="1">
              <a:off x="11169" y="3232"/>
              <a:ext cx="1701" cy="0"/>
            </a:xfrm>
            <a:prstGeom prst="line">
              <a:avLst/>
            </a:prstGeom>
            <a:ln w="19050">
              <a:solidFill>
                <a:srgbClr val="3333FF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>
              <p:custDataLst>
                <p:tags r:id="rId82"/>
              </p:custDataLst>
            </p:nvPr>
          </p:nvCxnSpPr>
          <p:spPr>
            <a:xfrm>
              <a:off x="12360" y="2779"/>
              <a:ext cx="227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3"/>
              </p:custDataLst>
            </p:nvPr>
          </p:nvCxnSpPr>
          <p:spPr>
            <a:xfrm flipV="1">
              <a:off x="12587" y="2099"/>
              <a:ext cx="0" cy="68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4"/>
              </p:custDataLst>
            </p:nvPr>
          </p:nvCxnSpPr>
          <p:spPr bwMode="auto">
            <a:xfrm>
              <a:off x="11680" y="1928"/>
              <a:ext cx="0" cy="56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95" name="Text Box 18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11510" y="2495"/>
              <a:ext cx="850" cy="56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36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MUX4</a:t>
              </a:r>
            </a:p>
          </p:txBody>
        </p:sp>
        <p:sp>
          <p:nvSpPr>
            <p:cNvPr id="96" name="TextBox 24"/>
            <p:cNvSpPr txBox="1"/>
            <p:nvPr>
              <p:custDataLst>
                <p:tags r:id="rId86"/>
              </p:custDataLst>
            </p:nvPr>
          </p:nvSpPr>
          <p:spPr>
            <a:xfrm>
              <a:off x="11511" y="2495"/>
              <a:ext cx="226" cy="68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97" name="直接连接符 96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10433" y="3686"/>
              <a:ext cx="0" cy="8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98" name="直接连接符 97"/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10829" y="3686"/>
              <a:ext cx="0" cy="45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01" name="Text Box 323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1985" y="3176"/>
              <a:ext cx="908" cy="56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IM</a:t>
              </a:r>
            </a:p>
          </p:txBody>
        </p:sp>
        <p:sp>
          <p:nvSpPr>
            <p:cNvPr id="102" name="椭圆 101"/>
            <p:cNvSpPr/>
            <p:nvPr>
              <p:custDataLst>
                <p:tags r:id="rId90"/>
              </p:custDataLst>
            </p:nvPr>
          </p:nvSpPr>
          <p:spPr bwMode="auto">
            <a:xfrm>
              <a:off x="1871" y="3233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3" name="直接连接符 102"/>
            <p:cNvCxnSpPr/>
            <p:nvPr>
              <p:custDataLst>
                <p:tags r:id="rId91"/>
              </p:custDataLst>
            </p:nvPr>
          </p:nvCxnSpPr>
          <p:spPr bwMode="auto">
            <a:xfrm>
              <a:off x="1588" y="3292"/>
              <a:ext cx="28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92"/>
              </p:custDataLst>
            </p:nvPr>
          </p:nvCxnSpPr>
          <p:spPr>
            <a:xfrm flipH="1">
              <a:off x="2438" y="3745"/>
              <a:ext cx="0" cy="283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>
              <p:custDataLst>
                <p:tags r:id="rId93"/>
              </p:custDataLst>
            </p:nvPr>
          </p:nvCxnSpPr>
          <p:spPr bwMode="auto">
            <a:xfrm flipV="1">
              <a:off x="1758" y="3575"/>
              <a:ext cx="22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06" name="直接连接符 82"/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1758" y="3575"/>
              <a:ext cx="0" cy="96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07" name="直接连接符 106"/>
            <p:cNvCxnSpPr/>
            <p:nvPr>
              <p:custDataLst>
                <p:tags r:id="rId95"/>
              </p:custDataLst>
            </p:nvPr>
          </p:nvCxnSpPr>
          <p:spPr>
            <a:xfrm>
              <a:off x="2438" y="3970"/>
              <a:ext cx="0" cy="227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2552" y="4367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97"/>
              </p:custDataLst>
            </p:nvPr>
          </p:nvCxnSpPr>
          <p:spPr bwMode="auto">
            <a:xfrm>
              <a:off x="1588" y="4197"/>
              <a:ext cx="51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10" name="Text Box 323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2098" y="4027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</a:rPr>
                <a:t>IR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111" name="Text Box 323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6973" y="3233"/>
              <a:ext cx="22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112" name="Text Box 323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6973" y="3630"/>
              <a:ext cx="22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113" name="Text Box 323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10149" y="3346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</a:rPr>
                <a:t>ALUO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138" name="Text Box 18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4366" y="2949"/>
              <a:ext cx="850" cy="45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36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MUX3</a:t>
              </a:r>
            </a:p>
          </p:txBody>
        </p:sp>
        <p:sp>
          <p:nvSpPr>
            <p:cNvPr id="139" name="TextBox 24"/>
            <p:cNvSpPr txBox="1"/>
            <p:nvPr>
              <p:custDataLst>
                <p:tags r:id="rId103"/>
              </p:custDataLst>
            </p:nvPr>
          </p:nvSpPr>
          <p:spPr>
            <a:xfrm>
              <a:off x="4366" y="2949"/>
              <a:ext cx="226" cy="4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</a:p>
          </p:txBody>
        </p:sp>
        <p:cxnSp>
          <p:nvCxnSpPr>
            <p:cNvPr id="140" name="直接连接符 139"/>
            <p:cNvCxnSpPr/>
            <p:nvPr>
              <p:custDataLst>
                <p:tags r:id="rId104"/>
              </p:custDataLst>
            </p:nvPr>
          </p:nvCxnSpPr>
          <p:spPr>
            <a:xfrm>
              <a:off x="5217" y="3232"/>
              <a:ext cx="51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Text Box 323"/>
            <p:cNvSpPr txBox="1"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5736" y="2325"/>
              <a:ext cx="1247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err="1">
                  <a:latin typeface="宋体" panose="02010600030101010101" pitchFamily="2" charset="-122"/>
                </a:rPr>
                <a:t>Splice</a:t>
              </a:r>
            </a:p>
          </p:txBody>
        </p:sp>
        <p:cxnSp>
          <p:nvCxnSpPr>
            <p:cNvPr id="155" name="直接连接符 154"/>
            <p:cNvCxnSpPr/>
            <p:nvPr>
              <p:custDataLst>
                <p:tags r:id="rId106"/>
              </p:custDataLst>
            </p:nvPr>
          </p:nvCxnSpPr>
          <p:spPr>
            <a:xfrm>
              <a:off x="6974" y="2623"/>
              <a:ext cx="453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>
              <p:custDataLst>
                <p:tags r:id="rId107"/>
              </p:custDataLst>
            </p:nvPr>
          </p:nvCxnSpPr>
          <p:spPr>
            <a:xfrm>
              <a:off x="9809" y="3176"/>
              <a:ext cx="624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 Box 323"/>
            <p:cNvSpPr txBox="1"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10432" y="2958"/>
              <a:ext cx="45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</a:rPr>
                <a:t>OF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8" name="直接连接符 187"/>
            <p:cNvCxnSpPr/>
            <p:nvPr>
              <p:custDataLst>
                <p:tags r:id="rId109"/>
              </p:custDataLst>
            </p:nvPr>
          </p:nvCxnSpPr>
          <p:spPr>
            <a:xfrm>
              <a:off x="11171" y="2949"/>
              <a:ext cx="34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>
              <p:custDataLst>
                <p:tags r:id="rId110"/>
              </p:custDataLst>
            </p:nvPr>
          </p:nvCxnSpPr>
          <p:spPr>
            <a:xfrm>
              <a:off x="12417" y="3686"/>
              <a:ext cx="227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>
              <p:custDataLst>
                <p:tags r:id="rId111"/>
              </p:custDataLst>
            </p:nvPr>
          </p:nvCxnSpPr>
          <p:spPr>
            <a:xfrm flipV="1">
              <a:off x="12644" y="3459"/>
              <a:ext cx="0" cy="227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>
              <p:custDataLst>
                <p:tags r:id="rId112"/>
              </p:custDataLst>
            </p:nvPr>
          </p:nvCxnSpPr>
          <p:spPr>
            <a:xfrm>
              <a:off x="3629" y="2609"/>
              <a:ext cx="2098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>
              <p:custDataLst>
                <p:tags r:id="rId113"/>
              </p:custDataLst>
            </p:nvPr>
          </p:nvCxnSpPr>
          <p:spPr>
            <a:xfrm>
              <a:off x="4083" y="3289"/>
              <a:ext cx="283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>
              <p:custDataLst>
                <p:tags r:id="rId114"/>
              </p:custDataLst>
            </p:nvPr>
          </p:nvCxnSpPr>
          <p:spPr>
            <a:xfrm flipV="1">
              <a:off x="4081" y="3289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>
              <p:custDataLst>
                <p:tags r:id="rId115"/>
              </p:custDataLst>
            </p:nvPr>
          </p:nvCxnSpPr>
          <p:spPr>
            <a:xfrm>
              <a:off x="4990" y="2836"/>
              <a:ext cx="283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>
              <p:custDataLst>
                <p:tags r:id="rId116"/>
              </p:custDataLst>
            </p:nvPr>
          </p:nvCxnSpPr>
          <p:spPr>
            <a:xfrm flipV="1">
              <a:off x="3402" y="2439"/>
              <a:ext cx="0" cy="51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>
              <p:custDataLst>
                <p:tags r:id="rId117"/>
              </p:custDataLst>
            </p:nvPr>
          </p:nvCxnSpPr>
          <p:spPr>
            <a:xfrm flipV="1">
              <a:off x="4990" y="2439"/>
              <a:ext cx="0" cy="39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/>
            <p:nvPr>
              <p:custDataLst>
                <p:tags r:id="rId118"/>
              </p:custDataLst>
            </p:nvPr>
          </p:nvCxnSpPr>
          <p:spPr>
            <a:xfrm flipH="1" flipV="1">
              <a:off x="3232" y="1985"/>
              <a:ext cx="1" cy="283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TextBox 39"/>
            <p:cNvSpPr txBox="1"/>
            <p:nvPr>
              <p:custDataLst>
                <p:tags r:id="rId119"/>
              </p:custDataLst>
            </p:nvPr>
          </p:nvSpPr>
          <p:spPr>
            <a:xfrm>
              <a:off x="12531" y="3856"/>
              <a:ext cx="1474" cy="68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l"/>
              <a:r>
                <a:rPr lang="zh-CN" altLang="en-US" sz="1400" b="1" dirty="0" err="1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注：</a:t>
              </a:r>
              <a:r>
                <a:rPr lang="en-US" altLang="zh-CN" sz="1400" b="1" dirty="0" err="1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SL2</a:t>
              </a:r>
              <a:r>
                <a:rPr lang="zh-CN" altLang="en-US" sz="1400" b="1" dirty="0" err="1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功能并入</a:t>
              </a:r>
              <a:r>
                <a:rPr lang="en-US" altLang="zh-CN" sz="1400" b="1" dirty="0" err="1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ExtU</a:t>
              </a:r>
              <a:endParaRPr lang="en-US" altLang="zh-CN" sz="1400" b="1" dirty="0" err="1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14" name="Text Box 323"/>
            <p:cNvSpPr txBox="1"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6973" y="4025"/>
              <a:ext cx="22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</a:rPr>
                <a:t>I</a:t>
              </a:r>
            </a:p>
          </p:txBody>
        </p:sp>
      </p:grpSp>
      <p:sp>
        <p:nvSpPr>
          <p:cNvPr id="117" name="AutoShape 11">
            <a:hlinkClick r:id="rId134" action="ppaction://hlinksldjump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4068000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85</a:t>
            </a:fld>
            <a:endParaRPr lang="en-US" altLang="zh-CN" dirty="0"/>
          </a:p>
        </p:txBody>
      </p:sp>
      <p:sp>
        <p:nvSpPr>
          <p:cNvPr id="100" name="Text Box 15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5966460" cy="38614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指令周期调整：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部件复用问题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由数据通路负责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数据通路修改：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12904400"/>
              </p:ext>
            </p:extLst>
          </p:nvPr>
        </p:nvGraphicFramePr>
        <p:xfrm>
          <a:off x="971020" y="2013305"/>
          <a:ext cx="7823200" cy="1650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68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93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add/sub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ori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lw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sw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beq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IF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sym typeface="+mn-ea"/>
                        </a:rPr>
                        <a:t>IR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M[(PC)]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1600" b="1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sym typeface="+mn-ea"/>
                        </a:rPr>
                        <a:t>C</a:t>
                      </a: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PC</a:t>
                      </a:r>
                      <a:r>
                        <a:rPr lang="zh-CN" altLang="en-US" sz="1600" b="1" dirty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(</a:t>
                      </a:r>
                      <a:r>
                        <a:rPr lang="en-US" altLang="zh-CN" sz="1600" b="1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PC)+4</a:t>
                      </a:r>
                      <a:r>
                        <a:rPr lang="zh-CN" altLang="en-US" sz="1600" b="1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PC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(EX</a:t>
                      </a:r>
                      <a:r>
                        <a:rPr lang="zh-CN" altLang="en-US" sz="1600" b="1" dirty="0">
                          <a:solidFill>
                            <a:srgbClr val="990099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段的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ZF=1)? EX</a:t>
                      </a:r>
                      <a:r>
                        <a:rPr lang="zh-CN" altLang="en-US" sz="1600" b="1" dirty="0">
                          <a:solidFill>
                            <a:srgbClr val="990099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段的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ALUO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 : (</a:t>
                      </a:r>
                      <a:r>
                        <a:rPr lang="en-US" altLang="zh-CN" sz="1600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PC)+4</a:t>
                      </a:r>
                      <a:endParaRPr lang="en-US" altLang="zh-CN" sz="1600" b="1">
                        <a:solidFill>
                          <a:srgbClr val="9900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ID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A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R[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rs1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], B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R[</a:t>
                      </a:r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rs2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], I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Ext(Imm)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3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EX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ALUO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(A)OP(B)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或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(I)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highlight>
                            <a:srgbClr val="00FFFF"/>
                          </a:highlight>
                          <a:latin typeface="+mn-ea"/>
                          <a:sym typeface="+mn-ea"/>
                        </a:rPr>
                        <a:t>ALUO</a:t>
                      </a:r>
                      <a:r>
                        <a:rPr lang="zh-CN" altLang="en-US" sz="1600" b="1" dirty="0">
                          <a:solidFill>
                            <a:srgbClr val="990099"/>
                          </a:solidFill>
                          <a:highlight>
                            <a:srgbClr val="00FFFF"/>
                          </a:highlight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highlight>
                            <a:srgbClr val="00FFFF"/>
                          </a:highlight>
                          <a:latin typeface="+mn-ea"/>
                          <a:sym typeface="+mn-ea"/>
                        </a:rPr>
                        <a:t>CPC+(I)</a:t>
                      </a:r>
                      <a:endParaRPr lang="en-US" altLang="zh-CN" sz="1600" b="1" dirty="0">
                        <a:solidFill>
                          <a:srgbClr val="990099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ZF</a:t>
                      </a:r>
                      <a:r>
                        <a:rPr lang="zh-CN" altLang="en-US" sz="16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Arial" panose="020B0604020202020204" pitchFamily="34" charset="0"/>
                        </a:rPr>
                        <a:t>(A)-(B)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MEM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+mn-ea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MDR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M[(ALUO)]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M[(ALUO)]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(B)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写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PC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放在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IF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段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WB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R[rd]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(ALUO)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R[rt]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(MDR)</a:t>
                      </a: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3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48000" y="3717032"/>
            <a:ext cx="6329045" cy="4402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增设加法器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比较器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段间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，及相关路径</a:t>
            </a:r>
          </a:p>
        </p:txBody>
      </p:sp>
      <p:grpSp>
        <p:nvGrpSpPr>
          <p:cNvPr id="619" name="组合 618"/>
          <p:cNvGrpSpPr/>
          <p:nvPr/>
        </p:nvGrpSpPr>
        <p:grpSpPr>
          <a:xfrm>
            <a:off x="1548000" y="4176000"/>
            <a:ext cx="6696710" cy="1727835"/>
            <a:chOff x="2438" y="1077"/>
            <a:chExt cx="10546" cy="2721"/>
          </a:xfrm>
        </p:grpSpPr>
        <p:cxnSp>
          <p:nvCxnSpPr>
            <p:cNvPr id="246" name="直接箭头连接符 245"/>
            <p:cNvCxnSpPr/>
            <p:nvPr>
              <p:custDataLst>
                <p:tags r:id="rId47"/>
              </p:custDataLst>
            </p:nvPr>
          </p:nvCxnSpPr>
          <p:spPr bwMode="auto">
            <a:xfrm>
              <a:off x="6461" y="1699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7" name="直接箭头连接符 346"/>
            <p:cNvCxnSpPr/>
            <p:nvPr>
              <p:custDataLst>
                <p:tags r:id="rId48"/>
              </p:custDataLst>
            </p:nvPr>
          </p:nvCxnSpPr>
          <p:spPr bwMode="auto">
            <a:xfrm>
              <a:off x="2835" y="2834"/>
              <a:ext cx="51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349" name="Text Box 161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8277" y="2097"/>
              <a:ext cx="680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10795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ALU</a:t>
              </a:r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0" name="Text Box 166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5329" y="1927"/>
              <a:ext cx="794" cy="56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horz" lIns="0" tIns="10795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GPRs</a:t>
              </a:r>
            </a:p>
          </p:txBody>
        </p:sp>
        <p:sp>
          <p:nvSpPr>
            <p:cNvPr id="351" name="Text Box 177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5329" y="2607"/>
              <a:ext cx="794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horz" lIns="0" tIns="10795" rIns="0" bIns="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ExtU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2" name="Text Box 177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2494" y="1530"/>
              <a:ext cx="794" cy="45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10795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IMEM</a:t>
              </a:r>
            </a:p>
          </p:txBody>
        </p:sp>
        <p:cxnSp>
          <p:nvCxnSpPr>
            <p:cNvPr id="353" name="直接箭头连接符 352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2835" y="1984"/>
              <a:ext cx="0" cy="96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354" name="直接箭头连接符 353"/>
            <p:cNvCxnSpPr/>
            <p:nvPr>
              <p:custDataLst>
                <p:tags r:id="rId54"/>
              </p:custDataLst>
            </p:nvPr>
          </p:nvCxnSpPr>
          <p:spPr bwMode="auto">
            <a:xfrm>
              <a:off x="6121" y="2040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5" name="直接箭头连接符 354"/>
            <p:cNvCxnSpPr/>
            <p:nvPr>
              <p:custDataLst>
                <p:tags r:id="rId55"/>
              </p:custDataLst>
            </p:nvPr>
          </p:nvCxnSpPr>
          <p:spPr bwMode="auto">
            <a:xfrm>
              <a:off x="6121" y="2380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6" name="直接箭头连接符 355"/>
            <p:cNvCxnSpPr/>
            <p:nvPr>
              <p:custDataLst>
                <p:tags r:id="rId56"/>
              </p:custDataLst>
            </p:nvPr>
          </p:nvCxnSpPr>
          <p:spPr bwMode="auto">
            <a:xfrm>
              <a:off x="7143" y="2040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7" name="直接箭头连接符 356"/>
            <p:cNvCxnSpPr/>
            <p:nvPr>
              <p:custDataLst>
                <p:tags r:id="rId57"/>
              </p:custDataLst>
            </p:nvPr>
          </p:nvCxnSpPr>
          <p:spPr bwMode="auto">
            <a:xfrm>
              <a:off x="8050" y="2154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8" name="直接箭头连接符 121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7937" y="323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9" name="直接箭头连接符 358"/>
            <p:cNvCxnSpPr/>
            <p:nvPr>
              <p:custDataLst>
                <p:tags r:id="rId59"/>
              </p:custDataLst>
            </p:nvPr>
          </p:nvCxnSpPr>
          <p:spPr bwMode="auto">
            <a:xfrm>
              <a:off x="8957" y="2324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0" name="直接箭头连接符 359"/>
            <p:cNvCxnSpPr/>
            <p:nvPr>
              <p:custDataLst>
                <p:tags r:id="rId60"/>
              </p:custDataLst>
            </p:nvPr>
          </p:nvCxnSpPr>
          <p:spPr bwMode="auto">
            <a:xfrm>
              <a:off x="7141" y="3458"/>
              <a:ext cx="2154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1" name="直接箭头连接符 360"/>
            <p:cNvCxnSpPr/>
            <p:nvPr>
              <p:custDataLst>
                <p:tags r:id="rId61"/>
              </p:custDataLst>
            </p:nvPr>
          </p:nvCxnSpPr>
          <p:spPr bwMode="auto">
            <a:xfrm>
              <a:off x="7143" y="1700"/>
              <a:ext cx="21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62" name="Text Box 164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6461" y="2210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363" name="Text Box 165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6463" y="1927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366" name="Text Box 164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6463" y="2607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I</a:t>
              </a:r>
            </a:p>
          </p:txBody>
        </p:sp>
        <p:cxnSp>
          <p:nvCxnSpPr>
            <p:cNvPr id="368" name="直接箭头连接符 367"/>
            <p:cNvCxnSpPr/>
            <p:nvPr>
              <p:custDataLst>
                <p:tags r:id="rId65"/>
              </p:custDataLst>
            </p:nvPr>
          </p:nvCxnSpPr>
          <p:spPr bwMode="auto">
            <a:xfrm>
              <a:off x="4535" y="1700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9" name="直接箭头连接符 368"/>
            <p:cNvCxnSpPr/>
            <p:nvPr>
              <p:custDataLst>
                <p:tags r:id="rId66"/>
              </p:custDataLst>
            </p:nvPr>
          </p:nvCxnSpPr>
          <p:spPr bwMode="auto">
            <a:xfrm>
              <a:off x="7710" y="2210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0" name="直接箭头连接符 369"/>
            <p:cNvCxnSpPr/>
            <p:nvPr>
              <p:custDataLst>
                <p:tags r:id="rId67"/>
              </p:custDataLst>
            </p:nvPr>
          </p:nvCxnSpPr>
          <p:spPr bwMode="auto">
            <a:xfrm>
              <a:off x="6123" y="2777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71" name="TextBox 24"/>
            <p:cNvSpPr txBox="1"/>
            <p:nvPr>
              <p:custDataLst>
                <p:tags r:id="rId68"/>
              </p:custDataLst>
            </p:nvPr>
          </p:nvSpPr>
          <p:spPr>
            <a:xfrm>
              <a:off x="7937" y="1984"/>
              <a:ext cx="113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000" b="1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72" name="直接箭头连接符 371"/>
            <p:cNvCxnSpPr/>
            <p:nvPr>
              <p:custDataLst>
                <p:tags r:id="rId69"/>
              </p:custDataLst>
            </p:nvPr>
          </p:nvCxnSpPr>
          <p:spPr bwMode="auto">
            <a:xfrm>
              <a:off x="7143" y="3117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4" name="直接箭头连接符 373"/>
            <p:cNvCxnSpPr/>
            <p:nvPr>
              <p:custDataLst>
                <p:tags r:id="rId70"/>
              </p:custDataLst>
            </p:nvPr>
          </p:nvCxnSpPr>
          <p:spPr bwMode="auto">
            <a:xfrm flipH="1" flipV="1">
              <a:off x="7710" y="2210"/>
              <a:ext cx="0" cy="90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76" name="TextBox 24"/>
            <p:cNvSpPr txBox="1"/>
            <p:nvPr>
              <p:custDataLst>
                <p:tags r:id="rId71"/>
              </p:custDataLst>
            </p:nvPr>
          </p:nvSpPr>
          <p:spPr>
            <a:xfrm>
              <a:off x="7937" y="2324"/>
              <a:ext cx="113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000" b="1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77" name="直接箭头连接符 376"/>
            <p:cNvCxnSpPr/>
            <p:nvPr>
              <p:custDataLst>
                <p:tags r:id="rId72"/>
              </p:custDataLst>
            </p:nvPr>
          </p:nvCxnSpPr>
          <p:spPr bwMode="auto">
            <a:xfrm>
              <a:off x="7143" y="2380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8" name="直接箭头连接符 377"/>
            <p:cNvCxnSpPr/>
            <p:nvPr>
              <p:custDataLst>
                <p:tags r:id="rId73"/>
              </p:custDataLst>
            </p:nvPr>
          </p:nvCxnSpPr>
          <p:spPr bwMode="auto">
            <a:xfrm flipH="1">
              <a:off x="7427" y="2380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79" name="直接箭头连接符 378"/>
            <p:cNvCxnSpPr/>
            <p:nvPr>
              <p:custDataLst>
                <p:tags r:id="rId74"/>
              </p:custDataLst>
            </p:nvPr>
          </p:nvCxnSpPr>
          <p:spPr bwMode="auto">
            <a:xfrm>
              <a:off x="7313" y="2551"/>
              <a:ext cx="62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0" name="直接箭头连接符 379"/>
            <p:cNvCxnSpPr/>
            <p:nvPr>
              <p:custDataLst>
                <p:tags r:id="rId75"/>
              </p:custDataLst>
            </p:nvPr>
          </p:nvCxnSpPr>
          <p:spPr bwMode="auto">
            <a:xfrm>
              <a:off x="7427" y="3061"/>
              <a:ext cx="187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4" name="直接箭头连接符 383"/>
            <p:cNvCxnSpPr/>
            <p:nvPr>
              <p:custDataLst>
                <p:tags r:id="rId76"/>
              </p:custDataLst>
            </p:nvPr>
          </p:nvCxnSpPr>
          <p:spPr bwMode="auto">
            <a:xfrm>
              <a:off x="7141" y="2777"/>
              <a:ext cx="17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5" name="直接箭头连接符 384"/>
            <p:cNvCxnSpPr/>
            <p:nvPr>
              <p:custDataLst>
                <p:tags r:id="rId77"/>
              </p:custDataLst>
            </p:nvPr>
          </p:nvCxnSpPr>
          <p:spPr bwMode="auto">
            <a:xfrm flipH="1" flipV="1">
              <a:off x="7313" y="255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7" name="直接箭头连接符 386"/>
            <p:cNvCxnSpPr/>
            <p:nvPr>
              <p:custDataLst>
                <p:tags r:id="rId78"/>
              </p:custDataLst>
            </p:nvPr>
          </p:nvCxnSpPr>
          <p:spPr bwMode="auto">
            <a:xfrm>
              <a:off x="8050" y="2437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9" name="直接箭头连接符 121"/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8504" y="323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0" name="直接箭头连接符 389"/>
            <p:cNvCxnSpPr/>
            <p:nvPr>
              <p:custDataLst>
                <p:tags r:id="rId80"/>
              </p:custDataLst>
            </p:nvPr>
          </p:nvCxnSpPr>
          <p:spPr bwMode="auto">
            <a:xfrm flipH="1">
              <a:off x="10148" y="2777"/>
              <a:ext cx="0" cy="90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1" name="直接箭头连接符 390"/>
            <p:cNvCxnSpPr/>
            <p:nvPr>
              <p:custDataLst>
                <p:tags r:id="rId81"/>
              </p:custDataLst>
            </p:nvPr>
          </p:nvCxnSpPr>
          <p:spPr bwMode="auto">
            <a:xfrm>
              <a:off x="10261" y="2324"/>
              <a:ext cx="0" cy="147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92" name="直接箭头连接符 391"/>
            <p:cNvCxnSpPr/>
            <p:nvPr>
              <p:custDataLst>
                <p:tags r:id="rId82"/>
              </p:custDataLst>
            </p:nvPr>
          </p:nvCxnSpPr>
          <p:spPr bwMode="auto">
            <a:xfrm flipH="1">
              <a:off x="3345" y="3684"/>
              <a:ext cx="680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3" name="直接箭头连接符 392"/>
            <p:cNvCxnSpPr/>
            <p:nvPr>
              <p:custDataLst>
                <p:tags r:id="rId83"/>
              </p:custDataLst>
            </p:nvPr>
          </p:nvCxnSpPr>
          <p:spPr bwMode="auto">
            <a:xfrm flipH="1">
              <a:off x="2948" y="3798"/>
              <a:ext cx="731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4" name="直接箭头连接符 393"/>
            <p:cNvCxnSpPr/>
            <p:nvPr>
              <p:custDataLst>
                <p:tags r:id="rId84"/>
              </p:custDataLst>
            </p:nvPr>
          </p:nvCxnSpPr>
          <p:spPr bwMode="auto">
            <a:xfrm flipH="1">
              <a:off x="5896" y="1190"/>
              <a:ext cx="674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5" name="直接箭头连接符 394"/>
            <p:cNvCxnSpPr/>
            <p:nvPr>
              <p:custDataLst>
                <p:tags r:id="rId85"/>
              </p:custDataLst>
            </p:nvPr>
          </p:nvCxnSpPr>
          <p:spPr bwMode="auto">
            <a:xfrm flipH="1">
              <a:off x="5669" y="1077"/>
              <a:ext cx="731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7" name="Text Box 16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0488" y="2721"/>
              <a:ext cx="794" cy="45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10795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DMEM</a:t>
              </a:r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98" name="直接箭头连接符 397"/>
            <p:cNvCxnSpPr/>
            <p:nvPr>
              <p:custDataLst>
                <p:tags r:id="rId87"/>
              </p:custDataLst>
            </p:nvPr>
          </p:nvCxnSpPr>
          <p:spPr bwMode="auto">
            <a:xfrm>
              <a:off x="9978" y="3061"/>
              <a:ext cx="51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9" name="直接箭头连接符 398"/>
            <p:cNvCxnSpPr/>
            <p:nvPr>
              <p:custDataLst>
                <p:tags r:id="rId88"/>
              </p:custDataLst>
            </p:nvPr>
          </p:nvCxnSpPr>
          <p:spPr bwMode="auto">
            <a:xfrm>
              <a:off x="9978" y="1701"/>
              <a:ext cx="164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0" name="直接箭头连接符 399"/>
            <p:cNvCxnSpPr/>
            <p:nvPr>
              <p:custDataLst>
                <p:tags r:id="rId89"/>
              </p:custDataLst>
            </p:nvPr>
          </p:nvCxnSpPr>
          <p:spPr bwMode="auto">
            <a:xfrm>
              <a:off x="9978" y="3458"/>
              <a:ext cx="164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01" name="Text Box 165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9298" y="2154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795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ALUO</a:t>
              </a:r>
            </a:p>
          </p:txBody>
        </p:sp>
        <p:cxnSp>
          <p:nvCxnSpPr>
            <p:cNvPr id="406" name="直接箭头连接符 405"/>
            <p:cNvCxnSpPr/>
            <p:nvPr>
              <p:custDataLst>
                <p:tags r:id="rId91"/>
              </p:custDataLst>
            </p:nvPr>
          </p:nvCxnSpPr>
          <p:spPr bwMode="auto">
            <a:xfrm>
              <a:off x="9978" y="2777"/>
              <a:ext cx="17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7" name="直接箭头连接符 406"/>
            <p:cNvCxnSpPr/>
            <p:nvPr>
              <p:custDataLst>
                <p:tags r:id="rId92"/>
              </p:custDataLst>
            </p:nvPr>
          </p:nvCxnSpPr>
          <p:spPr bwMode="auto">
            <a:xfrm>
              <a:off x="9980" y="2324"/>
              <a:ext cx="164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8" name="直接箭头连接符 407"/>
            <p:cNvCxnSpPr/>
            <p:nvPr>
              <p:custDataLst>
                <p:tags r:id="rId93"/>
              </p:custDataLst>
            </p:nvPr>
          </p:nvCxnSpPr>
          <p:spPr bwMode="auto">
            <a:xfrm flipH="1">
              <a:off x="10885" y="2324"/>
              <a:ext cx="1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409" name="直接箭头连接符 408"/>
            <p:cNvCxnSpPr/>
            <p:nvPr>
              <p:custDataLst>
                <p:tags r:id="rId94"/>
              </p:custDataLst>
            </p:nvPr>
          </p:nvCxnSpPr>
          <p:spPr bwMode="auto">
            <a:xfrm>
              <a:off x="11282" y="2947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11" name="直接箭头连接符 410"/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12302" y="3458"/>
              <a:ext cx="680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2" name="直接箭头连接符 411"/>
            <p:cNvCxnSpPr/>
            <p:nvPr>
              <p:custDataLst>
                <p:tags r:id="rId96"/>
              </p:custDataLst>
            </p:nvPr>
          </p:nvCxnSpPr>
          <p:spPr bwMode="auto">
            <a:xfrm>
              <a:off x="12294" y="1699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3" name="直接箭头连接符 412"/>
            <p:cNvCxnSpPr/>
            <p:nvPr>
              <p:custDataLst>
                <p:tags r:id="rId97"/>
              </p:custDataLst>
            </p:nvPr>
          </p:nvCxnSpPr>
          <p:spPr bwMode="auto">
            <a:xfrm flipH="1" flipV="1">
              <a:off x="12757" y="3231"/>
              <a:ext cx="1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16" name="Text Box 186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11622" y="2777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DM</a:t>
              </a:r>
            </a:p>
          </p:txBody>
        </p:sp>
        <p:cxnSp>
          <p:nvCxnSpPr>
            <p:cNvPr id="417" name="直接箭头连接符 416"/>
            <p:cNvCxnSpPr/>
            <p:nvPr>
              <p:custDataLst>
                <p:tags r:id="rId99"/>
              </p:custDataLst>
            </p:nvPr>
          </p:nvCxnSpPr>
          <p:spPr bwMode="auto">
            <a:xfrm>
              <a:off x="12302" y="2324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8" name="直接箭头连接符 427"/>
            <p:cNvCxnSpPr/>
            <p:nvPr>
              <p:custDataLst>
                <p:tags r:id="rId100"/>
              </p:custDataLst>
            </p:nvPr>
          </p:nvCxnSpPr>
          <p:spPr bwMode="auto">
            <a:xfrm>
              <a:off x="12305" y="2947"/>
              <a:ext cx="17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29" name="TextBox 24"/>
            <p:cNvSpPr txBox="1"/>
            <p:nvPr>
              <p:custDataLst>
                <p:tags r:id="rId101"/>
              </p:custDataLst>
            </p:nvPr>
          </p:nvSpPr>
          <p:spPr>
            <a:xfrm>
              <a:off x="12699" y="2267"/>
              <a:ext cx="113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000" b="1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30" name="直接箭头连接符 429"/>
            <p:cNvCxnSpPr/>
            <p:nvPr>
              <p:custDataLst>
                <p:tags r:id="rId102"/>
              </p:custDataLst>
            </p:nvPr>
          </p:nvCxnSpPr>
          <p:spPr bwMode="auto">
            <a:xfrm flipH="1" flipV="1">
              <a:off x="12485" y="2494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1" name="直接箭头连接符 430"/>
            <p:cNvCxnSpPr/>
            <p:nvPr>
              <p:custDataLst>
                <p:tags r:id="rId103"/>
              </p:custDataLst>
            </p:nvPr>
          </p:nvCxnSpPr>
          <p:spPr bwMode="auto">
            <a:xfrm>
              <a:off x="12472" y="2494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2" name="直接箭头连接符 431"/>
            <p:cNvCxnSpPr/>
            <p:nvPr>
              <p:custDataLst>
                <p:tags r:id="rId104"/>
              </p:custDataLst>
            </p:nvPr>
          </p:nvCxnSpPr>
          <p:spPr bwMode="auto">
            <a:xfrm>
              <a:off x="12812" y="2437"/>
              <a:ext cx="17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3" name="直接箭头连接符 432"/>
            <p:cNvCxnSpPr/>
            <p:nvPr>
              <p:custDataLst>
                <p:tags r:id="rId105"/>
              </p:custDataLst>
            </p:nvPr>
          </p:nvCxnSpPr>
          <p:spPr bwMode="auto">
            <a:xfrm flipH="1" flipV="1">
              <a:off x="12984" y="1077"/>
              <a:ext cx="0" cy="136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4" name="直接箭头连接符 433"/>
            <p:cNvCxnSpPr/>
            <p:nvPr>
              <p:custDataLst>
                <p:tags r:id="rId106"/>
              </p:custDataLst>
            </p:nvPr>
          </p:nvCxnSpPr>
          <p:spPr bwMode="auto">
            <a:xfrm flipV="1">
              <a:off x="12643" y="1190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6" name="直接箭头连接符 435"/>
            <p:cNvCxnSpPr/>
            <p:nvPr>
              <p:custDataLst>
                <p:tags r:id="rId107"/>
              </p:custDataLst>
            </p:nvPr>
          </p:nvCxnSpPr>
          <p:spPr bwMode="auto">
            <a:xfrm flipH="1" flipV="1">
              <a:off x="12983" y="3231"/>
              <a:ext cx="1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8" name="直接箭头连接符 437"/>
            <p:cNvCxnSpPr/>
            <p:nvPr>
              <p:custDataLst>
                <p:tags r:id="rId108"/>
              </p:custDataLst>
            </p:nvPr>
          </p:nvCxnSpPr>
          <p:spPr bwMode="auto">
            <a:xfrm>
              <a:off x="3288" y="1757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9" name="直接箭头连接符 438"/>
            <p:cNvCxnSpPr/>
            <p:nvPr>
              <p:custDataLst>
                <p:tags r:id="rId109"/>
              </p:custDataLst>
            </p:nvPr>
          </p:nvCxnSpPr>
          <p:spPr bwMode="auto">
            <a:xfrm>
              <a:off x="4305" y="1757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41" name="Text Box 185"/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3625" y="1643"/>
              <a:ext cx="682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IR</a:t>
              </a:r>
            </a:p>
          </p:txBody>
        </p:sp>
        <p:cxnSp>
          <p:nvCxnSpPr>
            <p:cNvPr id="442" name="直接箭头连接符 441"/>
            <p:cNvCxnSpPr/>
            <p:nvPr>
              <p:custDataLst>
                <p:tags r:id="rId111"/>
              </p:custDataLst>
            </p:nvPr>
          </p:nvCxnSpPr>
          <p:spPr bwMode="auto">
            <a:xfrm>
              <a:off x="4533" y="2041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2" name="直接箭头连接符 571"/>
            <p:cNvCxnSpPr/>
            <p:nvPr>
              <p:custDataLst>
                <p:tags r:id="rId112"/>
              </p:custDataLst>
            </p:nvPr>
          </p:nvCxnSpPr>
          <p:spPr bwMode="auto">
            <a:xfrm>
              <a:off x="4533" y="2777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3" name="直接箭头连接符 572"/>
            <p:cNvCxnSpPr/>
            <p:nvPr>
              <p:custDataLst>
                <p:tags r:id="rId113"/>
              </p:custDataLst>
            </p:nvPr>
          </p:nvCxnSpPr>
          <p:spPr bwMode="auto">
            <a:xfrm>
              <a:off x="4533" y="2377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4" name="直接箭头连接符 573"/>
            <p:cNvCxnSpPr/>
            <p:nvPr>
              <p:custDataLst>
                <p:tags r:id="rId114"/>
              </p:custDataLst>
            </p:nvPr>
          </p:nvCxnSpPr>
          <p:spPr bwMode="auto">
            <a:xfrm flipV="1">
              <a:off x="4533" y="1643"/>
              <a:ext cx="0" cy="187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75" name="Text Box 323"/>
            <p:cNvSpPr txBox="1"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4592" y="1388"/>
              <a:ext cx="567" cy="20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0" rIns="18000" bIns="0" anchor="t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1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rd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1"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rs</a:t>
              </a:r>
              <a:endParaRPr kumimoji="1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rt</a:t>
              </a:r>
            </a:p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1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imm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1"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1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op</a:t>
              </a:r>
            </a:p>
          </p:txBody>
        </p:sp>
        <p:cxnSp>
          <p:nvCxnSpPr>
            <p:cNvPr id="577" name="直接箭头连接符 576"/>
            <p:cNvCxnSpPr/>
            <p:nvPr>
              <p:custDataLst>
                <p:tags r:id="rId116"/>
              </p:custDataLst>
            </p:nvPr>
          </p:nvCxnSpPr>
          <p:spPr bwMode="auto">
            <a:xfrm>
              <a:off x="4309" y="3117"/>
              <a:ext cx="21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8" name="直接箭头连接符 577"/>
            <p:cNvCxnSpPr/>
            <p:nvPr>
              <p:custDataLst>
                <p:tags r:id="rId117"/>
              </p:custDataLst>
            </p:nvPr>
          </p:nvCxnSpPr>
          <p:spPr bwMode="auto">
            <a:xfrm>
              <a:off x="3345" y="3117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585" name="Text Box 185"/>
            <p:cNvSpPr txBox="1"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2438" y="2948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10795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PC</a:t>
              </a:r>
            </a:p>
          </p:txBody>
        </p:sp>
        <p:cxnSp>
          <p:nvCxnSpPr>
            <p:cNvPr id="586" name="直接箭头连接符 585"/>
            <p:cNvCxnSpPr/>
            <p:nvPr>
              <p:custDataLst>
                <p:tags r:id="rId119"/>
              </p:custDataLst>
            </p:nvPr>
          </p:nvCxnSpPr>
          <p:spPr bwMode="auto">
            <a:xfrm flipV="1">
              <a:off x="2948" y="357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87" name="直接箭头连接符 586"/>
            <p:cNvCxnSpPr/>
            <p:nvPr>
              <p:custDataLst>
                <p:tags r:id="rId120"/>
              </p:custDataLst>
            </p:nvPr>
          </p:nvCxnSpPr>
          <p:spPr bwMode="auto">
            <a:xfrm flipV="1">
              <a:off x="2835" y="323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1" name="直接箭头连接符 590"/>
            <p:cNvCxnSpPr/>
            <p:nvPr>
              <p:custDataLst>
                <p:tags r:id="rId121"/>
              </p:custDataLst>
            </p:nvPr>
          </p:nvCxnSpPr>
          <p:spPr bwMode="auto">
            <a:xfrm flipH="1">
              <a:off x="3005" y="3515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2" name="直接箭头连接符 591"/>
            <p:cNvCxnSpPr/>
            <p:nvPr>
              <p:custDataLst>
                <p:tags r:id="rId122"/>
              </p:custDataLst>
            </p:nvPr>
          </p:nvCxnSpPr>
          <p:spPr bwMode="auto">
            <a:xfrm flipV="1">
              <a:off x="3345" y="3515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93" name="直接箭头连接符 592"/>
            <p:cNvCxnSpPr/>
            <p:nvPr>
              <p:custDataLst>
                <p:tags r:id="rId123"/>
              </p:custDataLst>
            </p:nvPr>
          </p:nvCxnSpPr>
          <p:spPr bwMode="auto">
            <a:xfrm flipV="1">
              <a:off x="3345" y="2834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94" name="Text Box 322"/>
            <p:cNvSpPr txBox="1"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5159" y="3231"/>
              <a:ext cx="567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prstDash val="solid"/>
              <a:miter lim="800000"/>
            </a:ln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CU</a:t>
              </a:r>
            </a:p>
          </p:txBody>
        </p:sp>
        <p:cxnSp>
          <p:nvCxnSpPr>
            <p:cNvPr id="595" name="直接箭头连接符 594"/>
            <p:cNvCxnSpPr/>
            <p:nvPr>
              <p:custDataLst>
                <p:tags r:id="rId125"/>
              </p:custDataLst>
            </p:nvPr>
          </p:nvCxnSpPr>
          <p:spPr bwMode="auto">
            <a:xfrm>
              <a:off x="4535" y="3458"/>
              <a:ext cx="62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6" name="直接箭头连接符 595"/>
            <p:cNvCxnSpPr/>
            <p:nvPr>
              <p:custDataLst>
                <p:tags r:id="rId126"/>
              </p:custDataLst>
            </p:nvPr>
          </p:nvCxnSpPr>
          <p:spPr bwMode="auto">
            <a:xfrm>
              <a:off x="5726" y="3458"/>
              <a:ext cx="73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7" name="直接箭头连接符 121"/>
            <p:cNvCxnSpPr/>
            <p:nvPr>
              <p:custDataLst>
                <p:tags r:id="rId127"/>
              </p:custDataLst>
            </p:nvPr>
          </p:nvCxnSpPr>
          <p:spPr bwMode="auto">
            <a:xfrm flipV="1">
              <a:off x="5896" y="323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8" name="直接箭头连接符 121"/>
            <p:cNvCxnSpPr/>
            <p:nvPr>
              <p:custDataLst>
                <p:tags r:id="rId128"/>
              </p:custDataLst>
            </p:nvPr>
          </p:nvCxnSpPr>
          <p:spPr bwMode="auto">
            <a:xfrm flipV="1">
              <a:off x="8050" y="323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9" name="直接箭头连接符 598"/>
            <p:cNvCxnSpPr/>
            <p:nvPr>
              <p:custDataLst>
                <p:tags r:id="rId129"/>
              </p:custDataLst>
            </p:nvPr>
          </p:nvCxnSpPr>
          <p:spPr bwMode="auto">
            <a:xfrm flipH="1" flipV="1">
              <a:off x="10885" y="3231"/>
              <a:ext cx="1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0" name="直接箭头连接符 599"/>
            <p:cNvCxnSpPr/>
            <p:nvPr>
              <p:custDataLst>
                <p:tags r:id="rId130"/>
              </p:custDataLst>
            </p:nvPr>
          </p:nvCxnSpPr>
          <p:spPr bwMode="auto">
            <a:xfrm>
              <a:off x="5896" y="1190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1" name="直接箭头连接符 600"/>
            <p:cNvCxnSpPr/>
            <p:nvPr>
              <p:custDataLst>
                <p:tags r:id="rId131"/>
              </p:custDataLst>
            </p:nvPr>
          </p:nvCxnSpPr>
          <p:spPr bwMode="auto">
            <a:xfrm>
              <a:off x="5669" y="1077"/>
              <a:ext cx="0" cy="85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6" name="直接箭头连接符 605"/>
            <p:cNvCxnSpPr/>
            <p:nvPr>
              <p:custDataLst>
                <p:tags r:id="rId132"/>
              </p:custDataLst>
            </p:nvPr>
          </p:nvCxnSpPr>
          <p:spPr bwMode="auto">
            <a:xfrm>
              <a:off x="11622" y="2324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7" name="直接箭头连接符 606"/>
            <p:cNvCxnSpPr/>
            <p:nvPr>
              <p:custDataLst>
                <p:tags r:id="rId133"/>
              </p:custDataLst>
            </p:nvPr>
          </p:nvCxnSpPr>
          <p:spPr bwMode="auto">
            <a:xfrm>
              <a:off x="3629" y="311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9" name="直接箭头连接符 608"/>
            <p:cNvCxnSpPr/>
            <p:nvPr>
              <p:custDataLst>
                <p:tags r:id="rId134"/>
              </p:custDataLst>
            </p:nvPr>
          </p:nvCxnSpPr>
          <p:spPr bwMode="auto">
            <a:xfrm>
              <a:off x="6463" y="311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0" name="直接箭头连接符 609"/>
            <p:cNvCxnSpPr/>
            <p:nvPr>
              <p:custDataLst>
                <p:tags r:id="rId135"/>
              </p:custDataLst>
            </p:nvPr>
          </p:nvCxnSpPr>
          <p:spPr bwMode="auto">
            <a:xfrm>
              <a:off x="9298" y="1699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1" name="直接箭头连接符 610"/>
            <p:cNvCxnSpPr/>
            <p:nvPr>
              <p:custDataLst>
                <p:tags r:id="rId136"/>
              </p:custDataLst>
            </p:nvPr>
          </p:nvCxnSpPr>
          <p:spPr bwMode="auto">
            <a:xfrm>
              <a:off x="11622" y="1701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2" name="直接箭头连接符 611"/>
            <p:cNvCxnSpPr/>
            <p:nvPr>
              <p:custDataLst>
                <p:tags r:id="rId137"/>
              </p:custDataLst>
            </p:nvPr>
          </p:nvCxnSpPr>
          <p:spPr bwMode="auto">
            <a:xfrm>
              <a:off x="9298" y="3060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3" name="直接箭头连接符 612"/>
            <p:cNvCxnSpPr/>
            <p:nvPr>
              <p:custDataLst>
                <p:tags r:id="rId138"/>
              </p:custDataLst>
            </p:nvPr>
          </p:nvCxnSpPr>
          <p:spPr bwMode="auto">
            <a:xfrm>
              <a:off x="2835" y="3458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15" name="直接箭头连接符 614"/>
            <p:cNvCxnSpPr/>
            <p:nvPr>
              <p:custDataLst>
                <p:tags r:id="rId139"/>
              </p:custDataLst>
            </p:nvPr>
          </p:nvCxnSpPr>
          <p:spPr bwMode="auto">
            <a:xfrm>
              <a:off x="9298" y="277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16" name="Text Box 322"/>
            <p:cNvSpPr txBox="1"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6574" y="3288"/>
              <a:ext cx="567" cy="283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prstDash val="solid"/>
              <a:miter lim="800000"/>
            </a:ln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CU</a:t>
              </a:r>
            </a:p>
          </p:txBody>
        </p:sp>
        <p:sp>
          <p:nvSpPr>
            <p:cNvPr id="617" name="Text Box 322"/>
            <p:cNvSpPr txBox="1">
              <a:spLocks noChangeArrowheads="1"/>
            </p:cNvSpPr>
            <p:nvPr>
              <p:custDataLst>
                <p:tags r:id="rId141"/>
              </p:custDataLst>
            </p:nvPr>
          </p:nvSpPr>
          <p:spPr bwMode="auto">
            <a:xfrm>
              <a:off x="9411" y="3288"/>
              <a:ext cx="567" cy="283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prstDash val="solid"/>
              <a:miter lim="800000"/>
            </a:ln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CU</a:t>
              </a:r>
            </a:p>
          </p:txBody>
        </p:sp>
        <p:sp>
          <p:nvSpPr>
            <p:cNvPr id="618" name="Text Box 322"/>
            <p:cNvSpPr txBox="1">
              <a:spLocks noChangeArrowheads="1"/>
            </p:cNvSpPr>
            <p:nvPr>
              <p:custDataLst>
                <p:tags r:id="rId142"/>
              </p:custDataLst>
            </p:nvPr>
          </p:nvSpPr>
          <p:spPr bwMode="auto">
            <a:xfrm>
              <a:off x="11736" y="3288"/>
              <a:ext cx="567" cy="283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prstDash val="solid"/>
              <a:miter lim="800000"/>
            </a:ln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CU</a:t>
              </a:r>
            </a:p>
          </p:txBody>
        </p:sp>
      </p:grpSp>
      <p:grpSp>
        <p:nvGrpSpPr>
          <p:cNvPr id="729" name="组合 728"/>
          <p:cNvGrpSpPr/>
          <p:nvPr/>
        </p:nvGrpSpPr>
        <p:grpSpPr>
          <a:xfrm>
            <a:off x="2232000" y="4284000"/>
            <a:ext cx="5687695" cy="1475105"/>
            <a:chOff x="3715" y="5813"/>
            <a:chExt cx="8957" cy="2323"/>
          </a:xfrm>
        </p:grpSpPr>
        <p:sp>
          <p:nvSpPr>
            <p:cNvPr id="704" name="Rectangle 99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663" y="6096"/>
              <a:ext cx="680" cy="204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05" name="Text Box 164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6661" y="6776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706" name="Text Box 165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663" y="6493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707" name="Text Box 186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663" y="7570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CPC</a:t>
              </a:r>
            </a:p>
          </p:txBody>
        </p:sp>
        <p:sp>
          <p:nvSpPr>
            <p:cNvPr id="708" name="Text Box 186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663" y="7854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Cmd1</a:t>
              </a:r>
            </a:p>
          </p:txBody>
        </p:sp>
        <p:sp>
          <p:nvSpPr>
            <p:cNvPr id="709" name="Text Box 164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663" y="7173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I</a:t>
              </a:r>
            </a:p>
          </p:txBody>
        </p:sp>
        <p:sp>
          <p:nvSpPr>
            <p:cNvPr id="710" name="Text Box 186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663" y="6096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rd1</a:t>
              </a:r>
            </a:p>
          </p:txBody>
        </p:sp>
        <p:sp>
          <p:nvSpPr>
            <p:cNvPr id="711" name="Rectangle 99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9498" y="6096"/>
              <a:ext cx="683" cy="204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12" name="Text Box 165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9498" y="6720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795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ALUO</a:t>
              </a:r>
            </a:p>
          </p:txBody>
        </p:sp>
        <p:sp>
          <p:nvSpPr>
            <p:cNvPr id="713" name="Text Box 186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9498" y="6096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rd2</a:t>
              </a:r>
            </a:p>
          </p:txBody>
        </p:sp>
        <p:sp>
          <p:nvSpPr>
            <p:cNvPr id="714" name="Text Box 186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9498" y="7513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B2</a:t>
              </a:r>
            </a:p>
          </p:txBody>
        </p:sp>
        <p:sp>
          <p:nvSpPr>
            <p:cNvPr id="715" name="Text Box 186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9498" y="7173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ZF</a:t>
              </a:r>
            </a:p>
          </p:txBody>
        </p:sp>
        <p:sp>
          <p:nvSpPr>
            <p:cNvPr id="716" name="Text Box 186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9498" y="7854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Cmd2</a:t>
              </a:r>
            </a:p>
          </p:txBody>
        </p:sp>
        <p:sp>
          <p:nvSpPr>
            <p:cNvPr id="717" name="Rectangle 99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1822" y="6096"/>
              <a:ext cx="683" cy="204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18" name="Text Box 186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1822" y="6096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rd3</a:t>
              </a:r>
            </a:p>
          </p:txBody>
        </p:sp>
        <p:sp>
          <p:nvSpPr>
            <p:cNvPr id="719" name="Text Box 186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1822" y="6720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DT</a:t>
              </a:r>
            </a:p>
          </p:txBody>
        </p:sp>
        <p:sp>
          <p:nvSpPr>
            <p:cNvPr id="720" name="Text Box 186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1822" y="7343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DM</a:t>
              </a:r>
            </a:p>
          </p:txBody>
        </p:sp>
        <p:sp>
          <p:nvSpPr>
            <p:cNvPr id="721" name="Text Box 186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1822" y="7854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Cmd3</a:t>
              </a:r>
            </a:p>
          </p:txBody>
        </p:sp>
        <p:sp>
          <p:nvSpPr>
            <p:cNvPr id="722" name="Rectangle 99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825" y="6096"/>
              <a:ext cx="682" cy="204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23" name="Text Box 185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3825" y="6209"/>
              <a:ext cx="682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724" name="Text Box 186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826" y="7570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CPC</a:t>
              </a:r>
            </a:p>
          </p:txBody>
        </p:sp>
        <p:sp>
          <p:nvSpPr>
            <p:cNvPr id="725" name="Text Box 323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6550" y="5813"/>
              <a:ext cx="90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ID/EX</a:t>
              </a:r>
              <a:endParaRPr kumimoji="1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26" name="Text Box 323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9328" y="5813"/>
              <a:ext cx="102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EX/MEM</a:t>
              </a:r>
              <a:endParaRPr kumimoji="1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27" name="Text Box 323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1652" y="5813"/>
              <a:ext cx="102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MEM/WB</a:t>
              </a:r>
              <a:endParaRPr kumimoji="1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28" name="Text Box 323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3715" y="5813"/>
              <a:ext cx="90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80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IF/ID</a:t>
              </a:r>
              <a:endParaRPr kumimoji="1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82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28040" y="764704"/>
            <a:ext cx="8064000" cy="11935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相对寻址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移至</a:t>
            </a:r>
            <a:r>
              <a:rPr lang="en-US" altLang="zh-CN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EX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段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PC+4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结果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GPR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移至</a:t>
            </a:r>
            <a:r>
              <a:rPr lang="en-US" altLang="zh-CN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WB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段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zh-CN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统一放在</a:t>
            </a:r>
            <a:r>
              <a:rPr lang="en-US" altLang="zh-CN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IF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段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前驱指令为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beq&amp;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转移时写目标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、否则写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PC+4)</a:t>
            </a:r>
            <a:endParaRPr lang="zh-CN" altLang="en-US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beq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指令周期为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0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sz="1800" b="1" dirty="0">
                <a:latin typeface="+mn-ea"/>
                <a:ea typeface="+mn-ea"/>
                <a:sym typeface="+mn-ea"/>
              </a:rPr>
              <a:t>写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PC</a:t>
            </a:r>
            <a:r>
              <a:rPr lang="zh-CN" sz="1800" b="1" dirty="0">
                <a:latin typeface="+mn-ea"/>
                <a:ea typeface="+mn-ea"/>
                <a:sym typeface="+mn-ea"/>
              </a:rPr>
              <a:t>的数据须来自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EX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段的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REG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Text Box 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11560" y="6021288"/>
            <a:ext cx="5256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1800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流水线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常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基于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单周期</a:t>
            </a:r>
            <a:r>
              <a:rPr lang="en-US" altLang="zh-CN" sz="18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组成，有哪些不同？ 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1" name="矩形 180"/>
          <p:cNvSpPr/>
          <p:nvPr>
            <p:custDataLst>
              <p:tags r:id="rId6"/>
            </p:custDataLst>
          </p:nvPr>
        </p:nvSpPr>
        <p:spPr>
          <a:xfrm>
            <a:off x="5900954" y="6021288"/>
            <a:ext cx="3169217" cy="288000"/>
          </a:xfrm>
          <a:prstGeom prst="rect">
            <a:avLst/>
          </a:prstGeom>
        </p:spPr>
        <p:txBody>
          <a:bodyPr wrap="square" lIns="36000" tIns="18000" rIns="36000" bIns="18000" anchor="t" anchorCtr="0">
            <a:noAutofit/>
          </a:bodyPr>
          <a:lstStyle/>
          <a:p>
            <a:pPr algn="l"/>
            <a:r>
              <a:rPr lang="zh-CN" sz="16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</a:t>
            </a:r>
            <a:r>
              <a:rPr 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部件复用问题，</a:t>
            </a:r>
            <a:r>
              <a:rPr lang="zh-CN" sz="16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需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组织指令周期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224280" y="4679950"/>
            <a:ext cx="4679315" cy="1224280"/>
            <a:chOff x="1928" y="7370"/>
            <a:chExt cx="7369" cy="1928"/>
          </a:xfrm>
        </p:grpSpPr>
        <p:cxnSp>
          <p:nvCxnSpPr>
            <p:cNvPr id="250" name="直接箭头连接符 249"/>
            <p:cNvCxnSpPr/>
            <p:nvPr>
              <p:custDataLst>
                <p:tags r:id="rId7"/>
              </p:custDataLst>
            </p:nvPr>
          </p:nvCxnSpPr>
          <p:spPr bwMode="auto">
            <a:xfrm>
              <a:off x="7540" y="8221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1" name="Text Box 32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334" y="8107"/>
              <a:ext cx="56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10795" rIns="0" bIns="0" anchor="ctr"/>
            <a:lstStyle/>
            <a:p>
              <a:pPr algn="ctr">
                <a:lnSpc>
                  <a:spcPct val="100000"/>
                </a:lnSpc>
              </a:pPr>
              <a:r>
                <a:rPr kumimoji="1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=?</a:t>
              </a:r>
              <a:endParaRPr kumimoji="1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52" name="直接箭头连接符 251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7540" y="7540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53" name="直接箭头连接符 252"/>
            <p:cNvCxnSpPr/>
            <p:nvPr>
              <p:custDataLst>
                <p:tags r:id="rId10"/>
              </p:custDataLst>
            </p:nvPr>
          </p:nvCxnSpPr>
          <p:spPr bwMode="auto">
            <a:xfrm>
              <a:off x="7427" y="8334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254" name="直接箭头连接符 253"/>
            <p:cNvCxnSpPr/>
            <p:nvPr>
              <p:custDataLst>
                <p:tags r:id="rId11"/>
              </p:custDataLst>
            </p:nvPr>
          </p:nvCxnSpPr>
          <p:spPr bwMode="auto">
            <a:xfrm>
              <a:off x="8901" y="8277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7" name="Rectangle 100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928" y="7937"/>
              <a:ext cx="680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wrap="none" lIns="0" tIns="10795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cxnSp>
          <p:nvCxnSpPr>
            <p:cNvPr id="258" name="直接箭头连接符 257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2438" y="7710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59" name="直接箭头连接符 258"/>
            <p:cNvCxnSpPr/>
            <p:nvPr>
              <p:custDataLst>
                <p:tags r:id="rId14"/>
              </p:custDataLst>
            </p:nvPr>
          </p:nvCxnSpPr>
          <p:spPr bwMode="auto">
            <a:xfrm>
              <a:off x="2438" y="7710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0" name="直接箭头连接符 259"/>
            <p:cNvCxnSpPr/>
            <p:nvPr>
              <p:custDataLst>
                <p:tags r:id="rId15"/>
              </p:custDataLst>
            </p:nvPr>
          </p:nvCxnSpPr>
          <p:spPr bwMode="auto">
            <a:xfrm>
              <a:off x="2154" y="7654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1" name="Text Box 323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041" y="7370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4</a:t>
              </a:r>
              <a:endParaRPr kumimoji="1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7" name="TextBox 24"/>
            <p:cNvSpPr txBox="1"/>
            <p:nvPr>
              <p:custDataLst>
                <p:tags r:id="rId17"/>
              </p:custDataLst>
            </p:nvPr>
          </p:nvSpPr>
          <p:spPr>
            <a:xfrm>
              <a:off x="2665" y="8957"/>
              <a:ext cx="340" cy="11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000" b="1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78" name="直接箭头连接符 277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2721" y="9070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9" name="直接箭头连接符 278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2268" y="8277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0" name="直接箭头连接符 279"/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2268" y="9298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" name="直接箭头连接符 3"/>
            <p:cNvCxnSpPr/>
            <p:nvPr>
              <p:custDataLst>
                <p:tags r:id="rId21"/>
              </p:custDataLst>
            </p:nvPr>
          </p:nvCxnSpPr>
          <p:spPr bwMode="auto">
            <a:xfrm>
              <a:off x="2268" y="8334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A13BF-031A-44DF-BA93-D30FC56EE193}" type="slidenum">
              <a:rPr lang="en-US" altLang="zh-CN"/>
              <a:t>86</a:t>
            </a:fld>
            <a:endParaRPr lang="en-US" altLang="zh-CN"/>
          </a:p>
        </p:txBody>
      </p:sp>
      <p:sp>
        <p:nvSpPr>
          <p:cNvPr id="18" name="AutoShape 62">
            <a:hlinkClick r:id="rId6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81</a:t>
            </a:r>
          </a:p>
        </p:txBody>
      </p:sp>
      <p:sp>
        <p:nvSpPr>
          <p:cNvPr id="2" name="Text 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196936"/>
            <a:ext cx="2545080" cy="474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吞吐率：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最大吞吐率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加速比：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最大加速比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效率：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最高效率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3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388" y="332656"/>
            <a:ext cx="8785225" cy="8617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、流水线的性能</a:t>
            </a: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假设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流水线有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m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个段、拍长为</a:t>
            </a:r>
            <a:r>
              <a:rPr lang="zh-CN" altLang="en-US" sz="2000" dirty="0">
                <a:latin typeface="宋体" panose="02010600030101010101" pitchFamily="2" charset="-122"/>
                <a:cs typeface="宋体" panose="02010600030101010101" pitchFamily="2" charset="-122"/>
              </a:rPr>
              <a:t>∆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，共执行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条指令</a:t>
            </a:r>
          </a:p>
        </p:txBody>
      </p:sp>
      <p:sp>
        <p:nvSpPr>
          <p:cNvPr id="4" name="Text 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2230" y="1196936"/>
            <a:ext cx="7409180" cy="474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</a:rPr>
              <a:t>单位时间内</a:t>
            </a:r>
            <a:r>
              <a:rPr lang="zh-CN" altLang="en-US" sz="2200" b="1" u="sng" dirty="0">
                <a:latin typeface="宋体" panose="02010600030101010101" pitchFamily="2" charset="-122"/>
              </a:rPr>
              <a:t>完成</a:t>
            </a:r>
            <a:r>
              <a:rPr lang="en-US" altLang="zh-CN" sz="2200" b="1" u="sng" dirty="0">
                <a:latin typeface="宋体" panose="02010600030101010101" pitchFamily="2" charset="-122"/>
              </a:rPr>
              <a:t>/</a:t>
            </a:r>
            <a:r>
              <a:rPr lang="zh-CN" altLang="en-US" sz="2200" b="1" u="sng" dirty="0">
                <a:latin typeface="宋体" panose="02010600030101010101" pitchFamily="2" charset="-122"/>
              </a:rPr>
              <a:t>输出的指令条数</a:t>
            </a:r>
            <a:r>
              <a:rPr lang="zh-CN" altLang="en-US" sz="2200" b="1" dirty="0">
                <a:latin typeface="宋体" panose="02010600030101010101" pitchFamily="2" charset="-122"/>
              </a:rPr>
              <a:t>或结果数量</a:t>
            </a: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T</a:t>
            </a:r>
            <a:r>
              <a:rPr lang="en-US" altLang="zh-CN" sz="2200" b="1" baseline="-25000" dirty="0">
                <a:latin typeface="宋体" panose="02010600030101010101" pitchFamily="2" charset="-122"/>
              </a:rPr>
              <a:t>P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n/T</a:t>
            </a:r>
            <a:r>
              <a:rPr lang="zh-CN" altLang="en-US" sz="2200" b="1" baseline="-25000" dirty="0">
                <a:latin typeface="宋体" panose="02010600030101010101" pitchFamily="2" charset="-122"/>
                <a:sym typeface="+mn-ea"/>
              </a:rPr>
              <a:t>流水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n/[m</a:t>
            </a:r>
            <a:r>
              <a:rPr lang="zh-CN" altLang="en-US" sz="2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t+(n-1)</a:t>
            </a:r>
            <a:r>
              <a:rPr lang="zh-CN" altLang="en-US" sz="2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]</a:t>
            </a: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当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n&gt;&gt;m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Pmax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1/</a:t>
            </a:r>
            <a:r>
              <a:rPr lang="zh-CN" altLang="en-US" sz="2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，即拍时钟频率</a:t>
            </a:r>
            <a:endParaRPr lang="en-US" altLang="zh-CN" sz="2200" b="1" dirty="0" err="1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流水方式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相对于串行方式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的速度比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S</a:t>
            </a:r>
            <a:r>
              <a:rPr lang="en-US" altLang="zh-CN" sz="2200" b="1" baseline="-25000" dirty="0">
                <a:latin typeface="宋体" panose="02010600030101010101" pitchFamily="2" charset="-122"/>
                <a:sym typeface="+mn-ea"/>
              </a:rPr>
              <a:t>P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2200" b="1" baseline="-25000" dirty="0">
                <a:latin typeface="宋体" panose="02010600030101010101" pitchFamily="2" charset="-122"/>
                <a:sym typeface="+mn-ea"/>
              </a:rPr>
              <a:t>串行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/T</a:t>
            </a:r>
            <a:r>
              <a:rPr lang="zh-CN" altLang="en-US" sz="2200" b="1" baseline="-25000" dirty="0">
                <a:latin typeface="宋体" panose="02010600030101010101" pitchFamily="2" charset="-122"/>
                <a:sym typeface="+mn-ea"/>
              </a:rPr>
              <a:t>流水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(n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×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2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)/[m</a:t>
            </a:r>
            <a:r>
              <a:rPr lang="zh-CN" altLang="en-US" sz="2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t+(n-1)</a:t>
            </a:r>
            <a:r>
              <a:rPr lang="zh-CN" altLang="en-US" sz="2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]</a:t>
            </a: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nm/(m+n-1)</a:t>
            </a: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当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n&gt;&gt;m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Pmax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，即流水线段数</a:t>
            </a:r>
          </a:p>
          <a:p>
            <a:pPr algn="l" eaLnBrk="0" hangingPunct="0"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部件使用时间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与整个执行时间的比值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平均值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E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(∑E</a:t>
            </a:r>
            <a:r>
              <a:rPr lang="zh-CN" altLang="en-US" sz="2200" b="1" baseline="-25000" dirty="0">
                <a:latin typeface="宋体" panose="02010600030101010101" pitchFamily="2" charset="-122"/>
                <a:sym typeface="+mn-ea"/>
              </a:rPr>
              <a:t>段</a:t>
            </a:r>
            <a:r>
              <a:rPr lang="en-US" altLang="zh-CN" sz="2200" b="1" baseline="-25000" dirty="0">
                <a:latin typeface="宋体" panose="02010600030101010101" pitchFamily="2" charset="-122"/>
                <a:sym typeface="+mn-ea"/>
              </a:rPr>
              <a:t>i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)/m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{m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×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[n</a:t>
            </a:r>
            <a:r>
              <a:rPr lang="zh-CN" altLang="en-US" sz="2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t/(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m+n-1)</a:t>
            </a:r>
            <a:r>
              <a:rPr lang="zh-CN" altLang="en-US" sz="2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]}/m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n/(m+n-1)</a:t>
            </a: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S</a:t>
            </a:r>
            <a:r>
              <a:rPr lang="en-US" altLang="zh-CN" sz="2200" b="1" baseline="-25000" dirty="0">
                <a:latin typeface="宋体" panose="02010600030101010101" pitchFamily="2" charset="-122"/>
                <a:sym typeface="+mn-ea"/>
              </a:rPr>
              <a:t>P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/m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>
                <a:latin typeface="宋体" panose="02010600030101010101" pitchFamily="2" charset="-122"/>
                <a:sym typeface="+mn-ea"/>
              </a:rPr>
              <a:t>P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×</a:t>
            </a:r>
            <a:r>
              <a:rPr lang="zh-CN" altLang="en-US" sz="2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t</a:t>
            </a: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当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n&gt;&gt;m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max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C363-D99E-4859-A697-134D45F3C56B}" type="slidenum">
              <a:rPr lang="en-US" altLang="zh-CN"/>
              <a:t>87</a:t>
            </a:fld>
            <a:endParaRPr lang="en-US" altLang="zh-CN"/>
          </a:p>
        </p:txBody>
      </p:sp>
      <p:sp>
        <p:nvSpPr>
          <p:cNvPr id="100" name="Text Box 15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513" y="332656"/>
            <a:ext cx="5257676" cy="52235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、流水线的分类  </a:t>
            </a:r>
            <a:r>
              <a:rPr 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即流水线的属性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*按功能分类：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*按工作方式分类：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*按结构分类：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*按流入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流出次序分类：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1" name="Text Box 15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60270" y="775093"/>
            <a:ext cx="5721350" cy="47999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</a:rPr>
              <a:t>单功能流水线、多功能流水线</a:t>
            </a:r>
          </a:p>
          <a:p>
            <a:pPr algn="l">
              <a:lnSpc>
                <a:spcPct val="125000"/>
              </a:lnSpc>
            </a:pPr>
            <a:endParaRPr lang="zh-CN" altLang="en-US" sz="1800" b="1" dirty="0">
              <a:solidFill>
                <a:schemeClr val="tx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1800" b="1" dirty="0">
              <a:solidFill>
                <a:schemeClr val="tx1"/>
              </a:solidFill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静态流水线、动态流水线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ym typeface="+mn-ea"/>
              </a:rPr>
              <a:t>线性流水线、非线性流水线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复用流水段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)</a:t>
            </a:r>
          </a:p>
          <a:p>
            <a:pPr marL="0" indent="0" algn="l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无法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每拍流入指令</a:t>
            </a:r>
            <a:endParaRPr lang="zh-CN" altLang="en-US" sz="16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顺序流水线、乱序流水线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20000" y="4545428"/>
            <a:ext cx="5542955" cy="360238"/>
            <a:chOff x="1403350" y="4869160"/>
            <a:chExt cx="5542955" cy="360238"/>
          </a:xfrm>
        </p:grpSpPr>
        <p:sp>
          <p:nvSpPr>
            <p:cNvPr id="3" name="Text Box 284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2483768" y="4940473"/>
              <a:ext cx="647700" cy="288925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4" name="Text Box 285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4140324" y="4940473"/>
              <a:ext cx="647700" cy="288925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5" name="Text Box 286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5220072" y="4940473"/>
              <a:ext cx="647700" cy="288925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6" name="Text Box 287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6300192" y="4940473"/>
              <a:ext cx="646113" cy="288925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7" name="Text Box 298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1403350" y="4940473"/>
              <a:ext cx="647700" cy="288925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8" name="Text Box 305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3420070" y="4941167"/>
              <a:ext cx="431850" cy="288231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vert="horz" lIns="18000" tIns="10800" rIns="18000" bIns="10800" anchor="ctr" anchorCtr="1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MUX</a:t>
              </a:r>
            </a:p>
          </p:txBody>
        </p:sp>
        <p:sp>
          <p:nvSpPr>
            <p:cNvPr id="9" name="Text Box 164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1971511" y="4941366"/>
              <a:ext cx="80209" cy="28803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" name="直接箭头连接符 25"/>
            <p:cNvCxnSpPr>
              <a:stCxn id="7" idx="3"/>
              <a:endCxn id="3" idx="1"/>
            </p:cNvCxnSpPr>
            <p:nvPr>
              <p:custDataLst>
                <p:tags r:id="rId91"/>
              </p:custDataLst>
            </p:nvPr>
          </p:nvCxnSpPr>
          <p:spPr bwMode="auto">
            <a:xfrm>
              <a:off x="2051050" y="5084936"/>
              <a:ext cx="43271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直接箭头连接符 25"/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3131468" y="5157192"/>
              <a:ext cx="288404" cy="19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4" name="直接箭头连接符 25"/>
            <p:cNvCxnSpPr>
              <a:stCxn id="8" idx="3"/>
              <a:endCxn id="4" idx="1"/>
            </p:cNvCxnSpPr>
            <p:nvPr>
              <p:custDataLst>
                <p:tags r:id="rId93"/>
              </p:custDataLst>
            </p:nvPr>
          </p:nvCxnSpPr>
          <p:spPr bwMode="auto">
            <a:xfrm flipV="1">
              <a:off x="3851920" y="5084936"/>
              <a:ext cx="288404" cy="34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5" name="直接箭头连接符 25"/>
            <p:cNvCxnSpPr/>
            <p:nvPr>
              <p:custDataLst>
                <p:tags r:id="rId94"/>
              </p:custDataLst>
            </p:nvPr>
          </p:nvCxnSpPr>
          <p:spPr bwMode="auto">
            <a:xfrm>
              <a:off x="3275670" y="5013176"/>
              <a:ext cx="14457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6" name="直接箭头连接符 25"/>
            <p:cNvCxnSpPr>
              <a:stCxn id="4" idx="3"/>
              <a:endCxn id="5" idx="1"/>
            </p:cNvCxnSpPr>
            <p:nvPr>
              <p:custDataLst>
                <p:tags r:id="rId95"/>
              </p:custDataLst>
            </p:nvPr>
          </p:nvCxnSpPr>
          <p:spPr bwMode="auto">
            <a:xfrm>
              <a:off x="4788024" y="5084936"/>
              <a:ext cx="43204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7" name="直接箭头连接符 25"/>
            <p:cNvCxnSpPr>
              <a:stCxn id="5" idx="3"/>
              <a:endCxn id="6" idx="1"/>
            </p:cNvCxnSpPr>
            <p:nvPr>
              <p:custDataLst>
                <p:tags r:id="rId96"/>
              </p:custDataLst>
            </p:nvPr>
          </p:nvCxnSpPr>
          <p:spPr bwMode="auto">
            <a:xfrm>
              <a:off x="5867772" y="5084936"/>
              <a:ext cx="43242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8" name="直接连接符 287"/>
            <p:cNvCxnSpPr/>
            <p:nvPr>
              <p:custDataLst>
                <p:tags r:id="rId97"/>
              </p:custDataLst>
            </p:nvPr>
          </p:nvCxnSpPr>
          <p:spPr bwMode="auto">
            <a:xfrm flipH="1" flipV="1">
              <a:off x="4931593" y="4869160"/>
              <a:ext cx="1" cy="21577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89" name="直接连接符 277"/>
            <p:cNvCxnSpPr/>
            <p:nvPr>
              <p:custDataLst>
                <p:tags r:id="rId98"/>
              </p:custDataLst>
            </p:nvPr>
          </p:nvCxnSpPr>
          <p:spPr bwMode="auto">
            <a:xfrm rot="10800000" flipV="1">
              <a:off x="3275673" y="4869160"/>
              <a:ext cx="1655923" cy="144016"/>
            </a:xfrm>
            <a:prstGeom prst="bentConnector3">
              <a:avLst>
                <a:gd name="adj1" fmla="val 100312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290" name="Text Box 164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3051631" y="4941168"/>
              <a:ext cx="80209" cy="28803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91" name="Text Box 164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4707815" y="4941366"/>
              <a:ext cx="80209" cy="28803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92" name="Text Box 164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5787935" y="4941168"/>
              <a:ext cx="80209" cy="28803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619885" y="1306163"/>
            <a:ext cx="3528060" cy="504190"/>
            <a:chOff x="2551" y="2211"/>
            <a:chExt cx="5556" cy="794"/>
          </a:xfrm>
        </p:grpSpPr>
        <p:sp>
          <p:nvSpPr>
            <p:cNvPr id="12" name="Text Box 164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2551" y="2211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S1</a:t>
              </a:r>
            </a:p>
          </p:txBody>
        </p:sp>
        <p:sp>
          <p:nvSpPr>
            <p:cNvPr id="13" name="Text Box 185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4025" y="2211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S2</a:t>
              </a:r>
            </a:p>
          </p:txBody>
        </p:sp>
        <p:sp>
          <p:nvSpPr>
            <p:cNvPr id="14" name="Text Box 186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5502" y="2211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S3</a:t>
              </a:r>
            </a:p>
          </p:txBody>
        </p:sp>
        <p:sp>
          <p:nvSpPr>
            <p:cNvPr id="15" name="Text Box 188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4876" y="2665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S4</a:t>
              </a:r>
            </a:p>
          </p:txBody>
        </p:sp>
        <p:sp>
          <p:nvSpPr>
            <p:cNvPr id="16" name="Text Box 189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7313" y="2211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S5</a:t>
              </a:r>
            </a:p>
          </p:txBody>
        </p:sp>
        <p:sp>
          <p:nvSpPr>
            <p:cNvPr id="17" name="Text Box 190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6633" y="2211"/>
              <a:ext cx="340" cy="794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vert="eaVert" lIns="18000" tIns="10800" rIns="18000" bIns="1080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18" name="直接箭头连接符 25"/>
            <p:cNvCxnSpPr/>
            <p:nvPr>
              <p:custDataLst>
                <p:tags r:id="rId76"/>
              </p:custDataLst>
            </p:nvPr>
          </p:nvCxnSpPr>
          <p:spPr bwMode="auto">
            <a:xfrm>
              <a:off x="3345" y="2381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" name="直接箭头连接符 25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3685" y="2381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" name="直接箭头连接符 25"/>
            <p:cNvCxnSpPr/>
            <p:nvPr>
              <p:custDataLst>
                <p:tags r:id="rId78"/>
              </p:custDataLst>
            </p:nvPr>
          </p:nvCxnSpPr>
          <p:spPr bwMode="auto">
            <a:xfrm flipV="1">
              <a:off x="4819" y="2381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25"/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6293" y="2381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直接箭头连接符 25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3685" y="2835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接箭头连接符 25"/>
            <p:cNvCxnSpPr/>
            <p:nvPr>
              <p:custDataLst>
                <p:tags r:id="rId81"/>
              </p:custDataLst>
            </p:nvPr>
          </p:nvCxnSpPr>
          <p:spPr bwMode="auto">
            <a:xfrm>
              <a:off x="3685" y="2381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6" name="直接箭头连接符 25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5669" y="2835"/>
              <a:ext cx="96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接箭头连接符 25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6979" y="2381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1" name="组合 20"/>
          <p:cNvGrpSpPr/>
          <p:nvPr/>
        </p:nvGrpSpPr>
        <p:grpSpPr>
          <a:xfrm>
            <a:off x="1077595" y="2314163"/>
            <a:ext cx="7811770" cy="1511935"/>
            <a:chOff x="680" y="3515"/>
            <a:chExt cx="12302" cy="2381"/>
          </a:xfrm>
        </p:grpSpPr>
        <p:sp>
          <p:nvSpPr>
            <p:cNvPr id="22" name="Text Box 19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804" y="555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拍</a:t>
              </a:r>
            </a:p>
          </p:txBody>
        </p:sp>
        <p:sp>
          <p:nvSpPr>
            <p:cNvPr id="23" name="Text Box 19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077" y="5386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</a:p>
          </p:txBody>
        </p:sp>
        <p:sp>
          <p:nvSpPr>
            <p:cNvPr id="24" name="Text Box 19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07" y="3515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段</a:t>
              </a:r>
            </a:p>
          </p:txBody>
        </p:sp>
        <p:sp>
          <p:nvSpPr>
            <p:cNvPr id="25" name="Text Box 19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80" y="4025"/>
              <a:ext cx="397" cy="17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S5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S4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S3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S2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S1</a:t>
              </a:r>
            </a:p>
          </p:txBody>
        </p:sp>
        <p:sp>
          <p:nvSpPr>
            <p:cNvPr id="26" name="Text Box 20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87" y="5386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27" name="Text Box 20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608" y="5386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28" name="Text Box 20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098" y="5386"/>
              <a:ext cx="510" cy="34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29" name="Text Box 21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649" y="5386"/>
              <a:ext cx="510" cy="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①</a:t>
              </a:r>
            </a:p>
          </p:txBody>
        </p:sp>
        <p:sp>
          <p:nvSpPr>
            <p:cNvPr id="30" name="Text Box 21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159" y="5386"/>
              <a:ext cx="510" cy="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②</a:t>
              </a:r>
            </a:p>
          </p:txBody>
        </p:sp>
        <p:sp>
          <p:nvSpPr>
            <p:cNvPr id="31" name="Text Box 21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669" y="5386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39" name="Text Box 197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587" y="5043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</a:p>
          </p:txBody>
        </p:sp>
        <p:sp>
          <p:nvSpPr>
            <p:cNvPr id="40" name="Text Box 200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098" y="5043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41" name="Text Box 20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119" y="5043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42" name="Text Box 208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608" y="5043"/>
              <a:ext cx="510" cy="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43" name="Text Box 197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098" y="4706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</a:p>
          </p:txBody>
        </p:sp>
        <p:sp>
          <p:nvSpPr>
            <p:cNvPr id="45" name="Text Box 200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608" y="4706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46" name="Text Box 20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628" y="4706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47" name="Text Box 20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119" y="4706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48" name="Text Box 19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608" y="4028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</a:p>
          </p:txBody>
        </p:sp>
        <p:sp>
          <p:nvSpPr>
            <p:cNvPr id="49" name="Text Box 200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119" y="4028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50" name="Text Box 20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139" y="4028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51" name="Text Box 20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628" y="4025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523" name="直接箭头连接符 522"/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4649" y="4365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52" name="Text Box 21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159" y="4365"/>
              <a:ext cx="510" cy="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①</a:t>
              </a:r>
            </a:p>
          </p:txBody>
        </p:sp>
        <p:sp>
          <p:nvSpPr>
            <p:cNvPr id="53" name="Text Box 215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669" y="4365"/>
              <a:ext cx="510" cy="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②</a:t>
              </a:r>
            </a:p>
          </p:txBody>
        </p:sp>
        <p:sp>
          <p:nvSpPr>
            <p:cNvPr id="54" name="Text Box 218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6180" y="4365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55" name="Text Box 212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669" y="4025"/>
              <a:ext cx="510" cy="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①</a:t>
              </a:r>
            </a:p>
          </p:txBody>
        </p:sp>
        <p:sp>
          <p:nvSpPr>
            <p:cNvPr id="56" name="Text Box 215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180" y="4025"/>
              <a:ext cx="510" cy="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②</a:t>
              </a:r>
            </a:p>
          </p:txBody>
        </p:sp>
        <p:sp>
          <p:nvSpPr>
            <p:cNvPr id="57" name="Text Box 218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690" y="4025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522" name="直接箭头连接符 521"/>
            <p:cNvCxnSpPr/>
            <p:nvPr>
              <p:custDataLst>
                <p:tags r:id="rId38"/>
              </p:custDataLst>
            </p:nvPr>
          </p:nvCxnSpPr>
          <p:spPr bwMode="auto">
            <a:xfrm>
              <a:off x="1078" y="5726"/>
              <a:ext cx="572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8" name="直接箭头连接符 57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1077" y="3912"/>
              <a:ext cx="0" cy="181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9" name="Text Box 196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2586" y="555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拍</a:t>
              </a:r>
            </a:p>
          </p:txBody>
        </p:sp>
        <p:sp>
          <p:nvSpPr>
            <p:cNvPr id="60" name="Text Box 197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7879" y="5386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</a:p>
          </p:txBody>
        </p:sp>
        <p:sp>
          <p:nvSpPr>
            <p:cNvPr id="61" name="Text Box 198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7710" y="3515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段</a:t>
              </a:r>
            </a:p>
          </p:txBody>
        </p:sp>
        <p:sp>
          <p:nvSpPr>
            <p:cNvPr id="63" name="Text Box 199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7483" y="4025"/>
              <a:ext cx="397" cy="17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S5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S4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S3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S2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S1</a:t>
              </a:r>
            </a:p>
          </p:txBody>
        </p:sp>
        <p:sp>
          <p:nvSpPr>
            <p:cNvPr id="64" name="Text Box 200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8390" y="5386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65" name="Text Box 201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9410" y="5386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66" name="Text Box 208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8900" y="5386"/>
              <a:ext cx="510" cy="34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67" name="Text Box 197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8390" y="5043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</a:p>
          </p:txBody>
        </p:sp>
        <p:sp>
          <p:nvSpPr>
            <p:cNvPr id="68" name="Text Box 200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8900" y="5043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69" name="Text Box 201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9921" y="5043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70" name="Text Box 208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9410" y="5043"/>
              <a:ext cx="510" cy="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71" name="Text Box 197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8900" y="4706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</a:p>
          </p:txBody>
        </p:sp>
        <p:sp>
          <p:nvSpPr>
            <p:cNvPr id="72" name="Text Box 200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9410" y="4706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73" name="Text Box 201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0431" y="4706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74" name="Text Box 208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9921" y="4706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75" name="Text Box 197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9410" y="4028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</a:p>
          </p:txBody>
        </p:sp>
        <p:sp>
          <p:nvSpPr>
            <p:cNvPr id="76" name="Text Box 200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9921" y="4028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77" name="Text Box 20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0941" y="4028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78" name="Text Box 208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10431" y="4025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79" name="Text Box 212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10431" y="5386"/>
              <a:ext cx="510" cy="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①</a:t>
              </a:r>
            </a:p>
          </p:txBody>
        </p:sp>
        <p:sp>
          <p:nvSpPr>
            <p:cNvPr id="80" name="Text Box 215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10942" y="5386"/>
              <a:ext cx="510" cy="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②</a:t>
              </a:r>
            </a:p>
          </p:txBody>
        </p:sp>
        <p:sp>
          <p:nvSpPr>
            <p:cNvPr id="81" name="Text Box 218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11452" y="5386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82" name="Text Box 212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10942" y="4365"/>
              <a:ext cx="510" cy="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①</a:t>
              </a:r>
            </a:p>
          </p:txBody>
        </p:sp>
        <p:sp>
          <p:nvSpPr>
            <p:cNvPr id="83" name="Text Box 215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11452" y="4365"/>
              <a:ext cx="510" cy="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②</a:t>
              </a:r>
            </a:p>
          </p:txBody>
        </p:sp>
        <p:sp>
          <p:nvSpPr>
            <p:cNvPr id="84" name="Text Box 218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1962" y="4365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85" name="Text Box 212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11452" y="4025"/>
              <a:ext cx="510" cy="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①</a:t>
              </a:r>
            </a:p>
          </p:txBody>
        </p:sp>
        <p:sp>
          <p:nvSpPr>
            <p:cNvPr id="86" name="Text Box 215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1962" y="4025"/>
              <a:ext cx="510" cy="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②</a:t>
              </a:r>
            </a:p>
          </p:txBody>
        </p:sp>
        <p:sp>
          <p:nvSpPr>
            <p:cNvPr id="87" name="Text Box 218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12472" y="4025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88" name="直接箭头连接符 87"/>
            <p:cNvCxnSpPr/>
            <p:nvPr>
              <p:custDataLst>
                <p:tags r:id="rId68"/>
              </p:custDataLst>
            </p:nvPr>
          </p:nvCxnSpPr>
          <p:spPr bwMode="auto">
            <a:xfrm>
              <a:off x="7880" y="5726"/>
              <a:ext cx="470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9" name="直接箭头连接符 88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7880" y="3912"/>
              <a:ext cx="0" cy="181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90" name="组合 89"/>
          <p:cNvGrpSpPr/>
          <p:nvPr/>
        </p:nvGrpSpPr>
        <p:grpSpPr>
          <a:xfrm>
            <a:off x="6120000" y="1090163"/>
            <a:ext cx="1835850" cy="935990"/>
            <a:chOff x="7030" y="8787"/>
            <a:chExt cx="2891" cy="1474"/>
          </a:xfrm>
        </p:grpSpPr>
        <p:cxnSp>
          <p:nvCxnSpPr>
            <p:cNvPr id="91" name="直接箭头连接符 25"/>
            <p:cNvCxnSpPr/>
            <p:nvPr>
              <p:custDataLst>
                <p:tags r:id="rId5"/>
              </p:custDataLst>
            </p:nvPr>
          </p:nvCxnSpPr>
          <p:spPr bwMode="auto">
            <a:xfrm flipH="1">
              <a:off x="7030" y="8787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25"/>
            <p:cNvCxnSpPr/>
            <p:nvPr>
              <p:custDataLst>
                <p:tags r:id="rId6"/>
              </p:custDataLst>
            </p:nvPr>
          </p:nvCxnSpPr>
          <p:spPr bwMode="auto">
            <a:xfrm flipH="1">
              <a:off x="7030" y="10261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直接箭头连接符 25"/>
            <p:cNvCxnSpPr/>
            <p:nvPr>
              <p:custDataLst>
                <p:tags r:id="rId7"/>
              </p:custDataLst>
            </p:nvPr>
          </p:nvCxnSpPr>
          <p:spPr bwMode="auto">
            <a:xfrm flipH="1">
              <a:off x="7483" y="8787"/>
              <a:ext cx="0" cy="147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4" name="Text Box 22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540" y="9070"/>
              <a:ext cx="2381" cy="7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动态→多功能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ctr"/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单功能→静态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95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25500" y="5464568"/>
            <a:ext cx="750379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示例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某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流水线</a:t>
            </a:r>
            <a:r>
              <a:rPr 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为线性、动态、乱序、标量流水线</a:t>
            </a:r>
          </a:p>
        </p:txBody>
      </p:sp>
      <p:sp>
        <p:nvSpPr>
          <p:cNvPr id="449" name="AutoShape 157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406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ldLvl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88</a:t>
            </a:fld>
            <a:endParaRPr lang="en-US" altLang="zh-CN" dirty="0"/>
          </a:p>
        </p:txBody>
      </p:sp>
      <p:sp>
        <p:nvSpPr>
          <p:cNvPr id="98" name="Text Box 14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97550" y="1880416"/>
            <a:ext cx="1823120" cy="31692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算法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性能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</p:txBody>
      </p:sp>
      <p:sp>
        <p:nvSpPr>
          <p:cNvPr id="4100" name="Text Box 12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6280" y="332656"/>
            <a:ext cx="8021955" cy="860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81330" indent="-481330" algn="l" eaLnBrk="0" hangingPunct="0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静态、加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乘双功能流水线中，</a:t>
            </a:r>
            <a:r>
              <a:rPr lang="zh-CN" altLang="en-US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加法功能仅使用</a:t>
            </a:r>
            <a:r>
              <a:rPr lang="en-US" altLang="zh-CN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个段，计算并分析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实现∏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sz="2000" b="1" baseline="-16000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en-US" altLang="zh-CN" sz="2000" b="1" baseline="-16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的性能，其中</a:t>
            </a:r>
            <a:r>
              <a:rPr lang="en-US" altLang="zh-CN" sz="20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=1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~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</p:txBody>
      </p:sp>
      <p:sp>
        <p:nvSpPr>
          <p:cNvPr id="228499" name="Text Box 14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92275" y="1880151"/>
            <a:ext cx="7196455" cy="4184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先完成所有加法、再做乘法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减少功能切换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0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7/(17</a:t>
            </a:r>
            <a:r>
              <a:rPr lang="zh-CN" altLang="en-US" sz="2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20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1.588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26.5%</a:t>
            </a: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①指令数少，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填入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排空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时间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较多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←仅拍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流水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有进无出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有进无出</a:t>
            </a: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②静态流水，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排空后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才能切换功能    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←㈠的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S1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③数据冒险，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消除后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才继续流水</a:t>
            </a:r>
            <a:r>
              <a:rPr lang="zh-CN" altLang="en-US" sz="2000" b="1" spc="4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spc="4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1600" b="1" spc="4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←㈢的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S1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1583055" y="1196891"/>
            <a:ext cx="5291455" cy="648335"/>
            <a:chOff x="1928" y="2211"/>
            <a:chExt cx="8333" cy="1021"/>
          </a:xfrm>
        </p:grpSpPr>
        <p:sp>
          <p:nvSpPr>
            <p:cNvPr id="108" name="Text Box 164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551" y="2211"/>
              <a:ext cx="794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S1</a:t>
              </a:r>
            </a:p>
          </p:txBody>
        </p:sp>
        <p:sp>
          <p:nvSpPr>
            <p:cNvPr id="109" name="Text Box 185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025" y="2211"/>
              <a:ext cx="794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S2</a:t>
              </a:r>
            </a:p>
          </p:txBody>
        </p:sp>
        <p:sp>
          <p:nvSpPr>
            <p:cNvPr id="110" name="Text Box 186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5502" y="2211"/>
              <a:ext cx="794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S3</a:t>
              </a:r>
            </a:p>
          </p:txBody>
        </p:sp>
        <p:sp>
          <p:nvSpPr>
            <p:cNvPr id="111" name="Text Box 188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5499" y="2778"/>
              <a:ext cx="794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S5</a:t>
              </a:r>
            </a:p>
          </p:txBody>
        </p:sp>
        <p:sp>
          <p:nvSpPr>
            <p:cNvPr id="128" name="Text Box 189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8782" y="2211"/>
              <a:ext cx="794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S6</a:t>
              </a:r>
            </a:p>
          </p:txBody>
        </p:sp>
        <p:sp>
          <p:nvSpPr>
            <p:cNvPr id="129" name="Text Box 190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8107" y="2211"/>
              <a:ext cx="340" cy="102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vert="eaVert" lIns="18000" tIns="10800" rIns="18000" bIns="1080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131" name="直接箭头连接符 25"/>
            <p:cNvCxnSpPr/>
            <p:nvPr>
              <p:custDataLst>
                <p:tags r:id="rId47"/>
              </p:custDataLst>
            </p:nvPr>
          </p:nvCxnSpPr>
          <p:spPr bwMode="auto">
            <a:xfrm>
              <a:off x="3345" y="243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2" name="直接箭头连接符 25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3685" y="243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3" name="直接箭头连接符 25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4819" y="243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4" name="直接箭头连接符 25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7767" y="243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5" name="直接箭头连接符 25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3685" y="3005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6" name="直接箭头连接符 25"/>
            <p:cNvCxnSpPr/>
            <p:nvPr>
              <p:custDataLst>
                <p:tags r:id="rId52"/>
              </p:custDataLst>
            </p:nvPr>
          </p:nvCxnSpPr>
          <p:spPr bwMode="auto">
            <a:xfrm>
              <a:off x="3685" y="2438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07" name="直接箭头连接符 25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6293" y="3005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2" name="直接箭头连接符 25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8448" y="243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3" name="Text Box 186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6973" y="2211"/>
              <a:ext cx="794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S4</a:t>
              </a:r>
            </a:p>
          </p:txBody>
        </p:sp>
        <p:cxnSp>
          <p:nvCxnSpPr>
            <p:cNvPr id="114" name="直接箭头连接符 25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6293" y="243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5" name="直接箭头连接符 25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2211" y="2324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25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2211" y="2551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箭头连接符 25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9581" y="243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8" name="Text Box 145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1928" y="2211"/>
              <a:ext cx="283" cy="454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0" anchor="ctr"/>
            <a:lstStyle/>
            <a:p>
              <a:pPr algn="ctr" eaLnBrk="0" hangingPunct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x</a:t>
              </a:r>
            </a:p>
            <a:p>
              <a:pPr algn="ctr" eaLnBrk="0" hangingPunct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119" name="Text Box 144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9921" y="2211"/>
              <a:ext cx="340" cy="34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z</a:t>
              </a: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1762760" y="2346241"/>
            <a:ext cx="5507990" cy="1799590"/>
            <a:chOff x="2211" y="2778"/>
            <a:chExt cx="8674" cy="2834"/>
          </a:xfrm>
        </p:grpSpPr>
        <p:sp>
          <p:nvSpPr>
            <p:cNvPr id="120" name="Text Box 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0545" y="5102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拍</a:t>
              </a:r>
            </a:p>
          </p:txBody>
        </p:sp>
        <p:sp>
          <p:nvSpPr>
            <p:cNvPr id="121" name="Text Box 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494" y="277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段</a:t>
              </a:r>
            </a:p>
          </p:txBody>
        </p:sp>
        <p:sp>
          <p:nvSpPr>
            <p:cNvPr id="122" name="Text Box 1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211" y="3231"/>
              <a:ext cx="397" cy="204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S6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S5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S4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S3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S2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S1</a:t>
              </a:r>
            </a:p>
          </p:txBody>
        </p:sp>
        <p:sp>
          <p:nvSpPr>
            <p:cNvPr id="123" name="Text Box 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665" y="493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①</a:t>
              </a:r>
            </a:p>
          </p:txBody>
        </p:sp>
        <p:sp>
          <p:nvSpPr>
            <p:cNvPr id="124" name="Text Box 35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118" y="493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②</a:t>
              </a:r>
            </a:p>
          </p:txBody>
        </p:sp>
        <p:sp>
          <p:nvSpPr>
            <p:cNvPr id="125" name="Text Box 3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572" y="493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③</a:t>
              </a:r>
            </a:p>
          </p:txBody>
        </p:sp>
        <p:sp>
          <p:nvSpPr>
            <p:cNvPr id="126" name="Text Box 4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025" y="493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④</a:t>
              </a:r>
            </a:p>
          </p:txBody>
        </p:sp>
        <p:sp>
          <p:nvSpPr>
            <p:cNvPr id="127" name="Text Box 1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386" y="493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㈠</a:t>
              </a:r>
            </a:p>
          </p:txBody>
        </p:sp>
        <p:sp>
          <p:nvSpPr>
            <p:cNvPr id="130" name="Text Box 44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839" y="493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㈡</a:t>
              </a:r>
            </a:p>
          </p:txBody>
        </p:sp>
        <p:sp>
          <p:nvSpPr>
            <p:cNvPr id="147" name="Text Box 49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107" y="493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㈢</a:t>
              </a:r>
            </a:p>
          </p:txBody>
        </p:sp>
        <p:sp>
          <p:nvSpPr>
            <p:cNvPr id="148" name="Text Box 55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775" y="5272"/>
              <a:ext cx="75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0" anchor="ctr" anchorCtr="0"/>
            <a:lstStyle/>
            <a:p>
              <a:pPr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1  2</a:t>
              </a: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3  4  5</a:t>
              </a: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6  7  8</a:t>
              </a: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9</a:t>
              </a: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10 11 12</a:t>
              </a:r>
              <a:r>
                <a:rPr lang="en-US" altLang="zh-CN" sz="10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13 14 15</a:t>
              </a: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16 17</a:t>
              </a:r>
            </a:p>
          </p:txBody>
        </p:sp>
        <p:cxnSp>
          <p:nvCxnSpPr>
            <p:cNvPr id="150" name="直接连接符 149"/>
            <p:cNvCxnSpPr/>
            <p:nvPr>
              <p:custDataLst>
                <p:tags r:id="rId16"/>
              </p:custDataLst>
            </p:nvPr>
          </p:nvCxnSpPr>
          <p:spPr bwMode="auto">
            <a:xfrm rot="5400000">
              <a:off x="4535" y="4422"/>
              <a:ext cx="170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连接符 150"/>
            <p:cNvCxnSpPr/>
            <p:nvPr>
              <p:custDataLst>
                <p:tags r:id="rId17"/>
              </p:custDataLst>
            </p:nvPr>
          </p:nvCxnSpPr>
          <p:spPr bwMode="auto">
            <a:xfrm rot="5400000">
              <a:off x="7257" y="4422"/>
              <a:ext cx="170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18"/>
              </p:custDataLst>
            </p:nvPr>
          </p:nvCxnSpPr>
          <p:spPr bwMode="auto">
            <a:xfrm>
              <a:off x="2663" y="5272"/>
              <a:ext cx="7880" cy="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3" name="直接箭头连接符 152"/>
            <p:cNvCxnSpPr/>
            <p:nvPr>
              <p:custDataLst>
                <p:tags r:id="rId19"/>
              </p:custDataLst>
            </p:nvPr>
          </p:nvCxnSpPr>
          <p:spPr bwMode="auto">
            <a:xfrm rot="5400000" flipH="1" flipV="1">
              <a:off x="1615" y="4195"/>
              <a:ext cx="2098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4" name="Text Box 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118" y="357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①</a:t>
              </a:r>
            </a:p>
          </p:txBody>
        </p:sp>
        <p:sp>
          <p:nvSpPr>
            <p:cNvPr id="155" name="Text Box 3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571" y="357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②</a:t>
              </a:r>
            </a:p>
          </p:txBody>
        </p:sp>
        <p:sp>
          <p:nvSpPr>
            <p:cNvPr id="156" name="Text Box 38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025" y="357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③</a:t>
              </a:r>
            </a:p>
          </p:txBody>
        </p:sp>
        <p:sp>
          <p:nvSpPr>
            <p:cNvPr id="158" name="Text Box 4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478" y="357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④</a:t>
              </a:r>
            </a:p>
          </p:txBody>
        </p:sp>
        <p:sp>
          <p:nvSpPr>
            <p:cNvPr id="159" name="Text Box 8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572" y="3231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①</a:t>
              </a:r>
            </a:p>
          </p:txBody>
        </p:sp>
        <p:sp>
          <p:nvSpPr>
            <p:cNvPr id="160" name="Text Box 35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025" y="3231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②</a:t>
              </a:r>
            </a:p>
          </p:txBody>
        </p:sp>
        <p:sp>
          <p:nvSpPr>
            <p:cNvPr id="161" name="Text Box 3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479" y="3231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③</a:t>
              </a:r>
            </a:p>
          </p:txBody>
        </p:sp>
        <p:sp>
          <p:nvSpPr>
            <p:cNvPr id="162" name="Text Box 4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932" y="3231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④</a:t>
              </a:r>
            </a:p>
          </p:txBody>
        </p:sp>
        <p:sp>
          <p:nvSpPr>
            <p:cNvPr id="163" name="Text Box 12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839" y="459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㈠</a:t>
              </a:r>
            </a:p>
          </p:txBody>
        </p:sp>
        <p:sp>
          <p:nvSpPr>
            <p:cNvPr id="164" name="Text Box 44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292" y="459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㈡</a:t>
              </a:r>
            </a:p>
          </p:txBody>
        </p:sp>
        <p:sp>
          <p:nvSpPr>
            <p:cNvPr id="165" name="Text Box 12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293" y="425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㈠</a:t>
              </a:r>
            </a:p>
          </p:txBody>
        </p:sp>
        <p:sp>
          <p:nvSpPr>
            <p:cNvPr id="166" name="Text Box 44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746" y="425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㈡</a:t>
              </a:r>
            </a:p>
          </p:txBody>
        </p:sp>
        <p:sp>
          <p:nvSpPr>
            <p:cNvPr id="167" name="Text Box 1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746" y="391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㈠</a:t>
              </a:r>
            </a:p>
          </p:txBody>
        </p:sp>
        <p:sp>
          <p:nvSpPr>
            <p:cNvPr id="168" name="Text Box 44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7199" y="391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㈡</a:t>
              </a:r>
            </a:p>
          </p:txBody>
        </p:sp>
        <p:sp>
          <p:nvSpPr>
            <p:cNvPr id="169" name="Text Box 12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7200" y="3231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㈠</a:t>
              </a:r>
            </a:p>
          </p:txBody>
        </p:sp>
        <p:sp>
          <p:nvSpPr>
            <p:cNvPr id="170" name="Text Box 44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7653" y="3231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㈡</a:t>
              </a:r>
            </a:p>
          </p:txBody>
        </p:sp>
        <p:sp>
          <p:nvSpPr>
            <p:cNvPr id="171" name="Text Box 49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8561" y="459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㈢</a:t>
              </a:r>
            </a:p>
          </p:txBody>
        </p:sp>
        <p:sp>
          <p:nvSpPr>
            <p:cNvPr id="172" name="Text Box 49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9014" y="425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㈢</a:t>
              </a:r>
            </a:p>
          </p:txBody>
        </p:sp>
        <p:sp>
          <p:nvSpPr>
            <p:cNvPr id="173" name="Text Box 49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9468" y="391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㈢</a:t>
              </a:r>
            </a:p>
          </p:txBody>
        </p:sp>
        <p:sp>
          <p:nvSpPr>
            <p:cNvPr id="174" name="Text Box 49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9921" y="3231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㈢</a:t>
              </a:r>
            </a:p>
          </p:txBody>
        </p:sp>
        <p:cxnSp>
          <p:nvCxnSpPr>
            <p:cNvPr id="175" name="直接连接符 174"/>
            <p:cNvCxnSpPr/>
            <p:nvPr>
              <p:custDataLst>
                <p:tags r:id="rId40"/>
              </p:custDataLst>
            </p:nvPr>
          </p:nvCxnSpPr>
          <p:spPr bwMode="auto">
            <a:xfrm rot="5400000">
              <a:off x="9524" y="4422"/>
              <a:ext cx="170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5" name="AutoShape 156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5400000">
            <a:off x="4068000" y="6524451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8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8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8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8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8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8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89</a:t>
            </a:fld>
            <a:endParaRPr lang="en-US" altLang="zh-CN"/>
          </a:p>
        </p:txBody>
      </p:sp>
      <p:sp>
        <p:nvSpPr>
          <p:cNvPr id="24" name="AutoShape 62">
            <a:hlinkClick r:id="rId16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5691"/>
            <a:ext cx="287336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84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5" name="AutoShape 62">
            <a:hlinkClick r:id="rId17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83</a:t>
            </a:r>
          </a:p>
        </p:txBody>
      </p:sp>
      <p:sp>
        <p:nvSpPr>
          <p:cNvPr id="163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656"/>
            <a:ext cx="3594100" cy="59973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、流水线的冒险处理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结构冒险处理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*产生原因：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*处理方法：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(1)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重复设置资源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(2)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分时使用资源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*应用选择： 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0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32000" y="1196752"/>
            <a:ext cx="7662334" cy="52082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10800" rIns="90000" bIns="468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争用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硬件资源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部件或路径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如：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采用冯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•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诺依曼结构、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(PC)+4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复用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ALU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(2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种方法均可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消除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资源争用，适于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高频率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冲突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①部件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不复用、仅本段使用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类似于单周期数据通路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如：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采用哈佛结构、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PC+4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增设地址加法器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又如：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段及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段的写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，可合并到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选择不同数据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再如：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写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GPRs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统一安排在第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个段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②部件互连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采用专用结构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避免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资源争用，适于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低频率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冲突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争用资源的指令被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暂停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(CU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如：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段、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段访存冲突时，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段暂停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即后续指令暂停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marL="2155825" indent="-215582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权衡性能损失～硬件成本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51" name="组合 150"/>
          <p:cNvGrpSpPr/>
          <p:nvPr/>
        </p:nvGrpSpPr>
        <p:grpSpPr>
          <a:xfrm>
            <a:off x="5940000" y="4005064"/>
            <a:ext cx="2519863" cy="505551"/>
            <a:chOff x="5919793" y="4507625"/>
            <a:chExt cx="2519863" cy="505551"/>
          </a:xfrm>
        </p:grpSpPr>
        <p:sp>
          <p:nvSpPr>
            <p:cNvPr id="152" name="Text Box 6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639496" y="4509096"/>
              <a:ext cx="360040" cy="21602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153" name="Text Box 62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19793" y="4507625"/>
              <a:ext cx="720000" cy="46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t" anchorCtr="0">
              <a:noAutofit/>
            </a:bodyPr>
            <a:lstStyle/>
            <a:p>
              <a:pPr>
                <a:lnSpc>
                  <a:spcPct val="105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I1:lw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I2:add</a:t>
              </a:r>
            </a:p>
          </p:txBody>
        </p:sp>
        <p:sp>
          <p:nvSpPr>
            <p:cNvPr id="154" name="Text Box 64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999536" y="4509120"/>
              <a:ext cx="36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55" name="Text Box 65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359576" y="4509120"/>
              <a:ext cx="36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156" name="Text Box 66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719616" y="4509120"/>
              <a:ext cx="36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157" name="Text Box 6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079656" y="4509120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158" name="Text Box 6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999536" y="4797152"/>
              <a:ext cx="360040" cy="21602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159" name="Text Box 6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359576" y="4797176"/>
              <a:ext cx="36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60" name="Text Box 6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719616" y="4797176"/>
              <a:ext cx="36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161" name="Text Box 66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079656" y="4797176"/>
              <a:ext cx="360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</p:grpSp>
      <p:sp>
        <p:nvSpPr>
          <p:cNvPr id="162" name="Text Box 6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100000" y="4293064"/>
            <a:ext cx="360000" cy="216000"/>
          </a:xfrm>
          <a:prstGeom prst="rect">
            <a:avLst/>
          </a:prstGeom>
          <a:solidFill>
            <a:srgbClr val="FFCC99"/>
          </a:solidFill>
          <a:ln w="15875">
            <a:solidFill>
              <a:schemeClr val="tx1"/>
            </a:solidFill>
            <a:miter lim="800000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WB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63" presetClass="path" presetSubtype="0" accel="50000" decel="5000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798 0.00046 L 0.03924 0.00046 " pathEditMode="relative" rAng="0" ptsTypes="AA">
                                      <p:cBhvr>
                                        <p:cTn id="59" dur="1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 bldLvl="0" animBg="1"/>
      <p:bldP spid="162" grpId="1" bldLvl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90</a:t>
            </a:fld>
            <a:endParaRPr lang="en-US" altLang="zh-CN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1" name="AutoShape 157">
            <a:hlinkClick r:id="rId4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51460" y="332656"/>
            <a:ext cx="2468245" cy="38429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数据冒险处理   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*产生原因：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*冒险类型：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*处理方法： 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4000" y="759381"/>
            <a:ext cx="5328841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因重叠执行，指令所需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数据不可用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写后读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Read After </a:t>
            </a:r>
            <a:r>
              <a:rPr kumimoji="0" lang="en-US" altLang="zh-CN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Write</a:t>
            </a:r>
            <a:r>
              <a:rPr kumimoji="0" lang="en-US" altLang="zh-CN" sz="18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,RAW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冒险等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123728" y="1700611"/>
            <a:ext cx="6408712" cy="1944216"/>
            <a:chOff x="827584" y="3068960"/>
            <a:chExt cx="6408712" cy="1944216"/>
          </a:xfrm>
        </p:grpSpPr>
        <p:cxnSp>
          <p:nvCxnSpPr>
            <p:cNvPr id="10" name="直接箭头连接符 9"/>
            <p:cNvCxnSpPr/>
            <p:nvPr>
              <p:custDataLst>
                <p:tags r:id="rId7"/>
              </p:custDataLst>
            </p:nvPr>
          </p:nvCxnSpPr>
          <p:spPr bwMode="auto">
            <a:xfrm>
              <a:off x="2415430" y="3284984"/>
              <a:ext cx="453283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" name="Text Box 6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948264" y="3138487"/>
              <a:ext cx="288032" cy="29051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拍</a:t>
              </a:r>
              <a:endParaRPr lang="en-US" altLang="zh-CN" sz="1800" b="1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" name="Text Box 6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411760" y="3360142"/>
              <a:ext cx="504056" cy="2128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13" name="Text Box 6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915816" y="3360141"/>
              <a:ext cx="502221" cy="212875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4" name="Text Box 6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419872" y="3360142"/>
              <a:ext cx="499862" cy="21287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15" name="Text Box 6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923928" y="3356992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16" name="Text Box 6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427984" y="3356992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17" name="Text Box 5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627784" y="3068960"/>
              <a:ext cx="4248472" cy="216024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0" tIns="10800" rIns="18000" bIns="1080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1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2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3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4    5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6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7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8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9</a:t>
              </a:r>
            </a:p>
          </p:txBody>
        </p:sp>
        <p:sp>
          <p:nvSpPr>
            <p:cNvPr id="5" name="Text Box 6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27584" y="3284984"/>
              <a:ext cx="1584176" cy="17281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8800" rIns="18000" bIns="10800"/>
            <a:lstStyle/>
            <a:p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I1:</a:t>
              </a: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$4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$5+$6</a:t>
              </a:r>
            </a:p>
            <a:p>
              <a:pPr>
                <a:spcBef>
                  <a:spcPts val="70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I2:$7</a:t>
              </a:r>
              <a:r>
                <a:rPr lang="zh-CN" altLang="en-US" sz="1800" dirty="0">
                  <a:solidFill>
                    <a:schemeClr val="tx1"/>
                  </a:solidFill>
                </a:rPr>
                <a:t>←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$4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-$6</a:t>
              </a:r>
            </a:p>
            <a:p>
              <a:pPr>
                <a:spcBef>
                  <a:spcPts val="70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I3:$8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$4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|$6</a:t>
              </a:r>
            </a:p>
            <a:p>
              <a:pPr>
                <a:spcBef>
                  <a:spcPts val="70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I4:$9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$4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+$6</a:t>
              </a:r>
            </a:p>
            <a:p>
              <a:pPr>
                <a:spcBef>
                  <a:spcPts val="70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I5:$3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$4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&amp;$6</a:t>
              </a:r>
            </a:p>
            <a:p>
              <a:pPr>
                <a:lnSpc>
                  <a:spcPct val="145000"/>
                </a:lnSpc>
              </a:pP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4927846" y="3212976"/>
              <a:ext cx="4194" cy="158417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" name="Text Box 6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920010" y="3720178"/>
              <a:ext cx="499862" cy="216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21" name="Text Box 6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419872" y="3720177"/>
              <a:ext cx="502221" cy="21600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8" name="Text Box 6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923928" y="3720178"/>
              <a:ext cx="499862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23" name="Text Box 6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427984" y="3717028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24" name="Text Box 6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932040" y="3717028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31" name="Text Box 6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424066" y="4080220"/>
              <a:ext cx="499862" cy="2128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32" name="Text Box 6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923928" y="4080219"/>
              <a:ext cx="502221" cy="212875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33" name="Text Box 6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427984" y="4080220"/>
              <a:ext cx="499862" cy="21287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34" name="Text Box 6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932040" y="4077070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35" name="Text Box 6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436096" y="4077070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36" name="Text Box 6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928122" y="4440258"/>
              <a:ext cx="499862" cy="2128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37" name="Text Box 6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427984" y="4440257"/>
              <a:ext cx="502221" cy="212875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38" name="Text Box 6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932040" y="4440258"/>
              <a:ext cx="499862" cy="21287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39" name="Text Box 6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436096" y="4437108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40" name="Text Box 6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5940152" y="4437108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41" name="Text Box 6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432178" y="4800300"/>
              <a:ext cx="499862" cy="2128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42" name="Text Box 6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932040" y="4800299"/>
              <a:ext cx="502221" cy="212875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43" name="Text Box 6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5436096" y="4800300"/>
              <a:ext cx="499862" cy="21287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44" name="Text Box 6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940152" y="4797150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45" name="Text Box 6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444208" y="4797150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53" name="椭圆 52"/>
            <p:cNvSpPr/>
            <p:nvPr>
              <p:custDataLst>
                <p:tags r:id="rId37"/>
              </p:custDataLst>
            </p:nvPr>
          </p:nvSpPr>
          <p:spPr bwMode="auto">
            <a:xfrm>
              <a:off x="4940430" y="3429000"/>
              <a:ext cx="72000" cy="72008"/>
            </a:xfrm>
            <a:prstGeom prst="ellipse">
              <a:avLst/>
            </a:prstGeom>
            <a:solidFill>
              <a:srgbClr val="CCFFFF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54" name="直接连接符 53"/>
            <p:cNvCxnSpPr>
              <a:stCxn id="16" idx="3"/>
              <a:endCxn id="21" idx="0"/>
            </p:cNvCxnSpPr>
            <p:nvPr>
              <p:custDataLst>
                <p:tags r:id="rId38"/>
              </p:custDataLst>
            </p:nvPr>
          </p:nvCxnSpPr>
          <p:spPr bwMode="auto">
            <a:xfrm flipH="1">
              <a:off x="3670983" y="3465004"/>
              <a:ext cx="1261057" cy="25517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55" name="直接连接符 54"/>
            <p:cNvCxnSpPr>
              <a:stCxn id="53" idx="3"/>
            </p:cNvCxnSpPr>
            <p:nvPr>
              <p:custDataLst>
                <p:tags r:id="rId39"/>
              </p:custDataLst>
            </p:nvPr>
          </p:nvCxnSpPr>
          <p:spPr bwMode="auto">
            <a:xfrm flipH="1">
              <a:off x="4173859" y="3490463"/>
              <a:ext cx="777115" cy="58660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56" name="直接连接符 55"/>
            <p:cNvCxnSpPr>
              <a:stCxn id="53" idx="4"/>
              <a:endCxn id="37" idx="0"/>
            </p:cNvCxnSpPr>
            <p:nvPr>
              <p:custDataLst>
                <p:tags r:id="rId40"/>
              </p:custDataLst>
            </p:nvPr>
          </p:nvCxnSpPr>
          <p:spPr bwMode="auto">
            <a:xfrm flipH="1">
              <a:off x="4679095" y="3501008"/>
              <a:ext cx="297335" cy="93924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77" name="直接连接符 76"/>
            <p:cNvCxnSpPr>
              <a:stCxn id="53" idx="5"/>
              <a:endCxn id="42" idx="0"/>
            </p:cNvCxnSpPr>
            <p:nvPr>
              <p:custDataLst>
                <p:tags r:id="rId41"/>
              </p:custDataLst>
            </p:nvPr>
          </p:nvCxnSpPr>
          <p:spPr bwMode="auto">
            <a:xfrm>
              <a:off x="5001886" y="3490463"/>
              <a:ext cx="181265" cy="13098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arrow" w="sm" len="sm"/>
            </a:ln>
            <a:effectLst/>
          </p:spPr>
        </p:cxnSp>
      </p:grpSp>
      <p:sp>
        <p:nvSpPr>
          <p:cNvPr id="78" name="Text Box 2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25500" y="3681646"/>
            <a:ext cx="7803515" cy="2266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kumimoji="0" lang="zh-CN" altLang="en-US" sz="2200" b="1" dirty="0">
                <a:latin typeface="宋体" panose="02010600030101010101" pitchFamily="2" charset="-122"/>
                <a:sym typeface="+mn-ea"/>
              </a:rPr>
              <a:t>阻塞法、转发法、乱序执行法</a:t>
            </a:r>
            <a:endParaRPr kumimoji="0" lang="zh-CN" altLang="en-US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场景</a:t>
            </a:r>
            <a:r>
              <a:rPr kumimoji="0"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食堂打饭时，甲需要借用乙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甲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排在</a:t>
            </a:r>
            <a:r>
              <a:rPr kumimoji="0"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乙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后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的饭卡，处理方法？</a:t>
            </a:r>
            <a:endParaRPr kumimoji="0"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</a:pPr>
            <a:r>
              <a:rPr kumimoji="0"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甲              后面人       窗口状态</a:t>
            </a:r>
            <a:endParaRPr kumimoji="0"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5000"/>
              </a:lnSpc>
            </a:pPr>
            <a:r>
              <a:rPr kumimoji="0"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处理</a:t>
            </a:r>
            <a:r>
              <a:rPr kumimoji="0"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原地等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拿卡后再走   一起</a:t>
            </a:r>
            <a:r>
              <a:rPr kumimoji="0"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kumimoji="0"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原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次序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②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往前走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途中拿卡     跟着</a:t>
            </a:r>
            <a:r>
              <a:rPr kumimoji="0"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走   </a:t>
            </a:r>
            <a:r>
              <a:rPr kumimoji="0"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原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次序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③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原地等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拿卡后再走   绕着</a:t>
            </a:r>
            <a:r>
              <a:rPr kumimoji="0"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走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kumimoji="0"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乱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次序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grpSp>
        <p:nvGrpSpPr>
          <p:cNvPr id="79" name="组合 78"/>
          <p:cNvGrpSpPr/>
          <p:nvPr/>
        </p:nvGrpSpPr>
        <p:grpSpPr>
          <a:xfrm>
            <a:off x="1044000" y="2420611"/>
            <a:ext cx="1101328" cy="1246271"/>
            <a:chOff x="1022400" y="2501160"/>
            <a:chExt cx="1101328" cy="1246271"/>
          </a:xfrm>
        </p:grpSpPr>
        <p:sp>
          <p:nvSpPr>
            <p:cNvPr id="81" name="Text Box 60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022400" y="2780560"/>
              <a:ext cx="995045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冲突指令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2" name="左大括号 81"/>
            <p:cNvSpPr/>
            <p:nvPr>
              <p:custDataLst>
                <p:tags r:id="rId5"/>
              </p:custDataLst>
            </p:nvPr>
          </p:nvSpPr>
          <p:spPr bwMode="auto">
            <a:xfrm>
              <a:off x="1979712" y="2501160"/>
              <a:ext cx="72008" cy="792000"/>
            </a:xfrm>
            <a:prstGeom prst="leftBrace">
              <a:avLst>
                <a:gd name="adj1" fmla="val 32417"/>
                <a:gd name="adj2" fmla="val 50000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" name="Text Box 6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24161" y="3459431"/>
              <a:ext cx="1099567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相关指令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91</a:t>
            </a:fld>
            <a:endParaRPr lang="en-US" altLang="zh-CN"/>
          </a:p>
        </p:txBody>
      </p:sp>
      <p:sp>
        <p:nvSpPr>
          <p:cNvPr id="117" name="AutoShape 1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" name="AutoShape 157">
            <a:hlinkClick r:id="rId106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" name="AutoShape 157">
            <a:hlinkClick r:id="rId10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Text Box 8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8" y="332656"/>
            <a:ext cx="3456508" cy="53066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kumimoji="0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阻塞法：</a:t>
            </a: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冒险消除时要求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00000"/>
              </a:lnSpc>
              <a:spcAft>
                <a:spcPts val="0"/>
              </a:spcAft>
            </a:pPr>
            <a:endParaRPr kumimoji="0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Aft>
                <a:spcPts val="0"/>
              </a:spcAft>
            </a:pPr>
            <a:endParaRPr kumimoji="0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暂停方法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停顿拍数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8" name="Text Box 8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22425" y="332701"/>
            <a:ext cx="7267575" cy="20516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200" b="1" u="sng" dirty="0">
                <a:latin typeface="宋体" panose="02010600030101010101" pitchFamily="2" charset="-122"/>
                <a:sym typeface="+mn-ea"/>
              </a:rPr>
              <a:t>冲突指令及后续指令</a:t>
            </a:r>
            <a:r>
              <a:rPr kumimoji="0" lang="zh-CN" altLang="en-US" sz="2200" b="1" baseline="-25000" dirty="0">
                <a:latin typeface="+mn-lt"/>
                <a:sym typeface="+mn-ea"/>
              </a:rPr>
              <a:t> </a:t>
            </a:r>
            <a:r>
              <a:rPr kumimoji="0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暂停</a:t>
            </a:r>
            <a:r>
              <a:rPr kumimoji="0"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kumimoji="0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直到</a:t>
            </a:r>
            <a:r>
              <a:rPr kumimoji="0" lang="zh-CN" altLang="en-US" sz="2200" b="1" dirty="0">
                <a:latin typeface="宋体" panose="02010600030101010101" pitchFamily="2" charset="-122"/>
                <a:sym typeface="+mn-ea"/>
              </a:rPr>
              <a:t>冒险消除</a:t>
            </a:r>
            <a:r>
              <a:rPr kumimoji="0"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kumimoji="0" lang="zh-CN" altLang="en-US" sz="1600" b="1" dirty="0">
                <a:latin typeface="宋体" panose="02010600030101010101" pitchFamily="2" charset="-122"/>
                <a:sym typeface="+mn-ea"/>
              </a:rPr>
              <a:t>数据就绪</a:t>
            </a:r>
            <a:r>
              <a:rPr kumimoji="0"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kumimoji="0" lang="en-US" altLang="zh-CN" sz="2200" b="1" spc="-8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spc="-8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</a:t>
            </a:r>
            <a:r>
              <a:rPr kumimoji="0" lang="en-US" altLang="zh-CN" sz="2200" b="1" u="sng" spc="-8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IF/ID</a:t>
            </a:r>
            <a:r>
              <a:rPr kumimoji="0" lang="en-US" altLang="zh-CN" sz="1600" b="1" u="sng" spc="-8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600" b="1" u="sng" spc="-8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段间</a:t>
            </a:r>
            <a:r>
              <a:rPr kumimoji="0" lang="en-US" altLang="zh-CN" sz="1600" b="1" u="sng" spc="-8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REG)</a:t>
            </a:r>
            <a:r>
              <a:rPr kumimoji="0" lang="zh-CN" altLang="en-US" sz="2200" b="1" u="sng" spc="-8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及</a:t>
            </a:r>
            <a:r>
              <a:rPr kumimoji="0" lang="en-US" altLang="zh-CN" sz="2200" b="1" u="sng" spc="-8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kumimoji="0" lang="zh-CN" altLang="en-US" sz="2200" b="1" u="sng" spc="-8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不变</a:t>
            </a:r>
            <a:r>
              <a:rPr kumimoji="0" lang="zh-CN" altLang="en-US" sz="2200" b="1" spc="-8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kumimoji="0" lang="zh-CN" altLang="en-US" sz="2200" b="1" u="sng" spc="-8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其余段间</a:t>
            </a:r>
            <a:r>
              <a:rPr kumimoji="0" lang="en-US" altLang="zh-CN" sz="2200" b="1" u="sng" spc="-8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kumimoji="0" lang="zh-CN" altLang="en-US" sz="2200" b="1" spc="-8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kumimoji="0" lang="zh-CN" altLang="en-US" sz="2200" b="1" u="sng" spc="-8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气泡</a:t>
            </a:r>
            <a:endParaRPr kumimoji="0" lang="zh-CN" altLang="en-US" sz="2200" b="1" spc="-8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</a:t>
            </a:r>
            <a:r>
              <a:rPr kumimoji="0"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流水线</a:t>
            </a:r>
            <a:r>
              <a:rPr kumimoji="0" lang="zh-CN" altLang="en-US" sz="16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一直流动</a:t>
            </a:r>
            <a:r>
              <a:rPr kumimoji="0"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kumimoji="0" lang="zh-CN" altLang="en-US" sz="16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操作基于段间</a:t>
            </a:r>
            <a:r>
              <a:rPr kumimoji="0" lang="en-US" altLang="zh-CN" sz="16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kumimoji="0"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kumimoji="0"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      </a:t>
            </a:r>
            <a:r>
              <a:rPr kumimoji="0" lang="en-US" altLang="zh-CN" sz="1600" b="1" spc="1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umimoji="0"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│</a:t>
            </a:r>
            <a:endParaRPr kumimoji="0" lang="en-US" altLang="zh-CN" sz="1600" b="1" u="sng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     </a:t>
            </a:r>
            <a:r>
              <a:rPr kumimoji="0"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空操作指令的</a:t>
            </a:r>
            <a:r>
              <a:rPr kumimoji="0" lang="en-US" altLang="zh-CN" sz="16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uOPCmd</a:t>
            </a:r>
            <a:r>
              <a:rPr kumimoji="0"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kumimoji="0"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</a:p>
          <a:p>
            <a:pPr algn="l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ID</a:t>
            </a:r>
            <a:r>
              <a:rPr kumimoji="0"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段</a:t>
            </a:r>
            <a:r>
              <a:rPr kumimoji="0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产生</a:t>
            </a:r>
            <a:r>
              <a:rPr kumimoji="0"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气泡</a:t>
            </a:r>
            <a:r>
              <a:rPr kumimoji="0"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kumimoji="0" lang="en-US" altLang="zh-CN" sz="1600" b="1" spc="-8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1600" b="1" u="sng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0" name="Text Box 8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96000" y="5048656"/>
            <a:ext cx="6480720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数据欲读</a:t>
            </a:r>
            <a:r>
              <a:rPr kumimoji="0"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kumimoji="0"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可读的</a:t>
            </a:r>
            <a:r>
              <a:rPr kumimoji="0" lang="zh-CN" altLang="en-US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相差</a:t>
            </a:r>
            <a:r>
              <a:rPr kumimoji="0"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拍数 </a:t>
            </a:r>
            <a:endParaRPr kumimoji="0" lang="en-US" altLang="zh-CN" sz="2000" b="0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3" name="Text Box 6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51520" y="2321773"/>
            <a:ext cx="1368152" cy="165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46800" rIns="18000" bIns="10800"/>
          <a:lstStyle/>
          <a:p>
            <a:pPr algn="ctr">
              <a:lnSpc>
                <a:spcPct val="114000"/>
              </a:lnSpc>
              <a:spcBef>
                <a:spcPts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I1: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$4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$5+$6</a:t>
            </a:r>
          </a:p>
          <a:p>
            <a:pPr algn="ctr">
              <a:spcBef>
                <a:spcPts val="0"/>
              </a:spcBef>
            </a:pP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</a:p>
          <a:p>
            <a:pPr algn="ctr">
              <a:spcBef>
                <a:spcPts val="0"/>
              </a:spcBef>
            </a:pP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</a:p>
          <a:p>
            <a:pPr algn="ctr">
              <a:spcBef>
                <a:spcPts val="0"/>
              </a:spcBef>
            </a:pP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</a:p>
          <a:p>
            <a:pPr algn="ctr">
              <a:spcBef>
                <a:spcPts val="50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I2:$7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$4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-$6</a:t>
            </a:r>
          </a:p>
          <a:p>
            <a:pPr algn="ctr">
              <a:spcBef>
                <a:spcPts val="20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I3:$8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$4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|$6</a:t>
            </a:r>
          </a:p>
        </p:txBody>
      </p:sp>
      <p:grpSp>
        <p:nvGrpSpPr>
          <p:cNvPr id="324" name="组合 323"/>
          <p:cNvGrpSpPr/>
          <p:nvPr/>
        </p:nvGrpSpPr>
        <p:grpSpPr>
          <a:xfrm>
            <a:off x="2483768" y="2609805"/>
            <a:ext cx="2160240" cy="936104"/>
            <a:chOff x="2555776" y="2276872"/>
            <a:chExt cx="2160240" cy="936104"/>
          </a:xfrm>
        </p:grpSpPr>
        <p:cxnSp>
          <p:nvCxnSpPr>
            <p:cNvPr id="325" name="直接连接符 324"/>
            <p:cNvCxnSpPr/>
            <p:nvPr>
              <p:custDataLst>
                <p:tags r:id="rId95"/>
              </p:custDataLst>
            </p:nvPr>
          </p:nvCxnSpPr>
          <p:spPr bwMode="auto">
            <a:xfrm>
              <a:off x="3851920" y="2276878"/>
              <a:ext cx="0" cy="9360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6" name="直接连接符 325"/>
            <p:cNvCxnSpPr/>
            <p:nvPr>
              <p:custDataLst>
                <p:tags r:id="rId96"/>
              </p:custDataLst>
            </p:nvPr>
          </p:nvCxnSpPr>
          <p:spPr bwMode="auto">
            <a:xfrm>
              <a:off x="2555776" y="2276872"/>
              <a:ext cx="0" cy="936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32" name="云形 331"/>
            <p:cNvSpPr/>
            <p:nvPr>
              <p:custDataLst>
                <p:tags r:id="rId97"/>
              </p:custDataLst>
            </p:nvPr>
          </p:nvSpPr>
          <p:spPr bwMode="auto">
            <a:xfrm>
              <a:off x="3851968" y="2852936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</a:p>
          </p:txBody>
        </p:sp>
        <p:cxnSp>
          <p:nvCxnSpPr>
            <p:cNvPr id="333" name="直接连接符 332"/>
            <p:cNvCxnSpPr/>
            <p:nvPr>
              <p:custDataLst>
                <p:tags r:id="rId98"/>
              </p:custDataLst>
            </p:nvPr>
          </p:nvCxnSpPr>
          <p:spPr bwMode="auto">
            <a:xfrm flipH="1">
              <a:off x="2987824" y="2276872"/>
              <a:ext cx="4194" cy="936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35" name="云形 334"/>
            <p:cNvSpPr/>
            <p:nvPr>
              <p:custDataLst>
                <p:tags r:id="rId99"/>
              </p:custDataLst>
            </p:nvPr>
          </p:nvSpPr>
          <p:spPr bwMode="auto">
            <a:xfrm>
              <a:off x="3851968" y="2598873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</a:p>
          </p:txBody>
        </p:sp>
        <p:sp>
          <p:nvSpPr>
            <p:cNvPr id="336" name="云形 335"/>
            <p:cNvSpPr/>
            <p:nvPr>
              <p:custDataLst>
                <p:tags r:id="rId100"/>
              </p:custDataLst>
            </p:nvPr>
          </p:nvSpPr>
          <p:spPr bwMode="auto">
            <a:xfrm>
              <a:off x="4284016" y="2854991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</a:p>
          </p:txBody>
        </p:sp>
        <p:sp>
          <p:nvSpPr>
            <p:cNvPr id="337" name="云形 336"/>
            <p:cNvSpPr/>
            <p:nvPr>
              <p:custDataLst>
                <p:tags r:id="rId101"/>
              </p:custDataLst>
            </p:nvPr>
          </p:nvSpPr>
          <p:spPr bwMode="auto">
            <a:xfrm>
              <a:off x="3851968" y="2350935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</a:p>
          </p:txBody>
        </p:sp>
        <p:sp>
          <p:nvSpPr>
            <p:cNvPr id="338" name="云形 337"/>
            <p:cNvSpPr/>
            <p:nvPr>
              <p:custDataLst>
                <p:tags r:id="rId102"/>
              </p:custDataLst>
            </p:nvPr>
          </p:nvSpPr>
          <p:spPr bwMode="auto">
            <a:xfrm>
              <a:off x="4284016" y="2600928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</a:p>
          </p:txBody>
        </p:sp>
        <p:cxnSp>
          <p:nvCxnSpPr>
            <p:cNvPr id="339" name="直接连接符 338"/>
            <p:cNvCxnSpPr/>
            <p:nvPr>
              <p:custDataLst>
                <p:tags r:id="rId103"/>
              </p:custDataLst>
            </p:nvPr>
          </p:nvCxnSpPr>
          <p:spPr bwMode="auto">
            <a:xfrm flipH="1">
              <a:off x="3419872" y="2276872"/>
              <a:ext cx="4194" cy="936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" name="组合 3"/>
          <p:cNvGrpSpPr/>
          <p:nvPr/>
        </p:nvGrpSpPr>
        <p:grpSpPr>
          <a:xfrm>
            <a:off x="1619672" y="2177773"/>
            <a:ext cx="3024288" cy="1800184"/>
            <a:chOff x="1619672" y="1988856"/>
            <a:chExt cx="3024288" cy="1800184"/>
          </a:xfrm>
        </p:grpSpPr>
        <p:sp>
          <p:nvSpPr>
            <p:cNvPr id="5" name="Text Box 61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2483816" y="3284984"/>
              <a:ext cx="1296096" cy="5040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暂停</a:t>
              </a:r>
            </a:p>
          </p:txBody>
        </p:sp>
        <p:cxnSp>
          <p:nvCxnSpPr>
            <p:cNvPr id="6" name="直接箭头连接符 5"/>
            <p:cNvCxnSpPr/>
            <p:nvPr>
              <p:custDataLst>
                <p:tags r:id="rId81"/>
              </p:custDataLst>
            </p:nvPr>
          </p:nvCxnSpPr>
          <p:spPr bwMode="auto">
            <a:xfrm>
              <a:off x="1619672" y="2132856"/>
              <a:ext cx="302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Text Box 61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1619672" y="2204864"/>
              <a:ext cx="432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8" name="Text Box 61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2051720" y="2204888"/>
              <a:ext cx="432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9" name="Text Box 61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2483768" y="2204888"/>
              <a:ext cx="432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10" name="Text Box 61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2915816" y="2204888"/>
              <a:ext cx="432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11" name="Text Box 6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3347864" y="2204888"/>
              <a:ext cx="432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12" name="Text Box 57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763688" y="1988856"/>
              <a:ext cx="2880000" cy="144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0" tIns="10800" rIns="18000" bIns="10800"/>
            <a:lstStyle/>
            <a:p>
              <a:pPr>
                <a:lnSpc>
                  <a:spcPct val="6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1    2    3    4    5    6    7 </a:t>
              </a:r>
            </a:p>
          </p:txBody>
        </p:sp>
        <p:sp>
          <p:nvSpPr>
            <p:cNvPr id="13" name="Text Box 61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4211960" y="3573040"/>
              <a:ext cx="432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4" name="Text Box 61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2051768" y="3285008"/>
              <a:ext cx="432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15" name="Text Box 61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4211960" y="3285008"/>
              <a:ext cx="432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16" name="Text Box 61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3779912" y="3285008"/>
              <a:ext cx="432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7" name="Text Box 61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3779912" y="3573040"/>
              <a:ext cx="432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18" name="Text Box 61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2483816" y="3284984"/>
              <a:ext cx="43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72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9" name="椭圆 18"/>
            <p:cNvSpPr/>
            <p:nvPr>
              <p:custDataLst>
                <p:tags r:id="rId94"/>
              </p:custDataLst>
            </p:nvPr>
          </p:nvSpPr>
          <p:spPr bwMode="auto">
            <a:xfrm>
              <a:off x="2502818" y="3347467"/>
              <a:ext cx="108000" cy="10800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  <p:sp>
        <p:nvSpPr>
          <p:cNvPr id="20" name="Text Box 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331640" y="4184656"/>
            <a:ext cx="403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1800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思考①：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产生气泡，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不暂停行吗？ 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 Box 14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436349" y="4184656"/>
            <a:ext cx="3528392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l"/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RAW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消除时，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IF/ID.IR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已不是冲突指令</a:t>
            </a:r>
          </a:p>
        </p:txBody>
      </p:sp>
      <p:sp>
        <p:nvSpPr>
          <p:cNvPr id="22" name="Text Box 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331640" y="5561896"/>
            <a:ext cx="30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1800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思考③：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如何知道停顿拍数？ 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Text Box 140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332230" y="5921180"/>
            <a:ext cx="6988175" cy="25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l">
              <a:lnSpc>
                <a:spcPct val="105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</a:t>
            </a:r>
            <a:r>
              <a:rPr lang="zh-CN" altLang="en-US" sz="16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每拍比较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(IF/ID.IR.rs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～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ID/EX.rd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及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EX/MEM</a:t>
            </a:r>
            <a:r>
              <a: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.rd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16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匹配失败时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冒险消除</a:t>
            </a: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715123" y="2681813"/>
            <a:ext cx="1066177" cy="798446"/>
            <a:chOff x="2715123" y="2852920"/>
            <a:chExt cx="1066177" cy="798446"/>
          </a:xfrm>
        </p:grpSpPr>
        <p:cxnSp>
          <p:nvCxnSpPr>
            <p:cNvPr id="25" name="直接箭头连接符 170"/>
            <p:cNvCxnSpPr/>
            <p:nvPr>
              <p:custDataLst>
                <p:tags r:id="rId74"/>
              </p:custDataLst>
            </p:nvPr>
          </p:nvCxnSpPr>
          <p:spPr bwMode="auto">
            <a:xfrm rot="5400000" flipH="1" flipV="1">
              <a:off x="2453930" y="3206168"/>
              <a:ext cx="706391" cy="184006"/>
            </a:xfrm>
            <a:prstGeom prst="bentConnector3">
              <a:avLst>
                <a:gd name="adj1" fmla="val 101239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直接箭头连接符 171"/>
            <p:cNvCxnSpPr/>
            <p:nvPr>
              <p:custDataLst>
                <p:tags r:id="rId75"/>
              </p:custDataLst>
            </p:nvPr>
          </p:nvCxnSpPr>
          <p:spPr bwMode="auto">
            <a:xfrm rot="5400000" flipH="1" flipV="1">
              <a:off x="3014495" y="3310260"/>
              <a:ext cx="452055" cy="217364"/>
            </a:xfrm>
            <a:prstGeom prst="bentConnector3">
              <a:avLst>
                <a:gd name="adj1" fmla="val 100569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直接箭头连接符 172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3563888" y="3446976"/>
              <a:ext cx="217412" cy="198040"/>
            </a:xfrm>
            <a:prstGeom prst="bentConnector3">
              <a:avLst>
                <a:gd name="adj1" fmla="val -2573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8" name="云形 27"/>
            <p:cNvSpPr/>
            <p:nvPr>
              <p:custDataLst>
                <p:tags r:id="rId77"/>
              </p:custDataLst>
            </p:nvPr>
          </p:nvSpPr>
          <p:spPr bwMode="auto">
            <a:xfrm>
              <a:off x="2899128" y="2852920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</a:p>
          </p:txBody>
        </p:sp>
        <p:sp>
          <p:nvSpPr>
            <p:cNvPr id="29" name="云形 28"/>
            <p:cNvSpPr/>
            <p:nvPr>
              <p:custDataLst>
                <p:tags r:id="rId78"/>
              </p:custDataLst>
            </p:nvPr>
          </p:nvSpPr>
          <p:spPr bwMode="auto">
            <a:xfrm>
              <a:off x="3347864" y="3102913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</a:p>
          </p:txBody>
        </p:sp>
        <p:sp>
          <p:nvSpPr>
            <p:cNvPr id="30" name="云形 29"/>
            <p:cNvSpPr/>
            <p:nvPr>
              <p:custDataLst>
                <p:tags r:id="rId79"/>
              </p:custDataLst>
            </p:nvPr>
          </p:nvSpPr>
          <p:spPr bwMode="auto">
            <a:xfrm>
              <a:off x="3331176" y="2852920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</a:p>
          </p:txBody>
        </p:sp>
      </p:grpSp>
      <p:sp>
        <p:nvSpPr>
          <p:cNvPr id="99" name="Text Box 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331640" y="4614941"/>
            <a:ext cx="306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1800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段如何产生气泡？ 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1" name="Text Box 140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501515" y="4580656"/>
            <a:ext cx="4212000" cy="540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t" anchorCtr="0"/>
          <a:lstStyle/>
          <a:p>
            <a:pPr algn="l">
              <a:lnSpc>
                <a:spcPct val="105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MUX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选择</a:t>
            </a:r>
            <a:r>
              <a: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Cmd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当前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nop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写入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ID/</a:t>
            </a:r>
            <a:r>
              <a: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EX.Cmd</a:t>
            </a:r>
          </a:p>
          <a:p>
            <a:pPr algn="l">
              <a:lnSpc>
                <a:spcPct val="105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CU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产生→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┘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←固定值</a:t>
            </a:r>
          </a:p>
        </p:txBody>
      </p:sp>
      <p:sp>
        <p:nvSpPr>
          <p:cNvPr id="103" name="Text Box 63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83648" y="2681829"/>
            <a:ext cx="720000" cy="720000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spcBef>
                <a:spcPts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bubble </a:t>
            </a:r>
          </a:p>
          <a:p>
            <a:pPr>
              <a:spcBef>
                <a:spcPts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bubble</a:t>
            </a:r>
          </a:p>
          <a:p>
            <a:pPr>
              <a:spcBef>
                <a:spcPts val="0"/>
              </a:spcBef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bubble</a:t>
            </a:r>
          </a:p>
        </p:txBody>
      </p:sp>
      <p:grpSp>
        <p:nvGrpSpPr>
          <p:cNvPr id="78" name="组合 77"/>
          <p:cNvGrpSpPr/>
          <p:nvPr/>
        </p:nvGrpSpPr>
        <p:grpSpPr>
          <a:xfrm>
            <a:off x="5039995" y="2528531"/>
            <a:ext cx="3636010" cy="1440180"/>
            <a:chOff x="7937" y="4025"/>
            <a:chExt cx="5726" cy="2268"/>
          </a:xfrm>
        </p:grpSpPr>
        <p:grpSp>
          <p:nvGrpSpPr>
            <p:cNvPr id="33" name="组合 32"/>
            <p:cNvGrpSpPr/>
            <p:nvPr/>
          </p:nvGrpSpPr>
          <p:grpSpPr>
            <a:xfrm>
              <a:off x="9695" y="4479"/>
              <a:ext cx="1701" cy="1814"/>
              <a:chOff x="6156224" y="2996952"/>
              <a:chExt cx="1080072" cy="1152000"/>
            </a:xfrm>
          </p:grpSpPr>
          <p:sp>
            <p:nvSpPr>
              <p:cNvPr id="31" name="Text Box 61"/>
              <p:cNvSpPr txBox="1">
                <a:spLocks noChangeArrowheads="1"/>
              </p:cNvSpPr>
              <p:nvPr>
                <p:custDataLst>
                  <p:tags r:id="rId72"/>
                </p:custDataLst>
              </p:nvPr>
            </p:nvSpPr>
            <p:spPr bwMode="auto">
              <a:xfrm>
                <a:off x="6516216" y="2996952"/>
                <a:ext cx="720032" cy="648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18000" tIns="17780" rIns="1800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  </a:t>
                </a:r>
                <a:endPara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lang="en-US" altLang="zh-CN" sz="16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</a:p>
              <a:p>
                <a:pPr algn="ctr">
                  <a:lnSpc>
                    <a:spcPct val="90000"/>
                  </a:lnSpc>
                </a:pPr>
                <a:endPara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32" name="Text Box 61"/>
              <p:cNvSpPr txBox="1"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6156224" y="3572952"/>
                <a:ext cx="1080072" cy="576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noFill/>
                <a:prstDash val="sysDash"/>
                <a:miter lim="800000"/>
              </a:ln>
              <a:effectLst/>
            </p:spPr>
            <p:txBody>
              <a:bodyPr lIns="18000" tIns="71755" rIns="18000" bIns="1080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  </a:t>
                </a:r>
                <a:r>
                  <a:rPr lang="en-US" altLang="zh-CN" sz="16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600" b="1" dirty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暂停</a:t>
                </a:r>
                <a:endPara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7937" y="4025"/>
              <a:ext cx="5727" cy="2268"/>
              <a:chOff x="5040000" y="2347755"/>
              <a:chExt cx="3636456" cy="1440168"/>
            </a:xfrm>
          </p:grpSpPr>
          <p:cxnSp>
            <p:nvCxnSpPr>
              <p:cNvPr id="35" name="直接箭头连接符 34"/>
              <p:cNvCxnSpPr/>
              <p:nvPr>
                <p:custDataLst>
                  <p:tags r:id="rId54"/>
                </p:custDataLst>
              </p:nvPr>
            </p:nvCxnSpPr>
            <p:spPr bwMode="auto">
              <a:xfrm>
                <a:off x="5436096" y="3787923"/>
                <a:ext cx="3240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6" name="直接箭头连接符 35"/>
              <p:cNvCxnSpPr/>
              <p:nvPr>
                <p:custDataLst>
                  <p:tags r:id="rId55"/>
                </p:custDataLst>
              </p:nvPr>
            </p:nvCxnSpPr>
            <p:spPr bwMode="auto">
              <a:xfrm flipV="1">
                <a:off x="5436096" y="2347755"/>
                <a:ext cx="0" cy="1440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37" name="Text Box 61"/>
              <p:cNvSpPr txBox="1"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5436096" y="3571755"/>
                <a:ext cx="360040" cy="216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I1</a:t>
                </a:r>
              </a:p>
            </p:txBody>
          </p:sp>
          <p:sp>
            <p:nvSpPr>
              <p:cNvPr id="38" name="Text Box 61"/>
              <p:cNvSpPr txBox="1"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5796136" y="3571755"/>
                <a:ext cx="360040" cy="21600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I2</a:t>
                </a:r>
              </a:p>
            </p:txBody>
          </p:sp>
          <p:sp>
            <p:nvSpPr>
              <p:cNvPr id="39" name="Text Box 61"/>
              <p:cNvSpPr txBox="1"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5796136" y="3283755"/>
                <a:ext cx="360040" cy="216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I1</a:t>
                </a:r>
              </a:p>
            </p:txBody>
          </p:sp>
          <p:sp>
            <p:nvSpPr>
              <p:cNvPr id="40" name="Text Box 61"/>
              <p:cNvSpPr txBox="1"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6156176" y="2995755"/>
                <a:ext cx="360040" cy="216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I1</a:t>
                </a:r>
              </a:p>
            </p:txBody>
          </p:sp>
          <p:sp>
            <p:nvSpPr>
              <p:cNvPr id="41" name="Text Box 61"/>
              <p:cNvSpPr txBox="1">
                <a:spLocks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7596336" y="2995755"/>
                <a:ext cx="360040" cy="21600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I2</a:t>
                </a:r>
              </a:p>
            </p:txBody>
          </p:sp>
          <p:sp>
            <p:nvSpPr>
              <p:cNvPr id="42" name="Text Box 61"/>
              <p:cNvSpPr txBox="1"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7236296" y="3283755"/>
                <a:ext cx="360040" cy="21600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I2</a:t>
                </a:r>
              </a:p>
            </p:txBody>
          </p:sp>
          <p:sp>
            <p:nvSpPr>
              <p:cNvPr id="43" name="Text Box 61"/>
              <p:cNvSpPr txBox="1"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6516216" y="2707755"/>
                <a:ext cx="360040" cy="216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I1</a:t>
                </a:r>
              </a:p>
            </p:txBody>
          </p:sp>
          <p:sp>
            <p:nvSpPr>
              <p:cNvPr id="44" name="Text Box 61"/>
              <p:cNvSpPr txBox="1">
                <a:spLocks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7956376" y="2707755"/>
                <a:ext cx="360040" cy="21600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I2</a:t>
                </a:r>
              </a:p>
            </p:txBody>
          </p:sp>
          <p:sp>
            <p:nvSpPr>
              <p:cNvPr id="45" name="Text Box 61"/>
              <p:cNvSpPr txBox="1"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6876256" y="2419755"/>
                <a:ext cx="360040" cy="216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I1</a:t>
                </a:r>
              </a:p>
            </p:txBody>
          </p:sp>
          <p:sp>
            <p:nvSpPr>
              <p:cNvPr id="46" name="Text Box 61"/>
              <p:cNvSpPr txBox="1">
                <a:spLocks noChangeArrowheads="1"/>
              </p:cNvSpPr>
              <p:nvPr>
                <p:custDataLst>
                  <p:tags r:id="rId65"/>
                </p:custDataLst>
              </p:nvPr>
            </p:nvSpPr>
            <p:spPr bwMode="auto">
              <a:xfrm>
                <a:off x="8316416" y="2419755"/>
                <a:ext cx="360040" cy="21600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I2</a:t>
                </a:r>
              </a:p>
            </p:txBody>
          </p:sp>
          <p:sp>
            <p:nvSpPr>
              <p:cNvPr id="47" name="Text Box 63"/>
              <p:cNvSpPr txBox="1">
                <a:spLocks noChangeArrowheads="1"/>
              </p:cNvSpPr>
              <p:nvPr>
                <p:custDataLst>
                  <p:tags r:id="rId66"/>
                </p:custDataLst>
              </p:nvPr>
            </p:nvSpPr>
            <p:spPr bwMode="auto">
              <a:xfrm>
                <a:off x="5040000" y="2419755"/>
                <a:ext cx="360000" cy="1368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0" rIns="18000" bIns="10800"/>
              <a:lstStyle/>
              <a:p>
                <a:pPr marL="0" indent="0" algn="ctr" eaLnBrk="1" latinLnBrk="0" hangingPunct="1">
                  <a:lnSpc>
                    <a:spcPct val="10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WB</a:t>
                </a:r>
              </a:p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MEM</a:t>
                </a:r>
              </a:p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EX</a:t>
                </a:r>
              </a:p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ID</a:t>
                </a:r>
              </a:p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IF</a:t>
                </a:r>
              </a:p>
            </p:txBody>
          </p:sp>
          <p:sp>
            <p:nvSpPr>
              <p:cNvPr id="48" name="Text Box 61"/>
              <p:cNvSpPr txBox="1">
                <a:spLocks noChangeArrowheads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7236296" y="3571755"/>
                <a:ext cx="360040" cy="216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I3</a:t>
                </a:r>
              </a:p>
            </p:txBody>
          </p:sp>
          <p:sp>
            <p:nvSpPr>
              <p:cNvPr id="49" name="Text Box 61"/>
              <p:cNvSpPr txBox="1">
                <a:spLocks noChangeArrowheads="1"/>
              </p:cNvSpPr>
              <p:nvPr>
                <p:custDataLst>
                  <p:tags r:id="rId68"/>
                </p:custDataLst>
              </p:nvPr>
            </p:nvSpPr>
            <p:spPr bwMode="auto">
              <a:xfrm>
                <a:off x="7596336" y="3283755"/>
                <a:ext cx="360040" cy="216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I3</a:t>
                </a:r>
              </a:p>
            </p:txBody>
          </p:sp>
          <p:sp>
            <p:nvSpPr>
              <p:cNvPr id="50" name="Text Box 61"/>
              <p:cNvSpPr txBox="1">
                <a:spLocks noChangeArrowheads="1"/>
              </p:cNvSpPr>
              <p:nvPr>
                <p:custDataLst>
                  <p:tags r:id="rId69"/>
                </p:custDataLst>
              </p:nvPr>
            </p:nvSpPr>
            <p:spPr bwMode="auto">
              <a:xfrm>
                <a:off x="7956376" y="2995755"/>
                <a:ext cx="360040" cy="216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I3</a:t>
                </a:r>
              </a:p>
            </p:txBody>
          </p:sp>
          <p:sp>
            <p:nvSpPr>
              <p:cNvPr id="51" name="Text Box 61"/>
              <p:cNvSpPr txBox="1"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8316416" y="2707755"/>
                <a:ext cx="360040" cy="216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I3</a:t>
                </a:r>
              </a:p>
            </p:txBody>
          </p:sp>
          <p:sp>
            <p:nvSpPr>
              <p:cNvPr id="52" name="Text Box 61"/>
              <p:cNvSpPr txBox="1">
                <a:spLocks noChangeArrowheads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6156176" y="3283755"/>
                <a:ext cx="359981" cy="21599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0" tIns="10800" rIns="0" bIns="1080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I2</a:t>
                </a:r>
              </a:p>
            </p:txBody>
          </p:sp>
        </p:grpSp>
        <p:sp>
          <p:nvSpPr>
            <p:cNvPr id="53" name="Text Box 61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8560" y="5839"/>
              <a:ext cx="567" cy="113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" name="Text Box 61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9128" y="5839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5" name="Text Box 61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1395" y="5839"/>
              <a:ext cx="567" cy="113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6" name="Text Box 61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9128" y="5386"/>
              <a:ext cx="567" cy="113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7" name="Text Box 61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1396" y="5386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8" name="Text Box 61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1963" y="5386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9" name="Text Box 61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9694" y="4932"/>
              <a:ext cx="567" cy="113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" name="Text Box 61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1962" y="4932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" name="Text Box 61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2529" y="4932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2" name="Text Box 61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0261" y="4479"/>
              <a:ext cx="567" cy="113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3" name="Text Box 61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12529" y="4479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4" name="Text Box 61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3096" y="4479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" name="Text Box 61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9695" y="5953"/>
              <a:ext cx="567" cy="3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6875780" y="2816821"/>
            <a:ext cx="360045" cy="934720"/>
            <a:chOff x="10828" y="4479"/>
            <a:chExt cx="567" cy="1472"/>
          </a:xfrm>
        </p:grpSpPr>
        <p:sp>
          <p:nvSpPr>
            <p:cNvPr id="66" name="Text Box 6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0828" y="5839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7" name="Text Box 61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0829" y="5386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8" name="Text Box 6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0828" y="4932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0" name="Text Box 6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0829" y="4479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7235825" y="2600921"/>
            <a:ext cx="1079500" cy="791845"/>
            <a:chOff x="11395" y="4139"/>
            <a:chExt cx="1700" cy="1247"/>
          </a:xfrm>
        </p:grpSpPr>
        <p:sp>
          <p:nvSpPr>
            <p:cNvPr id="72" name="Text Box 6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1395" y="4932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4" name="Text Box 6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1395" y="4479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5" name="Text Box 6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1962" y="4479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6" name="Text Box 6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1395" y="4139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77" name="Text Box 6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1395" y="5046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79" name="Text Box 6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1395" y="4592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80" name="Text Box 6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1962" y="4592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81" name="Text Box 6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1962" y="4139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82" name="Text Box 6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2529" y="4139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6156960" y="2312631"/>
            <a:ext cx="2122805" cy="1151255"/>
            <a:chOff x="9696" y="3685"/>
            <a:chExt cx="3343" cy="1813"/>
          </a:xfrm>
        </p:grpSpPr>
        <p:sp>
          <p:nvSpPr>
            <p:cNvPr id="84" name="Text Box 6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0828" y="5046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85" name="Text Box 6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0828" y="4592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86" name="Text Box 6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0262" y="5386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7" name="Text Box 6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0262" y="4932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8" name="Text Box 6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9696" y="5386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9" name="Text Box 6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0261" y="5046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90" name="左大括号 89"/>
            <p:cNvSpPr/>
            <p:nvPr>
              <p:custDataLst>
                <p:tags r:id="rId26"/>
              </p:custDataLst>
            </p:nvPr>
          </p:nvSpPr>
          <p:spPr bwMode="auto">
            <a:xfrm rot="5400000">
              <a:off x="12189" y="3309"/>
              <a:ext cx="113" cy="1474"/>
            </a:xfrm>
            <a:prstGeom prst="leftBrace">
              <a:avLst>
                <a:gd name="adj1" fmla="val 23381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91" name="Text Box 14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1565" y="3685"/>
              <a:ext cx="147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效果为</a:t>
              </a:r>
              <a:r>
                <a:rPr lang="zh-CN" altLang="en-US" sz="14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插入</a:t>
              </a:r>
              <a:endParaRPr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6155690" y="3464521"/>
            <a:ext cx="1080135" cy="503555"/>
            <a:chOff x="9694" y="5499"/>
            <a:chExt cx="1701" cy="793"/>
          </a:xfrm>
        </p:grpSpPr>
        <p:sp>
          <p:nvSpPr>
            <p:cNvPr id="93" name="Text Box 6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9694" y="5839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4" name="Text Box 6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0261" y="5839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5" name="Text Box 6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0262" y="5499"/>
              <a:ext cx="567" cy="3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97" name="Text Box 6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0829" y="5499"/>
              <a:ext cx="567" cy="3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</a:p>
          </p:txBody>
        </p:sp>
        <p:sp>
          <p:nvSpPr>
            <p:cNvPr id="102" name="Text Box 6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0262" y="5954"/>
              <a:ext cx="567" cy="3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104" name="Text Box 6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829" y="5954"/>
              <a:ext cx="567" cy="3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</p:grpSp>
      <p:sp>
        <p:nvSpPr>
          <p:cNvPr id="105" name="Text Box 88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138285" y="1626340"/>
            <a:ext cx="3418840" cy="5511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</a:t>
            </a:r>
            <a:r>
              <a:rPr kumimoji="0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暂停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不写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IF/ID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及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PC)</a:t>
            </a:r>
            <a:endParaRPr kumimoji="0" lang="en-US" altLang="zh-CN" sz="16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06" name="直接连接符 105"/>
          <p:cNvCxnSpPr/>
          <p:nvPr>
            <p:custDataLst>
              <p:tags r:id="rId13"/>
            </p:custDataLst>
          </p:nvPr>
        </p:nvCxnSpPr>
        <p:spPr bwMode="auto">
          <a:xfrm flipH="1" flipV="1">
            <a:off x="7164490" y="3716656"/>
            <a:ext cx="143510" cy="50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75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99" grpId="0" bldLvl="0" animBg="1"/>
      <p:bldP spid="101" grpId="0" bldLvl="0" animBg="1"/>
      <p:bldP spid="103" grpId="0" bldLvl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92</a:t>
            </a:fld>
            <a:endParaRPr lang="en-US" altLang="zh-CN"/>
          </a:p>
        </p:txBody>
      </p:sp>
      <p:sp>
        <p:nvSpPr>
          <p:cNvPr id="3" name="Text Box 88"/>
          <p:cNvSpPr txBox="1">
            <a:spLocks noChangeArrowheads="1"/>
          </p:cNvSpPr>
          <p:nvPr/>
        </p:nvSpPr>
        <p:spPr bwMode="auto">
          <a:xfrm>
            <a:off x="190500" y="360045"/>
            <a:ext cx="8549640" cy="3046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134110" indent="-1134110" algn="l">
              <a:lnSpc>
                <a:spcPct val="125000"/>
              </a:lnSpc>
            </a:pPr>
            <a:r>
              <a:rPr kumimoji="0"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    </a:t>
            </a:r>
            <a:r>
              <a:rPr kumimoji="0"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例</a:t>
            </a:r>
            <a:r>
              <a:rPr kumimoji="0"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1</a:t>
            </a:r>
            <a:r>
              <a:rPr kumimoji="0"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kumimoji="0" lang="en-US" altLang="zh-CN" sz="2000" b="1" dirty="0">
                <a:latin typeface="+mn-ea"/>
                <a:ea typeface="+mn-ea"/>
              </a:rPr>
              <a:t>MIPS</a:t>
            </a:r>
            <a:r>
              <a:rPr kumimoji="0" lang="zh-CN" altLang="en-US" sz="2000" b="1" dirty="0">
                <a:latin typeface="+mn-ea"/>
                <a:ea typeface="+mn-ea"/>
              </a:rPr>
              <a:t>流水线中，</a:t>
            </a:r>
            <a:r>
              <a:rPr lang="zh-CN" altLang="zh-CN" sz="2000" b="1" dirty="0">
                <a:latin typeface="+mn-ea"/>
                <a:ea typeface="+mn-ea"/>
              </a:rPr>
              <a:t>写</a:t>
            </a:r>
            <a:r>
              <a:rPr lang="en-US" altLang="zh-CN" sz="2000" b="1" dirty="0">
                <a:latin typeface="+mn-ea"/>
                <a:ea typeface="+mn-ea"/>
              </a:rPr>
              <a:t>GPRs</a:t>
            </a:r>
            <a:r>
              <a:rPr lang="zh-CN" altLang="en-US" sz="2000" b="1" dirty="0">
                <a:latin typeface="+mn-ea"/>
                <a:ea typeface="+mn-ea"/>
              </a:rPr>
              <a:t>放</a:t>
            </a:r>
            <a:r>
              <a:rPr lang="zh-CN" altLang="zh-CN" sz="2000" b="1" dirty="0">
                <a:latin typeface="+mn-ea"/>
                <a:ea typeface="+mn-ea"/>
              </a:rPr>
              <a:t>在</a:t>
            </a:r>
            <a:r>
              <a:rPr lang="en-US" altLang="zh-CN" sz="2000" b="1" dirty="0">
                <a:latin typeface="+mn-ea"/>
                <a:ea typeface="+mn-ea"/>
              </a:rPr>
              <a:t>WB</a:t>
            </a:r>
            <a:r>
              <a:rPr lang="zh-CN" altLang="zh-CN" sz="2000" b="1" dirty="0">
                <a:latin typeface="+mn-ea"/>
                <a:ea typeface="+mn-ea"/>
              </a:rPr>
              <a:t>段，在下一拍才能够读出</a:t>
            </a:r>
            <a:r>
              <a:rPr lang="zh-CN" altLang="en-US" sz="2000" b="1" dirty="0">
                <a:latin typeface="+mn-ea"/>
                <a:ea typeface="+mn-ea"/>
              </a:rPr>
              <a:t>当前拍</a:t>
            </a:r>
            <a:r>
              <a:rPr lang="zh-CN" altLang="zh-CN" sz="2000" b="1" dirty="0">
                <a:latin typeface="+mn-ea"/>
                <a:ea typeface="+mn-ea"/>
              </a:rPr>
              <a:t>所写的数据。现有如下</a:t>
            </a:r>
            <a:r>
              <a:rPr lang="en-US" altLang="zh-CN" sz="2000" b="1" dirty="0">
                <a:latin typeface="+mn-ea"/>
                <a:ea typeface="+mn-ea"/>
              </a:rPr>
              <a:t>MIPS</a:t>
            </a:r>
            <a:r>
              <a:rPr lang="zh-CN" altLang="zh-CN" sz="2000" b="1" dirty="0">
                <a:latin typeface="+mn-ea"/>
                <a:ea typeface="+mn-ea"/>
              </a:rPr>
              <a:t>指令序列：</a:t>
            </a:r>
            <a:endParaRPr lang="en-US" altLang="zh-CN" sz="20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    I1: add $4, $5, $6     </a:t>
            </a:r>
            <a:r>
              <a:rPr lang="zh-CN" altLang="en-US" sz="1800" b="1" dirty="0">
                <a:latin typeface="+mn-ea"/>
                <a:ea typeface="+mn-ea"/>
              </a:rPr>
              <a:t>；</a:t>
            </a:r>
            <a:r>
              <a:rPr lang="pt-BR" altLang="zh-CN" sz="1800" b="1" dirty="0">
                <a:latin typeface="+mn-ea"/>
                <a:ea typeface="+mn-ea"/>
              </a:rPr>
              <a:t>$4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$5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$6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    I2: sub $7, $4, $6     </a:t>
            </a:r>
            <a:r>
              <a:rPr lang="zh-CN" altLang="en-US" sz="1800" b="1" dirty="0">
                <a:latin typeface="+mn-ea"/>
                <a:ea typeface="+mn-ea"/>
              </a:rPr>
              <a:t>；</a:t>
            </a:r>
            <a:r>
              <a:rPr lang="pt-BR" altLang="zh-CN" sz="1800" b="1" dirty="0">
                <a:latin typeface="+mn-ea"/>
                <a:ea typeface="+mn-ea"/>
              </a:rPr>
              <a:t>$7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$4</a:t>
            </a:r>
            <a:r>
              <a:rPr lang="zh-CN" altLang="zh-CN" sz="1800" b="1" dirty="0">
                <a:latin typeface="+mn-ea"/>
                <a:ea typeface="+mn-ea"/>
              </a:rPr>
              <a:t>－</a:t>
            </a:r>
            <a:r>
              <a:rPr lang="pt-BR" altLang="zh-CN" sz="1800" b="1" dirty="0">
                <a:latin typeface="+mn-ea"/>
                <a:ea typeface="+mn-ea"/>
              </a:rPr>
              <a:t>$6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    I3: or  $8, $4, $6     </a:t>
            </a:r>
            <a:r>
              <a:rPr lang="zh-CN" altLang="en-US" sz="1800" b="1" dirty="0">
                <a:latin typeface="+mn-ea"/>
                <a:ea typeface="+mn-ea"/>
              </a:rPr>
              <a:t>；</a:t>
            </a:r>
            <a:r>
              <a:rPr lang="pt-BR" altLang="zh-CN" sz="1800" b="1" dirty="0">
                <a:latin typeface="+mn-ea"/>
                <a:ea typeface="+mn-ea"/>
              </a:rPr>
              <a:t>$8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$4 | $6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    I4: </a:t>
            </a:r>
            <a:r>
              <a:rPr lang="en-US" altLang="zh-CN" sz="1800" b="1" dirty="0" err="1">
                <a:latin typeface="+mn-ea"/>
                <a:ea typeface="+mn-ea"/>
              </a:rPr>
              <a:t>sw</a:t>
            </a:r>
            <a:r>
              <a:rPr lang="en-US" altLang="zh-CN" sz="1800" b="1" dirty="0">
                <a:latin typeface="+mn-ea"/>
                <a:ea typeface="+mn-ea"/>
              </a:rPr>
              <a:t>  $6, 20($4)     </a:t>
            </a:r>
            <a:r>
              <a:rPr lang="zh-CN" altLang="en-US" sz="1800" b="1" dirty="0">
                <a:latin typeface="+mn-ea"/>
                <a:ea typeface="+mn-ea"/>
              </a:rPr>
              <a:t>；</a:t>
            </a:r>
            <a:r>
              <a:rPr lang="en-US" altLang="zh-CN" sz="1800" b="1" dirty="0">
                <a:latin typeface="+mn-ea"/>
                <a:ea typeface="+mn-ea"/>
              </a:rPr>
              <a:t>M[</a:t>
            </a:r>
            <a:r>
              <a:rPr lang="pt-BR" altLang="zh-CN" sz="1800" b="1" dirty="0">
                <a:latin typeface="+mn-ea"/>
                <a:ea typeface="+mn-ea"/>
              </a:rPr>
              <a:t>$4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20]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$6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    I5: </a:t>
            </a:r>
            <a:r>
              <a:rPr lang="en-US" altLang="zh-CN" sz="1800" b="1" dirty="0" err="1">
                <a:latin typeface="+mn-ea"/>
                <a:ea typeface="+mn-ea"/>
              </a:rPr>
              <a:t>lw</a:t>
            </a:r>
            <a:r>
              <a:rPr lang="en-US" altLang="zh-CN" sz="1800" b="1" dirty="0">
                <a:latin typeface="+mn-ea"/>
                <a:ea typeface="+mn-ea"/>
              </a:rPr>
              <a:t>  $9, 20($8)     </a:t>
            </a:r>
            <a:r>
              <a:rPr lang="zh-CN" altLang="en-US" sz="1800" b="1" dirty="0">
                <a:latin typeface="+mn-ea"/>
                <a:ea typeface="+mn-ea"/>
              </a:rPr>
              <a:t>；</a:t>
            </a:r>
            <a:r>
              <a:rPr lang="pt-BR" altLang="zh-CN" sz="1800" b="1" dirty="0">
                <a:latin typeface="+mn-ea"/>
                <a:ea typeface="+mn-ea"/>
              </a:rPr>
              <a:t>$9</a:t>
            </a:r>
            <a:r>
              <a:rPr lang="en-US" altLang="zh-CN" sz="1800" b="1" dirty="0">
                <a:latin typeface="+mn-ea"/>
                <a:ea typeface="+mn-ea"/>
              </a:rPr>
              <a:t>←M[</a:t>
            </a:r>
            <a:r>
              <a:rPr lang="pt-BR" altLang="zh-CN" sz="1800" b="1" dirty="0">
                <a:latin typeface="+mn-ea"/>
                <a:ea typeface="+mn-ea"/>
              </a:rPr>
              <a:t>$8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20]</a:t>
            </a:r>
            <a:r>
              <a:rPr lang="pt-BR" altLang="zh-CN" sz="2000" b="1" dirty="0">
                <a:latin typeface="+mn-ea"/>
                <a:ea typeface="+mn-ea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latin typeface="+mn-ea"/>
                <a:ea typeface="+mn-ea"/>
              </a:rPr>
              <a:t>    问：①</a:t>
            </a:r>
            <a:r>
              <a:rPr lang="zh-CN" altLang="zh-CN" sz="2000" b="1" dirty="0">
                <a:latin typeface="+mn-ea"/>
                <a:ea typeface="+mn-ea"/>
              </a:rPr>
              <a:t>哪些指令之间存在</a:t>
            </a:r>
            <a:r>
              <a:rPr lang="en-US" altLang="zh-CN" sz="2000" b="1" dirty="0">
                <a:latin typeface="+mn-ea"/>
                <a:ea typeface="+mn-ea"/>
              </a:rPr>
              <a:t>RAW</a:t>
            </a:r>
            <a:r>
              <a:rPr lang="zh-CN" altLang="zh-CN" sz="2000" b="1" dirty="0">
                <a:latin typeface="+mn-ea"/>
                <a:ea typeface="+mn-ea"/>
              </a:rPr>
              <a:t>冒险？</a:t>
            </a:r>
            <a:endParaRPr lang="en-US" altLang="zh-CN" sz="20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latin typeface="+mn-ea"/>
                <a:ea typeface="+mn-ea"/>
              </a:rPr>
              <a:t>        ②</a:t>
            </a:r>
            <a:r>
              <a:rPr lang="zh-CN" altLang="zh-CN" sz="2000" b="1" dirty="0">
                <a:latin typeface="+mn-ea"/>
                <a:ea typeface="+mn-ea"/>
              </a:rPr>
              <a:t>采用阻塞法处理</a:t>
            </a:r>
            <a:r>
              <a:rPr lang="en-US" altLang="zh-CN" sz="2000" b="1" dirty="0">
                <a:latin typeface="+mn-ea"/>
                <a:ea typeface="+mn-ea"/>
              </a:rPr>
              <a:t>RAW</a:t>
            </a:r>
            <a:r>
              <a:rPr lang="zh-CN" altLang="zh-CN" sz="2000" b="1" dirty="0">
                <a:latin typeface="+mn-ea"/>
                <a:ea typeface="+mn-ea"/>
              </a:rPr>
              <a:t>冒险</a:t>
            </a:r>
            <a:r>
              <a:rPr lang="zh-CN" altLang="en-US" sz="2000" b="1" dirty="0">
                <a:latin typeface="+mn-ea"/>
                <a:ea typeface="+mn-ea"/>
              </a:rPr>
              <a:t>时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r>
              <a:rPr lang="zh-CN" altLang="en-US" sz="2000" b="1" dirty="0">
                <a:latin typeface="+mn-ea"/>
                <a:ea typeface="+mn-ea"/>
              </a:rPr>
              <a:t>执行</a:t>
            </a:r>
            <a:r>
              <a:rPr lang="zh-CN" altLang="zh-CN" sz="2000" b="1" dirty="0">
                <a:latin typeface="+mn-ea"/>
                <a:ea typeface="+mn-ea"/>
              </a:rPr>
              <a:t>指令序列</a:t>
            </a:r>
            <a:r>
              <a:rPr lang="zh-CN" altLang="en-US" sz="2000" b="1" dirty="0">
                <a:latin typeface="+mn-ea"/>
                <a:ea typeface="+mn-ea"/>
              </a:rPr>
              <a:t>需</a:t>
            </a:r>
            <a:r>
              <a:rPr lang="zh-CN" altLang="zh-CN" sz="2000" b="1" dirty="0">
                <a:latin typeface="+mn-ea"/>
                <a:ea typeface="+mn-ea"/>
              </a:rPr>
              <a:t>多少拍？</a:t>
            </a:r>
            <a:endParaRPr kumimoji="0" lang="zh-CN" altLang="zh-CN" sz="2000" b="1" dirty="0">
              <a:latin typeface="+mn-ea"/>
              <a:ea typeface="+mn-ea"/>
            </a:endParaRPr>
          </a:p>
        </p:txBody>
      </p:sp>
      <p:sp>
        <p:nvSpPr>
          <p:cNvPr id="6" name="AutoShape 5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00" y="6524450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88"/>
          <p:cNvSpPr txBox="1">
            <a:spLocks noChangeArrowheads="1"/>
          </p:cNvSpPr>
          <p:nvPr/>
        </p:nvSpPr>
        <p:spPr bwMode="auto">
          <a:xfrm>
            <a:off x="179705" y="3350260"/>
            <a:ext cx="7849235" cy="1630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kumimoji="0"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解：</a:t>
            </a:r>
            <a:r>
              <a:rPr kumimoji="0" lang="zh-CN" altLang="en-US" sz="2000" b="1" dirty="0">
                <a:latin typeface="宋体" panose="02010600030101010101" pitchFamily="2" charset="-122"/>
                <a:sym typeface="+mn-ea"/>
              </a:rPr>
              <a:t>①</a:t>
            </a:r>
            <a:r>
              <a:rPr kumimoji="0" lang="en-US" altLang="zh-CN" sz="2000" b="1" dirty="0">
                <a:latin typeface="宋体" panose="02010600030101010101" pitchFamily="2" charset="-122"/>
                <a:sym typeface="+mn-ea"/>
              </a:rPr>
              <a:t>RAW</a:t>
            </a:r>
            <a:r>
              <a:rPr kumimoji="0" lang="zh-CN" altLang="en-US" sz="2000" b="1" dirty="0">
                <a:latin typeface="宋体" panose="02010600030101010101" pitchFamily="2" charset="-122"/>
                <a:sym typeface="+mn-ea"/>
              </a:rPr>
              <a:t>冒险有：</a:t>
            </a:r>
            <a:endParaRPr kumimoji="0" lang="en-US" altLang="zh-CN" sz="2000" b="1" dirty="0">
              <a:solidFill>
                <a:schemeClr val="bg1">
                  <a:lumMod val="65000"/>
                </a:schemeClr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000" b="1" dirty="0">
                <a:latin typeface="宋体" panose="02010600030101010101" pitchFamily="2" charset="-122"/>
              </a:rPr>
              <a:t>   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    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 ②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I2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因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I2-I1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冒险需停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  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拍，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I3-I1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、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I4-I1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冒险需停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  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拍；</a:t>
            </a:r>
            <a:endParaRPr kumimoji="0" lang="en-US" altLang="zh-CN" sz="2000" b="1" dirty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000" b="1" dirty="0">
                <a:latin typeface="宋体" panose="02010600030101010101" pitchFamily="2" charset="-122"/>
              </a:rPr>
              <a:t>          I5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因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I5-I3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冒险需停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  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拍；</a:t>
            </a:r>
            <a:endParaRPr kumimoji="0" lang="en-US" altLang="zh-CN" sz="2000" b="1" dirty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000" b="1" dirty="0">
                <a:latin typeface="宋体" panose="02010600030101010101" pitchFamily="2" charset="-122"/>
              </a:rPr>
              <a:t>          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执行时间＝</a:t>
            </a:r>
          </a:p>
        </p:txBody>
      </p:sp>
      <p:sp>
        <p:nvSpPr>
          <p:cNvPr id="11" name="Text Box 88"/>
          <p:cNvSpPr txBox="1">
            <a:spLocks noChangeArrowheads="1"/>
          </p:cNvSpPr>
          <p:nvPr/>
        </p:nvSpPr>
        <p:spPr bwMode="auto">
          <a:xfrm>
            <a:off x="2736850" y="3348990"/>
            <a:ext cx="4573905" cy="169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noAutofit/>
          </a:bodyPr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I2-I1</a:t>
            </a: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I3-I1</a:t>
            </a: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I4-I1</a:t>
            </a: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I5-I3</a:t>
            </a:r>
            <a:endParaRPr kumimoji="0"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3  </a:t>
            </a: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[5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(5</a:t>
            </a: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1)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]</a:t>
            </a: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(3</a:t>
            </a: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2)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14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</a:p>
        </p:txBody>
      </p:sp>
      <p:sp>
        <p:nvSpPr>
          <p:cNvPr id="12" name="Text Box 88"/>
          <p:cNvSpPr txBox="1">
            <a:spLocks noChangeArrowheads="1"/>
          </p:cNvSpPr>
          <p:nvPr/>
        </p:nvSpPr>
        <p:spPr bwMode="auto">
          <a:xfrm>
            <a:off x="7020000" y="3744980"/>
            <a:ext cx="360040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0</a:t>
            </a:r>
          </a:p>
        </p:txBody>
      </p:sp>
      <p:sp>
        <p:nvSpPr>
          <p:cNvPr id="13" name="线形标注 2 12"/>
          <p:cNvSpPr/>
          <p:nvPr/>
        </p:nvSpPr>
        <p:spPr bwMode="auto">
          <a:xfrm>
            <a:off x="5365470" y="4213225"/>
            <a:ext cx="1656000" cy="288000"/>
          </a:xfrm>
          <a:prstGeom prst="borderCallout2">
            <a:avLst>
              <a:gd name="adj1" fmla="val 49933"/>
              <a:gd name="adj2" fmla="val -854"/>
              <a:gd name="adj3" fmla="val 49969"/>
              <a:gd name="adj4" fmla="val -14048"/>
              <a:gd name="adj5" fmla="val -37482"/>
              <a:gd name="adj6" fmla="val -3150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kumimoji="0" lang="zh-CN" altLang="en-US" sz="1600" b="1" dirty="0">
                <a:latin typeface="宋体" panose="02010600030101010101" pitchFamily="2" charset="-122"/>
              </a:rPr>
              <a:t>随</a:t>
            </a:r>
            <a:r>
              <a:rPr kumimoji="0" lang="en-US" altLang="zh-CN" sz="1600" b="1" dirty="0">
                <a:latin typeface="宋体" panose="02010600030101010101" pitchFamily="2" charset="-122"/>
              </a:rPr>
              <a:t>I2-I1</a:t>
            </a:r>
            <a:r>
              <a:rPr kumimoji="0" lang="zh-CN" altLang="en-US" sz="1600" b="1" dirty="0">
                <a:latin typeface="宋体" panose="02010600030101010101" pitchFamily="2" charset="-122"/>
              </a:rPr>
              <a:t>自动消除</a:t>
            </a:r>
            <a:endParaRPr kumimoji="0" lang="zh-CN" altLang="en-US" sz="1600" b="1" spc="-100" dirty="0">
              <a:latin typeface="宋体" panose="02010600030101010101" pitchFamily="2" charset="-122"/>
            </a:endParaRPr>
          </a:p>
        </p:txBody>
      </p:sp>
      <p:sp>
        <p:nvSpPr>
          <p:cNvPr id="14" name="线形标注 2 13"/>
          <p:cNvSpPr/>
          <p:nvPr/>
        </p:nvSpPr>
        <p:spPr bwMode="auto">
          <a:xfrm>
            <a:off x="6481715" y="864000"/>
            <a:ext cx="792088" cy="288000"/>
          </a:xfrm>
          <a:prstGeom prst="borderCallout2">
            <a:avLst>
              <a:gd name="adj1" fmla="val 49933"/>
              <a:gd name="adj2" fmla="val -854"/>
              <a:gd name="adj3" fmla="val 46544"/>
              <a:gd name="adj4" fmla="val -35104"/>
              <a:gd name="adj5" fmla="val -47102"/>
              <a:gd name="adj6" fmla="val -6176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en-US" altLang="zh-CN" sz="1800" b="1" spc="-100" dirty="0">
                <a:latin typeface="宋体" panose="02010600030101010101" pitchFamily="2" charset="-122"/>
              </a:rPr>
              <a:t>P</a:t>
            </a:r>
            <a:r>
              <a:rPr lang="en-US" altLang="zh-CN" sz="1800" b="1" spc="-100" baseline="-18000" dirty="0">
                <a:latin typeface="宋体" panose="02010600030101010101" pitchFamily="2" charset="-122"/>
              </a:rPr>
              <a:t>0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时写</a:t>
            </a:r>
            <a:endParaRPr lang="en-US" altLang="zh-CN" sz="1800" b="1" spc="-100" dirty="0">
              <a:latin typeface="宋体" panose="02010600030101010101" pitchFamily="2" charset="-122"/>
            </a:endParaRPr>
          </a:p>
        </p:txBody>
      </p:sp>
      <p:sp>
        <p:nvSpPr>
          <p:cNvPr id="15" name="AutoShape 15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374477" y="1197511"/>
            <a:ext cx="1656184" cy="983406"/>
            <a:chOff x="5940152" y="5541938"/>
            <a:chExt cx="1656184" cy="983406"/>
          </a:xfrm>
        </p:grpSpPr>
        <p:cxnSp>
          <p:nvCxnSpPr>
            <p:cNvPr id="17" name="直接连接符 16"/>
            <p:cNvCxnSpPr/>
            <p:nvPr/>
          </p:nvCxnSpPr>
          <p:spPr bwMode="auto">
            <a:xfrm flipV="1">
              <a:off x="5940152" y="6118003"/>
              <a:ext cx="144016" cy="30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/>
          </p:nvCxnSpPr>
          <p:spPr bwMode="auto">
            <a:xfrm>
              <a:off x="6084168" y="5830589"/>
              <a:ext cx="0" cy="28772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接连接符 18"/>
            <p:cNvCxnSpPr/>
            <p:nvPr/>
          </p:nvCxnSpPr>
          <p:spPr bwMode="auto">
            <a:xfrm>
              <a:off x="6084232" y="5829970"/>
              <a:ext cx="576000" cy="61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连接符 19"/>
            <p:cNvCxnSpPr/>
            <p:nvPr/>
          </p:nvCxnSpPr>
          <p:spPr bwMode="auto">
            <a:xfrm>
              <a:off x="6660232" y="5830589"/>
              <a:ext cx="0" cy="28493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/>
          </p:nvCxnSpPr>
          <p:spPr bwMode="auto">
            <a:xfrm>
              <a:off x="6660296" y="6118312"/>
              <a:ext cx="576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21"/>
            <p:cNvCxnSpPr/>
            <p:nvPr/>
          </p:nvCxnSpPr>
          <p:spPr bwMode="auto">
            <a:xfrm>
              <a:off x="7234559" y="5830589"/>
              <a:ext cx="0" cy="28493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连接符 22"/>
            <p:cNvCxnSpPr/>
            <p:nvPr/>
          </p:nvCxnSpPr>
          <p:spPr bwMode="auto">
            <a:xfrm flipV="1">
              <a:off x="7234559" y="5829970"/>
              <a:ext cx="360000" cy="62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箭头连接符 23"/>
            <p:cNvCxnSpPr/>
            <p:nvPr/>
          </p:nvCxnSpPr>
          <p:spPr bwMode="auto">
            <a:xfrm flipV="1">
              <a:off x="7256305" y="6142435"/>
              <a:ext cx="0" cy="16688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25" name="Text Box 140"/>
            <p:cNvSpPr txBox="1">
              <a:spLocks noChangeArrowheads="1"/>
            </p:cNvSpPr>
            <p:nvPr/>
          </p:nvSpPr>
          <p:spPr bwMode="auto">
            <a:xfrm>
              <a:off x="6012160" y="6280869"/>
              <a:ext cx="1584176" cy="24447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P</a:t>
              </a:r>
              <a:r>
                <a:rPr lang="en-US" altLang="zh-CN" sz="1600" b="1" baseline="-18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    P</a:t>
              </a:r>
              <a:r>
                <a:rPr lang="en-US" altLang="zh-CN" sz="1600" b="1" baseline="-18000" dirty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    P</a:t>
              </a:r>
              <a:r>
                <a:rPr lang="en-US" altLang="zh-CN" sz="1600" b="1" baseline="-18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zh-CN" altLang="en-US" sz="1600" b="1" baseline="-18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 bwMode="auto">
            <a:xfrm>
              <a:off x="7234559" y="5541938"/>
              <a:ext cx="0" cy="263326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Text Box 140"/>
            <p:cNvSpPr txBox="1">
              <a:spLocks noChangeArrowheads="1"/>
            </p:cNvSpPr>
            <p:nvPr/>
          </p:nvSpPr>
          <p:spPr bwMode="auto">
            <a:xfrm>
              <a:off x="7266776" y="5541938"/>
              <a:ext cx="288032" cy="244475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读</a:t>
              </a:r>
            </a:p>
          </p:txBody>
        </p:sp>
        <p:cxnSp>
          <p:nvCxnSpPr>
            <p:cNvPr id="28" name="直接箭头连接符 27"/>
            <p:cNvCxnSpPr/>
            <p:nvPr/>
          </p:nvCxnSpPr>
          <p:spPr bwMode="auto">
            <a:xfrm flipV="1">
              <a:off x="6084168" y="6165304"/>
              <a:ext cx="0" cy="16688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29" name="直接箭头连接符 28"/>
            <p:cNvCxnSpPr/>
            <p:nvPr/>
          </p:nvCxnSpPr>
          <p:spPr bwMode="auto">
            <a:xfrm flipV="1">
              <a:off x="6660232" y="6142435"/>
              <a:ext cx="0" cy="16688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30" name="Text Box 140"/>
            <p:cNvSpPr txBox="1">
              <a:spLocks noChangeArrowheads="1"/>
            </p:cNvSpPr>
            <p:nvPr/>
          </p:nvSpPr>
          <p:spPr bwMode="auto">
            <a:xfrm>
              <a:off x="6914356" y="5560789"/>
              <a:ext cx="288032" cy="24447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solidFill>
                    <a:schemeClr val="tx1"/>
                  </a:solidFill>
                </a:rPr>
                <a:t>写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798666" y="5015959"/>
            <a:ext cx="2520280" cy="648072"/>
            <a:chOff x="6300192" y="5301208"/>
            <a:chExt cx="2520280" cy="648072"/>
          </a:xfrm>
        </p:grpSpPr>
        <p:sp>
          <p:nvSpPr>
            <p:cNvPr id="32" name="Text Box 61"/>
            <p:cNvSpPr txBox="1">
              <a:spLocks noChangeArrowheads="1"/>
            </p:cNvSpPr>
            <p:nvPr/>
          </p:nvSpPr>
          <p:spPr bwMode="auto">
            <a:xfrm>
              <a:off x="6660232" y="530120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</a:p>
          </p:txBody>
        </p:sp>
        <p:sp>
          <p:nvSpPr>
            <p:cNvPr id="33" name="Text Box 63"/>
            <p:cNvSpPr txBox="1">
              <a:spLocks noChangeArrowheads="1"/>
            </p:cNvSpPr>
            <p:nvPr/>
          </p:nvSpPr>
          <p:spPr bwMode="auto">
            <a:xfrm>
              <a:off x="6300192" y="5301208"/>
              <a:ext cx="355845" cy="6480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I1: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I2: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I3:</a:t>
              </a:r>
              <a:endParaRPr lang="en-US" altLang="zh-CN" sz="1600" b="1" dirty="0">
                <a:solidFill>
                  <a:srgbClr val="0070C0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4" name="Text Box 61"/>
            <p:cNvSpPr txBox="1">
              <a:spLocks noChangeArrowheads="1"/>
            </p:cNvSpPr>
            <p:nvPr/>
          </p:nvSpPr>
          <p:spPr bwMode="auto">
            <a:xfrm>
              <a:off x="7020272" y="5301208"/>
              <a:ext cx="360040" cy="2160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</a:p>
          </p:txBody>
        </p:sp>
        <p:sp>
          <p:nvSpPr>
            <p:cNvPr id="35" name="Text Box 61"/>
            <p:cNvSpPr txBox="1">
              <a:spLocks noChangeArrowheads="1"/>
            </p:cNvSpPr>
            <p:nvPr/>
          </p:nvSpPr>
          <p:spPr bwMode="auto">
            <a:xfrm>
              <a:off x="7380312" y="530120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EX</a:t>
              </a:r>
            </a:p>
          </p:txBody>
        </p:sp>
        <p:sp>
          <p:nvSpPr>
            <p:cNvPr id="36" name="Text Box 61"/>
            <p:cNvSpPr txBox="1">
              <a:spLocks noChangeArrowheads="1"/>
            </p:cNvSpPr>
            <p:nvPr/>
          </p:nvSpPr>
          <p:spPr bwMode="auto">
            <a:xfrm>
              <a:off x="7740352" y="530120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MEM</a:t>
              </a:r>
            </a:p>
          </p:txBody>
        </p:sp>
        <p:sp>
          <p:nvSpPr>
            <p:cNvPr id="37" name="Text Box 61"/>
            <p:cNvSpPr txBox="1">
              <a:spLocks noChangeArrowheads="1"/>
            </p:cNvSpPr>
            <p:nvPr/>
          </p:nvSpPr>
          <p:spPr bwMode="auto">
            <a:xfrm>
              <a:off x="8100392" y="5301208"/>
              <a:ext cx="360040" cy="21602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WB</a:t>
              </a:r>
            </a:p>
          </p:txBody>
        </p:sp>
        <p:sp>
          <p:nvSpPr>
            <p:cNvPr id="38" name="Text Box 61"/>
            <p:cNvSpPr txBox="1">
              <a:spLocks noChangeArrowheads="1"/>
            </p:cNvSpPr>
            <p:nvPr/>
          </p:nvSpPr>
          <p:spPr bwMode="auto">
            <a:xfrm>
              <a:off x="7020272" y="5517232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</a:p>
          </p:txBody>
        </p:sp>
        <p:sp>
          <p:nvSpPr>
            <p:cNvPr id="39" name="Text Box 61"/>
            <p:cNvSpPr txBox="1">
              <a:spLocks noChangeArrowheads="1"/>
            </p:cNvSpPr>
            <p:nvPr/>
          </p:nvSpPr>
          <p:spPr bwMode="auto">
            <a:xfrm>
              <a:off x="8460432" y="5517232"/>
              <a:ext cx="360040" cy="2160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</a:p>
          </p:txBody>
        </p:sp>
        <p:sp>
          <p:nvSpPr>
            <p:cNvPr id="40" name="Text Box 61"/>
            <p:cNvSpPr txBox="1">
              <a:spLocks noChangeArrowheads="1"/>
            </p:cNvSpPr>
            <p:nvPr/>
          </p:nvSpPr>
          <p:spPr bwMode="auto">
            <a:xfrm>
              <a:off x="8460432" y="5733256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</a:p>
          </p:txBody>
        </p:sp>
        <p:sp>
          <p:nvSpPr>
            <p:cNvPr id="41" name="Text Box 61"/>
            <p:cNvSpPr txBox="1">
              <a:spLocks noChangeArrowheads="1"/>
            </p:cNvSpPr>
            <p:nvPr/>
          </p:nvSpPr>
          <p:spPr bwMode="auto">
            <a:xfrm>
              <a:off x="7380312" y="5517232"/>
              <a:ext cx="360040" cy="216024"/>
            </a:xfrm>
            <a:prstGeom prst="rect">
              <a:avLst/>
            </a:prstGeom>
            <a:solidFill>
              <a:schemeClr val="bg1">
                <a:lumMod val="7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</a:p>
          </p:txBody>
        </p:sp>
        <p:sp>
          <p:nvSpPr>
            <p:cNvPr id="42" name="Text Box 61"/>
            <p:cNvSpPr txBox="1">
              <a:spLocks noChangeArrowheads="1"/>
            </p:cNvSpPr>
            <p:nvPr/>
          </p:nvSpPr>
          <p:spPr bwMode="auto">
            <a:xfrm>
              <a:off x="7740352" y="5517232"/>
              <a:ext cx="360040" cy="216024"/>
            </a:xfrm>
            <a:prstGeom prst="rect">
              <a:avLst/>
            </a:prstGeom>
            <a:solidFill>
              <a:schemeClr val="bg1">
                <a:lumMod val="7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</a:p>
          </p:txBody>
        </p:sp>
        <p:sp>
          <p:nvSpPr>
            <p:cNvPr id="43" name="Text Box 61"/>
            <p:cNvSpPr txBox="1">
              <a:spLocks noChangeArrowheads="1"/>
            </p:cNvSpPr>
            <p:nvPr/>
          </p:nvSpPr>
          <p:spPr bwMode="auto">
            <a:xfrm>
              <a:off x="8100392" y="5517232"/>
              <a:ext cx="360040" cy="216024"/>
            </a:xfrm>
            <a:prstGeom prst="rect">
              <a:avLst/>
            </a:prstGeom>
            <a:solidFill>
              <a:schemeClr val="bg1">
                <a:lumMod val="7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</a:p>
          </p:txBody>
        </p:sp>
        <p:sp>
          <p:nvSpPr>
            <p:cNvPr id="44" name="Text Box 61"/>
            <p:cNvSpPr txBox="1">
              <a:spLocks noChangeArrowheads="1"/>
            </p:cNvSpPr>
            <p:nvPr/>
          </p:nvSpPr>
          <p:spPr bwMode="auto">
            <a:xfrm>
              <a:off x="7380312" y="5733256"/>
              <a:ext cx="360040" cy="216024"/>
            </a:xfrm>
            <a:prstGeom prst="rect">
              <a:avLst/>
            </a:prstGeom>
            <a:solidFill>
              <a:schemeClr val="bg1">
                <a:lumMod val="7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</a:p>
          </p:txBody>
        </p:sp>
        <p:sp>
          <p:nvSpPr>
            <p:cNvPr id="45" name="Text Box 61"/>
            <p:cNvSpPr txBox="1">
              <a:spLocks noChangeArrowheads="1"/>
            </p:cNvSpPr>
            <p:nvPr/>
          </p:nvSpPr>
          <p:spPr bwMode="auto">
            <a:xfrm>
              <a:off x="7740352" y="5733256"/>
              <a:ext cx="360040" cy="216024"/>
            </a:xfrm>
            <a:prstGeom prst="rect">
              <a:avLst/>
            </a:prstGeom>
            <a:solidFill>
              <a:schemeClr val="bg1">
                <a:lumMod val="7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</a:p>
          </p:txBody>
        </p:sp>
        <p:sp>
          <p:nvSpPr>
            <p:cNvPr id="46" name="Text Box 61"/>
            <p:cNvSpPr txBox="1">
              <a:spLocks noChangeArrowheads="1"/>
            </p:cNvSpPr>
            <p:nvPr/>
          </p:nvSpPr>
          <p:spPr bwMode="auto">
            <a:xfrm>
              <a:off x="8100392" y="5733256"/>
              <a:ext cx="360040" cy="216024"/>
            </a:xfrm>
            <a:prstGeom prst="rect">
              <a:avLst/>
            </a:prstGeom>
            <a:solidFill>
              <a:schemeClr val="bg1">
                <a:lumMod val="7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93</a:t>
            </a:fld>
            <a:endParaRPr lang="en-US" altLang="zh-CN"/>
          </a:p>
        </p:txBody>
      </p:sp>
      <p:sp>
        <p:nvSpPr>
          <p:cNvPr id="385" name="AutoShape 1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" name="AutoShape 62">
            <a:hlinkClick r:id="rId11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91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32" name="Text Box 8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7" y="1090800"/>
            <a:ext cx="3194475" cy="49714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>
                <a:solidFill>
                  <a:schemeClr val="accent2"/>
                </a:solidFill>
                <a:cs typeface="宋体" panose="02010600030101010101" pitchFamily="2" charset="-122"/>
              </a:rPr>
              <a:t>转发思路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spc="-200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spc="-200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spc="-200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spc="-200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实现方法</a:t>
            </a:r>
            <a:r>
              <a:rPr kumimoji="0" lang="en-US" altLang="zh-CN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uFillTx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uFillTx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停顿拍数</a:t>
            </a:r>
            <a:r>
              <a:rPr kumimoji="0" lang="en-US" altLang="zh-CN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9900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kumimoji="0"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load-use</a:t>
            </a:r>
            <a:r>
              <a:rPr kumimoji="0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冒险：</a:t>
            </a:r>
            <a:endParaRPr kumimoji="0"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1260000" y="2103157"/>
            <a:ext cx="7272440" cy="1541867"/>
            <a:chOff x="1548032" y="1671111"/>
            <a:chExt cx="7272440" cy="1541867"/>
          </a:xfrm>
        </p:grpSpPr>
        <p:sp>
          <p:nvSpPr>
            <p:cNvPr id="180" name="Text Box 164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6316097" y="2996952"/>
              <a:ext cx="200120" cy="216024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1" name="Text Box 164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6084168" y="2996952"/>
              <a:ext cx="231928" cy="216024"/>
            </a:xfrm>
            <a:prstGeom prst="rect">
              <a:avLst/>
            </a:prstGeom>
            <a:solidFill>
              <a:srgbClr val="CCCCFF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2" name="Text Box 164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6086935" y="1917278"/>
              <a:ext cx="213257" cy="216024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83" name="直接箭头连接符 182"/>
            <p:cNvCxnSpPr/>
            <p:nvPr>
              <p:custDataLst>
                <p:tags r:id="rId53"/>
              </p:custDataLst>
            </p:nvPr>
          </p:nvCxnSpPr>
          <p:spPr bwMode="auto">
            <a:xfrm>
              <a:off x="3203848" y="1858560"/>
              <a:ext cx="56166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5" name="Text Box 61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3203848" y="1916832"/>
              <a:ext cx="504056" cy="2160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186" name="Text Box 61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3923928" y="1916833"/>
              <a:ext cx="502221" cy="216024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88" name="Text Box 6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4644009" y="1916832"/>
              <a:ext cx="504056" cy="21602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189" name="Text Box 6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5364088" y="1916832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190" name="Text Box 61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6084168" y="1916832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191" name="Text Box 57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3419871" y="1671111"/>
              <a:ext cx="5184439" cy="144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1       2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</a:rPr>
                <a:t>    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3       4       5       6       7       8</a:t>
              </a:r>
            </a:p>
          </p:txBody>
        </p:sp>
        <p:sp>
          <p:nvSpPr>
            <p:cNvPr id="192" name="Text Box 63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1655676" y="1828394"/>
              <a:ext cx="1548172" cy="136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8800" rIns="18000" bIns="10800"/>
            <a:lstStyle/>
            <a:p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I1: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$4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$5+$6</a:t>
              </a:r>
            </a:p>
            <a:p>
              <a:pPr>
                <a:spcBef>
                  <a:spcPts val="70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I2:$7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$4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-$6</a:t>
              </a:r>
            </a:p>
            <a:p>
              <a:pPr>
                <a:spcBef>
                  <a:spcPts val="70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I3:$8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$4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|$6</a:t>
              </a:r>
            </a:p>
            <a:p>
              <a:pPr>
                <a:spcBef>
                  <a:spcPts val="70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I4:$9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$4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+$6</a:t>
              </a:r>
            </a:p>
          </p:txBody>
        </p:sp>
        <p:sp>
          <p:nvSpPr>
            <p:cNvPr id="193" name="Text Box 164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3615887" y="191683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4" name="Text Box 164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4335967" y="191683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5" name="Text Box 164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5056047" y="191683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6" name="Text Box 164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5776127" y="191683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97" name="直接箭头连接符 196"/>
            <p:cNvCxnSpPr>
              <a:stCxn id="185" idx="3"/>
              <a:endCxn id="186" idx="1"/>
            </p:cNvCxnSpPr>
            <p:nvPr>
              <p:custDataLst>
                <p:tags r:id="rId65"/>
              </p:custDataLst>
            </p:nvPr>
          </p:nvCxnSpPr>
          <p:spPr bwMode="auto">
            <a:xfrm>
              <a:off x="3707904" y="2024845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8" name="直接箭头连接符 197"/>
            <p:cNvCxnSpPr>
              <a:stCxn id="186" idx="3"/>
              <a:endCxn id="188" idx="1"/>
            </p:cNvCxnSpPr>
            <p:nvPr>
              <p:custDataLst>
                <p:tags r:id="rId66"/>
              </p:custDataLst>
            </p:nvPr>
          </p:nvCxnSpPr>
          <p:spPr bwMode="auto">
            <a:xfrm>
              <a:off x="4426149" y="2024845"/>
              <a:ext cx="21786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9" name="直接箭头连接符 198"/>
            <p:cNvCxnSpPr>
              <a:stCxn id="188" idx="3"/>
              <a:endCxn id="189" idx="1"/>
            </p:cNvCxnSpPr>
            <p:nvPr>
              <p:custDataLst>
                <p:tags r:id="rId67"/>
              </p:custDataLst>
            </p:nvPr>
          </p:nvCxnSpPr>
          <p:spPr bwMode="auto">
            <a:xfrm flipV="1">
              <a:off x="5148065" y="2024844"/>
              <a:ext cx="216023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0" name="直接箭头连接符 199"/>
            <p:cNvCxnSpPr>
              <a:stCxn id="189" idx="3"/>
              <a:endCxn id="190" idx="1"/>
            </p:cNvCxnSpPr>
            <p:nvPr>
              <p:custDataLst>
                <p:tags r:id="rId68"/>
              </p:custDataLst>
            </p:nvPr>
          </p:nvCxnSpPr>
          <p:spPr bwMode="auto">
            <a:xfrm>
              <a:off x="5868144" y="2024844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1" name="Text Box 61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3923928" y="2276870"/>
              <a:ext cx="504056" cy="2160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202" name="Text Box 61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4644008" y="2276871"/>
              <a:ext cx="502221" cy="216024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203" name="Text Box 61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5364089" y="2276870"/>
              <a:ext cx="504056" cy="21602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204" name="Text Box 61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6084168" y="2276870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206" name="Text Box 61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6804248" y="2276870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207" name="Text Box 164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4335967" y="227687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8" name="Text Box 164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5056047" y="227687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9" name="Text Box 164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5776127" y="227687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0" name="Text Box 164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6496207" y="227687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12" name="直接箭头连接符 211"/>
            <p:cNvCxnSpPr>
              <a:stCxn id="201" idx="3"/>
              <a:endCxn id="202" idx="1"/>
            </p:cNvCxnSpPr>
            <p:nvPr>
              <p:custDataLst>
                <p:tags r:id="rId78"/>
              </p:custDataLst>
            </p:nvPr>
          </p:nvCxnSpPr>
          <p:spPr bwMode="auto">
            <a:xfrm>
              <a:off x="4427984" y="2384883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3" name="直接箭头连接符 212"/>
            <p:cNvCxnSpPr>
              <a:stCxn id="202" idx="3"/>
              <a:endCxn id="203" idx="1"/>
            </p:cNvCxnSpPr>
            <p:nvPr>
              <p:custDataLst>
                <p:tags r:id="rId79"/>
              </p:custDataLst>
            </p:nvPr>
          </p:nvCxnSpPr>
          <p:spPr bwMode="auto">
            <a:xfrm>
              <a:off x="5146229" y="2384883"/>
              <a:ext cx="21786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4" name="直接箭头连接符 213"/>
            <p:cNvCxnSpPr>
              <a:stCxn id="203" idx="3"/>
              <a:endCxn id="204" idx="1"/>
            </p:cNvCxnSpPr>
            <p:nvPr>
              <p:custDataLst>
                <p:tags r:id="rId80"/>
              </p:custDataLst>
            </p:nvPr>
          </p:nvCxnSpPr>
          <p:spPr bwMode="auto">
            <a:xfrm flipV="1">
              <a:off x="5868145" y="2384882"/>
              <a:ext cx="216023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5" name="直接箭头连接符 214"/>
            <p:cNvCxnSpPr>
              <a:stCxn id="204" idx="3"/>
              <a:endCxn id="206" idx="1"/>
            </p:cNvCxnSpPr>
            <p:nvPr>
              <p:custDataLst>
                <p:tags r:id="rId81"/>
              </p:custDataLst>
            </p:nvPr>
          </p:nvCxnSpPr>
          <p:spPr bwMode="auto">
            <a:xfrm>
              <a:off x="6588224" y="2384882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7" name="Text Box 61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4644008" y="2636910"/>
              <a:ext cx="504056" cy="2160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218" name="Text Box 61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5364088" y="2636911"/>
              <a:ext cx="502221" cy="216024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219" name="Text Box 61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6084169" y="2636910"/>
              <a:ext cx="504056" cy="21602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220" name="Text Box 61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6804248" y="2636910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222" name="Text Box 6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7524328" y="2636910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223" name="Text Box 164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5056047" y="263691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5" name="Text Box 164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5776127" y="263691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6" name="Text Box 164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6496207" y="263691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8" name="Text Box 164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7216287" y="263691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29" name="直接箭头连接符 228"/>
            <p:cNvCxnSpPr>
              <a:stCxn id="217" idx="3"/>
              <a:endCxn id="218" idx="1"/>
            </p:cNvCxnSpPr>
            <p:nvPr>
              <p:custDataLst>
                <p:tags r:id="rId91"/>
              </p:custDataLst>
            </p:nvPr>
          </p:nvCxnSpPr>
          <p:spPr bwMode="auto">
            <a:xfrm>
              <a:off x="5148064" y="2744923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1" name="直接箭头连接符 230"/>
            <p:cNvCxnSpPr>
              <a:stCxn id="218" idx="3"/>
              <a:endCxn id="219" idx="1"/>
            </p:cNvCxnSpPr>
            <p:nvPr>
              <p:custDataLst>
                <p:tags r:id="rId92"/>
              </p:custDataLst>
            </p:nvPr>
          </p:nvCxnSpPr>
          <p:spPr bwMode="auto">
            <a:xfrm>
              <a:off x="5866309" y="2744923"/>
              <a:ext cx="21786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2" name="直接箭头连接符 231"/>
            <p:cNvCxnSpPr>
              <a:stCxn id="219" idx="3"/>
              <a:endCxn id="220" idx="1"/>
            </p:cNvCxnSpPr>
            <p:nvPr>
              <p:custDataLst>
                <p:tags r:id="rId93"/>
              </p:custDataLst>
            </p:nvPr>
          </p:nvCxnSpPr>
          <p:spPr bwMode="auto">
            <a:xfrm flipV="1">
              <a:off x="6588225" y="2744922"/>
              <a:ext cx="216023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3" name="直接箭头连接符 232"/>
            <p:cNvCxnSpPr>
              <a:stCxn id="220" idx="3"/>
              <a:endCxn id="222" idx="1"/>
            </p:cNvCxnSpPr>
            <p:nvPr>
              <p:custDataLst>
                <p:tags r:id="rId94"/>
              </p:custDataLst>
            </p:nvPr>
          </p:nvCxnSpPr>
          <p:spPr bwMode="auto">
            <a:xfrm>
              <a:off x="7308304" y="2744922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34" name="Text Box 61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5364088" y="2996952"/>
              <a:ext cx="504056" cy="2160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235" name="Text Box 61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6084168" y="2996953"/>
              <a:ext cx="502221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236" name="Text Box 61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6804249" y="2996952"/>
              <a:ext cx="504056" cy="21602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237" name="Text Box 61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7524328" y="2996952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238" name="Text Box 61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8244408" y="2996952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240" name="Text Box 164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5776127" y="299695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1" name="Text Box 164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6496207" y="299695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4" name="Text Box 164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7216287" y="299695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5" name="Text Box 164"/>
            <p:cNvSpPr txBox="1"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7936367" y="299695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46" name="直接箭头连接符 245"/>
            <p:cNvCxnSpPr>
              <a:stCxn id="234" idx="3"/>
              <a:endCxn id="235" idx="1"/>
            </p:cNvCxnSpPr>
            <p:nvPr>
              <p:custDataLst>
                <p:tags r:id="rId104"/>
              </p:custDataLst>
            </p:nvPr>
          </p:nvCxnSpPr>
          <p:spPr bwMode="auto">
            <a:xfrm>
              <a:off x="5868144" y="3104965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7" name="直接箭头连接符 246"/>
            <p:cNvCxnSpPr>
              <a:stCxn id="235" idx="3"/>
              <a:endCxn id="236" idx="1"/>
            </p:cNvCxnSpPr>
            <p:nvPr>
              <p:custDataLst>
                <p:tags r:id="rId105"/>
              </p:custDataLst>
            </p:nvPr>
          </p:nvCxnSpPr>
          <p:spPr bwMode="auto">
            <a:xfrm>
              <a:off x="6586389" y="3104965"/>
              <a:ext cx="21786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9" name="直接箭头连接符 248"/>
            <p:cNvCxnSpPr>
              <a:stCxn id="236" idx="3"/>
              <a:endCxn id="237" idx="1"/>
            </p:cNvCxnSpPr>
            <p:nvPr>
              <p:custDataLst>
                <p:tags r:id="rId106"/>
              </p:custDataLst>
            </p:nvPr>
          </p:nvCxnSpPr>
          <p:spPr bwMode="auto">
            <a:xfrm flipV="1">
              <a:off x="7308305" y="3104964"/>
              <a:ext cx="216023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0" name="直接箭头连接符 249"/>
            <p:cNvCxnSpPr>
              <a:stCxn id="237" idx="3"/>
              <a:endCxn id="238" idx="1"/>
            </p:cNvCxnSpPr>
            <p:nvPr>
              <p:custDataLst>
                <p:tags r:id="rId107"/>
              </p:custDataLst>
            </p:nvPr>
          </p:nvCxnSpPr>
          <p:spPr bwMode="auto">
            <a:xfrm>
              <a:off x="8028384" y="3104964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1" name="左大括号 250"/>
            <p:cNvSpPr/>
            <p:nvPr>
              <p:custDataLst>
                <p:tags r:id="rId108"/>
              </p:custDataLst>
            </p:nvPr>
          </p:nvSpPr>
          <p:spPr bwMode="auto">
            <a:xfrm>
              <a:off x="1548032" y="2320336"/>
              <a:ext cx="72008" cy="792000"/>
            </a:xfrm>
            <a:prstGeom prst="leftBrace">
              <a:avLst>
                <a:gd name="adj1" fmla="val 32417"/>
                <a:gd name="adj2" fmla="val 50000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2" name="Text Box 8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96465" y="3754800"/>
            <a:ext cx="6754495" cy="26853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增设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转发线路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处理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EX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，同一拍中</a:t>
            </a:r>
            <a:r>
              <a:rPr kumimoji="0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提前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写</a:t>
            </a: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GPRs</a:t>
            </a:r>
            <a:r>
              <a:rPr kumimoji="0" lang="en-US" altLang="zh-CN" sz="16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</a:rPr>
              <a:t>(</a:t>
            </a:r>
            <a:r>
              <a:rPr kumimoji="0" lang="zh-CN" altLang="en-US" sz="16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</a:rPr>
              <a:t>处理</a:t>
            </a:r>
            <a:r>
              <a:rPr kumimoji="0" lang="en-US" altLang="zh-CN" sz="16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</a:rPr>
              <a:t>ID</a:t>
            </a:r>
            <a:r>
              <a:rPr kumimoji="0" lang="zh-CN" altLang="en-US" sz="16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</a:rPr>
              <a:t>段</a:t>
            </a:r>
            <a:r>
              <a:rPr kumimoji="0" lang="en-US" altLang="zh-CN" sz="16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</a:rPr>
              <a:t>)</a:t>
            </a:r>
            <a:endParaRPr kumimoji="0" lang="en-US" altLang="zh-CN" sz="22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kumimoji="0" lang="zh-CN" altLang="en-US" sz="2200" b="1" dirty="0">
                <a:solidFill>
                  <a:srgbClr val="0070C0"/>
                </a:solidFill>
                <a:sym typeface="+mn-ea"/>
              </a:rPr>
              <a:t>可转发时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＝</a:t>
            </a: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0</a:t>
            </a:r>
            <a:r>
              <a:rPr kumimoji="0" lang="zh-CN" altLang="en-US" sz="2200" b="1" dirty="0">
                <a:solidFill>
                  <a:schemeClr val="tx1"/>
                </a:solidFill>
                <a:sym typeface="+mn-ea"/>
              </a:rPr>
              <a:t>拍，</a:t>
            </a:r>
            <a:r>
              <a:rPr kumimoji="0" lang="zh-CN" altLang="en-US" sz="2200" b="1" dirty="0">
                <a:solidFill>
                  <a:srgbClr val="0070C0"/>
                </a:solidFill>
                <a:sym typeface="+mn-ea"/>
              </a:rPr>
              <a:t>否则</a:t>
            </a:r>
            <a:r>
              <a:rPr kumimoji="0" lang="zh-CN" altLang="en-US" sz="2200" b="1" dirty="0">
                <a:solidFill>
                  <a:schemeClr val="tx1"/>
                </a:solidFill>
                <a:sym typeface="+mn-ea"/>
              </a:rPr>
              <a:t>＝阻塞法          </a:t>
            </a:r>
            <a:r>
              <a:rPr kumimoji="0"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←产生段有</a:t>
            </a:r>
            <a:r>
              <a:rPr kumimoji="0"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EX</a:t>
            </a:r>
            <a:r>
              <a:rPr kumimoji="0"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及</a:t>
            </a:r>
            <a:r>
              <a:rPr kumimoji="0"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MEM</a:t>
            </a: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kumimoji="0" lang="en-US" altLang="zh-CN" sz="2200" b="1" u="sng" dirty="0" err="1">
                <a:latin typeface="宋体" panose="02010600030101010101" pitchFamily="2" charset="-122"/>
                <a:sym typeface="+mn-ea"/>
              </a:rPr>
              <a:t>lw</a:t>
            </a:r>
            <a:r>
              <a:rPr kumimoji="0" lang="zh-CN" altLang="en-US" sz="2200" b="1" u="sng" dirty="0">
                <a:latin typeface="宋体" panose="02010600030101010101" pitchFamily="2" charset="-122"/>
                <a:sym typeface="+mn-ea"/>
              </a:rPr>
              <a:t>指令</a:t>
            </a:r>
            <a:r>
              <a:rPr kumimoji="0" lang="zh-CN" altLang="en-US" sz="2200" b="1" dirty="0">
                <a:latin typeface="宋体" panose="02010600030101010101" pitchFamily="2" charset="-122"/>
                <a:sym typeface="+mn-ea"/>
              </a:rPr>
              <a:t>与</a:t>
            </a:r>
            <a:r>
              <a:rPr kumimoji="0" lang="zh-CN" altLang="en-US" sz="2200" b="1" u="sng" dirty="0">
                <a:latin typeface="宋体" panose="02010600030101010101" pitchFamily="2" charset="-122"/>
                <a:sym typeface="+mn-ea"/>
              </a:rPr>
              <a:t>下条指令</a:t>
            </a:r>
            <a:r>
              <a:rPr kumimoji="0" lang="zh-CN" altLang="en-US" sz="2200" b="1" dirty="0">
                <a:latin typeface="宋体" panose="02010600030101010101" pitchFamily="2" charset="-122"/>
                <a:sym typeface="+mn-ea"/>
              </a:rPr>
              <a:t>间的</a:t>
            </a:r>
            <a:r>
              <a:rPr kumimoji="0" lang="en-US" altLang="zh-CN" sz="2200" b="1" dirty="0">
                <a:latin typeface="宋体" panose="02010600030101010101" pitchFamily="2" charset="-122"/>
                <a:sym typeface="+mn-ea"/>
              </a:rPr>
              <a:t>RAW</a:t>
            </a:r>
            <a:r>
              <a:rPr kumimoji="0" lang="zh-CN" altLang="en-US" sz="2200" b="1" dirty="0">
                <a:latin typeface="宋体" panose="02010600030101010101" pitchFamily="2" charset="-122"/>
                <a:sym typeface="+mn-ea"/>
              </a:rPr>
              <a:t>冒险    </a:t>
            </a:r>
            <a:r>
              <a:rPr kumimoji="0" lang="zh-CN" altLang="en-US" sz="1800" b="1" dirty="0">
                <a:latin typeface="+mn-ea"/>
              </a:rPr>
              <a:t>←</a:t>
            </a:r>
            <a:r>
              <a:rPr kumimoji="0" lang="en-US" altLang="zh-CN" sz="1800" b="1" dirty="0">
                <a:latin typeface="+mn-ea"/>
              </a:rPr>
              <a:t>MEM</a:t>
            </a:r>
            <a:r>
              <a:rPr kumimoji="0" lang="zh-CN" altLang="en-US" sz="1800" b="1" dirty="0">
                <a:latin typeface="+mn-ea"/>
              </a:rPr>
              <a:t>段产生</a:t>
            </a:r>
            <a:endParaRPr kumimoji="0"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</a:t>
            </a:r>
            <a:r>
              <a:rPr lang="zh-CN" altLang="en-US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→只能为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阻塞法</a:t>
            </a:r>
            <a:endParaRPr kumimoji="0" lang="zh-CN" altLang="en-US" sz="1800" b="1" dirty="0">
              <a:solidFill>
                <a:srgbClr val="990099"/>
              </a:solidFill>
              <a:latin typeface="+mn-ea"/>
              <a:ea typeface="+mn-ea"/>
              <a:sym typeface="+mn-ea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6120000" y="4293096"/>
            <a:ext cx="2432080" cy="901177"/>
            <a:chOff x="6264224" y="4227468"/>
            <a:chExt cx="2432080" cy="901177"/>
          </a:xfrm>
        </p:grpSpPr>
        <p:cxnSp>
          <p:nvCxnSpPr>
            <p:cNvPr id="256" name="直接连接符 255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6660232" y="4479125"/>
              <a:ext cx="144016" cy="309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7" name="直接连接符 256"/>
            <p:cNvCxnSpPr/>
            <p:nvPr>
              <p:custDataLst>
                <p:tags r:id="rId38"/>
              </p:custDataLst>
            </p:nvPr>
          </p:nvCxnSpPr>
          <p:spPr bwMode="auto">
            <a:xfrm>
              <a:off x="6804248" y="4265264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8" name="直接连接符 257"/>
            <p:cNvCxnSpPr/>
            <p:nvPr>
              <p:custDataLst>
                <p:tags r:id="rId39"/>
              </p:custDataLst>
            </p:nvPr>
          </p:nvCxnSpPr>
          <p:spPr bwMode="auto">
            <a:xfrm>
              <a:off x="6804336" y="4264645"/>
              <a:ext cx="792000" cy="619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9" name="直接连接符 258"/>
            <p:cNvCxnSpPr/>
            <p:nvPr>
              <p:custDataLst>
                <p:tags r:id="rId40"/>
              </p:custDataLst>
            </p:nvPr>
          </p:nvCxnSpPr>
          <p:spPr bwMode="auto">
            <a:xfrm>
              <a:off x="7596336" y="4265264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0" name="直接连接符 259"/>
            <p:cNvCxnSpPr/>
            <p:nvPr>
              <p:custDataLst>
                <p:tags r:id="rId41"/>
              </p:custDataLst>
            </p:nvPr>
          </p:nvCxnSpPr>
          <p:spPr bwMode="auto">
            <a:xfrm>
              <a:off x="7596335" y="4479434"/>
              <a:ext cx="79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1" name="直接连接符 260"/>
            <p:cNvCxnSpPr/>
            <p:nvPr>
              <p:custDataLst>
                <p:tags r:id="rId42"/>
              </p:custDataLst>
            </p:nvPr>
          </p:nvCxnSpPr>
          <p:spPr bwMode="auto">
            <a:xfrm>
              <a:off x="8388424" y="4265264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直接连接符 261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8388424" y="4264645"/>
              <a:ext cx="144016" cy="62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4" name="直接箭头连接符 263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7596336" y="4480645"/>
              <a:ext cx="0" cy="16688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265" name="Text Box 140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6732392" y="4660645"/>
              <a:ext cx="136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(WB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段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写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GPRs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66" name="直接箭头连接符 265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8388424" y="4480645"/>
              <a:ext cx="0" cy="43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267" name="Text Box 140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7256304" y="4912645"/>
              <a:ext cx="144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(ID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段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写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ID/EX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8" name="Text Box 140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7634436" y="4227468"/>
              <a:ext cx="720000" cy="21600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读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GPRs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9" name="Text Box 140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6264224" y="4264645"/>
              <a:ext cx="43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CLK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71" name="组合 270"/>
          <p:cNvGrpSpPr/>
          <p:nvPr/>
        </p:nvGrpSpPr>
        <p:grpSpPr>
          <a:xfrm>
            <a:off x="4932040" y="2464382"/>
            <a:ext cx="1198046" cy="972107"/>
            <a:chOff x="5002087" y="1664805"/>
            <a:chExt cx="1198046" cy="972107"/>
          </a:xfrm>
        </p:grpSpPr>
        <p:cxnSp>
          <p:nvCxnSpPr>
            <p:cNvPr id="272" name="直接连接符 271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5724128" y="1665250"/>
              <a:ext cx="2" cy="7196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73" name="直接连接符 272"/>
            <p:cNvCxnSpPr/>
            <p:nvPr>
              <p:custDataLst>
                <p:tags r:id="rId35"/>
              </p:custDataLst>
            </p:nvPr>
          </p:nvCxnSpPr>
          <p:spPr bwMode="auto">
            <a:xfrm flipH="1">
              <a:off x="5002087" y="1664805"/>
              <a:ext cx="1" cy="36003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74" name="直接连接符 273"/>
            <p:cNvCxnSpPr/>
            <p:nvPr>
              <p:custDataLst>
                <p:tags r:id="rId36"/>
              </p:custDataLst>
            </p:nvPr>
          </p:nvCxnSpPr>
          <p:spPr bwMode="auto">
            <a:xfrm>
              <a:off x="6012160" y="1772816"/>
              <a:ext cx="187973" cy="86409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sp>
        <p:nvSpPr>
          <p:cNvPr id="275" name="Text Box 8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95736" y="1090800"/>
            <a:ext cx="6754494" cy="10634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200" b="1" u="sng" dirty="0">
                <a:solidFill>
                  <a:srgbClr val="0070C0"/>
                </a:solidFill>
                <a:latin typeface="+mn-ea"/>
                <a:ea typeface="+mn-ea"/>
                <a:cs typeface="宋体" panose="02010600030101010101" pitchFamily="2" charset="-122"/>
              </a:rPr>
              <a:t>使用段</a:t>
            </a:r>
            <a:r>
              <a:rPr kumimoji="0" lang="zh-CN" altLang="en-US" sz="22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</a:rPr>
              <a:t>在</a:t>
            </a:r>
            <a:r>
              <a:rPr kumimoji="0" lang="zh-CN" altLang="en-US" sz="2200" b="1" u="sng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</a:rPr>
              <a:t>当前拍</a:t>
            </a:r>
            <a:r>
              <a:rPr kumimoji="0"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</a:rPr>
              <a:t>获取，可从</a:t>
            </a:r>
            <a:r>
              <a:rPr kumimoji="0" lang="zh-CN" altLang="en-US" sz="2200" b="1" u="sng" dirty="0">
                <a:solidFill>
                  <a:srgbClr val="0070C0"/>
                </a:solidFill>
                <a:latin typeface="+mn-ea"/>
                <a:ea typeface="+mn-ea"/>
                <a:cs typeface="宋体" panose="02010600030101010101" pitchFamily="2" charset="-122"/>
              </a:rPr>
              <a:t>产生段</a:t>
            </a:r>
            <a:r>
              <a:rPr kumimoji="0" lang="en-US" altLang="zh-CN" sz="2200" b="1" u="sng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</a:rPr>
              <a:t>/</a:t>
            </a:r>
            <a:r>
              <a:rPr kumimoji="0" lang="zh-CN" altLang="en-US" sz="2200" b="1" u="sng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</a:rPr>
              <a:t>后续段</a:t>
            </a:r>
            <a:r>
              <a:rPr kumimoji="0"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</a:rPr>
              <a:t>获取</a:t>
            </a:r>
            <a:endParaRPr kumimoji="0" lang="en-US" altLang="zh-CN" sz="22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└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←如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ID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EX </a:t>
            </a:r>
            <a:r>
              <a:rPr lang="en-US" altLang="zh-CN" sz="16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│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便于实现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)         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│</a:t>
            </a:r>
            <a:r>
              <a:rPr lang="zh-CN" altLang="en-US" sz="1800" b="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←如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MEM</a:t>
            </a:r>
            <a:endParaRPr lang="en-US" altLang="zh-CN" sz="1800" b="1" dirty="0">
              <a:solidFill>
                <a:srgbClr val="990099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     </a:t>
            </a:r>
            <a:r>
              <a:rPr lang="zh-CN" altLang="en-US" sz="1800" b="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┴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→</a:t>
            </a:r>
            <a:r>
              <a:rPr lang="zh-CN" altLang="en-US" sz="1800" b="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──────────┘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</a:t>
            </a:r>
            <a:endParaRPr kumimoji="0" lang="zh-CN" altLang="en-US" sz="12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</a:endParaRPr>
          </a:p>
        </p:txBody>
      </p:sp>
      <p:grpSp>
        <p:nvGrpSpPr>
          <p:cNvPr id="276" name="组合 275"/>
          <p:cNvGrpSpPr/>
          <p:nvPr/>
        </p:nvGrpSpPr>
        <p:grpSpPr>
          <a:xfrm>
            <a:off x="4644008" y="2427157"/>
            <a:ext cx="1701487" cy="1011257"/>
            <a:chOff x="4932040" y="1625655"/>
            <a:chExt cx="1701487" cy="1011257"/>
          </a:xfrm>
        </p:grpSpPr>
        <p:sp>
          <p:nvSpPr>
            <p:cNvPr id="277" name="椭圆 276"/>
            <p:cNvSpPr/>
            <p:nvPr>
              <p:custDataLst>
                <p:tags r:id="rId30"/>
              </p:custDataLst>
            </p:nvPr>
          </p:nvSpPr>
          <p:spPr bwMode="auto">
            <a:xfrm>
              <a:off x="6561527" y="1625655"/>
              <a:ext cx="72000" cy="72008"/>
            </a:xfrm>
            <a:prstGeom prst="ellipse">
              <a:avLst/>
            </a:prstGeom>
            <a:solidFill>
              <a:srgbClr val="CCFFFF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78" name="直接连接符 277"/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4932040" y="1661659"/>
              <a:ext cx="1621098" cy="25202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79" name="直接连接符 278"/>
            <p:cNvCxnSpPr>
              <a:stCxn id="277" idx="3"/>
            </p:cNvCxnSpPr>
            <p:nvPr>
              <p:custDataLst>
                <p:tags r:id="rId32"/>
              </p:custDataLst>
            </p:nvPr>
          </p:nvCxnSpPr>
          <p:spPr bwMode="auto">
            <a:xfrm flipH="1">
              <a:off x="5615199" y="1687118"/>
              <a:ext cx="956872" cy="58660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80" name="直接连接符 279"/>
            <p:cNvCxnSpPr>
              <a:stCxn id="277" idx="4"/>
            </p:cNvCxnSpPr>
            <p:nvPr>
              <p:custDataLst>
                <p:tags r:id="rId33"/>
              </p:custDataLst>
            </p:nvPr>
          </p:nvCxnSpPr>
          <p:spPr bwMode="auto">
            <a:xfrm flipH="1">
              <a:off x="6300192" y="1697663"/>
              <a:ext cx="297335" cy="93924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  <p:grpSp>
        <p:nvGrpSpPr>
          <p:cNvPr id="281" name="组合 280"/>
          <p:cNvGrpSpPr/>
          <p:nvPr/>
        </p:nvGrpSpPr>
        <p:grpSpPr>
          <a:xfrm>
            <a:off x="1260000" y="4581096"/>
            <a:ext cx="4392000" cy="504000"/>
            <a:chOff x="1260000" y="4581128"/>
            <a:chExt cx="4392000" cy="504000"/>
          </a:xfrm>
        </p:grpSpPr>
        <p:sp>
          <p:nvSpPr>
            <p:cNvPr id="283" name="Text Box 6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260000" y="4581128"/>
              <a:ext cx="504000" cy="504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71755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284" name="Text Box 164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656000" y="4581128"/>
              <a:ext cx="108000" cy="50400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85" name="直接箭头连接符 284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1764000" y="4797152"/>
              <a:ext cx="360040" cy="2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86" name="Text Box 6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124000" y="4581128"/>
              <a:ext cx="504000" cy="504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71755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287" name="Text Box 164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19784" y="4581128"/>
              <a:ext cx="108000" cy="50400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88" name="直接箭头连接符 287"/>
            <p:cNvCxnSpPr/>
            <p:nvPr>
              <p:custDataLst>
                <p:tags r:id="rId17"/>
              </p:custDataLst>
            </p:nvPr>
          </p:nvCxnSpPr>
          <p:spPr bwMode="auto">
            <a:xfrm>
              <a:off x="2627784" y="4899155"/>
              <a:ext cx="792088" cy="61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89" name="Text Box 6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419872" y="4581128"/>
              <a:ext cx="504000" cy="504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71755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290" name="Text Box 164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816000" y="4581128"/>
              <a:ext cx="108000" cy="50400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91" name="直接箭头连接符 290"/>
            <p:cNvCxnSpPr/>
            <p:nvPr>
              <p:custDataLst>
                <p:tags r:id="rId20"/>
              </p:custDataLst>
            </p:nvPr>
          </p:nvCxnSpPr>
          <p:spPr bwMode="auto">
            <a:xfrm>
              <a:off x="2987872" y="4725143"/>
              <a:ext cx="432000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2" name="直接箭头连接符 291"/>
            <p:cNvCxnSpPr/>
            <p:nvPr>
              <p:custDataLst>
                <p:tags r:id="rId21"/>
              </p:custDataLst>
            </p:nvPr>
          </p:nvCxnSpPr>
          <p:spPr bwMode="auto">
            <a:xfrm>
              <a:off x="2627784" y="4725144"/>
              <a:ext cx="36004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3" name="直接箭头连接符 292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3924000" y="4797152"/>
              <a:ext cx="360040" cy="2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94" name="Text Box 6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284000" y="4581128"/>
              <a:ext cx="504000" cy="504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295" name="Text Box 164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680000" y="4581128"/>
              <a:ext cx="108000" cy="50400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96" name="直接箭头连接符 295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4788000" y="4797152"/>
              <a:ext cx="360040" cy="125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97" name="Text Box 6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148000" y="4581128"/>
              <a:ext cx="504000" cy="504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cxnSp>
          <p:nvCxnSpPr>
            <p:cNvPr id="298" name="直接箭头连接符 297"/>
            <p:cNvCxnSpPr/>
            <p:nvPr>
              <p:custDataLst>
                <p:tags r:id="rId27"/>
              </p:custDataLst>
            </p:nvPr>
          </p:nvCxnSpPr>
          <p:spPr bwMode="auto">
            <a:xfrm>
              <a:off x="2627784" y="5013176"/>
              <a:ext cx="79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9" name="直接箭头连接符 298"/>
            <p:cNvCxnSpPr/>
            <p:nvPr>
              <p:custDataLst>
                <p:tags r:id="rId28"/>
              </p:custDataLst>
            </p:nvPr>
          </p:nvCxnSpPr>
          <p:spPr bwMode="auto">
            <a:xfrm>
              <a:off x="3924000" y="5013112"/>
              <a:ext cx="360000" cy="6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00" name="直接箭头连接符 299"/>
            <p:cNvCxnSpPr/>
            <p:nvPr>
              <p:custDataLst>
                <p:tags r:id="rId29"/>
              </p:custDataLst>
            </p:nvPr>
          </p:nvCxnSpPr>
          <p:spPr bwMode="auto">
            <a:xfrm>
              <a:off x="4788000" y="5013112"/>
              <a:ext cx="360000" cy="6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  <p:grpSp>
        <p:nvGrpSpPr>
          <p:cNvPr id="301" name="组合 300"/>
          <p:cNvGrpSpPr/>
          <p:nvPr/>
        </p:nvGrpSpPr>
        <p:grpSpPr>
          <a:xfrm>
            <a:off x="2771800" y="4293096"/>
            <a:ext cx="2160200" cy="684072"/>
            <a:chOff x="2771800" y="4293080"/>
            <a:chExt cx="2160200" cy="684072"/>
          </a:xfrm>
        </p:grpSpPr>
        <p:sp>
          <p:nvSpPr>
            <p:cNvPr id="302" name="Text Box 42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987824" y="4437080"/>
              <a:ext cx="216000" cy="36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7780" tIns="0" rIns="0" bIns="0" anchor="ctr" anchorCtr="1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303" name="直接箭头连接符 195"/>
            <p:cNvCxnSpPr/>
            <p:nvPr>
              <p:custDataLst>
                <p:tags r:id="rId5"/>
              </p:custDataLst>
            </p:nvPr>
          </p:nvCxnSpPr>
          <p:spPr bwMode="auto">
            <a:xfrm rot="16200000" flipH="1">
              <a:off x="2843808" y="4365080"/>
              <a:ext cx="144016" cy="144016"/>
            </a:xfrm>
            <a:prstGeom prst="bentConnector3">
              <a:avLst>
                <a:gd name="adj1" fmla="val 100265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4" name="直接箭头连接符 196"/>
            <p:cNvCxnSpPr/>
            <p:nvPr>
              <p:custDataLst>
                <p:tags r:id="rId6"/>
              </p:custDataLst>
            </p:nvPr>
          </p:nvCxnSpPr>
          <p:spPr bwMode="auto">
            <a:xfrm rot="16200000" flipH="1">
              <a:off x="2717812" y="4347104"/>
              <a:ext cx="324000" cy="216024"/>
            </a:xfrm>
            <a:prstGeom prst="bentConnector3">
              <a:avLst>
                <a:gd name="adj1" fmla="val 100265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5" name="直接箭头连接符 304"/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4068000" y="4365080"/>
              <a:ext cx="0" cy="43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06" name="直接箭头连接符 305"/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2843808" y="4365080"/>
              <a:ext cx="1224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7" name="直接箭头连接符 306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2771800" y="4293080"/>
              <a:ext cx="2160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8" name="直接箭头连接符 307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4932000" y="4293080"/>
              <a:ext cx="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09" name="直接箭头连接符 235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3096000" y="4797152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  <p:sp>
        <p:nvSpPr>
          <p:cNvPr id="310" name="Text Box 88"/>
          <p:cNvSpPr txBox="1">
            <a:spLocks noChangeArrowheads="1"/>
          </p:cNvSpPr>
          <p:nvPr/>
        </p:nvSpPr>
        <p:spPr bwMode="auto">
          <a:xfrm>
            <a:off x="179388" y="332656"/>
            <a:ext cx="8713092" cy="7725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kumimoji="0"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转发法：</a:t>
            </a:r>
            <a:r>
              <a:rPr lang="zh-CN" altLang="zh-CN" sz="2200" b="1" spc="-2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冲突指令可从</a:t>
            </a:r>
            <a:r>
              <a:rPr lang="zh-CN" altLang="zh-CN" sz="2200" b="1" u="sng" spc="-200" dirty="0">
                <a:solidFill>
                  <a:srgbClr val="0070C0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数据产生段</a:t>
            </a:r>
            <a:r>
              <a:rPr lang="en-US" altLang="zh-CN" sz="2200" b="1" spc="-200" baseline="-25000" dirty="0">
                <a:solidFill>
                  <a:srgbClr val="0070C0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zh-CN" sz="2200" b="1" u="sng" spc="-200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获取</a:t>
            </a:r>
            <a:r>
              <a:rPr lang="zh-CN" altLang="zh-CN" sz="2200" b="1" spc="-2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数据</a:t>
            </a:r>
            <a:r>
              <a:rPr lang="zh-CN" altLang="en-US" sz="2200" b="1" spc="-2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，来</a:t>
            </a:r>
            <a:r>
              <a:rPr lang="zh-CN" altLang="en-US" sz="2200" b="1" u="sng" spc="-200" dirty="0">
                <a:solidFill>
                  <a:srgbClr val="990099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消除</a:t>
            </a:r>
            <a:r>
              <a:rPr lang="zh-CN" altLang="en-US" sz="2200" b="1" spc="-2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冒险</a:t>
            </a:r>
            <a:r>
              <a:rPr lang="en-US" altLang="zh-CN" sz="1600" b="1" spc="-2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避免传递时间</a:t>
            </a:r>
            <a:r>
              <a:rPr lang="en-US" altLang="zh-CN" sz="1600" b="1" spc="-2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spc="-200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</a:endParaRPr>
          </a:p>
          <a:p>
            <a:pPr eaLnBrk="0" hangingPunct="0">
              <a:lnSpc>
                <a:spcPct val="105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           </a:t>
            </a:r>
            <a:r>
              <a:rPr lang="zh-CN" altLang="en-US" sz="1800" b="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EX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段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0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←使用时，如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ID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  <a:cs typeface="宋体" panose="02010600030101010101" pitchFamily="2" charset="-122"/>
                <a:sym typeface="+mn-ea"/>
              </a:rPr>
              <a:t>段</a:t>
            </a:r>
            <a:endParaRPr lang="zh-CN" altLang="en-US" sz="1800" b="1" dirty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</a:endParaRPr>
          </a:p>
        </p:txBody>
      </p:sp>
      <p:grpSp>
        <p:nvGrpSpPr>
          <p:cNvPr id="311" name="组合 310"/>
          <p:cNvGrpSpPr/>
          <p:nvPr/>
        </p:nvGrpSpPr>
        <p:grpSpPr>
          <a:xfrm>
            <a:off x="4572000" y="2420888"/>
            <a:ext cx="1547255" cy="1008113"/>
            <a:chOff x="4572000" y="1946529"/>
            <a:chExt cx="1547255" cy="1008113"/>
          </a:xfrm>
        </p:grpSpPr>
        <p:sp>
          <p:nvSpPr>
            <p:cNvPr id="312" name="椭圆 311"/>
            <p:cNvSpPr/>
            <p:nvPr/>
          </p:nvSpPr>
          <p:spPr bwMode="auto">
            <a:xfrm>
              <a:off x="4905342" y="1946529"/>
              <a:ext cx="72000" cy="72008"/>
            </a:xfrm>
            <a:prstGeom prst="ellipse">
              <a:avLst/>
            </a:prstGeom>
            <a:solidFill>
              <a:srgbClr val="CCFFFF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13" name="直接连接符 312"/>
            <p:cNvCxnSpPr>
              <a:stCxn id="312" idx="3"/>
            </p:cNvCxnSpPr>
            <p:nvPr/>
          </p:nvCxnSpPr>
          <p:spPr bwMode="auto">
            <a:xfrm flipH="1">
              <a:off x="4572000" y="2007992"/>
              <a:ext cx="343886" cy="2328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4" name="直接连接符 313"/>
            <p:cNvCxnSpPr>
              <a:stCxn id="312" idx="4"/>
            </p:cNvCxnSpPr>
            <p:nvPr/>
          </p:nvCxnSpPr>
          <p:spPr bwMode="auto">
            <a:xfrm>
              <a:off x="4941342" y="2018537"/>
              <a:ext cx="457833" cy="57606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5" name="直接连接符 314"/>
            <p:cNvCxnSpPr>
              <a:stCxn id="312" idx="5"/>
            </p:cNvCxnSpPr>
            <p:nvPr/>
          </p:nvCxnSpPr>
          <p:spPr bwMode="auto">
            <a:xfrm>
              <a:off x="4966798" y="2007992"/>
              <a:ext cx="1152457" cy="9466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6" name="直接连接符 315"/>
            <p:cNvCxnSpPr/>
            <p:nvPr/>
          </p:nvCxnSpPr>
          <p:spPr bwMode="auto">
            <a:xfrm flipH="1">
              <a:off x="4709870" y="2099806"/>
              <a:ext cx="36987" cy="9015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7" name="直接连接符 316"/>
            <p:cNvCxnSpPr/>
            <p:nvPr/>
          </p:nvCxnSpPr>
          <p:spPr bwMode="auto">
            <a:xfrm>
              <a:off x="4674847" y="2128838"/>
              <a:ext cx="108011" cy="3600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75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75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94</a:t>
            </a:fld>
            <a:endParaRPr lang="en-US" altLang="zh-CN"/>
          </a:p>
        </p:txBody>
      </p:sp>
      <p:sp>
        <p:nvSpPr>
          <p:cNvPr id="8" name="AutoShape 5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00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92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1" name="Text Box 88"/>
          <p:cNvSpPr txBox="1">
            <a:spLocks noChangeArrowheads="1"/>
          </p:cNvSpPr>
          <p:nvPr/>
        </p:nvSpPr>
        <p:spPr bwMode="auto">
          <a:xfrm>
            <a:off x="190500" y="404495"/>
            <a:ext cx="8637270" cy="16554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284605" indent="-1284605" algn="l">
              <a:lnSpc>
                <a:spcPct val="125000"/>
              </a:lnSpc>
            </a:pPr>
            <a:r>
              <a:rPr kumimoji="0"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     </a:t>
            </a:r>
            <a:r>
              <a:rPr kumimoji="0"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例</a:t>
            </a:r>
            <a:r>
              <a:rPr kumimoji="0"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2</a:t>
            </a:r>
            <a:r>
              <a:rPr kumimoji="0"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续例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RAW</a:t>
            </a:r>
            <a:r>
              <a:rPr lang="zh-CN" altLang="zh-CN" sz="2000" b="1" dirty="0">
                <a:solidFill>
                  <a:schemeClr val="tx1"/>
                </a:solidFill>
                <a:latin typeface="+mn-ea"/>
                <a:ea typeface="+mn-ea"/>
              </a:rPr>
              <a:t>冒险采用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转发</a:t>
            </a:r>
            <a:r>
              <a:rPr lang="zh-CN" altLang="zh-CN" sz="2000" b="1" dirty="0">
                <a:solidFill>
                  <a:schemeClr val="tx1"/>
                </a:solidFill>
                <a:latin typeface="+mn-ea"/>
                <a:ea typeface="+mn-ea"/>
              </a:rPr>
              <a:t>法处理，写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GPRs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放</a:t>
            </a:r>
            <a:r>
              <a:rPr lang="zh-CN" altLang="zh-CN" sz="2000" b="1" dirty="0">
                <a:solidFill>
                  <a:schemeClr val="tx1"/>
                </a:solidFill>
                <a:latin typeface="+mn-ea"/>
                <a:ea typeface="+mn-ea"/>
              </a:rPr>
              <a:t>在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前半拍完成，下列情况下，</a:t>
            </a:r>
            <a:r>
              <a:rPr lang="zh-CN" altLang="zh-CN" sz="2000" b="1" dirty="0">
                <a:solidFill>
                  <a:schemeClr val="tx1"/>
                </a:solidFill>
                <a:latin typeface="+mn-ea"/>
                <a:ea typeface="+mn-ea"/>
              </a:rPr>
              <a:t>指令序列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执行时间分别是多少？</a:t>
            </a:r>
            <a:endParaRPr lang="en-US" altLang="zh-CN" sz="20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    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⑴有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EX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EX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MEM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EX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转发线路  ⑵仅有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EX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EX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转发线路</a:t>
            </a:r>
            <a:endParaRPr lang="en-US" altLang="zh-CN" sz="20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kumimoji="0"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解：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RAW</a:t>
            </a: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冒险有：</a:t>
            </a:r>
          </a:p>
        </p:txBody>
      </p:sp>
      <p:sp>
        <p:nvSpPr>
          <p:cNvPr id="22" name="Text Box 88"/>
          <p:cNvSpPr txBox="1">
            <a:spLocks noChangeArrowheads="1"/>
          </p:cNvSpPr>
          <p:nvPr/>
        </p:nvSpPr>
        <p:spPr bwMode="auto">
          <a:xfrm>
            <a:off x="179512" y="1980000"/>
            <a:ext cx="8784976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     ⑴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I2-I1</a:t>
            </a: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I3-I1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endParaRPr lang="en-US" altLang="zh-CN" sz="20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      I4-I1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I5-I3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endParaRPr lang="en-US" altLang="zh-CN" sz="20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       执行时间＝</a:t>
            </a:r>
          </a:p>
        </p:txBody>
      </p:sp>
      <p:sp>
        <p:nvSpPr>
          <p:cNvPr id="23" name="Text Box 88"/>
          <p:cNvSpPr txBox="1">
            <a:spLocks noChangeArrowheads="1"/>
          </p:cNvSpPr>
          <p:nvPr/>
        </p:nvSpPr>
        <p:spPr bwMode="auto">
          <a:xfrm>
            <a:off x="2303780" y="1979930"/>
            <a:ext cx="3703955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   0</a:t>
            </a: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   0</a:t>
            </a: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[5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+(5-1)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t]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+(0+0+0+0)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9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endParaRPr kumimoji="0" lang="en-US" altLang="zh-CN" sz="2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5" name="Text Box 88"/>
          <p:cNvSpPr txBox="1">
            <a:spLocks noChangeArrowheads="1"/>
          </p:cNvSpPr>
          <p:nvPr/>
        </p:nvSpPr>
        <p:spPr bwMode="auto">
          <a:xfrm>
            <a:off x="144016" y="3132000"/>
            <a:ext cx="8999984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     ⑵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I2-I1</a:t>
            </a: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I3-I1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endParaRPr lang="en-US" altLang="zh-CN" sz="20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      I4-I1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I5-I3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endParaRPr lang="en-US" altLang="zh-CN" sz="20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       执行时间＝</a:t>
            </a:r>
          </a:p>
        </p:txBody>
      </p:sp>
      <p:sp>
        <p:nvSpPr>
          <p:cNvPr id="26" name="Text Box 88"/>
          <p:cNvSpPr txBox="1">
            <a:spLocks noChangeArrowheads="1"/>
          </p:cNvSpPr>
          <p:nvPr/>
        </p:nvSpPr>
        <p:spPr bwMode="auto">
          <a:xfrm>
            <a:off x="2268220" y="3131820"/>
            <a:ext cx="3804920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   0 </a:t>
            </a: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   0</a:t>
            </a: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[5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+(5-1)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t]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+(0+1+0+1)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11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endParaRPr kumimoji="0" lang="en-US" altLang="zh-CN" sz="2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7" name="Text Box 88"/>
          <p:cNvSpPr txBox="1">
            <a:spLocks noChangeArrowheads="1"/>
          </p:cNvSpPr>
          <p:nvPr/>
        </p:nvSpPr>
        <p:spPr bwMode="auto">
          <a:xfrm>
            <a:off x="5220000" y="1980000"/>
            <a:ext cx="306034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</a:p>
        </p:txBody>
      </p:sp>
      <p:sp>
        <p:nvSpPr>
          <p:cNvPr id="28" name="Text Box 88"/>
          <p:cNvSpPr txBox="1">
            <a:spLocks noChangeArrowheads="1"/>
          </p:cNvSpPr>
          <p:nvPr/>
        </p:nvSpPr>
        <p:spPr bwMode="auto">
          <a:xfrm>
            <a:off x="5184140" y="3131820"/>
            <a:ext cx="3028315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1     </a:t>
            </a:r>
            <a:r>
              <a:rPr kumimoji="0"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(ID</a:t>
            </a:r>
            <a:r>
              <a:rPr kumimoji="0" lang="zh-CN" altLang="en-US" sz="1600" b="1" dirty="0">
                <a:solidFill>
                  <a:schemeClr val="tx1"/>
                </a:solidFill>
                <a:latin typeface="+mn-ea"/>
                <a:ea typeface="+mn-ea"/>
              </a:rPr>
              <a:t>段可读</a:t>
            </a:r>
            <a:r>
              <a:rPr kumimoji="0"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I1</a:t>
            </a:r>
            <a:r>
              <a:rPr kumimoji="0" lang="zh-CN" altLang="en-US" sz="1600" b="1" dirty="0">
                <a:solidFill>
                  <a:schemeClr val="tx1"/>
                </a:solidFill>
                <a:latin typeface="+mn-ea"/>
                <a:ea typeface="+mn-ea"/>
              </a:rPr>
              <a:t>的</a:t>
            </a:r>
            <a:r>
              <a:rPr kumimoji="0"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WB</a:t>
            </a:r>
            <a:r>
              <a:rPr kumimoji="0" lang="zh-CN" altLang="en-US" sz="1600" b="1" dirty="0">
                <a:solidFill>
                  <a:schemeClr val="tx1"/>
                </a:solidFill>
                <a:latin typeface="+mn-ea"/>
                <a:ea typeface="+mn-ea"/>
              </a:rPr>
              <a:t>段</a:t>
            </a:r>
            <a:r>
              <a:rPr kumimoji="0"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   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ea typeface="+mn-ea"/>
              </a:rPr>
              <a:t>同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I3-I1)</a:t>
            </a:r>
            <a:endParaRPr kumimoji="0" lang="en-US" altLang="zh-CN" sz="16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864000" y="4392000"/>
            <a:ext cx="5166574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altLang="zh-CN" sz="1800" b="1" dirty="0">
                <a:solidFill>
                  <a:schemeClr val="tx1"/>
                </a:solidFill>
                <a:latin typeface="+mn-ea"/>
                <a:ea typeface="+mn-ea"/>
              </a:rPr>
              <a:t>写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GPRs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放</a:t>
            </a:r>
            <a:r>
              <a:rPr lang="zh-CN" altLang="zh-CN" sz="1800" b="1" dirty="0">
                <a:solidFill>
                  <a:schemeClr val="tx1"/>
                </a:solidFill>
                <a:latin typeface="+mn-ea"/>
                <a:ea typeface="+mn-ea"/>
              </a:rPr>
              <a:t>在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后半拍时，小题⑵</a:t>
            </a:r>
            <a:r>
              <a:rPr kumimoji="0"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结果如何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？ </a:t>
            </a:r>
            <a:endParaRPr lang="en-US" altLang="zh-CN" sz="16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864000" y="4752000"/>
            <a:ext cx="5112568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思考②：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I3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为</a:t>
            </a:r>
            <a:r>
              <a:rPr lang="pt-BR" altLang="zh-CN" sz="1800" b="1" dirty="0">
                <a:solidFill>
                  <a:schemeClr val="tx1"/>
                </a:solidFill>
                <a:latin typeface="+mn-ea"/>
                <a:ea typeface="+mn-ea"/>
              </a:rPr>
              <a:t>$8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←</a:t>
            </a:r>
            <a:r>
              <a:rPr lang="pt-BR" altLang="zh-CN" sz="1800" b="1" dirty="0">
                <a:solidFill>
                  <a:schemeClr val="tx1"/>
                </a:solidFill>
                <a:latin typeface="+mn-ea"/>
                <a:ea typeface="+mn-ea"/>
              </a:rPr>
              <a:t>$4</a:t>
            </a:r>
            <a:r>
              <a:rPr lang="pt-BR" altLang="zh-CN" sz="1800" b="1" baseline="-25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pt-BR" altLang="zh-CN" sz="1800" b="1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lang="pt-BR" altLang="zh-CN" sz="1800" b="1" baseline="-25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pt-BR" altLang="zh-CN" sz="1800" b="1" dirty="0">
                <a:solidFill>
                  <a:schemeClr val="tx1"/>
                </a:solidFill>
                <a:latin typeface="+mn-ea"/>
                <a:ea typeface="+mn-ea"/>
              </a:rPr>
              <a:t>$7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时，小题⑵</a:t>
            </a:r>
            <a:r>
              <a:rPr kumimoji="0"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结果如何？ </a:t>
            </a:r>
            <a:endParaRPr lang="en-US" altLang="zh-CN" sz="16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1" name="Text Box 88"/>
          <p:cNvSpPr txBox="1">
            <a:spLocks noChangeArrowheads="1"/>
          </p:cNvSpPr>
          <p:nvPr/>
        </p:nvSpPr>
        <p:spPr bwMode="auto">
          <a:xfrm>
            <a:off x="2808000" y="1584000"/>
            <a:ext cx="3960440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I2-I1</a:t>
            </a: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I3-I1</a:t>
            </a: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I4-I1</a:t>
            </a: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I5-I3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5365606" y="4464000"/>
            <a:ext cx="2448272" cy="1368152"/>
            <a:chOff x="5796136" y="4509120"/>
            <a:chExt cx="2448272" cy="1368152"/>
          </a:xfrm>
        </p:grpSpPr>
        <p:sp>
          <p:nvSpPr>
            <p:cNvPr id="33" name="Text Box 61"/>
            <p:cNvSpPr txBox="1">
              <a:spLocks noChangeArrowheads="1"/>
            </p:cNvSpPr>
            <p:nvPr/>
          </p:nvSpPr>
          <p:spPr bwMode="auto">
            <a:xfrm>
              <a:off x="5796136" y="5229200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</a:p>
          </p:txBody>
        </p:sp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844447" y="4509120"/>
              <a:ext cx="1399961" cy="6480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I1:</a:t>
              </a:r>
              <a:r>
                <a:rPr lang="en-US" altLang="zh-CN" sz="1600" b="1" dirty="0">
                  <a:solidFill>
                    <a:srgbClr val="990099"/>
                  </a:solidFill>
                  <a:latin typeface="+mn-ea"/>
                  <a:ea typeface="+mn-ea"/>
                </a:rPr>
                <a:t>$4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←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$5+$6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I2:</a:t>
              </a:r>
              <a:r>
                <a:rPr lang="en-US" altLang="zh-CN" sz="1600" b="1" dirty="0">
                  <a:solidFill>
                    <a:srgbClr val="0070C0"/>
                  </a:solidFill>
                  <a:latin typeface="+mn-ea"/>
                  <a:ea typeface="+mn-ea"/>
                </a:rPr>
                <a:t>$7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←</a:t>
              </a:r>
              <a:r>
                <a:rPr lang="en-US" altLang="zh-CN" sz="1600" b="1" dirty="0">
                  <a:solidFill>
                    <a:srgbClr val="990099"/>
                  </a:solidFill>
                  <a:latin typeface="+mn-ea"/>
                  <a:ea typeface="+mn-ea"/>
                </a:rPr>
                <a:t>$4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-$6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I3:$8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←</a:t>
              </a:r>
              <a:r>
                <a:rPr lang="en-US" altLang="zh-CN" sz="1600" b="1" dirty="0">
                  <a:solidFill>
                    <a:srgbClr val="990099"/>
                  </a:solidFill>
                  <a:latin typeface="+mn-ea"/>
                  <a:ea typeface="+mn-ea"/>
                </a:rPr>
                <a:t>$4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|</a:t>
              </a:r>
              <a:r>
                <a:rPr lang="en-US" altLang="zh-CN" sz="1600" b="1" dirty="0">
                  <a:solidFill>
                    <a:srgbClr val="0070C0"/>
                  </a:solidFill>
                  <a:latin typeface="+mn-ea"/>
                  <a:ea typeface="+mn-ea"/>
                </a:rPr>
                <a:t>$7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5" name="Text Box 61"/>
            <p:cNvSpPr txBox="1">
              <a:spLocks noChangeArrowheads="1"/>
            </p:cNvSpPr>
            <p:nvPr/>
          </p:nvSpPr>
          <p:spPr bwMode="auto">
            <a:xfrm>
              <a:off x="6156176" y="5229200"/>
              <a:ext cx="360040" cy="2160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</a:p>
          </p:txBody>
        </p:sp>
        <p:sp>
          <p:nvSpPr>
            <p:cNvPr id="36" name="Text Box 61"/>
            <p:cNvSpPr txBox="1">
              <a:spLocks noChangeArrowheads="1"/>
            </p:cNvSpPr>
            <p:nvPr/>
          </p:nvSpPr>
          <p:spPr bwMode="auto">
            <a:xfrm>
              <a:off x="6516216" y="5229200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EX</a:t>
              </a:r>
            </a:p>
          </p:txBody>
        </p:sp>
        <p:sp>
          <p:nvSpPr>
            <p:cNvPr id="37" name="Text Box 61"/>
            <p:cNvSpPr txBox="1">
              <a:spLocks noChangeArrowheads="1"/>
            </p:cNvSpPr>
            <p:nvPr/>
          </p:nvSpPr>
          <p:spPr bwMode="auto">
            <a:xfrm>
              <a:off x="6876256" y="5229200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MEM</a:t>
              </a:r>
            </a:p>
          </p:txBody>
        </p:sp>
        <p:sp>
          <p:nvSpPr>
            <p:cNvPr id="38" name="Text Box 61"/>
            <p:cNvSpPr txBox="1">
              <a:spLocks noChangeArrowheads="1"/>
            </p:cNvSpPr>
            <p:nvPr/>
          </p:nvSpPr>
          <p:spPr bwMode="auto">
            <a:xfrm>
              <a:off x="7236296" y="5229200"/>
              <a:ext cx="360040" cy="21602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WB</a:t>
              </a:r>
            </a:p>
          </p:txBody>
        </p:sp>
        <p:sp>
          <p:nvSpPr>
            <p:cNvPr id="39" name="Text Box 61"/>
            <p:cNvSpPr txBox="1">
              <a:spLocks noChangeArrowheads="1"/>
            </p:cNvSpPr>
            <p:nvPr/>
          </p:nvSpPr>
          <p:spPr bwMode="auto">
            <a:xfrm>
              <a:off x="6156176" y="5445224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</a:p>
          </p:txBody>
        </p:sp>
        <p:sp>
          <p:nvSpPr>
            <p:cNvPr id="40" name="Text Box 61"/>
            <p:cNvSpPr txBox="1">
              <a:spLocks noChangeArrowheads="1"/>
            </p:cNvSpPr>
            <p:nvPr/>
          </p:nvSpPr>
          <p:spPr bwMode="auto">
            <a:xfrm>
              <a:off x="6516216" y="5445224"/>
              <a:ext cx="360040" cy="2160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</a:p>
          </p:txBody>
        </p:sp>
        <p:sp>
          <p:nvSpPr>
            <p:cNvPr id="41" name="Text Box 61"/>
            <p:cNvSpPr txBox="1">
              <a:spLocks noChangeArrowheads="1"/>
            </p:cNvSpPr>
            <p:nvPr/>
          </p:nvSpPr>
          <p:spPr bwMode="auto">
            <a:xfrm>
              <a:off x="6876256" y="5445224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EX</a:t>
              </a:r>
            </a:p>
          </p:txBody>
        </p:sp>
        <p:sp>
          <p:nvSpPr>
            <p:cNvPr id="42" name="Text Box 61"/>
            <p:cNvSpPr txBox="1">
              <a:spLocks noChangeArrowheads="1"/>
            </p:cNvSpPr>
            <p:nvPr/>
          </p:nvSpPr>
          <p:spPr bwMode="auto">
            <a:xfrm>
              <a:off x="7236296" y="5445224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MEM</a:t>
              </a:r>
            </a:p>
          </p:txBody>
        </p:sp>
        <p:sp>
          <p:nvSpPr>
            <p:cNvPr id="43" name="Text Box 61"/>
            <p:cNvSpPr txBox="1">
              <a:spLocks noChangeArrowheads="1"/>
            </p:cNvSpPr>
            <p:nvPr/>
          </p:nvSpPr>
          <p:spPr bwMode="auto">
            <a:xfrm>
              <a:off x="7596336" y="5445224"/>
              <a:ext cx="360040" cy="21602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WB</a:t>
              </a:r>
            </a:p>
          </p:txBody>
        </p:sp>
        <p:sp>
          <p:nvSpPr>
            <p:cNvPr id="44" name="Text Box 61"/>
            <p:cNvSpPr txBox="1">
              <a:spLocks noChangeArrowheads="1"/>
            </p:cNvSpPr>
            <p:nvPr/>
          </p:nvSpPr>
          <p:spPr bwMode="auto">
            <a:xfrm>
              <a:off x="6516216" y="566124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7165806" y="5616000"/>
            <a:ext cx="1440160" cy="648072"/>
            <a:chOff x="7740352" y="5805264"/>
            <a:chExt cx="1440160" cy="648072"/>
          </a:xfrm>
        </p:grpSpPr>
        <p:sp>
          <p:nvSpPr>
            <p:cNvPr id="46" name="Text Box 61"/>
            <p:cNvSpPr txBox="1">
              <a:spLocks noChangeArrowheads="1"/>
            </p:cNvSpPr>
            <p:nvPr/>
          </p:nvSpPr>
          <p:spPr bwMode="auto">
            <a:xfrm>
              <a:off x="7740352" y="602128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</a:p>
          </p:txBody>
        </p:sp>
        <p:sp>
          <p:nvSpPr>
            <p:cNvPr id="47" name="Text Box 61"/>
            <p:cNvSpPr txBox="1">
              <a:spLocks noChangeArrowheads="1"/>
            </p:cNvSpPr>
            <p:nvPr/>
          </p:nvSpPr>
          <p:spPr bwMode="auto">
            <a:xfrm>
              <a:off x="8100392" y="6021288"/>
              <a:ext cx="360040" cy="2160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</a:p>
          </p:txBody>
        </p:sp>
        <p:sp>
          <p:nvSpPr>
            <p:cNvPr id="48" name="Text Box 61"/>
            <p:cNvSpPr txBox="1">
              <a:spLocks noChangeArrowheads="1"/>
            </p:cNvSpPr>
            <p:nvPr/>
          </p:nvSpPr>
          <p:spPr bwMode="auto">
            <a:xfrm>
              <a:off x="8100392" y="6237312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</a:p>
          </p:txBody>
        </p:sp>
        <p:sp>
          <p:nvSpPr>
            <p:cNvPr id="49" name="Text Box 61"/>
            <p:cNvSpPr txBox="1">
              <a:spLocks noChangeArrowheads="1"/>
            </p:cNvSpPr>
            <p:nvPr/>
          </p:nvSpPr>
          <p:spPr bwMode="auto">
            <a:xfrm>
              <a:off x="8820472" y="6237312"/>
              <a:ext cx="360040" cy="2160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</a:p>
          </p:txBody>
        </p:sp>
        <p:sp>
          <p:nvSpPr>
            <p:cNvPr id="50" name="Text Box 61"/>
            <p:cNvSpPr txBox="1">
              <a:spLocks noChangeArrowheads="1"/>
            </p:cNvSpPr>
            <p:nvPr/>
          </p:nvSpPr>
          <p:spPr bwMode="auto">
            <a:xfrm>
              <a:off x="8460432" y="602128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EX</a:t>
              </a:r>
            </a:p>
          </p:txBody>
        </p:sp>
        <p:sp>
          <p:nvSpPr>
            <p:cNvPr id="51" name="Text Box 61"/>
            <p:cNvSpPr txBox="1">
              <a:spLocks noChangeArrowheads="1"/>
            </p:cNvSpPr>
            <p:nvPr/>
          </p:nvSpPr>
          <p:spPr bwMode="auto">
            <a:xfrm>
              <a:off x="8460432" y="5805264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MEM</a:t>
              </a:r>
            </a:p>
          </p:txBody>
        </p:sp>
        <p:sp>
          <p:nvSpPr>
            <p:cNvPr id="52" name="Text Box 61"/>
            <p:cNvSpPr txBox="1">
              <a:spLocks noChangeArrowheads="1"/>
            </p:cNvSpPr>
            <p:nvPr/>
          </p:nvSpPr>
          <p:spPr bwMode="auto">
            <a:xfrm>
              <a:off x="8820472" y="602128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MEM</a:t>
              </a:r>
            </a:p>
          </p:txBody>
        </p:sp>
        <p:sp>
          <p:nvSpPr>
            <p:cNvPr id="53" name="Text Box 61"/>
            <p:cNvSpPr txBox="1">
              <a:spLocks noChangeArrowheads="1"/>
            </p:cNvSpPr>
            <p:nvPr/>
          </p:nvSpPr>
          <p:spPr bwMode="auto">
            <a:xfrm>
              <a:off x="8820472" y="5805264"/>
              <a:ext cx="360040" cy="21602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WB</a:t>
              </a:r>
            </a:p>
          </p:txBody>
        </p:sp>
        <p:sp>
          <p:nvSpPr>
            <p:cNvPr id="54" name="Text Box 61"/>
            <p:cNvSpPr txBox="1">
              <a:spLocks noChangeArrowheads="1"/>
            </p:cNvSpPr>
            <p:nvPr/>
          </p:nvSpPr>
          <p:spPr bwMode="auto">
            <a:xfrm>
              <a:off x="8460432" y="6237312"/>
              <a:ext cx="360040" cy="216024"/>
            </a:xfrm>
            <a:prstGeom prst="rect">
              <a:avLst/>
            </a:prstGeom>
            <a:solidFill>
              <a:schemeClr val="bg1">
                <a:lumMod val="6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445726" y="5292000"/>
            <a:ext cx="1440160" cy="540060"/>
            <a:chOff x="6876256" y="5337212"/>
            <a:chExt cx="1440160" cy="540060"/>
          </a:xfrm>
        </p:grpSpPr>
        <p:sp>
          <p:nvSpPr>
            <p:cNvPr id="56" name="Text Box 61"/>
            <p:cNvSpPr txBox="1">
              <a:spLocks noChangeArrowheads="1"/>
            </p:cNvSpPr>
            <p:nvPr/>
          </p:nvSpPr>
          <p:spPr bwMode="auto">
            <a:xfrm>
              <a:off x="6876256" y="5661248"/>
              <a:ext cx="360040" cy="216024"/>
            </a:xfrm>
            <a:prstGeom prst="rect">
              <a:avLst/>
            </a:prstGeom>
            <a:solidFill>
              <a:schemeClr val="bg1">
                <a:lumMod val="6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</a:p>
          </p:txBody>
        </p:sp>
        <p:sp>
          <p:nvSpPr>
            <p:cNvPr id="57" name="Text Box 61"/>
            <p:cNvSpPr txBox="1">
              <a:spLocks noChangeArrowheads="1"/>
            </p:cNvSpPr>
            <p:nvPr/>
          </p:nvSpPr>
          <p:spPr bwMode="auto">
            <a:xfrm>
              <a:off x="7596336" y="5661248"/>
              <a:ext cx="360040" cy="2160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</a:p>
          </p:txBody>
        </p:sp>
        <p:sp>
          <p:nvSpPr>
            <p:cNvPr id="58" name="Text Box 61"/>
            <p:cNvSpPr txBox="1">
              <a:spLocks noChangeArrowheads="1"/>
            </p:cNvSpPr>
            <p:nvPr/>
          </p:nvSpPr>
          <p:spPr bwMode="auto">
            <a:xfrm>
              <a:off x="7236296" y="5661248"/>
              <a:ext cx="360040" cy="216024"/>
            </a:xfrm>
            <a:prstGeom prst="rect">
              <a:avLst/>
            </a:prstGeom>
            <a:solidFill>
              <a:schemeClr val="bg1">
                <a:lumMod val="6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</a:p>
          </p:txBody>
        </p:sp>
        <p:cxnSp>
          <p:nvCxnSpPr>
            <p:cNvPr id="59" name="直接连接符 58"/>
            <p:cNvCxnSpPr/>
            <p:nvPr/>
          </p:nvCxnSpPr>
          <p:spPr bwMode="auto">
            <a:xfrm>
              <a:off x="7272300" y="5373216"/>
              <a:ext cx="108012" cy="39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 bwMode="auto">
            <a:xfrm>
              <a:off x="7704348" y="5589264"/>
              <a:ext cx="108012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61" name="Text Box 61"/>
            <p:cNvSpPr txBox="1">
              <a:spLocks noChangeArrowheads="1"/>
            </p:cNvSpPr>
            <p:nvPr/>
          </p:nvSpPr>
          <p:spPr bwMode="auto">
            <a:xfrm>
              <a:off x="7956376" y="566124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EX</a:t>
              </a:r>
            </a:p>
          </p:txBody>
        </p:sp>
        <p:cxnSp>
          <p:nvCxnSpPr>
            <p:cNvPr id="62" name="直接连接符 61"/>
            <p:cNvCxnSpPr/>
            <p:nvPr/>
          </p:nvCxnSpPr>
          <p:spPr bwMode="auto">
            <a:xfrm>
              <a:off x="7636594" y="5337212"/>
              <a:ext cx="0" cy="432048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  <p:sp>
        <p:nvSpPr>
          <p:cNvPr id="14" name="线形标注 2 13"/>
          <p:cNvSpPr/>
          <p:nvPr>
            <p:custDataLst>
              <p:tags r:id="rId1"/>
            </p:custDataLst>
          </p:nvPr>
        </p:nvSpPr>
        <p:spPr bwMode="auto">
          <a:xfrm>
            <a:off x="7558040" y="864000"/>
            <a:ext cx="792088" cy="288000"/>
          </a:xfrm>
          <a:prstGeom prst="borderCallout2">
            <a:avLst>
              <a:gd name="adj1" fmla="val 49933"/>
              <a:gd name="adj2" fmla="val -854"/>
              <a:gd name="adj3" fmla="val 46544"/>
              <a:gd name="adj4" fmla="val -35104"/>
              <a:gd name="adj5" fmla="val -27699"/>
              <a:gd name="adj6" fmla="val -57354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en-US" altLang="zh-CN" sz="1800" b="1" spc="-100" dirty="0">
                <a:latin typeface="宋体" panose="02010600030101010101" pitchFamily="2" charset="-122"/>
              </a:rPr>
              <a:t>P</a:t>
            </a:r>
            <a:r>
              <a:rPr lang="en-US" altLang="zh-CN" sz="1800" b="1" spc="-100" baseline="-18000" dirty="0">
                <a:latin typeface="宋体" panose="02010600030101010101" pitchFamily="2" charset="-122"/>
              </a:rPr>
              <a:t>1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时写</a:t>
            </a:r>
            <a:endParaRPr lang="en-US" altLang="zh-CN" sz="1800" b="1" spc="-1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5" grpId="0" bldLvl="0" animBg="1"/>
      <p:bldP spid="29" grpId="0" bldLvl="0" animBg="1"/>
      <p:bldP spid="30" grpId="0" bldLvl="0" animBg="1"/>
      <p:bldP spid="31" grpId="0" bldLvl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95</a:t>
            </a:fld>
            <a:endParaRPr lang="en-US" altLang="zh-CN"/>
          </a:p>
        </p:txBody>
      </p:sp>
      <p:sp>
        <p:nvSpPr>
          <p:cNvPr id="21" name="AutoShape 62">
            <a:hlinkClick r:id="rId16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90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3" name="Text Box 8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512" y="332656"/>
            <a:ext cx="3168352" cy="5454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umimoji="0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*乱序执行法：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实现方法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停顿拍数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新增的冒险类型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kumimoji="0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处理方法：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6" name="Text Box 2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36000" y="3140671"/>
            <a:ext cx="4632325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读后写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Write After </a:t>
            </a:r>
            <a:r>
              <a:rPr kumimoji="0" lang="en-US" altLang="zh-CN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Read</a:t>
            </a:r>
            <a:r>
              <a:rPr kumimoji="0" lang="en-US" altLang="zh-CN" sz="18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,WAR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冒险、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写后写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Write After </a:t>
            </a:r>
            <a:r>
              <a:rPr kumimoji="0" lang="en-US" altLang="zh-CN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Write</a:t>
            </a:r>
            <a:r>
              <a:rPr kumimoji="0" lang="en-US" altLang="zh-CN" sz="18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,WAW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冒险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动态调度方法  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系统结构课程中讨论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83" name="Text Box 8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96000" y="368656"/>
            <a:ext cx="6393815" cy="29279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00" b="1" spc="-18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冲突指令</a:t>
            </a:r>
            <a:r>
              <a:rPr kumimoji="0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停顿</a:t>
            </a:r>
            <a:r>
              <a:rPr lang="zh-CN" altLang="en-US" sz="2200" b="1" spc="-18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spc="-18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后续无</a:t>
            </a:r>
            <a:r>
              <a:rPr lang="en-US" altLang="zh-CN" sz="2200" b="1" u="sng" spc="-18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RAW</a:t>
            </a:r>
            <a:r>
              <a:rPr lang="zh-CN" altLang="en-US" sz="2200" b="1" u="sng" spc="-18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冒险的指令</a:t>
            </a:r>
            <a:r>
              <a:rPr lang="zh-CN" altLang="en-US" sz="2200" b="1" spc="-18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u="sng" spc="-18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优先执行</a:t>
            </a:r>
            <a:endParaRPr kumimoji="0"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增设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指令窗口、</a:t>
            </a:r>
            <a:r>
              <a:rPr kumimoji="0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采用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动态调度方法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提供选择平台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         (OPD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就绪时流动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0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拍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7" name="Group 88"/>
          <p:cNvGrpSpPr/>
          <p:nvPr/>
        </p:nvGrpSpPr>
        <p:grpSpPr bwMode="auto">
          <a:xfrm>
            <a:off x="1475754" y="872656"/>
            <a:ext cx="6624638" cy="1187450"/>
            <a:chOff x="748" y="1570"/>
            <a:chExt cx="4173" cy="748"/>
          </a:xfrm>
        </p:grpSpPr>
        <p:sp>
          <p:nvSpPr>
            <p:cNvPr id="78" name="Text Box 89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48" y="1570"/>
              <a:ext cx="1315" cy="74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流入顺序</a:t>
              </a:r>
            </a:p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I1: 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R3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(R1)+(R2)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I2: R4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R3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+(R1)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I3: R5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(R1)*(R2)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I4: R6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(R2)+(R7)</a:t>
              </a:r>
            </a:p>
          </p:txBody>
        </p:sp>
        <p:sp>
          <p:nvSpPr>
            <p:cNvPr id="79" name="Text Box 90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606" y="1570"/>
              <a:ext cx="1315" cy="74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流出顺序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乱序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)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I1: 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R3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(R1)+(R2)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I3: R5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(R1)*(R2)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I4: R6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(R2)+(R7)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I2: R4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R3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+(R1)</a:t>
              </a:r>
            </a:p>
          </p:txBody>
        </p:sp>
        <p:sp>
          <p:nvSpPr>
            <p:cNvPr id="80" name="Text Box 9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381" y="1706"/>
              <a:ext cx="952" cy="40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支持乱序流动</a:t>
              </a:r>
            </a:p>
            <a:p>
              <a:pPr algn="ctr"/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的流水线</a:t>
              </a:r>
            </a:p>
          </p:txBody>
        </p:sp>
        <p:sp>
          <p:nvSpPr>
            <p:cNvPr id="81" name="AutoShape 9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154" y="1826"/>
              <a:ext cx="227" cy="181"/>
            </a:xfrm>
            <a:prstGeom prst="rightArrow">
              <a:avLst>
                <a:gd name="adj1" fmla="val 49861"/>
                <a:gd name="adj2" fmla="val 51542"/>
              </a:avLst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AutoShape 9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334" y="1826"/>
              <a:ext cx="227" cy="181"/>
            </a:xfrm>
            <a:prstGeom prst="rightArrow">
              <a:avLst>
                <a:gd name="adj1" fmla="val 49861"/>
                <a:gd name="adj2" fmla="val 51542"/>
              </a:avLst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6012160" y="4868656"/>
            <a:ext cx="1512120" cy="252000"/>
            <a:chOff x="5724127" y="6128348"/>
            <a:chExt cx="1512120" cy="295030"/>
          </a:xfrm>
        </p:grpSpPr>
        <p:sp>
          <p:nvSpPr>
            <p:cNvPr id="71" name="椭圆 70"/>
            <p:cNvSpPr/>
            <p:nvPr>
              <p:custDataLst>
                <p:tags r:id="rId7"/>
              </p:custDataLst>
            </p:nvPr>
          </p:nvSpPr>
          <p:spPr bwMode="auto">
            <a:xfrm>
              <a:off x="5724127" y="6128348"/>
              <a:ext cx="288000" cy="295030"/>
            </a:xfrm>
            <a:prstGeom prst="ellipse">
              <a:avLst/>
            </a:prstGeom>
            <a:solidFill>
              <a:srgbClr val="CCFFFF"/>
            </a:solidFill>
            <a:ln w="12700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椭圆 71"/>
            <p:cNvSpPr/>
            <p:nvPr>
              <p:custDataLst>
                <p:tags r:id="rId8"/>
              </p:custDataLst>
            </p:nvPr>
          </p:nvSpPr>
          <p:spPr bwMode="auto">
            <a:xfrm>
              <a:off x="6804247" y="6128348"/>
              <a:ext cx="432000" cy="295030"/>
            </a:xfrm>
            <a:prstGeom prst="ellipse">
              <a:avLst/>
            </a:prstGeom>
            <a:solidFill>
              <a:srgbClr val="CCFFFF"/>
            </a:solidFill>
            <a:ln w="12700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2340000" y="4108134"/>
            <a:ext cx="5328096" cy="1080163"/>
            <a:chOff x="2123976" y="5013176"/>
            <a:chExt cx="5328096" cy="1080163"/>
          </a:xfrm>
        </p:grpSpPr>
        <p:sp>
          <p:nvSpPr>
            <p:cNvPr id="85" name="Text Box 94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123976" y="5013339"/>
              <a:ext cx="2232000" cy="10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I1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: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R3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(R1)+(R2)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I2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: 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R4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(R3)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+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(R5)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I3: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R5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(R1)*(R2)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I4: 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R4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(R2)+(R6)</a:t>
              </a:r>
            </a:p>
          </p:txBody>
        </p:sp>
        <p:sp>
          <p:nvSpPr>
            <p:cNvPr id="86" name="Text Box 9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220072" y="5013176"/>
              <a:ext cx="2232000" cy="10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I1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: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R3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(R1)+(R2)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I3: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R5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(R1)*(R2)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I4: 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R4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(R2)+(R6)</a:t>
              </a: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I2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: 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R4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(R3)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+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(R5)</a:t>
              </a:r>
            </a:p>
            <a:p>
              <a:pPr algn="l">
                <a:lnSpc>
                  <a:spcPct val="90000"/>
                </a:lnSpc>
              </a:pP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7" name="AutoShape 92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427984" y="5292552"/>
              <a:ext cx="720080" cy="593574"/>
            </a:xfrm>
            <a:prstGeom prst="rightArrow">
              <a:avLst>
                <a:gd name="adj1" fmla="val 49861"/>
                <a:gd name="adj2" fmla="val 36871"/>
              </a:avLst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18000" tIns="10800" rIns="18000" bIns="10800" anchor="ctr">
              <a:noAutofit/>
            </a:bodyPr>
            <a:lstStyle/>
            <a:p>
              <a:r>
                <a:rPr lang="zh-CN" altLang="en-US" sz="1800" b="1" dirty="0">
                  <a:solidFill>
                    <a:schemeClr val="tx1"/>
                  </a:solidFill>
                </a:rPr>
                <a:t>乱序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96</a:t>
            </a:fld>
            <a:endParaRPr lang="en-US" altLang="zh-CN"/>
          </a:p>
        </p:txBody>
      </p:sp>
      <p:sp>
        <p:nvSpPr>
          <p:cNvPr id="32" name="AutoShape 157">
            <a:hlinkClick r:id="rId2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0000" y="332656"/>
            <a:ext cx="3137699" cy="305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(3)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控制冒险处理</a:t>
            </a:r>
          </a:p>
          <a:p>
            <a:pPr marL="2155825" indent="-2155825"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*产生原因：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</a:p>
          <a:p>
            <a:pPr marL="2155825" indent="-2155825" algn="l" eaLnBrk="0" hangingPunct="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*处理方法：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71980" y="764501"/>
            <a:ext cx="6929120" cy="28536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因指令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执行顺序改变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，引起流水线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</a:t>
            </a:r>
            <a:endParaRPr lang="en-US" altLang="zh-CN" sz="2200" b="1" u="sng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/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NextPC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可能≠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(PC)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      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段无法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给出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/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                                 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①是否转移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?)</a:t>
            </a:r>
          </a:p>
          <a:p>
            <a:pPr marL="2155825" indent="-2155825" algn="l" eaLnBrk="0" hangingPunct="0"/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                                 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②转移目标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?)</a:t>
            </a:r>
          </a:p>
          <a:p>
            <a:pPr marL="2155825" indent="-2155825" algn="l" eaLnBrk="0" hangingPunct="0"/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/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/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/>
            <a:r>
              <a:rPr kumimoji="0"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阻塞法、分支预测法、延迟分支法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514600" indent="-2514600" algn="l" eaLnBrk="0" hangingPunct="0"/>
            <a:r>
              <a:rPr kumimoji="0" lang="en-US" altLang="zh-CN" sz="1600" b="1" spc="-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kumimoji="0" lang="zh-CN" altLang="en-US" sz="1600" spc="-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kumimoji="0" lang="zh-CN" altLang="en-US" sz="1600" b="1" spc="-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←又称冻结法、排空法</a:t>
            </a:r>
            <a:endParaRPr lang="en-US" altLang="zh-CN" sz="1600" b="1" spc="-2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80000" y="1520656"/>
            <a:ext cx="5542519" cy="1224136"/>
            <a:chOff x="1514674" y="1700808"/>
            <a:chExt cx="5542519" cy="1224136"/>
          </a:xfrm>
        </p:grpSpPr>
        <p:cxnSp>
          <p:nvCxnSpPr>
            <p:cNvPr id="7" name="直接箭头连接符 6"/>
            <p:cNvCxnSpPr/>
            <p:nvPr>
              <p:custDataLst>
                <p:tags r:id="rId3"/>
              </p:custDataLst>
            </p:nvPr>
          </p:nvCxnSpPr>
          <p:spPr bwMode="auto">
            <a:xfrm>
              <a:off x="3462560" y="1916832"/>
              <a:ext cx="359463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 Box 6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458890" y="1991990"/>
              <a:ext cx="504056" cy="2128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9" name="Text Box 6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962946" y="1991989"/>
              <a:ext cx="502221" cy="212875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0" name="Text Box 6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467002" y="1991990"/>
              <a:ext cx="499862" cy="21287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11" name="Text Box 6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971058" y="1988840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12" name="Text Box 6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475114" y="1988840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13" name="Text Box 5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674914" y="1700808"/>
              <a:ext cx="3238263" cy="216024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0" tIns="10800" rIns="18000" bIns="1080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1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2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3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4    5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6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7</a:t>
              </a:r>
            </a:p>
          </p:txBody>
        </p:sp>
        <p:sp>
          <p:nvSpPr>
            <p:cNvPr id="14" name="Text Box 6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514674" y="1916832"/>
              <a:ext cx="2016224" cy="10081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8800" rIns="18000" bIns="10800"/>
            <a:lstStyle/>
            <a:p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I1:$4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$5+$6</a:t>
              </a:r>
            </a:p>
            <a:p>
              <a:pPr>
                <a:spcBef>
                  <a:spcPts val="700"/>
                </a:spcBef>
              </a:pP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I2:$5</a:t>
              </a:r>
              <a:r>
                <a:rPr lang="zh-CN" altLang="en-US" sz="1800" b="1" dirty="0">
                  <a:solidFill>
                    <a:srgbClr val="990099"/>
                  </a:solidFill>
                  <a:latin typeface="+mn-lt"/>
                </a:rPr>
                <a:t>≠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$6</a:t>
              </a:r>
              <a:r>
                <a: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时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PC</a:t>
              </a:r>
              <a:r>
                <a: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L1</a:t>
              </a:r>
            </a:p>
            <a:p>
              <a:pPr>
                <a:spcBef>
                  <a:spcPts val="70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I3:$8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$7|$6</a:t>
              </a:r>
            </a:p>
          </p:txBody>
        </p:sp>
        <p:cxnSp>
          <p:nvCxnSpPr>
            <p:cNvPr id="15" name="直接连接符 14"/>
            <p:cNvCxnSpPr>
              <a:endCxn id="24" idx="1"/>
            </p:cNvCxnSpPr>
            <p:nvPr>
              <p:custDataLst>
                <p:tags r:id="rId11"/>
              </p:custDataLst>
            </p:nvPr>
          </p:nvCxnSpPr>
          <p:spPr bwMode="auto">
            <a:xfrm>
              <a:off x="5979170" y="1844824"/>
              <a:ext cx="0" cy="97210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Text Box 6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967140" y="2352026"/>
              <a:ext cx="499862" cy="2128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17" name="Text Box 6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467002" y="2348877"/>
              <a:ext cx="502221" cy="216024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8" name="Text Box 6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971058" y="2348876"/>
              <a:ext cx="499862" cy="21602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19" name="Text Box 6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475114" y="2348876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21" name="Text Box 6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471196" y="2708918"/>
              <a:ext cx="499862" cy="2160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22" name="Text Box 6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971058" y="2708919"/>
              <a:ext cx="502221" cy="216024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23" name="Text Box 6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475114" y="2708918"/>
              <a:ext cx="499862" cy="21602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</p:txBody>
        </p:sp>
        <p:sp>
          <p:nvSpPr>
            <p:cNvPr id="24" name="Text Box 6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979170" y="2708918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</p:txBody>
        </p:sp>
        <p:sp>
          <p:nvSpPr>
            <p:cNvPr id="25" name="Text Box 6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483226" y="2708918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</p:txBody>
        </p:sp>
        <p:sp>
          <p:nvSpPr>
            <p:cNvPr id="26" name="椭圆 25"/>
            <p:cNvSpPr/>
            <p:nvPr>
              <p:custDataLst>
                <p:tags r:id="rId21"/>
              </p:custDataLst>
            </p:nvPr>
          </p:nvSpPr>
          <p:spPr bwMode="auto">
            <a:xfrm>
              <a:off x="5987560" y="2492898"/>
              <a:ext cx="72000" cy="72008"/>
            </a:xfrm>
            <a:prstGeom prst="ellipse">
              <a:avLst/>
            </a:prstGeom>
            <a:solidFill>
              <a:srgbClr val="CCFFFF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7" name="直接连接符 26"/>
            <p:cNvCxnSpPr>
              <a:stCxn id="26" idx="3"/>
              <a:endCxn id="21" idx="0"/>
            </p:cNvCxnSpPr>
            <p:nvPr>
              <p:custDataLst>
                <p:tags r:id="rId22"/>
              </p:custDataLst>
            </p:nvPr>
          </p:nvCxnSpPr>
          <p:spPr bwMode="auto">
            <a:xfrm flipH="1">
              <a:off x="4721127" y="2554361"/>
              <a:ext cx="1276977" cy="15455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97</a:t>
            </a:fld>
            <a:endParaRPr lang="en-US" altLang="zh-CN"/>
          </a:p>
        </p:txBody>
      </p:sp>
      <p:sp>
        <p:nvSpPr>
          <p:cNvPr id="50" name="AutoShape 1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AutoShape 157">
            <a:hlinkClick r:id="rId4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AutoShape 62">
            <a:hlinkClick r:id="rId44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91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5" name="Text Box 8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512" y="332656"/>
            <a:ext cx="3528392" cy="5245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kumimoji="0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阻塞法：</a:t>
            </a:r>
            <a:endParaRPr kumimoji="0"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冒险消除时要求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暂停方法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停顿拍数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kumimoji="0"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优化方法：</a:t>
            </a:r>
            <a:endParaRPr kumimoji="0"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Text Box 8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96465" y="4615921"/>
            <a:ext cx="5191125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段到指令执行完的拍数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kumimoji="0"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kumimoji="0" lang="en-US" altLang="zh-CN" sz="1600" b="1" baseline="-18000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bne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1)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①尽早</a:t>
            </a:r>
            <a:r>
              <a:rPr kumimoji="0"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判断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是否转移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②尽早</a:t>
            </a:r>
            <a:r>
              <a:rPr kumimoji="0"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计算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转移目标地址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Box 8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84000" y="332656"/>
            <a:ext cx="7278370" cy="1656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lang="zh-CN" altLang="zh-CN" sz="2200" b="1" dirty="0">
                <a:sym typeface="+mn-ea"/>
              </a:rPr>
              <a:t>分支指令</a:t>
            </a:r>
            <a:r>
              <a:rPr lang="zh-CN" altLang="en-US" sz="2200" b="1" dirty="0">
                <a:sym typeface="+mn-ea"/>
              </a:rPr>
              <a:t>的</a:t>
            </a:r>
            <a:r>
              <a:rPr lang="zh-CN" altLang="en-US" sz="2200" b="1" u="sng" dirty="0">
                <a:sym typeface="+mn-ea"/>
              </a:rPr>
              <a:t>后继</a:t>
            </a:r>
            <a:r>
              <a:rPr lang="zh-CN" altLang="zh-CN" sz="2200" b="1" u="sng" dirty="0">
                <a:sym typeface="+mn-ea"/>
              </a:rPr>
              <a:t>指令</a:t>
            </a:r>
            <a:r>
              <a:rPr lang="en-US" altLang="zh-CN" sz="2200" b="1" baseline="-25000" dirty="0">
                <a:latin typeface="+mn-lt"/>
                <a:sym typeface="+mn-ea"/>
              </a:rPr>
              <a:t> 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暂停</a:t>
            </a:r>
            <a:r>
              <a:rPr lang="zh-CN" altLang="zh-CN" sz="2200" b="1" dirty="0">
                <a:sym typeface="+mn-ea"/>
              </a:rPr>
              <a:t>，</a:t>
            </a:r>
            <a:r>
              <a:rPr lang="zh-CN" altLang="zh-CN" sz="2200" b="1" u="sng" dirty="0">
                <a:solidFill>
                  <a:srgbClr val="990099"/>
                </a:solidFill>
                <a:sym typeface="+mn-ea"/>
              </a:rPr>
              <a:t>直到</a:t>
            </a:r>
            <a:r>
              <a:rPr lang="zh-CN" altLang="zh-CN" sz="2200" b="1" dirty="0">
                <a:sym typeface="+mn-ea"/>
              </a:rPr>
              <a:t>冒险</a:t>
            </a:r>
            <a:r>
              <a:rPr lang="zh-CN" altLang="zh-CN" sz="2200" b="1" u="sng" dirty="0">
                <a:sym typeface="+mn-ea"/>
              </a:rPr>
              <a:t>消除</a:t>
            </a:r>
            <a:endParaRPr kumimoji="0"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kumimoji="0"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分支结果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，各段间</a:t>
            </a: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均为</a:t>
            </a:r>
            <a:r>
              <a:rPr kumimoji="0"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气泡</a:t>
            </a:r>
            <a:r>
              <a:rPr kumimoji="0"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kumimoji="0" lang="en-US" altLang="zh-CN" sz="16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nop</a:t>
            </a:r>
            <a:r>
              <a:rPr kumimoji="0"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</a:t>
            </a:r>
            <a:r>
              <a:rPr kumimoji="0"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kumimoji="0" lang="en-US" altLang="zh-CN" sz="2200" b="1" u="sng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IF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</a:t>
            </a:r>
            <a:r>
              <a:rPr kumimoji="0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</a:t>
            </a:r>
            <a:r>
              <a:rPr kumimoji="0"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气泡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kumimoji="0"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kumimoji="0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分支结果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最后一拍写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kumimoji="0" lang="en-US" altLang="zh-CN" sz="22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5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分支指令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需继续执行            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←之前可不写或值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=PC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 Box 6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03848" y="2465880"/>
            <a:ext cx="1512168" cy="648122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>
            <a:solidFill>
              <a:schemeClr val="tx1"/>
            </a:solidFill>
            <a:prstDash val="sysDash"/>
            <a:miter lim="800000"/>
          </a:ln>
          <a:effectLst/>
        </p:spPr>
        <p:txBody>
          <a:bodyPr lIns="18000" tIns="10800" rIns="18000" bIns="10800" anchor="t" anchorCtr="0"/>
          <a:lstStyle/>
          <a:p>
            <a:pPr algn="ctr">
              <a:spcBef>
                <a:spcPts val="0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lang="en-US" altLang="zh-CN" sz="16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spcBef>
                <a:spcPts val="0"/>
              </a:spcBef>
            </a:pP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暂停</a:t>
            </a:r>
            <a:endParaRPr lang="en-US" altLang="zh-CN" sz="16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763688" y="1962002"/>
            <a:ext cx="4968552" cy="1152000"/>
            <a:chOff x="1763688" y="1772944"/>
            <a:chExt cx="4968552" cy="1152000"/>
          </a:xfrm>
        </p:grpSpPr>
        <p:cxnSp>
          <p:nvCxnSpPr>
            <p:cNvPr id="6" name="直接箭头连接符 5"/>
            <p:cNvCxnSpPr/>
            <p:nvPr>
              <p:custDataLst>
                <p:tags r:id="rId24"/>
              </p:custDataLst>
            </p:nvPr>
          </p:nvCxnSpPr>
          <p:spPr bwMode="auto">
            <a:xfrm>
              <a:off x="2195736" y="2924944"/>
              <a:ext cx="453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" name="直接箭头连接符 6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2195736" y="1772944"/>
              <a:ext cx="0" cy="11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 Box 6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195736" y="2708944"/>
              <a:ext cx="50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9" name="Text Box 63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763688" y="1841972"/>
              <a:ext cx="432048" cy="108294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10" name="Text Box 6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699792" y="2708920"/>
              <a:ext cx="504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</a:p>
          </p:txBody>
        </p:sp>
        <p:sp>
          <p:nvSpPr>
            <p:cNvPr id="11" name="Text Box 6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699848" y="2492918"/>
              <a:ext cx="50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12" name="Text Box 6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203904" y="2492920"/>
              <a:ext cx="504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</a:p>
          </p:txBody>
        </p:sp>
        <p:sp>
          <p:nvSpPr>
            <p:cNvPr id="13" name="Text Box 6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203904" y="2276918"/>
              <a:ext cx="50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14" name="Text Box 6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707960" y="2276920"/>
              <a:ext cx="504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</a:p>
          </p:txBody>
        </p:sp>
        <p:sp>
          <p:nvSpPr>
            <p:cNvPr id="15" name="Text Box 6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716016" y="2708874"/>
              <a:ext cx="504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or</a:t>
              </a:r>
            </a:p>
          </p:txBody>
        </p:sp>
        <p:sp>
          <p:nvSpPr>
            <p:cNvPr id="16" name="Text Box 6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3707904" y="2060916"/>
              <a:ext cx="50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17" name="Text Box 6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4212016" y="2060918"/>
              <a:ext cx="504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</a:p>
          </p:txBody>
        </p:sp>
        <p:sp>
          <p:nvSpPr>
            <p:cNvPr id="18" name="Text Box 6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4212016" y="1844918"/>
              <a:ext cx="50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19" name="Text Box 6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220072" y="2492874"/>
              <a:ext cx="504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or</a:t>
              </a:r>
            </a:p>
          </p:txBody>
        </p:sp>
        <p:sp>
          <p:nvSpPr>
            <p:cNvPr id="20" name="Text Box 61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724184" y="2276872"/>
              <a:ext cx="504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or</a:t>
              </a:r>
            </a:p>
          </p:txBody>
        </p:sp>
        <p:sp>
          <p:nvSpPr>
            <p:cNvPr id="21" name="Text Box 6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228240" y="2060918"/>
              <a:ext cx="504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or</a:t>
              </a:r>
            </a:p>
          </p:txBody>
        </p:sp>
        <p:sp>
          <p:nvSpPr>
            <p:cNvPr id="22" name="椭圆 21"/>
            <p:cNvSpPr/>
            <p:nvPr>
              <p:custDataLst>
                <p:tags r:id="rId40"/>
              </p:custDataLst>
            </p:nvPr>
          </p:nvSpPr>
          <p:spPr bwMode="auto">
            <a:xfrm>
              <a:off x="3222898" y="2559645"/>
              <a:ext cx="108000" cy="10800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716016" y="2033882"/>
            <a:ext cx="2016168" cy="864024"/>
            <a:chOff x="4428040" y="4221160"/>
            <a:chExt cx="2016168" cy="864024"/>
          </a:xfrm>
        </p:grpSpPr>
        <p:sp>
          <p:nvSpPr>
            <p:cNvPr id="24" name="Text Box 6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428040" y="4437158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25" name="Text Box 6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932096" y="4221160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93" name="Text Box 6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428040" y="4653160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26" name="Text Box 6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932096" y="4437158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27" name="Text Box 6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436152" y="4221160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28" name="Text Box 6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932096" y="4653160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97" name="Text Box 6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436152" y="4437158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98" name="Text Box 6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940208" y="4221160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99" name="Text Box 6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428040" y="4869184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203904" y="2466026"/>
            <a:ext cx="1512112" cy="647952"/>
            <a:chOff x="251576" y="2708920"/>
            <a:chExt cx="1512112" cy="647952"/>
          </a:xfrm>
        </p:grpSpPr>
        <p:sp>
          <p:nvSpPr>
            <p:cNvPr id="101" name="Text Box 6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51576" y="3140872"/>
              <a:ext cx="50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102" name="Text Box 6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55576" y="3140848"/>
              <a:ext cx="50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103" name="Text Box 6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259632" y="3140848"/>
              <a:ext cx="50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104" name="Text Box 6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55576" y="2924848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105" name="Text Box 6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259688" y="2924848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149" name="Text Box 6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259688" y="2708920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</p:grpSp>
      <p:sp>
        <p:nvSpPr>
          <p:cNvPr id="150" name="Text Box 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475656" y="3284656"/>
            <a:ext cx="468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1800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思考①：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改为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产生气泡、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暂停，可以吗？ 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2" name="Text Box 14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63395" y="3608656"/>
            <a:ext cx="5111115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marL="271780" indent="-271780" algn="l"/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可以，但很麻烦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(ID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下拍起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产生气泡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/IF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末拍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产生气泡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sp>
        <p:nvSpPr>
          <p:cNvPr id="154" name="Text Box 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475656" y="3985424"/>
            <a:ext cx="374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1800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思考②：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与数据冒险阻塞法的差别？ 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5" name="Text Box 140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739900" y="4337646"/>
            <a:ext cx="499237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marL="446405" indent="-446405" algn="l"/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气泡产生时机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非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ID)/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方式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非</a:t>
            </a:r>
            <a:r>
              <a: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uOPCmd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无需暂停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bldLvl="0" animBg="1"/>
      <p:bldP spid="152" grpId="0" bldLvl="0" animBg="1"/>
      <p:bldP spid="154" grpId="0" bldLvl="0" animBg="1"/>
      <p:bldP spid="155" grpId="0" bldLvl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98</a:t>
            </a:fld>
            <a:endParaRPr lang="en-US" altLang="zh-CN"/>
          </a:p>
        </p:txBody>
      </p:sp>
      <p:sp>
        <p:nvSpPr>
          <p:cNvPr id="3" name="Text Box 88"/>
          <p:cNvSpPr txBox="1">
            <a:spLocks noChangeArrowheads="1"/>
          </p:cNvSpPr>
          <p:nvPr/>
        </p:nvSpPr>
        <p:spPr bwMode="auto">
          <a:xfrm>
            <a:off x="190500" y="260350"/>
            <a:ext cx="8628380" cy="32918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254125" indent="-1254125" algn="l">
              <a:lnSpc>
                <a:spcPct val="125000"/>
              </a:lnSpc>
            </a:pPr>
            <a:r>
              <a:rPr kumimoji="0"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     </a:t>
            </a:r>
            <a:r>
              <a:rPr kumimoji="0"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例</a:t>
            </a:r>
            <a:r>
              <a:rPr kumimoji="0"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3</a:t>
            </a:r>
            <a:r>
              <a:rPr kumimoji="0"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kumimoji="0" lang="en-US" altLang="zh-CN" sz="2000" b="1" dirty="0">
                <a:latin typeface="+mn-ea"/>
                <a:ea typeface="+mn-ea"/>
              </a:rPr>
              <a:t>MIPS</a:t>
            </a:r>
            <a:r>
              <a:rPr kumimoji="0" lang="zh-CN" altLang="en-US" sz="2000" b="1" dirty="0">
                <a:latin typeface="+mn-ea"/>
                <a:ea typeface="+mn-ea"/>
              </a:rPr>
              <a:t>流水线中，有</a:t>
            </a:r>
            <a:r>
              <a:rPr kumimoji="0" lang="en-US" altLang="zh-CN" sz="2000" b="1" dirty="0">
                <a:latin typeface="+mn-ea"/>
                <a:ea typeface="+mn-ea"/>
              </a:rPr>
              <a:t>EX</a:t>
            </a:r>
            <a:r>
              <a:rPr kumimoji="0" lang="zh-CN" altLang="en-US" sz="2000" b="1" dirty="0">
                <a:latin typeface="+mn-ea"/>
                <a:ea typeface="+mn-ea"/>
              </a:rPr>
              <a:t>段→</a:t>
            </a:r>
            <a:r>
              <a:rPr kumimoji="0" lang="en-US" altLang="zh-CN" sz="2000" b="1" dirty="0">
                <a:latin typeface="+mn-ea"/>
                <a:ea typeface="+mn-ea"/>
              </a:rPr>
              <a:t>EX</a:t>
            </a:r>
            <a:r>
              <a:rPr kumimoji="0" lang="zh-CN" altLang="en-US" sz="2000" b="1" dirty="0">
                <a:latin typeface="+mn-ea"/>
                <a:ea typeface="+mn-ea"/>
              </a:rPr>
              <a:t>段转发线路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 err="1">
                <a:latin typeface="+mn-ea"/>
                <a:ea typeface="+mn-ea"/>
              </a:rPr>
              <a:t>bne</a:t>
            </a:r>
            <a:r>
              <a:rPr lang="zh-CN" altLang="en-US" sz="2000" b="1" dirty="0">
                <a:latin typeface="+mn-ea"/>
                <a:ea typeface="+mn-ea"/>
              </a:rPr>
              <a:t>指令在</a:t>
            </a:r>
            <a:r>
              <a:rPr lang="en-US" altLang="zh-CN" sz="2000" b="1" dirty="0">
                <a:latin typeface="+mn-ea"/>
                <a:ea typeface="+mn-ea"/>
              </a:rPr>
              <a:t>MEM</a:t>
            </a:r>
            <a:r>
              <a:rPr lang="zh-CN" altLang="en-US" sz="2000" b="1" dirty="0">
                <a:latin typeface="+mn-ea"/>
                <a:ea typeface="+mn-ea"/>
              </a:rPr>
              <a:t>段写</a:t>
            </a:r>
            <a:r>
              <a:rPr lang="en-US" altLang="zh-CN" sz="2000" b="1" dirty="0">
                <a:latin typeface="+mn-ea"/>
                <a:ea typeface="+mn-ea"/>
              </a:rPr>
              <a:t>PC</a:t>
            </a:r>
            <a:r>
              <a:rPr lang="zh-CN" altLang="zh-CN" sz="2000" b="1" dirty="0">
                <a:latin typeface="+mn-ea"/>
                <a:ea typeface="+mn-ea"/>
              </a:rPr>
              <a:t>。现有如下</a:t>
            </a:r>
            <a:r>
              <a:rPr lang="en-US" altLang="zh-CN" sz="2000" b="1" dirty="0">
                <a:latin typeface="+mn-ea"/>
                <a:ea typeface="+mn-ea"/>
              </a:rPr>
              <a:t>MIPS</a:t>
            </a:r>
            <a:r>
              <a:rPr lang="zh-CN" altLang="zh-CN" sz="2000" b="1" dirty="0">
                <a:latin typeface="+mn-ea"/>
                <a:ea typeface="+mn-ea"/>
              </a:rPr>
              <a:t>指令序列：</a:t>
            </a:r>
            <a:endParaRPr lang="en-US" altLang="zh-CN" sz="20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         </a:t>
            </a:r>
            <a:r>
              <a:rPr lang="en-US" altLang="zh-CN" sz="1800" b="1" dirty="0" err="1">
                <a:latin typeface="+mn-ea"/>
                <a:ea typeface="+mn-ea"/>
              </a:rPr>
              <a:t>addi</a:t>
            </a:r>
            <a:r>
              <a:rPr lang="en-US" altLang="zh-CN" sz="1800" b="1" dirty="0">
                <a:latin typeface="+mn-ea"/>
                <a:ea typeface="+mn-ea"/>
              </a:rPr>
              <a:t> $4, $5, 100       </a:t>
            </a:r>
            <a:r>
              <a:rPr lang="zh-CN" altLang="en-US" sz="1800" b="1" dirty="0">
                <a:latin typeface="+mn-ea"/>
                <a:ea typeface="+mn-ea"/>
              </a:rPr>
              <a:t>；</a:t>
            </a:r>
            <a:r>
              <a:rPr lang="en-US" altLang="zh-CN" sz="1800" b="1" dirty="0">
                <a:latin typeface="+mn-ea"/>
                <a:ea typeface="+mn-ea"/>
              </a:rPr>
              <a:t>I1: </a:t>
            </a:r>
            <a:r>
              <a:rPr lang="pt-BR" altLang="zh-CN" sz="1800" b="1" dirty="0">
                <a:latin typeface="+mn-ea"/>
                <a:ea typeface="+mn-ea"/>
              </a:rPr>
              <a:t>$4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$5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100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    L1:  add  $8, $6, $7        </a:t>
            </a:r>
            <a:r>
              <a:rPr lang="zh-CN" altLang="en-US" sz="1800" b="1" dirty="0">
                <a:latin typeface="+mn-ea"/>
                <a:ea typeface="+mn-ea"/>
              </a:rPr>
              <a:t>；</a:t>
            </a:r>
            <a:r>
              <a:rPr lang="en-US" altLang="zh-CN" sz="1800" b="1" dirty="0">
                <a:latin typeface="+mn-ea"/>
                <a:ea typeface="+mn-ea"/>
              </a:rPr>
              <a:t>I2: </a:t>
            </a:r>
            <a:r>
              <a:rPr lang="pt-BR" altLang="zh-CN" sz="1800" b="1" dirty="0">
                <a:latin typeface="+mn-ea"/>
                <a:ea typeface="+mn-ea"/>
              </a:rPr>
              <a:t>$8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$6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$7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         </a:t>
            </a:r>
            <a:r>
              <a:rPr lang="en-US" altLang="zh-CN" sz="1800" b="1" dirty="0" err="1">
                <a:latin typeface="+mn-ea"/>
                <a:ea typeface="+mn-ea"/>
              </a:rPr>
              <a:t>sw</a:t>
            </a:r>
            <a:r>
              <a:rPr lang="en-US" altLang="zh-CN" sz="1800" b="1" dirty="0">
                <a:latin typeface="+mn-ea"/>
                <a:ea typeface="+mn-ea"/>
              </a:rPr>
              <a:t>   $8, 20($6)        </a:t>
            </a:r>
            <a:r>
              <a:rPr lang="zh-CN" altLang="en-US" sz="1800" b="1" dirty="0">
                <a:latin typeface="+mn-ea"/>
                <a:ea typeface="+mn-ea"/>
              </a:rPr>
              <a:t>；</a:t>
            </a:r>
            <a:r>
              <a:rPr lang="en-US" altLang="zh-CN" sz="1800" b="1" dirty="0">
                <a:latin typeface="+mn-ea"/>
                <a:ea typeface="+mn-ea"/>
              </a:rPr>
              <a:t>I3: M[</a:t>
            </a:r>
            <a:r>
              <a:rPr lang="pt-BR" altLang="zh-CN" sz="1800" b="1" dirty="0">
                <a:latin typeface="+mn-ea"/>
                <a:ea typeface="+mn-ea"/>
              </a:rPr>
              <a:t>$6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20]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$8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         </a:t>
            </a:r>
            <a:r>
              <a:rPr lang="en-US" altLang="zh-CN" sz="1800" b="1" dirty="0" err="1">
                <a:latin typeface="+mn-ea"/>
                <a:ea typeface="+mn-ea"/>
              </a:rPr>
              <a:t>addi</a:t>
            </a:r>
            <a:r>
              <a:rPr lang="en-US" altLang="zh-CN" sz="1800" b="1" dirty="0">
                <a:latin typeface="+mn-ea"/>
                <a:ea typeface="+mn-ea"/>
              </a:rPr>
              <a:t> $5, $5, 1         </a:t>
            </a:r>
            <a:r>
              <a:rPr lang="zh-CN" altLang="en-US" sz="1800" b="1" dirty="0">
                <a:latin typeface="+mn-ea"/>
                <a:ea typeface="+mn-ea"/>
              </a:rPr>
              <a:t>；</a:t>
            </a:r>
            <a:r>
              <a:rPr lang="en-US" altLang="zh-CN" sz="1800" b="1" dirty="0">
                <a:latin typeface="+mn-ea"/>
                <a:ea typeface="+mn-ea"/>
              </a:rPr>
              <a:t>I4: </a:t>
            </a:r>
            <a:r>
              <a:rPr lang="pt-BR" altLang="zh-CN" sz="1800" b="1" dirty="0">
                <a:latin typeface="+mn-ea"/>
                <a:ea typeface="+mn-ea"/>
              </a:rPr>
              <a:t>$5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$5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1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         </a:t>
            </a:r>
            <a:r>
              <a:rPr lang="en-US" altLang="zh-CN" sz="1800" b="1" dirty="0" err="1">
                <a:latin typeface="+mn-ea"/>
                <a:ea typeface="+mn-ea"/>
              </a:rPr>
              <a:t>bne</a:t>
            </a:r>
            <a:r>
              <a:rPr lang="en-US" altLang="zh-CN" sz="1800" b="1" dirty="0">
                <a:latin typeface="+mn-ea"/>
                <a:ea typeface="+mn-ea"/>
              </a:rPr>
              <a:t>  $5, $4, L1        </a:t>
            </a:r>
            <a:r>
              <a:rPr lang="zh-CN" altLang="en-US" sz="1800" b="1" dirty="0">
                <a:latin typeface="+mn-ea"/>
                <a:ea typeface="+mn-ea"/>
              </a:rPr>
              <a:t>；</a:t>
            </a:r>
            <a:r>
              <a:rPr lang="en-US" altLang="zh-CN" sz="1800" b="1" dirty="0">
                <a:latin typeface="+mn-ea"/>
                <a:ea typeface="+mn-ea"/>
              </a:rPr>
              <a:t>I5: </a:t>
            </a:r>
            <a:r>
              <a:rPr lang="pt-BR" altLang="zh-CN" sz="1800" b="1" dirty="0">
                <a:latin typeface="+mn-ea"/>
                <a:ea typeface="+mn-ea"/>
              </a:rPr>
              <a:t>$5</a:t>
            </a:r>
            <a:r>
              <a:rPr lang="zh-CN" altLang="zh-CN" sz="1800" b="1" dirty="0">
                <a:latin typeface="+mn-ea"/>
                <a:ea typeface="+mn-ea"/>
              </a:rPr>
              <a:t>≠</a:t>
            </a:r>
            <a:r>
              <a:rPr lang="en-US" altLang="zh-CN" sz="1800" b="1" dirty="0">
                <a:latin typeface="+mn-ea"/>
                <a:ea typeface="+mn-ea"/>
              </a:rPr>
              <a:t>$4</a:t>
            </a:r>
            <a:r>
              <a:rPr lang="zh-CN" altLang="zh-CN" sz="1800" b="1" dirty="0">
                <a:latin typeface="+mn-ea"/>
                <a:ea typeface="+mn-ea"/>
              </a:rPr>
              <a:t>时</a:t>
            </a:r>
            <a:r>
              <a:rPr lang="en-US" altLang="zh-CN" sz="1800" b="1" dirty="0">
                <a:latin typeface="+mn-ea"/>
                <a:ea typeface="+mn-ea"/>
              </a:rPr>
              <a:t>PC←L1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>
                <a:latin typeface="+mn-ea"/>
                <a:ea typeface="+mn-ea"/>
              </a:rPr>
              <a:t>                </a:t>
            </a:r>
            <a:r>
              <a:rPr lang="en-US" altLang="zh-CN" sz="1800" b="1" dirty="0" err="1">
                <a:latin typeface="+mn-ea"/>
                <a:ea typeface="+mn-ea"/>
              </a:rPr>
              <a:t>addi</a:t>
            </a:r>
            <a:r>
              <a:rPr lang="en-US" altLang="zh-CN" sz="1800" b="1" dirty="0">
                <a:latin typeface="+mn-ea"/>
                <a:ea typeface="+mn-ea"/>
              </a:rPr>
              <a:t> $9, $9, 10        </a:t>
            </a:r>
            <a:r>
              <a:rPr lang="zh-CN" altLang="en-US" sz="1800" b="1" dirty="0">
                <a:latin typeface="+mn-ea"/>
                <a:ea typeface="+mn-ea"/>
              </a:rPr>
              <a:t>；</a:t>
            </a:r>
            <a:r>
              <a:rPr lang="en-US" altLang="zh-CN" sz="1800" b="1" dirty="0">
                <a:latin typeface="+mn-ea"/>
                <a:ea typeface="+mn-ea"/>
              </a:rPr>
              <a:t>I6: </a:t>
            </a:r>
            <a:r>
              <a:rPr lang="pt-BR" altLang="zh-CN" sz="1800" b="1" dirty="0">
                <a:latin typeface="+mn-ea"/>
                <a:ea typeface="+mn-ea"/>
              </a:rPr>
              <a:t>$9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$9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10</a:t>
            </a:r>
            <a:endParaRPr lang="zh-CN" altLang="zh-CN" sz="18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latin typeface="+mn-ea"/>
                <a:ea typeface="+mn-ea"/>
              </a:rPr>
              <a:t>  </a:t>
            </a:r>
            <a:r>
              <a:rPr lang="en-US" altLang="zh-CN" sz="2000" b="1" dirty="0">
                <a:latin typeface="+mn-ea"/>
                <a:ea typeface="+mn-ea"/>
              </a:rPr>
              <a:t>   </a:t>
            </a:r>
            <a:r>
              <a:rPr lang="zh-CN" altLang="en-US" sz="2000" b="1" dirty="0">
                <a:latin typeface="+mn-ea"/>
                <a:ea typeface="+mn-ea"/>
              </a:rPr>
              <a:t>问：①</a:t>
            </a:r>
            <a:r>
              <a:rPr lang="zh-CN" altLang="zh-CN" sz="2000" b="1" dirty="0">
                <a:latin typeface="+mn-ea"/>
                <a:ea typeface="+mn-ea"/>
              </a:rPr>
              <a:t>哪些指令之间存在</a:t>
            </a:r>
            <a:r>
              <a:rPr lang="en-US" altLang="zh-CN" sz="2000" b="1" dirty="0">
                <a:latin typeface="+mn-ea"/>
                <a:ea typeface="+mn-ea"/>
              </a:rPr>
              <a:t>RAW</a:t>
            </a:r>
            <a:r>
              <a:rPr lang="zh-CN" altLang="zh-CN" sz="2000" b="1" dirty="0">
                <a:latin typeface="+mn-ea"/>
                <a:ea typeface="+mn-ea"/>
              </a:rPr>
              <a:t>冒险？</a:t>
            </a:r>
            <a:endParaRPr lang="en-US" altLang="zh-CN" sz="20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latin typeface="+mn-ea"/>
                <a:ea typeface="+mn-ea"/>
              </a:rPr>
              <a:t>    </a:t>
            </a:r>
            <a:r>
              <a:rPr lang="en-US" altLang="zh-CN" sz="2000" b="1" dirty="0">
                <a:latin typeface="+mn-ea"/>
                <a:ea typeface="+mn-ea"/>
              </a:rPr>
              <a:t>   </a:t>
            </a:r>
            <a:r>
              <a:rPr lang="zh-CN" altLang="en-US" sz="2000" b="1" dirty="0">
                <a:latin typeface="+mn-ea"/>
                <a:ea typeface="+mn-ea"/>
              </a:rPr>
              <a:t>  ②</a:t>
            </a:r>
            <a:r>
              <a:rPr lang="zh-CN" altLang="zh-CN" sz="2000" b="1" dirty="0">
                <a:latin typeface="+mn-ea"/>
                <a:ea typeface="+mn-ea"/>
              </a:rPr>
              <a:t>采用阻塞法处理</a:t>
            </a:r>
            <a:r>
              <a:rPr lang="zh-CN" altLang="en-US" sz="2000" b="1" dirty="0">
                <a:latin typeface="+mn-ea"/>
                <a:ea typeface="+mn-ea"/>
              </a:rPr>
              <a:t>控制</a:t>
            </a:r>
            <a:r>
              <a:rPr lang="zh-CN" altLang="zh-CN" sz="2000" b="1" dirty="0">
                <a:latin typeface="+mn-ea"/>
                <a:ea typeface="+mn-ea"/>
              </a:rPr>
              <a:t>冒险，指令序列的执行时间为多少拍？</a:t>
            </a:r>
            <a:endParaRPr kumimoji="0" lang="zh-CN" altLang="zh-CN" sz="2000" b="1" dirty="0">
              <a:latin typeface="+mn-ea"/>
              <a:ea typeface="+mn-ea"/>
            </a:endParaRPr>
          </a:p>
        </p:txBody>
      </p:sp>
      <p:sp>
        <p:nvSpPr>
          <p:cNvPr id="6" name="AutoShape 5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6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88"/>
          <p:cNvSpPr txBox="1">
            <a:spLocks noChangeArrowheads="1"/>
          </p:cNvSpPr>
          <p:nvPr/>
        </p:nvSpPr>
        <p:spPr bwMode="auto">
          <a:xfrm>
            <a:off x="179512" y="3509015"/>
            <a:ext cx="8424936" cy="20148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kumimoji="0"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解：</a:t>
            </a:r>
            <a:r>
              <a:rPr kumimoji="0" lang="zh-CN" altLang="en-US" sz="2000" b="1" dirty="0">
                <a:latin typeface="宋体" panose="02010600030101010101" pitchFamily="2" charset="-122"/>
                <a:sym typeface="+mn-ea"/>
              </a:rPr>
              <a:t>①</a:t>
            </a:r>
            <a:r>
              <a:rPr kumimoji="0" lang="en-US" altLang="zh-CN" sz="2000" b="1" dirty="0">
                <a:latin typeface="宋体" panose="02010600030101010101" pitchFamily="2" charset="-122"/>
                <a:sym typeface="+mn-ea"/>
              </a:rPr>
              <a:t>RAW</a:t>
            </a:r>
            <a:r>
              <a:rPr kumimoji="0" lang="zh-CN" altLang="en-US" sz="2000" b="1" dirty="0">
                <a:latin typeface="宋体" panose="02010600030101010101" pitchFamily="2" charset="-122"/>
                <a:sym typeface="+mn-ea"/>
              </a:rPr>
              <a:t>冒险有：</a:t>
            </a:r>
            <a:r>
              <a:rPr kumimoji="0" lang="en-US" altLang="zh-CN" sz="2000" b="1" dirty="0">
                <a:latin typeface="宋体" panose="02010600030101010101" pitchFamily="2" charset="-122"/>
                <a:sym typeface="+mn-ea"/>
              </a:rPr>
              <a:t>I3-I2</a:t>
            </a:r>
            <a:r>
              <a:rPr kumimoji="0" lang="zh-CN" altLang="en-US" sz="20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kumimoji="0" lang="en-US" altLang="zh-CN" sz="2000" b="1" dirty="0">
                <a:latin typeface="宋体" panose="02010600030101010101" pitchFamily="2" charset="-122"/>
                <a:sym typeface="+mn-ea"/>
              </a:rPr>
              <a:t>I5-I4  </a:t>
            </a:r>
            <a:r>
              <a:rPr kumimoji="0" lang="en-US" altLang="zh-CN" sz="1600" b="1" dirty="0">
                <a:latin typeface="宋体" panose="02010600030101010101" pitchFamily="2" charset="-122"/>
                <a:sym typeface="+mn-ea"/>
              </a:rPr>
              <a:t>(I5-I1</a:t>
            </a:r>
            <a:r>
              <a:rPr kumimoji="0" lang="zh-CN" altLang="en-US" sz="1600" b="1" dirty="0">
                <a:latin typeface="宋体" panose="02010600030101010101" pitchFamily="2" charset="-122"/>
                <a:sym typeface="+mn-ea"/>
              </a:rPr>
              <a:t>不存在冒险</a:t>
            </a:r>
            <a:r>
              <a:rPr kumimoji="0"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kumimoji="0" lang="en-US" altLang="zh-CN" sz="2000" b="1" dirty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zh-CN" altLang="en-US" sz="2000" b="1" dirty="0">
                <a:latin typeface="宋体" panose="02010600030101010101" pitchFamily="2" charset="-122"/>
              </a:rPr>
              <a:t>   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    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  ②可用转发法处理的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RAW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冒险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(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停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  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拍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)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有：</a:t>
            </a:r>
            <a:endParaRPr kumimoji="0" lang="en-US" altLang="zh-CN" sz="2000" b="1" dirty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latin typeface="宋体" panose="02010600030101010101" pitchFamily="2" charset="-122"/>
              </a:rPr>
              <a:t>           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需用阻塞法处理的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RAW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冒险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(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停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  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拍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)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有：</a:t>
            </a:r>
            <a:endParaRPr kumimoji="0" lang="en-US" altLang="zh-CN" sz="2000" b="1" dirty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latin typeface="宋体" panose="02010600030101010101" pitchFamily="2" charset="-122"/>
              </a:rPr>
              <a:t>           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控制冒险用阻塞法处理时，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I5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每次使流水线停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  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拍；</a:t>
            </a:r>
            <a:endParaRPr kumimoji="0" lang="en-US" altLang="zh-CN" sz="2000" b="1" dirty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latin typeface="宋体" panose="02010600030101010101" pitchFamily="2" charset="-122"/>
              </a:rPr>
              <a:t>           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执行时间＝</a:t>
            </a:r>
            <a:endParaRPr kumimoji="0"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8" name="Text Box 88"/>
          <p:cNvSpPr txBox="1">
            <a:spLocks noChangeArrowheads="1"/>
          </p:cNvSpPr>
          <p:nvPr/>
        </p:nvSpPr>
        <p:spPr bwMode="auto">
          <a:xfrm>
            <a:off x="2915920" y="3888105"/>
            <a:ext cx="5239385" cy="1630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0        I3-I2</a:t>
            </a: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I5-I4</a:t>
            </a: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0        </a:t>
            </a: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无</a:t>
            </a:r>
            <a:endParaRPr kumimoji="0"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       3</a:t>
            </a: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[5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(402</a:t>
            </a: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1)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]</a:t>
            </a: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t×100</a:t>
            </a:r>
            <a:r>
              <a:rPr kumimoji="0"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706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endParaRPr kumimoji="0"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99</a:t>
            </a:fld>
            <a:endParaRPr lang="en-US" altLang="zh-CN"/>
          </a:p>
        </p:txBody>
      </p:sp>
      <p:sp>
        <p:nvSpPr>
          <p:cNvPr id="92" name="AutoShape 157">
            <a:hlinkClick r:id="rId78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AutoShape 62">
            <a:hlinkClick r:id="rId79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97</a:t>
            </a:r>
            <a:endParaRPr lang="zh-CN" altLang="en-US" sz="12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" name="Text Box 8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0000" y="332656"/>
            <a:ext cx="8712480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kumimoji="0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预测法：</a:t>
            </a:r>
            <a:r>
              <a:rPr lang="zh-CN" altLang="zh-CN" sz="2200" b="1" u="sng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</a:t>
            </a: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转移方向</a:t>
            </a: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转</a:t>
            </a: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不转</a:t>
            </a:r>
            <a:r>
              <a:rPr lang="en-US" altLang="zh-CN" sz="16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，并</a:t>
            </a:r>
            <a:r>
              <a:rPr lang="zh-CN" altLang="zh-CN" sz="2200" b="1" u="sng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该方向的指令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猜对</a:t>
            </a: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lang="zh-CN" altLang="zh-CN" sz="2200" b="1" u="sng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继续</a:t>
            </a:r>
            <a:r>
              <a:rPr lang="zh-CN" altLang="zh-CN" sz="2200" b="1" u="sng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lang="zh-CN" altLang="en-US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后续</a:t>
            </a: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指令，</a:t>
            </a:r>
            <a:r>
              <a:rPr lang="zh-CN" altLang="en-US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猜错</a:t>
            </a: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lang="zh-CN" altLang="zh-CN" sz="2200" b="1" u="sng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回头</a:t>
            </a:r>
            <a:r>
              <a:rPr lang="zh-CN" altLang="zh-CN" sz="2200" b="1" u="sng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lang="zh-CN" altLang="en-US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反</a:t>
            </a: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方向指令</a:t>
            </a:r>
            <a:endParaRPr lang="en-US" altLang="zh-CN" sz="2200" b="1" spc="-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8" name="Text Box 8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" y="2744656"/>
            <a:ext cx="2868930" cy="305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预测策略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kumimoji="0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预测不转移：</a:t>
            </a:r>
            <a:endParaRPr kumimoji="0"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kumimoji="0" lang="zh-CN" altLang="en-US" sz="2200" b="1" spc="6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预测转移</a:t>
            </a:r>
            <a:r>
              <a:rPr kumimoji="0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kumimoji="0" lang="zh-CN" altLang="en-US" sz="2200" b="1" spc="6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动态预测</a:t>
            </a:r>
            <a:r>
              <a:rPr kumimoji="0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实现机制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停顿拍数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</p:txBody>
      </p:sp>
      <p:sp>
        <p:nvSpPr>
          <p:cNvPr id="169" name="Text Box 8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96000" y="2744656"/>
            <a:ext cx="6588224" cy="32746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静态预测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盲猜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]/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动态预测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基于转移历史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])</a:t>
            </a: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先决条件</a:t>
            </a:r>
            <a:r>
              <a:rPr kumimoji="0" lang="en-US" altLang="zh-CN" sz="1600" b="1" spc="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(PC+1</a:t>
            </a:r>
            <a:r>
              <a:rPr kumimoji="0" lang="zh-CN" altLang="en-US" sz="1600" b="1" spc="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已知</a:t>
            </a:r>
            <a:r>
              <a:rPr kumimoji="0" lang="en-US" altLang="zh-CN" sz="1600" b="1" spc="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kumimoji="0"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可在</a:t>
            </a: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段预测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需</a:t>
            </a:r>
            <a:r>
              <a:rPr kumimoji="0"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先计算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目标地址，</a:t>
            </a:r>
            <a:r>
              <a:rPr kumimoji="0"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最早在</a:t>
            </a: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段预测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已保存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转移历史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目标地址，</a:t>
            </a:r>
            <a:r>
              <a:rPr kumimoji="0"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可在</a:t>
            </a: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段预测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猜对时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不写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猜错时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重写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清空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流水线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产生气泡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猜对</a:t>
            </a:r>
            <a:r>
              <a:rPr lang="zh-CN" altLang="zh-CN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lang="zh-CN" altLang="en-US" sz="2200" b="1" spc="-5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≥</a:t>
            </a:r>
            <a:r>
              <a:rPr lang="en-US" altLang="zh-CN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拍，猜</a:t>
            </a:r>
            <a:r>
              <a:rPr lang="zh-CN" altLang="zh-CN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错时</a:t>
            </a:r>
            <a:r>
              <a:rPr lang="zh-CN" altLang="en-US" sz="2200" b="1" spc="-5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阻塞法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指令执行完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为止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9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(ID</a:t>
            </a:r>
            <a:r>
              <a:rPr lang="zh-CN" altLang="en-US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预测时＝</a:t>
            </a:r>
            <a:r>
              <a:rPr lang="en-US" altLang="zh-CN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1)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←无论是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预测或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预测←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┘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899592" y="1241424"/>
            <a:ext cx="3960440" cy="1548008"/>
            <a:chOff x="899592" y="1772824"/>
            <a:chExt cx="3960440" cy="1548008"/>
          </a:xfrm>
        </p:grpSpPr>
        <p:cxnSp>
          <p:nvCxnSpPr>
            <p:cNvPr id="4" name="直接箭头连接符 3"/>
            <p:cNvCxnSpPr/>
            <p:nvPr>
              <p:custDataLst>
                <p:tags r:id="rId42"/>
              </p:custDataLst>
            </p:nvPr>
          </p:nvCxnSpPr>
          <p:spPr bwMode="auto">
            <a:xfrm>
              <a:off x="1327446" y="2924816"/>
              <a:ext cx="3532586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" name="直接箭头连接符 5"/>
            <p:cNvCxnSpPr/>
            <p:nvPr>
              <p:custDataLst>
                <p:tags r:id="rId43"/>
              </p:custDataLst>
            </p:nvPr>
          </p:nvCxnSpPr>
          <p:spPr bwMode="auto">
            <a:xfrm flipH="1" flipV="1">
              <a:off x="1327446" y="1772824"/>
              <a:ext cx="4194" cy="11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Text Box 61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1327446" y="2708816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8" name="Text Box 63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899592" y="1844696"/>
              <a:ext cx="432048" cy="10801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139" name="Text Box 61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763688" y="2708792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</a:p>
          </p:txBody>
        </p:sp>
        <p:sp>
          <p:nvSpPr>
            <p:cNvPr id="140" name="Text Box 61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2195736" y="2708792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141" name="Text Box 61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763688" y="2492790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142" name="Text Box 61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2195736" y="2492792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</a:p>
          </p:txBody>
        </p:sp>
        <p:sp>
          <p:nvSpPr>
            <p:cNvPr id="143" name="Text Box 61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2627784" y="2492792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144" name="Text Box 61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2195736" y="2276766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145" name="Text Box 61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2627784" y="2276768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</a:p>
          </p:txBody>
        </p:sp>
        <p:sp>
          <p:nvSpPr>
            <p:cNvPr id="146" name="Text Box 61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3491880" y="2706038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I6</a:t>
              </a:r>
            </a:p>
          </p:txBody>
        </p:sp>
        <p:sp>
          <p:nvSpPr>
            <p:cNvPr id="9" name="Text Box 61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2627784" y="2708792"/>
              <a:ext cx="432048" cy="21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</a:p>
          </p:txBody>
        </p:sp>
        <p:sp>
          <p:nvSpPr>
            <p:cNvPr id="148" name="Text Box 61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3059832" y="2276766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149" name="Text Box 6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2627784" y="2060742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150" name="Text Box 6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3059832" y="2060744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</a:p>
          </p:txBody>
        </p:sp>
        <p:sp>
          <p:nvSpPr>
            <p:cNvPr id="151" name="Text Box 61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3491880" y="2060742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10" name="Text Box 61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3059832" y="1844720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11" name="Text Box 61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3923928" y="1844720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12" name="Text Box 61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3491880" y="2276766"/>
              <a:ext cx="432048" cy="21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</a:p>
          </p:txBody>
        </p:sp>
        <p:sp>
          <p:nvSpPr>
            <p:cNvPr id="13" name="Text Box 61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3923928" y="2060742"/>
              <a:ext cx="432048" cy="21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</a:p>
          </p:txBody>
        </p:sp>
        <p:sp>
          <p:nvSpPr>
            <p:cNvPr id="156" name="Text Box 61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4355976" y="1844720"/>
              <a:ext cx="432048" cy="21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</a:p>
          </p:txBody>
        </p:sp>
        <p:sp>
          <p:nvSpPr>
            <p:cNvPr id="157" name="Text Box 61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3059832" y="2492792"/>
              <a:ext cx="432048" cy="21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</a:p>
          </p:txBody>
        </p:sp>
        <p:sp>
          <p:nvSpPr>
            <p:cNvPr id="14" name="Text Box 61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3059832" y="2706038"/>
              <a:ext cx="432048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</a:p>
          </p:txBody>
        </p:sp>
        <p:sp>
          <p:nvSpPr>
            <p:cNvPr id="15" name="Text Box 61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3491880" y="2492792"/>
              <a:ext cx="432048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</a:p>
          </p:txBody>
        </p:sp>
        <p:sp>
          <p:nvSpPr>
            <p:cNvPr id="16" name="Text Box 61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3923928" y="2276766"/>
              <a:ext cx="432048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</a:p>
          </p:txBody>
        </p:sp>
        <p:sp>
          <p:nvSpPr>
            <p:cNvPr id="17" name="Text Box 61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4355976" y="2060742"/>
              <a:ext cx="432048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</a:p>
          </p:txBody>
        </p:sp>
        <p:sp>
          <p:nvSpPr>
            <p:cNvPr id="162" name="Text Box 61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3923928" y="2492792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I6</a:t>
              </a:r>
            </a:p>
          </p:txBody>
        </p:sp>
        <p:sp>
          <p:nvSpPr>
            <p:cNvPr id="163" name="Text Box 61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4355976" y="2276766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I6</a:t>
              </a:r>
            </a:p>
          </p:txBody>
        </p:sp>
        <p:cxnSp>
          <p:nvCxnSpPr>
            <p:cNvPr id="164" name="直接箭头连接符 163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2015716" y="29248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65" name="Text Box 60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1763688" y="3068832"/>
              <a:ext cx="576064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预测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</a:p>
          </p:txBody>
        </p:sp>
        <p:cxnSp>
          <p:nvCxnSpPr>
            <p:cNvPr id="166" name="直接箭头连接符 165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3671900" y="29248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67" name="Text Box 60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3455876" y="3068832"/>
              <a:ext cx="1080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猜对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继续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) </a:t>
              </a:r>
            </a:p>
          </p:txBody>
        </p:sp>
        <p:cxnSp>
          <p:nvCxnSpPr>
            <p:cNvPr id="82" name="直接箭头连接符 81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2055994" y="2636912"/>
              <a:ext cx="180000" cy="46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med" len="sm"/>
            </a:ln>
            <a:effectLst/>
          </p:spPr>
        </p:cxnSp>
      </p:grpSp>
      <p:grpSp>
        <p:nvGrpSpPr>
          <p:cNvPr id="18" name="组合 17"/>
          <p:cNvGrpSpPr/>
          <p:nvPr/>
        </p:nvGrpSpPr>
        <p:grpSpPr>
          <a:xfrm>
            <a:off x="5076056" y="1241416"/>
            <a:ext cx="3636284" cy="1548016"/>
            <a:chOff x="5076056" y="1772816"/>
            <a:chExt cx="3636284" cy="1548016"/>
          </a:xfrm>
        </p:grpSpPr>
        <p:sp>
          <p:nvSpPr>
            <p:cNvPr id="174" name="Text Box 6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68344" y="2708768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I9</a:t>
              </a:r>
            </a:p>
          </p:txBody>
        </p:sp>
        <p:sp>
          <p:nvSpPr>
            <p:cNvPr id="176" name="Text Box 6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668344" y="1844696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178" name="Text Box 6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668344" y="2060720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19" name="Text Box 6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100392" y="1844696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180" name="Text Box 6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668344" y="2276744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20" name="Text Box 6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100392" y="2060720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21" name="Text Box 6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668344" y="2492768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sp>
          <p:nvSpPr>
            <p:cNvPr id="22" name="Text Box 6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100392" y="2492768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I9</a:t>
              </a:r>
            </a:p>
          </p:txBody>
        </p:sp>
        <p:sp>
          <p:nvSpPr>
            <p:cNvPr id="185" name="Text Box 6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100392" y="2276720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</a:p>
          </p:txBody>
        </p:sp>
        <p:cxnSp>
          <p:nvCxnSpPr>
            <p:cNvPr id="23" name="直接箭头连接符 22"/>
            <p:cNvCxnSpPr/>
            <p:nvPr>
              <p:custDataLst>
                <p:tags r:id="rId19"/>
              </p:custDataLst>
            </p:nvPr>
          </p:nvCxnSpPr>
          <p:spPr bwMode="auto">
            <a:xfrm>
              <a:off x="5503910" y="2924816"/>
              <a:ext cx="316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直接箭头连接符 23"/>
            <p:cNvCxnSpPr/>
            <p:nvPr>
              <p:custDataLst>
                <p:tags r:id="rId20"/>
              </p:custDataLst>
            </p:nvPr>
          </p:nvCxnSpPr>
          <p:spPr bwMode="auto">
            <a:xfrm flipH="1" flipV="1">
              <a:off x="5503910" y="1772816"/>
              <a:ext cx="4194" cy="11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" name="Text Box 6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503910" y="2708792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26" name="Text Box 6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076056" y="1841546"/>
              <a:ext cx="432048" cy="10801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27" name="Text Box 6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940152" y="2708768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</a:p>
          </p:txBody>
        </p:sp>
        <p:sp>
          <p:nvSpPr>
            <p:cNvPr id="28" name="Text Box 6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372200" y="2708768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29" name="Text Box 6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940152" y="2492766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30" name="Text Box 6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372200" y="2492768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</a:p>
          </p:txBody>
        </p:sp>
        <p:sp>
          <p:nvSpPr>
            <p:cNvPr id="31" name="Text Box 6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804248" y="2492768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32" name="Text Box 6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372200" y="2276742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33" name="Text Box 6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804248" y="2276744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</a:p>
          </p:txBody>
        </p:sp>
        <p:sp>
          <p:nvSpPr>
            <p:cNvPr id="34" name="Text Box 6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804248" y="2708768"/>
              <a:ext cx="432048" cy="21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</a:p>
          </p:txBody>
        </p:sp>
        <p:sp>
          <p:nvSpPr>
            <p:cNvPr id="35" name="Text Box 6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7236296" y="2276742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</a:p>
          </p:txBody>
        </p:sp>
        <p:sp>
          <p:nvSpPr>
            <p:cNvPr id="36" name="Text Box 6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804248" y="2060718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201" name="Text Box 6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7236296" y="2060720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</a:p>
          </p:txBody>
        </p:sp>
        <p:sp>
          <p:nvSpPr>
            <p:cNvPr id="37" name="Text Box 6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7236296" y="1844696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38" name="Text Box 6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7236296" y="2492768"/>
              <a:ext cx="432048" cy="21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</a:p>
          </p:txBody>
        </p:sp>
        <p:sp>
          <p:nvSpPr>
            <p:cNvPr id="204" name="Text Box 6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7236296" y="2708792"/>
              <a:ext cx="432048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</a:p>
          </p:txBody>
        </p:sp>
        <p:cxnSp>
          <p:nvCxnSpPr>
            <p:cNvPr id="205" name="直接箭头连接符 204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6192180" y="292166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06" name="Text Box 60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940152" y="3068832"/>
              <a:ext cx="576064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预测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</a:p>
          </p:txBody>
        </p:sp>
        <p:cxnSp>
          <p:nvCxnSpPr>
            <p:cNvPr id="207" name="直接箭头连接符 206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7848364" y="2921642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08" name="Text Box 60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7632340" y="3068832"/>
              <a:ext cx="1080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猜错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回头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) </a:t>
              </a:r>
            </a:p>
          </p:txBody>
        </p:sp>
        <p:cxnSp>
          <p:nvCxnSpPr>
            <p:cNvPr id="86" name="直接箭头连接符 85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6228184" y="2636912"/>
              <a:ext cx="216024" cy="4680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med" len="sm"/>
            </a:ln>
            <a:effectLst/>
          </p:spPr>
        </p:cxnSp>
      </p:grpSp>
      <p:sp>
        <p:nvSpPr>
          <p:cNvPr id="39" name="Text Box 6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528874" y="1529296"/>
            <a:ext cx="139470" cy="864072"/>
          </a:xfrm>
          <a:prstGeom prst="rect">
            <a:avLst/>
          </a:prstGeom>
          <a:solidFill>
            <a:srgbClr val="CCFFFF"/>
          </a:solidFill>
          <a:ln w="15875">
            <a:solidFill>
              <a:schemeClr val="tx1"/>
            </a:solidFill>
            <a:miter lim="800000"/>
          </a:ln>
          <a:effectLst/>
        </p:spPr>
        <p:txBody>
          <a:bodyPr vert="vert"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</a:rPr>
              <a:t>bub</a:t>
            </a:r>
          </a:p>
        </p:txBody>
      </p:sp>
      <p:cxnSp>
        <p:nvCxnSpPr>
          <p:cNvPr id="85" name="直接箭头连接符 84"/>
          <p:cNvCxnSpPr/>
          <p:nvPr>
            <p:custDataLst>
              <p:tags r:id="rId5"/>
            </p:custDataLst>
          </p:nvPr>
        </p:nvCxnSpPr>
        <p:spPr bwMode="auto">
          <a:xfrm flipV="1">
            <a:off x="4680000" y="2312656"/>
            <a:ext cx="2916000" cy="2628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 w="med" len="sm"/>
          </a:ln>
          <a:effectLst/>
        </p:spPr>
      </p:cxnSp>
      <p:grpSp>
        <p:nvGrpSpPr>
          <p:cNvPr id="40" name="组合 39"/>
          <p:cNvGrpSpPr/>
          <p:nvPr/>
        </p:nvGrpSpPr>
        <p:grpSpPr>
          <a:xfrm>
            <a:off x="468000" y="3356656"/>
            <a:ext cx="612288" cy="576064"/>
            <a:chOff x="719344" y="4005064"/>
            <a:chExt cx="612288" cy="576064"/>
          </a:xfrm>
        </p:grpSpPr>
        <p:sp>
          <p:nvSpPr>
            <p:cNvPr id="41" name="左大括号 40"/>
            <p:cNvSpPr/>
            <p:nvPr>
              <p:custDataLst>
                <p:tags r:id="rId8"/>
              </p:custDataLst>
            </p:nvPr>
          </p:nvSpPr>
          <p:spPr bwMode="auto">
            <a:xfrm>
              <a:off x="1259632" y="4005064"/>
              <a:ext cx="72000" cy="576064"/>
            </a:xfrm>
            <a:prstGeom prst="leftBrac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" name="Text Box 6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19344" y="4027910"/>
              <a:ext cx="504000" cy="50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静态预测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cxnSp>
        <p:nvCxnSpPr>
          <p:cNvPr id="81" name="直接箭头连接符 80"/>
          <p:cNvCxnSpPr/>
          <p:nvPr>
            <p:custDataLst>
              <p:tags r:id="rId6"/>
            </p:custDataLst>
          </p:nvPr>
        </p:nvCxnSpPr>
        <p:spPr bwMode="auto">
          <a:xfrm flipV="1">
            <a:off x="7020000" y="2420656"/>
            <a:ext cx="504000" cy="3024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 w="med" len="sm"/>
          </a:ln>
          <a:effectLst/>
        </p:spPr>
      </p:cxnSp>
      <p:sp>
        <p:nvSpPr>
          <p:cNvPr id="84" name="线形标注 2 83"/>
          <p:cNvSpPr/>
          <p:nvPr>
            <p:custDataLst>
              <p:tags r:id="rId7"/>
            </p:custDataLst>
          </p:nvPr>
        </p:nvSpPr>
        <p:spPr bwMode="auto">
          <a:xfrm>
            <a:off x="6590179" y="4698085"/>
            <a:ext cx="1656000" cy="252000"/>
          </a:xfrm>
          <a:prstGeom prst="borderCallout2">
            <a:avLst>
              <a:gd name="adj1" fmla="val 49933"/>
              <a:gd name="adj2" fmla="val -61"/>
              <a:gd name="adj3" fmla="val 50342"/>
              <a:gd name="adj4" fmla="val -16923"/>
              <a:gd name="adj5" fmla="val 144350"/>
              <a:gd name="adj6" fmla="val -2764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kumimoji="0" lang="zh-CN" altLang="en-US" sz="1600" b="1" dirty="0">
                <a:solidFill>
                  <a:srgbClr val="990099"/>
                </a:solidFill>
                <a:latin typeface="+mn-ea"/>
              </a:rPr>
              <a:t>可不占</a:t>
            </a:r>
            <a:r>
              <a:rPr kumimoji="0" lang="zh-CN" altLang="en-US" sz="1600" b="1" dirty="0">
                <a:solidFill>
                  <a:schemeClr val="tx1"/>
                </a:solidFill>
                <a:latin typeface="+mn-ea"/>
              </a:rPr>
              <a:t>额外时间</a:t>
            </a:r>
            <a:endParaRPr lang="en-US" altLang="zh-CN" sz="1600" b="1" spc="-1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84" grpId="0" bldLvl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  <a:t>100</a:t>
            </a:fld>
            <a:endParaRPr lang="en-US" altLang="zh-CN"/>
          </a:p>
        </p:txBody>
      </p:sp>
      <p:sp>
        <p:nvSpPr>
          <p:cNvPr id="51" name="AutoShape 5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AutoShape 62">
            <a:hlinkClick r:id="rId45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96</a:t>
            </a:r>
          </a:p>
        </p:txBody>
      </p:sp>
      <p:sp>
        <p:nvSpPr>
          <p:cNvPr id="4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15931" y="332656"/>
            <a:ext cx="2555869" cy="56464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延迟分支法：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Aft>
                <a:spcPts val="0"/>
              </a:spcAft>
            </a:pPr>
            <a:endParaRPr kumimoji="0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延迟槽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实现机制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停顿拍数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适用场合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00490" y="333434"/>
            <a:ext cx="6768752" cy="1209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71780" indent="-271780" algn="l" eaLnBrk="0" hangingPunct="0"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延迟槽中指令</a:t>
            </a:r>
            <a:r>
              <a:rPr lang="zh-CN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正常</a:t>
            </a:r>
            <a:r>
              <a:rPr lang="zh-CN" altLang="zh-CN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，使其尽量为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有用指令</a:t>
            </a:r>
            <a:endParaRPr lang="en-US" altLang="zh-CN" sz="2200" b="1" u="sng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kumimoji="0" lang="zh-CN" altLang="en-US" sz="1600" b="1" dirty="0">
                <a:latin typeface="+mn-ea"/>
                <a:sym typeface="+mn-ea"/>
              </a:rPr>
              <a:t>逻辑上延长了分支指令执行时间</a:t>
            </a:r>
            <a:endParaRPr lang="zh-CN" altLang="zh-CN" sz="1600" b="1" spc="-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分支指令执行</a:t>
            </a:r>
            <a:r>
              <a:rPr lang="zh-CN" altLang="en-US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完</a:t>
            </a: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前，</a:t>
            </a:r>
            <a:r>
              <a:rPr lang="zh-CN" altLang="en-US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流入流水线的指令位置</a:t>
            </a:r>
            <a:endParaRPr lang="en-US" altLang="zh-CN" sz="2200" b="1" spc="-10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906945" y="1602740"/>
            <a:ext cx="4968552" cy="1492329"/>
            <a:chOff x="1835696" y="1916960"/>
            <a:chExt cx="4968552" cy="1492329"/>
          </a:xfrm>
        </p:grpSpPr>
        <p:cxnSp>
          <p:nvCxnSpPr>
            <p:cNvPr id="8" name="直接箭头连接符 7"/>
            <p:cNvCxnSpPr/>
            <p:nvPr>
              <p:custDataLst>
                <p:tags r:id="rId9"/>
              </p:custDataLst>
            </p:nvPr>
          </p:nvCxnSpPr>
          <p:spPr bwMode="auto">
            <a:xfrm>
              <a:off x="2263550" y="3068960"/>
              <a:ext cx="454069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直接箭头连接符 8"/>
            <p:cNvCxnSpPr/>
            <p:nvPr>
              <p:custDataLst>
                <p:tags r:id="rId10"/>
              </p:custDataLst>
            </p:nvPr>
          </p:nvCxnSpPr>
          <p:spPr bwMode="auto">
            <a:xfrm flipH="1" flipV="1">
              <a:off x="2263550" y="1916960"/>
              <a:ext cx="4195" cy="116223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Text Box 6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263550" y="2855714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</a:p>
          </p:txBody>
        </p:sp>
        <p:sp>
          <p:nvSpPr>
            <p:cNvPr id="11" name="Text Box 6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835696" y="1988840"/>
              <a:ext cx="432048" cy="108009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</a:p>
          </p:txBody>
        </p:sp>
        <p:sp>
          <p:nvSpPr>
            <p:cNvPr id="12" name="Text Box 6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699792" y="2852936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+mn-ea"/>
                  <a:ea typeface="+mn-ea"/>
                </a:rPr>
                <a:t>bne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3" name="Text Box 6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131840" y="2852936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4" name="Text Box 6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699792" y="2636912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add</a:t>
              </a:r>
            </a:p>
          </p:txBody>
        </p:sp>
        <p:sp>
          <p:nvSpPr>
            <p:cNvPr id="15" name="Text Box 6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131840" y="2636914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+mn-ea"/>
                  <a:ea typeface="+mn-ea"/>
                </a:rPr>
                <a:t>bne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6" name="Text Box 6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563888" y="2636914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Text Box 6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131840" y="2420888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add</a:t>
              </a:r>
            </a:p>
          </p:txBody>
        </p:sp>
        <p:sp>
          <p:nvSpPr>
            <p:cNvPr id="18" name="Text Box 6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563888" y="2420890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+mn-ea"/>
                  <a:ea typeface="+mn-ea"/>
                </a:rPr>
                <a:t>bne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9" name="Text Box 6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427984" y="2852936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I6</a:t>
              </a:r>
            </a:p>
          </p:txBody>
        </p:sp>
        <p:sp>
          <p:nvSpPr>
            <p:cNvPr id="20" name="Text Box 6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563888" y="2852936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1" name="Text Box 6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995936" y="2420888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Text Box 6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563888" y="2210790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add</a:t>
              </a:r>
            </a:p>
          </p:txBody>
        </p:sp>
        <p:sp>
          <p:nvSpPr>
            <p:cNvPr id="23" name="Text Box 6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995936" y="2210792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+mn-ea"/>
                  <a:ea typeface="+mn-ea"/>
                </a:rPr>
                <a:t>bne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4" name="Text Box 6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427984" y="2210790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5" name="Text Box 6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995936" y="1994768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add</a:t>
              </a:r>
            </a:p>
          </p:txBody>
        </p:sp>
        <p:sp>
          <p:nvSpPr>
            <p:cNvPr id="26" name="Text Box 6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860032" y="1988992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7" name="Text Box 6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427984" y="2420888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8" name="Text Box 6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860032" y="2205016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9" name="Text Box 6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292080" y="1988992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0" name="Text Box 6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995936" y="2636914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1" name="Text Box 6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995936" y="2852936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2" name="Text Box 6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427984" y="2636914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3" name="Text Box 6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860032" y="2420888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4" name="Text Box 6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292080" y="2205016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5" name="Text Box 6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4860032" y="2636914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I6</a:t>
              </a:r>
            </a:p>
          </p:txBody>
        </p:sp>
        <p:sp>
          <p:nvSpPr>
            <p:cNvPr id="36" name="Text Box 6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292080" y="2420888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I6</a:t>
              </a:r>
            </a:p>
          </p:txBody>
        </p:sp>
        <p:sp>
          <p:nvSpPr>
            <p:cNvPr id="37" name="Text Box 60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257854" y="3141096"/>
              <a:ext cx="1044116" cy="26819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延迟槽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" name="Text Box 6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5724128" y="1988840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9" name="Text Box 6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724128" y="2204864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I6</a:t>
              </a:r>
            </a:p>
          </p:txBody>
        </p:sp>
        <p:sp>
          <p:nvSpPr>
            <p:cNvPr id="40" name="Text Box 61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6156176" y="1988840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I6</a:t>
              </a:r>
            </a:p>
          </p:txBody>
        </p:sp>
        <p:sp>
          <p:nvSpPr>
            <p:cNvPr id="41" name="右大括号 40"/>
            <p:cNvSpPr/>
            <p:nvPr>
              <p:custDataLst>
                <p:tags r:id="rId42"/>
              </p:custDataLst>
            </p:nvPr>
          </p:nvSpPr>
          <p:spPr bwMode="auto">
            <a:xfrm rot="5400000">
              <a:off x="3740370" y="2460557"/>
              <a:ext cx="79081" cy="1296144"/>
            </a:xfrm>
            <a:prstGeom prst="rightBrace">
              <a:avLst>
                <a:gd name="adj1" fmla="val 29497"/>
                <a:gd name="adj2" fmla="val 50000"/>
              </a:avLst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2" name="Text Box 6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965190" y="2249909"/>
            <a:ext cx="2556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125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sz="16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</a:t>
            </a:r>
            <a:r>
              <a:rPr lang="zh-CN" altLang="en-US" sz="1600" b="1" baseline="-16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sz="16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zh-CN" altLang="en-US" sz="16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延迟槽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拍</a:t>
            </a:r>
          </a:p>
        </p:txBody>
      </p:sp>
      <p:sp>
        <p:nvSpPr>
          <p:cNvPr id="46" name="Text Box 8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96000" y="3042900"/>
            <a:ext cx="6624736" cy="31578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软件实现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编译时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重排序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指令序列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槽中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均为</a:t>
            </a:r>
            <a:r>
              <a:rPr lang="en-US" altLang="zh-CN" sz="2200" b="1" u="sng" dirty="0" err="1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nop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zh-CN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，＝阻塞法；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延迟槽中</a:t>
            </a:r>
            <a:r>
              <a:rPr lang="zh-CN" altLang="en-US" sz="2200" b="1" u="sng" spc="250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含有用指令</a:t>
            </a:r>
            <a:r>
              <a:rPr lang="zh-CN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，＜阻塞法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延迟槽＝</a:t>
            </a:r>
            <a:r>
              <a:rPr kumimoji="0"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kumimoji="0"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条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指令时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即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kumimoji="0" lang="zh-CN" altLang="en-US" sz="16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2T</a:t>
            </a:r>
            <a:r>
              <a:rPr kumimoji="0" lang="en-US" altLang="zh-CN" sz="1600" b="1" baseline="-180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←性能损失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kumimoji="0"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nop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</a:t>
            </a:r>
            <a:endParaRPr kumimoji="0"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5000"/>
              </a:lnSpc>
            </a:pPr>
            <a:r>
              <a:rPr kumimoji="0" lang="en-US" altLang="zh-CN" sz="1600" b="1" i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≥</a:t>
            </a:r>
            <a:r>
              <a:rPr kumimoji="0"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kumimoji="0"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条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时常用</a:t>
            </a:r>
            <a:r>
              <a:rPr kumimoji="0" lang="zh-CN" altLang="en-US" sz="16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分支预测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法</a:t>
            </a:r>
            <a:r>
              <a: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←与延迟分支法</a:t>
            </a:r>
            <a:r>
              <a:rPr kumimoji="0"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不兼容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267744" y="3546956"/>
            <a:ext cx="6408712" cy="1008509"/>
            <a:chOff x="2699792" y="4725144"/>
            <a:chExt cx="6408712" cy="1008509"/>
          </a:xfrm>
        </p:grpSpPr>
        <p:sp>
          <p:nvSpPr>
            <p:cNvPr id="5" name="Rectangle 50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788024" y="5229596"/>
              <a:ext cx="4320479" cy="252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7" name="Text Box 53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788024" y="4725144"/>
              <a:ext cx="4320480" cy="100850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顺序指令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I1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I5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中</a:t>
              </a:r>
              <a:r>
                <a:rPr lang="zh-CN" altLang="en-US" sz="16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与</a:t>
              </a:r>
              <a:r>
                <a:rPr lang="en-US" altLang="zh-CN" sz="16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I6</a:t>
              </a:r>
              <a:r>
                <a:rPr lang="zh-CN" altLang="en-US" sz="16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有相关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的指令</a:t>
              </a:r>
            </a:p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转移指令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I6</a:t>
              </a:r>
            </a:p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延迟槽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I1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I5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中</a:t>
              </a:r>
              <a:r>
                <a:rPr lang="zh-CN" altLang="en-US" sz="16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与</a:t>
              </a:r>
              <a:r>
                <a:rPr lang="en-US" altLang="zh-CN" sz="16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I6</a:t>
              </a:r>
              <a:r>
                <a:rPr lang="zh-CN" altLang="en-US" sz="16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无相关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的指令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或</a:t>
              </a:r>
              <a:r>
                <a:rPr lang="en-US" altLang="zh-CN" sz="1600" b="1" dirty="0" err="1">
                  <a:solidFill>
                    <a:schemeClr val="accent2"/>
                  </a:solidFill>
                  <a:latin typeface="宋体" panose="02010600030101010101" pitchFamily="2" charset="-122"/>
                </a:rPr>
                <a:t>nop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)</a:t>
              </a:r>
            </a:p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顺序指令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I7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I9</a:t>
              </a:r>
            </a:p>
          </p:txBody>
        </p:sp>
        <p:sp>
          <p:nvSpPr>
            <p:cNvPr id="43" name="Text Box 5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699792" y="4725144"/>
              <a:ext cx="1584000" cy="100850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顺序指令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I1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I5</a:t>
              </a:r>
            </a:p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转移指令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I6</a:t>
              </a:r>
            </a:p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顺序指令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I7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I9</a:t>
              </a:r>
            </a:p>
          </p:txBody>
        </p:sp>
        <p:sp>
          <p:nvSpPr>
            <p:cNvPr id="44" name="右箭头 43"/>
            <p:cNvSpPr/>
            <p:nvPr>
              <p:custDataLst>
                <p:tags r:id="rId8"/>
              </p:custDataLst>
            </p:nvPr>
          </p:nvSpPr>
          <p:spPr bwMode="auto">
            <a:xfrm>
              <a:off x="4390901" y="5085581"/>
              <a:ext cx="325115" cy="34719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ldLvl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300" name="Text Box 4"/>
          <p:cNvSpPr txBox="1">
            <a:spLocks noChangeArrowheads="1"/>
          </p:cNvSpPr>
          <p:nvPr/>
        </p:nvSpPr>
        <p:spPr bwMode="auto">
          <a:xfrm>
            <a:off x="899160" y="5950585"/>
            <a:ext cx="3096895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5-5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P238—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26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27</a:t>
            </a:r>
          </a:p>
        </p:txBody>
      </p:sp>
      <p:sp>
        <p:nvSpPr>
          <p:cNvPr id="8" name="Text Box 228"/>
          <p:cNvSpPr txBox="1">
            <a:spLocks noChangeArrowheads="1"/>
          </p:cNvSpPr>
          <p:nvPr/>
        </p:nvSpPr>
        <p:spPr bwMode="auto">
          <a:xfrm>
            <a:off x="179705" y="404664"/>
            <a:ext cx="8621395" cy="347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指令流水线技术小结：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基本思想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各操作串行→各操作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重叠 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指不同指令之间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基本组成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要求：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实现：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操作冲突的处理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冲突类型：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处理方法：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 Box 228"/>
          <p:cNvSpPr txBox="1">
            <a:spLocks noChangeArrowheads="1"/>
          </p:cNvSpPr>
          <p:nvPr/>
        </p:nvSpPr>
        <p:spPr bwMode="auto">
          <a:xfrm>
            <a:off x="1907704" y="1672124"/>
            <a:ext cx="6876480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操作分离、操作同步、操作无冲突</a:t>
            </a: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增设段间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，使用公共拍时钟，增设部件＋控制机制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5A4A-1D2D-43C8-97E5-C02686E6D9C7}" type="slidenum">
              <a:rPr lang="en-US" altLang="zh-CN"/>
              <a:t>101</a:t>
            </a:fld>
            <a:endParaRPr lang="en-US" altLang="zh-CN" dirty="0"/>
          </a:p>
        </p:txBody>
      </p:sp>
      <p:sp>
        <p:nvSpPr>
          <p:cNvPr id="97" name="Text Box 228"/>
          <p:cNvSpPr txBox="1">
            <a:spLocks noChangeArrowheads="1"/>
          </p:cNvSpPr>
          <p:nvPr/>
        </p:nvSpPr>
        <p:spPr bwMode="auto">
          <a:xfrm>
            <a:off x="2483767" y="2932044"/>
            <a:ext cx="6480527" cy="20177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①结构冒险 ②数据冒险 ③控制冒险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①</a:t>
            </a:r>
            <a:r>
              <a:rPr lang="zh-CN" altLang="en-US" sz="2200" b="1" u="sng" dirty="0">
                <a:latin typeface="宋体" panose="02010600030101010101" pitchFamily="2" charset="-122"/>
              </a:rPr>
              <a:t>重复设置</a:t>
            </a:r>
            <a:r>
              <a:rPr lang="zh-CN" altLang="en-US" sz="2200" b="1" dirty="0">
                <a:latin typeface="宋体" panose="02010600030101010101" pitchFamily="2" charset="-122"/>
              </a:rPr>
              <a:t>部件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高频率时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分时使用</a:t>
            </a:r>
            <a:r>
              <a:rPr lang="zh-CN" altLang="en-US" sz="2200" b="1" dirty="0">
                <a:latin typeface="宋体" panose="02010600030101010101" pitchFamily="2" charset="-122"/>
              </a:rPr>
              <a:t>部件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低频率时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←部件不复用、使用时间无冲突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②阻塞法、转发法、乱序执行法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③阻塞法、分支预测法、延迟分支法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 bwMode="auto">
          <a:xfrm flipH="1">
            <a:off x="1872000" y="1270800"/>
            <a:ext cx="3168000" cy="576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12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81</a:t>
            </a:r>
          </a:p>
        </p:txBody>
      </p:sp>
      <p:sp>
        <p:nvSpPr>
          <p:cNvPr id="10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6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300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ZiYjY4MjU5YzBkYmJmZjUyNGJiOWY1ZTc3NzM1M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6*140"/>
  <p:tag name="TABLE_ENDDRAG_RECT" val="36*102*646*140"/>
</p:tagLst>
</file>

<file path=ppt/tags/tag1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28*31"/>
  <p:tag name="TABLE_ENDDRAG_RECT" val="90*391*328*31"/>
</p:tagLst>
</file>

<file path=ppt/tags/tag1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339*86"/>
  <p:tag name="TABLE_ENDDRAG_RECT" val="79*422*339*86"/>
</p:tagLst>
</file>

<file path=ppt/tags/tag1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9*99"/>
  <p:tag name="TABLE_ENDDRAG_RECT" val="146*260*449*99"/>
</p:tagLst>
</file>

<file path=ppt/tags/tag1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9*99"/>
  <p:tag name="TABLE_ENDDRAG_RECT" val="146*260*449*99"/>
</p:tagLst>
</file>

<file path=ppt/tags/tag1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95*46"/>
  <p:tag name="TABLE_ENDDRAG_RECT" val="70*230*595*46"/>
  <p:tag name="KSO_WM_BEAUTIFY_FLAG" val=""/>
</p:tagLst>
</file>

<file path=ppt/tags/tag2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a5ab41d-d97e-4a1c-a79c-82766f33ebe4}"/>
</p:tagLst>
</file>

<file path=ppt/tags/tag2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552a3d6-964c-4339-b85a-f2e510d8e89a}"/>
</p:tagLst>
</file>

<file path=ppt/tags/tag2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2*55"/>
  <p:tag name="TABLE_ENDDRAG_RECT" val="72*97*582*55"/>
  <p:tag name="KSO_WM_BEAUTIFY_FLAG" val=""/>
</p:tagLst>
</file>

<file path=ppt/tags/tag2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9*99"/>
  <p:tag name="TABLE_ENDDRAG_RECT" val="146*260*449*99"/>
  <p:tag name="KSO_WM_BEAUTIFY_FLAG" val=""/>
</p:tagLst>
</file>

<file path=ppt/tags/tag3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9*99"/>
  <p:tag name="TABLE_ENDDRAG_RECT" val="146*260*449*99"/>
  <p:tag name="KSO_WM_BEAUTIFY_FLAG" val=""/>
</p:tagLst>
</file>

<file path=ppt/tags/tag3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9050">
          <a:solidFill>
            <a:srgbClr val="808080"/>
          </a:solidFill>
          <a:miter lim="800000"/>
        </a:ln>
      </a:spPr>
      <a:bodyPr wrap="none" anchor="ctr"/>
      <a:lstStyle>
        <a:defPPr algn="l"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  <a:txDef>
      <a:spPr bwMode="auto">
        <a:noFill/>
        <a:ln w="9525">
          <a:noFill/>
          <a:miter lim="800000"/>
        </a:ln>
      </a:spPr>
      <a:bodyPr>
        <a:spAutoFit/>
      </a:bodyPr>
      <a:lstStyle>
        <a:defPPr algn="l">
          <a:lnSpc>
            <a:spcPct val="125000"/>
          </a:lnSpc>
          <a:defRPr b="1" dirty="0" smtClean="0">
            <a:solidFill>
              <a:srgbClr val="FF3399"/>
            </a:solidFill>
            <a:latin typeface="宋体" panose="02010600030101010101" pitchFamily="2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5698</TotalTime>
  <Words>23289</Words>
  <Application>Microsoft Office PowerPoint</Application>
  <PresentationFormat>全屏显示(4:3)</PresentationFormat>
  <Paragraphs>5073</Paragraphs>
  <Slides>101</Slides>
  <Notes>80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101</vt:i4>
      </vt:variant>
    </vt:vector>
  </HeadingPairs>
  <TitlesOfParts>
    <vt:vector size="109" baseType="lpstr">
      <vt:lpstr>Arial Unicode MS</vt:lpstr>
      <vt:lpstr>MS Gothic</vt:lpstr>
      <vt:lpstr>黑体</vt:lpstr>
      <vt:lpstr>宋体</vt:lpstr>
      <vt:lpstr>Symbol</vt:lpstr>
      <vt:lpstr>Times New Roman</vt:lpstr>
      <vt:lpstr>默认设计模板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RGL</dc:creator>
  <cp:lastModifiedBy>1574558167@qq.com</cp:lastModifiedBy>
  <cp:revision>2927</cp:revision>
  <dcterms:created xsi:type="dcterms:W3CDTF">2002-02-16T03:40:00Z</dcterms:created>
  <dcterms:modified xsi:type="dcterms:W3CDTF">2026-01-04T03:29:20Z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8A90931637D04A93BBA5740472DBBC09_12</vt:lpwstr>
  </property>
  <property fmtid="{D5CDD505-2E9C-101B-9397-08002B2CF9AE}" pid="3" name="KSOProductBuildVer">
    <vt:lpwstr>2052-11.1.0.10314</vt:lpwstr>
  </property>
</Properties>
</file>