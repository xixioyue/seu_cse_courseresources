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2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notesSlides/notesSlide3.xml" ContentType="application/vnd.openxmlformats-officedocument.presentationml.notesSlide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notesSlides/notesSlide4.xml" ContentType="application/vnd.openxmlformats-officedocument.presentationml.notesSlide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notesSlides/notesSlide5.xml" ContentType="application/vnd.openxmlformats-officedocument.presentationml.notesSlide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notesSlides/notesSlide6.xml" ContentType="application/vnd.openxmlformats-officedocument.presentationml.notesSlide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notesSlides/notesSlide7.xml" ContentType="application/vnd.openxmlformats-officedocument.presentationml.notesSlide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notesSlides/notesSlide8.xml" ContentType="application/vnd.openxmlformats-officedocument.presentationml.notesSlide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notesSlides/notesSlide11.xml" ContentType="application/vnd.openxmlformats-officedocument.presentationml.notesSlide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393" r:id="rId3"/>
    <p:sldId id="471" r:id="rId4"/>
    <p:sldId id="472" r:id="rId5"/>
    <p:sldId id="318" r:id="rId6"/>
    <p:sldId id="473" r:id="rId7"/>
    <p:sldId id="312" r:id="rId8"/>
    <p:sldId id="474" r:id="rId9"/>
    <p:sldId id="475" r:id="rId10"/>
    <p:sldId id="476" r:id="rId11"/>
    <p:sldId id="477" r:id="rId12"/>
    <p:sldId id="438" r:id="rId13"/>
    <p:sldId id="403" r:id="rId14"/>
    <p:sldId id="514" r:id="rId15"/>
    <p:sldId id="408" r:id="rId16"/>
    <p:sldId id="356" r:id="rId17"/>
    <p:sldId id="409" r:id="rId18"/>
    <p:sldId id="330" r:id="rId19"/>
    <p:sldId id="516" r:id="rId20"/>
    <p:sldId id="517" r:id="rId21"/>
    <p:sldId id="518" r:id="rId22"/>
  </p:sldIdLst>
  <p:sldSz cx="9144000" cy="6858000" type="screen4x3"/>
  <p:notesSz cx="6858000" cy="9144000"/>
  <p:custDataLst>
    <p:tags r:id="rId25"/>
  </p:custDataLst>
  <p:defaultTextStyle>
    <a:defPPr>
      <a:defRPr lang="zh-CN"/>
    </a:defPPr>
    <a:lvl1pPr algn="l" rtl="0" fontAlgn="base">
      <a:lnSpc>
        <a:spcPct val="125000"/>
      </a:lnSpc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lnSpc>
        <a:spcPct val="125000"/>
      </a:lnSpc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lnSpc>
        <a:spcPct val="125000"/>
      </a:lnSpc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lnSpc>
        <a:spcPct val="125000"/>
      </a:lnSpc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lnSpc>
        <a:spcPct val="125000"/>
      </a:lnSpc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>
          <p15:clr>
            <a:srgbClr val="A4A3A4"/>
          </p15:clr>
        </p15:guide>
        <p15:guide id="2" pos="289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CCCCFF"/>
    <a:srgbClr val="990099"/>
    <a:srgbClr val="FF3399"/>
    <a:srgbClr val="CC3300"/>
    <a:srgbClr val="FFCCFF"/>
    <a:srgbClr val="9999FF"/>
    <a:srgbClr val="99CCFF"/>
    <a:srgbClr val="FFCC99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63" autoAdjust="0"/>
    <p:restoredTop sz="95768" autoAdjust="0"/>
  </p:normalViewPr>
  <p:slideViewPr>
    <p:cSldViewPr showGuides="1">
      <p:cViewPr varScale="1">
        <p:scale>
          <a:sx n="83" d="100"/>
          <a:sy n="83" d="100"/>
        </p:scale>
        <p:origin x="1472" y="48"/>
      </p:cViewPr>
      <p:guideLst>
        <p:guide orient="horz" pos="2177"/>
        <p:guide pos="289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55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defRPr sz="1200">
                <a:latin typeface="Times New Roman" panose="02020603050405020304" pitchFamily="18" charset="0"/>
              </a:defRPr>
            </a:lvl1pPr>
          </a:lstStyle>
          <a:p>
            <a:fld id="{9207B22B-9E59-48D3-B837-F1910107FD2E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defRPr sz="1200">
                <a:latin typeface="Times New Roman" panose="02020603050405020304" pitchFamily="18" charset="0"/>
              </a:defRPr>
            </a:lvl1pPr>
          </a:lstStyle>
          <a:p>
            <a:fld id="{D00C88F7-0A31-460A-8209-AA858ED7CC20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学时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C88F7-0A31-460A-8209-AA858ED7CC20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连线类型</a:t>
            </a:r>
            <a:r>
              <a:rPr lang="en-US" altLang="zh-CN" dirty="0"/>
              <a:t>--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电缆式、主板式、底板式</a:t>
            </a:r>
            <a:endParaRPr kumimoji="1" lang="en-US" altLang="zh-CN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TTL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电平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接收端用≥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2.0V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、≤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0.8V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表示</a:t>
            </a:r>
            <a:endParaRPr kumimoji="1" lang="en-US" altLang="zh-CN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USB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电平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接收端用＞＋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200mV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、＜－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200mV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C88F7-0A31-460A-8209-AA858ED7CC20}" type="slidenum">
              <a:rPr lang="en-US" altLang="zh-CN" smtClean="0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思考①：</a:t>
            </a:r>
            <a:r>
              <a:rPr lang="en-US" altLang="zh-CN" dirty="0">
                <a:sym typeface="+mn-ea"/>
              </a:rPr>
              <a:t>BS=0</a:t>
            </a:r>
            <a:r>
              <a:rPr lang="zh-CN" altLang="en-US" dirty="0">
                <a:sym typeface="+mn-ea"/>
              </a:rPr>
              <a:t>时，用</a:t>
            </a:r>
            <a:r>
              <a:rPr lang="en-US" altLang="zh-CN" sz="1200" b="0" dirty="0">
                <a:solidFill>
                  <a:srgbClr val="000000"/>
                </a:solidFill>
                <a:latin typeface="+mn-ea"/>
                <a:ea typeface="+mn-ea"/>
              </a:rPr>
              <a:t>BS←1</a:t>
            </a:r>
            <a:r>
              <a:rPr lang="zh-CN" altLang="en-US" sz="1200" b="0" dirty="0">
                <a:solidFill>
                  <a:srgbClr val="000000"/>
                </a:solidFill>
                <a:latin typeface="+mn-ea"/>
                <a:ea typeface="+mn-ea"/>
              </a:rPr>
              <a:t>宣</a:t>
            </a:r>
            <a:r>
              <a:rPr lang="zh-CN" altLang="zh-CN" sz="1200" b="0" dirty="0">
                <a:solidFill>
                  <a:srgbClr val="000000"/>
                </a:solidFill>
                <a:latin typeface="+mn-ea"/>
                <a:ea typeface="+mn-ea"/>
              </a:rPr>
              <a:t>示主权、</a:t>
            </a:r>
            <a:r>
              <a:rPr lang="zh-CN" altLang="en-US" sz="1200" b="0" dirty="0">
                <a:solidFill>
                  <a:srgbClr val="000000"/>
                </a:solidFill>
                <a:latin typeface="+mn-ea"/>
                <a:ea typeface="+mn-ea"/>
              </a:rPr>
              <a:t>同时</a:t>
            </a:r>
            <a:r>
              <a:rPr lang="zh-CN" altLang="zh-CN" sz="1200" b="0" dirty="0">
                <a:solidFill>
                  <a:srgbClr val="000000"/>
                </a:solidFill>
                <a:latin typeface="+mn-ea"/>
                <a:ea typeface="+mn-ea"/>
              </a:rPr>
              <a:t>撤销请求</a:t>
            </a:r>
            <a:r>
              <a:rPr lang="zh-CN" altLang="en-US" dirty="0">
                <a:sym typeface="+mn-ea"/>
              </a:rPr>
              <a:t>。</a:t>
            </a:r>
            <a:r>
              <a:rPr lang="en-US" altLang="zh-CN" dirty="0">
                <a:sym typeface="+mn-ea"/>
              </a:rPr>
              <a:t>  </a:t>
            </a:r>
            <a:r>
              <a:rPr lang="zh-CN" altLang="en-US" dirty="0">
                <a:sym typeface="+mn-ea"/>
              </a:rPr>
              <a:t>思考②：状态线</a:t>
            </a:r>
            <a:r>
              <a:rPr lang="en-US" altLang="zh-CN" dirty="0">
                <a:sym typeface="+mn-ea"/>
              </a:rPr>
              <a:t>ACK</a:t>
            </a:r>
            <a:r>
              <a:rPr lang="zh-CN" altLang="en-US" dirty="0">
                <a:sym typeface="+mn-ea"/>
              </a:rPr>
              <a:t>从无效→有效</a:t>
            </a: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通常收到命令时置为无效</a:t>
            </a:r>
            <a:r>
              <a:rPr lang="en-US" altLang="zh-CN" dirty="0">
                <a:sym typeface="+mn-ea"/>
              </a:rPr>
              <a:t>)</a:t>
            </a:r>
            <a:r>
              <a:rPr lang="zh-CN" altLang="en-US" dirty="0">
                <a:sym typeface="+mn-ea"/>
              </a:rPr>
              <a:t>。</a:t>
            </a:r>
            <a:r>
              <a:rPr lang="en-US" altLang="zh-CN" dirty="0">
                <a:sym typeface="+mn-ea"/>
              </a:rPr>
              <a:t>  </a:t>
            </a:r>
            <a:r>
              <a:rPr lang="zh-CN" altLang="en-US" dirty="0">
                <a:sym typeface="+mn-ea"/>
              </a:rPr>
              <a:t>思考③：控制信号有效→无效。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方法</a:t>
            </a:r>
            <a:r>
              <a:rPr lang="en-US" altLang="zh-CN" dirty="0"/>
              <a:t>—</a:t>
            </a:r>
            <a:r>
              <a:rPr lang="zh-CN" altLang="en-US" dirty="0"/>
              <a:t>从</a:t>
            </a:r>
            <a:r>
              <a:rPr lang="en-US" altLang="zh-CN" dirty="0"/>
              <a:t>3</a:t>
            </a:r>
            <a:r>
              <a:rPr lang="zh-CN" altLang="en-US" dirty="0"/>
              <a:t>个因子着手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C88F7-0A31-460A-8209-AA858ED7CC20}" type="slidenum">
              <a:rPr lang="en-US" altLang="zh-CN" smtClean="0"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思考：设备</a:t>
            </a:r>
            <a:r>
              <a:rPr lang="en-US" altLang="zh-CN"/>
              <a:t>n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C88F7-0A31-460A-8209-AA858ED7CC20}" type="slidenum">
              <a:rPr lang="en-US" altLang="zh-CN" smtClean="0"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85347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C88F7-0A31-460A-8209-AA858ED7CC20}" type="slidenum">
              <a:rPr lang="en-US" altLang="zh-CN" smtClean="0"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PCI-</a:t>
            </a:r>
            <a:r>
              <a:rPr lang="zh-CN" altLang="en-US" dirty="0"/>
              <a:t>配置空间数量≤</a:t>
            </a:r>
            <a:r>
              <a:rPr lang="en-US" altLang="zh-CN" dirty="0"/>
              <a:t>32</a:t>
            </a:r>
            <a:r>
              <a:rPr lang="zh-CN" altLang="en-US" dirty="0"/>
              <a:t>个，</a:t>
            </a:r>
            <a:r>
              <a:rPr lang="en-US" altLang="zh-CN" dirty="0"/>
              <a:t>DEVSEL</a:t>
            </a:r>
            <a:r>
              <a:rPr lang="zh-CN" altLang="en-US" dirty="0"/>
              <a:t>有效是数据期的前提，写操作没有过渡期</a:t>
            </a:r>
            <a:r>
              <a:rPr lang="en-US" altLang="zh-CN" dirty="0"/>
              <a:t>        P11-</a:t>
            </a:r>
            <a:r>
              <a:rPr lang="zh-CN" altLang="en-US" dirty="0"/>
              <a:t>看总线事务种类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C88F7-0A31-460A-8209-AA858ED7CC20}" type="slidenum">
              <a:rPr lang="en-US" altLang="zh-CN" smtClean="0"/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P20-</a:t>
            </a:r>
            <a:r>
              <a:rPr lang="zh-CN" altLang="en-US" dirty="0"/>
              <a:t>看同步串行、异步串行的区别</a:t>
            </a:r>
            <a:endParaRPr lang="en-US" altLang="zh-CN" dirty="0"/>
          </a:p>
          <a:p>
            <a:r>
              <a:rPr lang="en-US" altLang="zh-CN" dirty="0"/>
              <a:t>FSB</a:t>
            </a:r>
            <a:r>
              <a:rPr lang="zh-CN" altLang="en-US" dirty="0"/>
              <a:t>带宽</a:t>
            </a:r>
            <a:r>
              <a:rPr lang="en-US" altLang="zh-CN" dirty="0"/>
              <a:t>—f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=800MHZ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时，双通道内存时的带宽为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(800*64/8)*2=12800MB/s=12.8GB/s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C88F7-0A31-460A-8209-AA858ED7CC20}" type="slidenum">
              <a:rPr lang="en-US" altLang="zh-CN" smtClean="0"/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⑴请求</a:t>
            </a:r>
            <a:r>
              <a:rPr lang="en-US" altLang="zh-CN" dirty="0"/>
              <a:t>-</a:t>
            </a:r>
            <a:r>
              <a:rPr lang="zh-CN" altLang="en-US" dirty="0"/>
              <a:t>分配方式；设置总线仲裁器，各主设备设置请求线、允许线，只有≤</a:t>
            </a:r>
            <a:r>
              <a:rPr lang="en-US" altLang="zh-CN" dirty="0"/>
              <a:t>1</a:t>
            </a:r>
            <a:r>
              <a:rPr lang="zh-CN" altLang="en-US" dirty="0"/>
              <a:t>个主设备的允许线有效。</a:t>
            </a:r>
            <a:endParaRPr lang="en-US" altLang="zh-CN" dirty="0"/>
          </a:p>
          <a:p>
            <a:r>
              <a:rPr lang="zh-CN" altLang="en-US" dirty="0"/>
              <a:t>⑵每个从设备的地址不同；地址线、数据线、控制线</a:t>
            </a:r>
            <a:r>
              <a:rPr lang="en-US" altLang="zh-CN" dirty="0"/>
              <a:t>(</a:t>
            </a:r>
            <a:r>
              <a:rPr lang="zh-CN" altLang="en-US" dirty="0"/>
              <a:t>请求</a:t>
            </a:r>
            <a:r>
              <a:rPr lang="en-US" altLang="zh-CN" dirty="0"/>
              <a:t>/</a:t>
            </a:r>
            <a:r>
              <a:rPr lang="zh-CN" altLang="en-US" dirty="0"/>
              <a:t>允许、命令</a:t>
            </a:r>
            <a:r>
              <a:rPr lang="en-US" altLang="zh-CN" dirty="0"/>
              <a:t>/</a:t>
            </a:r>
            <a:r>
              <a:rPr lang="zh-CN" altLang="en-US" dirty="0"/>
              <a:t>状态、定时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⑶仲裁、寻址、数据传送、结束；主、主</a:t>
            </a:r>
            <a:r>
              <a:rPr lang="en-US" altLang="zh-CN" dirty="0"/>
              <a:t>&amp;</a:t>
            </a:r>
            <a:r>
              <a:rPr lang="zh-CN" altLang="en-US" dirty="0"/>
              <a:t>从、主</a:t>
            </a:r>
            <a:r>
              <a:rPr lang="en-US" altLang="zh-CN" dirty="0"/>
              <a:t>&amp;</a:t>
            </a:r>
            <a:r>
              <a:rPr lang="zh-CN" altLang="en-US" dirty="0"/>
              <a:t>从、主</a:t>
            </a:r>
            <a:r>
              <a:rPr lang="en-US" altLang="zh-CN" dirty="0"/>
              <a:t>&amp;</a:t>
            </a:r>
            <a:r>
              <a:rPr lang="zh-CN" altLang="en-US" dirty="0"/>
              <a:t>从，略。</a:t>
            </a:r>
            <a:endParaRPr lang="en-US" altLang="zh-CN" dirty="0"/>
          </a:p>
          <a:p>
            <a:r>
              <a:rPr lang="zh-CN" altLang="en-US" dirty="0"/>
              <a:t>⑷链式查询：</a:t>
            </a:r>
            <a:r>
              <a:rPr lang="en-US" altLang="zh-CN" dirty="0"/>
              <a:t>BR</a:t>
            </a:r>
            <a:r>
              <a:rPr lang="zh-CN" altLang="en-US" dirty="0"/>
              <a:t>、</a:t>
            </a:r>
            <a:r>
              <a:rPr lang="en-US" altLang="zh-CN" dirty="0"/>
              <a:t>BG</a:t>
            </a:r>
            <a:r>
              <a:rPr lang="zh-CN" altLang="en-US" dirty="0"/>
              <a:t>，</a:t>
            </a:r>
            <a:r>
              <a:rPr lang="en-US" altLang="zh-CN" dirty="0"/>
              <a:t>~BS&amp;BR=1</a:t>
            </a:r>
            <a:r>
              <a:rPr lang="zh-CN" altLang="en-US" dirty="0"/>
              <a:t>，自动轮询</a:t>
            </a:r>
            <a:r>
              <a:rPr lang="en-US" altLang="zh-CN" dirty="0"/>
              <a:t>(</a:t>
            </a:r>
            <a:r>
              <a:rPr lang="zh-CN" altLang="en-US" dirty="0"/>
              <a:t>各主设备被询问</a:t>
            </a:r>
            <a:r>
              <a:rPr lang="en-US" altLang="zh-CN" dirty="0"/>
              <a:t>&amp;</a:t>
            </a:r>
            <a:r>
              <a:rPr lang="zh-CN" altLang="en-US" dirty="0"/>
              <a:t>有请求时获得、否则传递</a:t>
            </a:r>
            <a:r>
              <a:rPr lang="en-US" altLang="zh-CN" dirty="0"/>
              <a:t>)</a:t>
            </a:r>
            <a:r>
              <a:rPr lang="zh-CN" altLang="en-US" dirty="0"/>
              <a:t>；计数器定时查询：</a:t>
            </a:r>
            <a:r>
              <a:rPr lang="en-US" altLang="zh-CN" dirty="0"/>
              <a:t>BR</a:t>
            </a:r>
            <a:r>
              <a:rPr lang="zh-CN" altLang="en-US" dirty="0"/>
              <a:t>、设备号，</a:t>
            </a:r>
            <a:r>
              <a:rPr lang="en-US" altLang="zh-CN" dirty="0"/>
              <a:t>~BS&amp;BR=1</a:t>
            </a:r>
            <a:r>
              <a:rPr lang="zh-CN" altLang="en-US" dirty="0"/>
              <a:t>，定时查询</a:t>
            </a:r>
            <a:r>
              <a:rPr lang="en-US" altLang="zh-CN" dirty="0"/>
              <a:t>(</a:t>
            </a:r>
            <a:r>
              <a:rPr lang="zh-CN" altLang="en-US" dirty="0"/>
              <a:t>定时发送设备号、目标主设备有请求时获得、否则无响应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   </a:t>
            </a:r>
            <a:r>
              <a:rPr lang="zh-CN" altLang="en-US" dirty="0"/>
              <a:t>独立请求：</a:t>
            </a:r>
            <a:r>
              <a:rPr lang="en-US" altLang="zh-CN" dirty="0"/>
              <a:t>n</a:t>
            </a:r>
            <a:r>
              <a:rPr lang="zh-CN" altLang="en-US" dirty="0"/>
              <a:t>对</a:t>
            </a:r>
            <a:r>
              <a:rPr lang="en-US" altLang="zh-CN" dirty="0"/>
              <a:t>BR</a:t>
            </a:r>
            <a:r>
              <a:rPr lang="zh-CN" altLang="en-US" dirty="0"/>
              <a:t>、</a:t>
            </a:r>
            <a:r>
              <a:rPr lang="en-US" altLang="zh-CN" dirty="0"/>
              <a:t>BG</a:t>
            </a:r>
            <a:r>
              <a:rPr lang="zh-CN" altLang="en-US" dirty="0"/>
              <a:t>，</a:t>
            </a:r>
            <a:r>
              <a:rPr lang="en-US" altLang="zh-CN" dirty="0"/>
              <a:t>~BS&amp;∑</a:t>
            </a:r>
            <a:r>
              <a:rPr lang="en-US" altLang="zh-CN" dirty="0" err="1"/>
              <a:t>BRi</a:t>
            </a:r>
            <a:r>
              <a:rPr lang="en-US" altLang="zh-CN" dirty="0"/>
              <a:t>=1</a:t>
            </a:r>
            <a:r>
              <a:rPr lang="zh-CN" altLang="en-US" dirty="0"/>
              <a:t>，按指定算法。</a:t>
            </a:r>
            <a:endParaRPr lang="en-US" altLang="zh-CN" dirty="0"/>
          </a:p>
          <a:p>
            <a:pPr>
              <a:spcBef>
                <a:spcPts val="0"/>
              </a:spcBef>
            </a:pPr>
            <a:r>
              <a:rPr lang="zh-CN" altLang="en-US" dirty="0"/>
              <a:t>⑸传输协议，功能不同、协议组成不同；</a:t>
            </a:r>
            <a:r>
              <a:rPr lang="zh-CN" altLang="en-US" sz="1200" b="0" dirty="0">
                <a:latin typeface="+mn-ea"/>
                <a:ea typeface="+mn-ea"/>
              </a:rPr>
              <a:t>读事务＝</a:t>
            </a:r>
            <a:r>
              <a:rPr lang="zh-CN" altLang="en-US" sz="1200" b="0" dirty="0">
                <a:solidFill>
                  <a:srgbClr val="0070C0"/>
                </a:solidFill>
                <a:latin typeface="+mn-ea"/>
                <a:ea typeface="+mn-ea"/>
              </a:rPr>
              <a:t>发送地址</a:t>
            </a:r>
            <a:r>
              <a:rPr lang="en-US" altLang="zh-CN" sz="1200" b="0" dirty="0">
                <a:solidFill>
                  <a:srgbClr val="0070C0"/>
                </a:solidFill>
                <a:latin typeface="+mn-ea"/>
                <a:ea typeface="+mn-ea"/>
              </a:rPr>
              <a:t>/</a:t>
            </a:r>
            <a:r>
              <a:rPr lang="zh-CN" altLang="en-US" sz="1200" b="0" dirty="0">
                <a:solidFill>
                  <a:srgbClr val="0070C0"/>
                </a:solidFill>
                <a:latin typeface="+mn-ea"/>
                <a:ea typeface="+mn-ea"/>
              </a:rPr>
              <a:t>命令</a:t>
            </a:r>
            <a:r>
              <a:rPr lang="zh-CN" altLang="en-US" sz="1200" b="0" dirty="0">
                <a:latin typeface="+mn-ea"/>
                <a:ea typeface="+mn-ea"/>
              </a:rPr>
              <a:t>＋等待响应＋</a:t>
            </a:r>
            <a:r>
              <a:rPr lang="zh-CN" altLang="en-US" sz="1200" b="0" dirty="0">
                <a:solidFill>
                  <a:srgbClr val="0070C0"/>
                </a:solidFill>
                <a:latin typeface="+mn-ea"/>
                <a:ea typeface="+mn-ea"/>
              </a:rPr>
              <a:t>传送数据</a:t>
            </a:r>
            <a:r>
              <a:rPr lang="zh-CN" altLang="en-US" sz="1200" b="0" dirty="0">
                <a:latin typeface="+mn-ea"/>
                <a:ea typeface="+mn-ea"/>
              </a:rPr>
              <a:t>＋结束，写事务＝</a:t>
            </a:r>
            <a:r>
              <a:rPr lang="zh-CN" altLang="en-US" sz="1200" b="0" dirty="0">
                <a:solidFill>
                  <a:srgbClr val="0070C0"/>
                </a:solidFill>
                <a:latin typeface="+mn-ea"/>
                <a:ea typeface="+mn-ea"/>
              </a:rPr>
              <a:t>发送地址</a:t>
            </a:r>
            <a:r>
              <a:rPr lang="en-US" altLang="zh-CN" sz="1200" b="0" dirty="0">
                <a:solidFill>
                  <a:srgbClr val="0070C0"/>
                </a:solidFill>
                <a:latin typeface="+mn-ea"/>
                <a:ea typeface="+mn-ea"/>
              </a:rPr>
              <a:t>/</a:t>
            </a:r>
            <a:r>
              <a:rPr lang="zh-CN" altLang="en-US" sz="1200" b="0" dirty="0">
                <a:solidFill>
                  <a:srgbClr val="0070C0"/>
                </a:solidFill>
                <a:latin typeface="+mn-ea"/>
                <a:ea typeface="+mn-ea"/>
              </a:rPr>
              <a:t>命令</a:t>
            </a:r>
            <a:r>
              <a:rPr lang="zh-CN" altLang="en-US" sz="1200" b="0" dirty="0">
                <a:latin typeface="+mn-ea"/>
                <a:ea typeface="+mn-ea"/>
              </a:rPr>
              <a:t>＋</a:t>
            </a:r>
            <a:r>
              <a:rPr lang="zh-CN" altLang="en-US" sz="1200" b="0" dirty="0">
                <a:solidFill>
                  <a:srgbClr val="0070C0"/>
                </a:solidFill>
                <a:latin typeface="+mn-ea"/>
                <a:ea typeface="+mn-ea"/>
              </a:rPr>
              <a:t>传送数据</a:t>
            </a:r>
            <a:r>
              <a:rPr lang="zh-CN" altLang="en-US" sz="1200" b="0" dirty="0">
                <a:latin typeface="+mn-ea"/>
                <a:ea typeface="+mn-ea"/>
              </a:rPr>
              <a:t>＋等待响应＋结束，等待响应。</a:t>
            </a:r>
          </a:p>
          <a:p>
            <a:r>
              <a:rPr lang="zh-CN" altLang="en-US" dirty="0"/>
              <a:t>⑹同步、异步、半同步，</a:t>
            </a:r>
            <a:r>
              <a:rPr lang="en-US" altLang="zh-CN" dirty="0"/>
              <a:t>CLK</a:t>
            </a:r>
            <a:r>
              <a:rPr lang="zh-CN" altLang="en-US" dirty="0"/>
              <a:t>、</a:t>
            </a:r>
            <a:r>
              <a:rPr lang="en-US" altLang="zh-CN" dirty="0"/>
              <a:t>Req/Ack</a:t>
            </a:r>
            <a:r>
              <a:rPr lang="zh-CN" altLang="en-US" dirty="0"/>
              <a:t>（</a:t>
            </a:r>
            <a:r>
              <a:rPr lang="en-US" altLang="zh-CN" dirty="0"/>
              <a:t>Req</a:t>
            </a:r>
            <a:r>
              <a:rPr lang="zh-CN" altLang="en-US" dirty="0"/>
              <a:t>常为命令线）、</a:t>
            </a:r>
            <a:r>
              <a:rPr lang="en-US" altLang="zh-CN" dirty="0"/>
              <a:t>CLK</a:t>
            </a:r>
            <a:r>
              <a:rPr lang="zh-CN" altLang="en-US" dirty="0"/>
              <a:t>及</a:t>
            </a:r>
            <a:r>
              <a:rPr lang="en-US" altLang="zh-CN" dirty="0"/>
              <a:t>Req/Ack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C88F7-0A31-460A-8209-AA858ED7CC20}" type="slidenum">
              <a:rPr lang="en-US" altLang="zh-CN" smtClean="0"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5694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336B45-394E-4EEE-9E00-6176525C57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74228-7BF4-4870-8EAC-94A8DF0C7EC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3DD6BA-543F-4FD5-B590-F8B5F7A3B39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DDC68-A97D-45A4-910A-E800DBA40B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587B2F-86DF-4A95-86F0-14AB655B903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01E680-8D86-4A27-9771-A60FBDE32B6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3608" cy="360040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</p:spPr>
        <p:txBody>
          <a:bodyPr lIns="18000" tIns="10800" rIns="18000" bIns="10800" anchor="ctr" anchorCtr="0"/>
          <a:lstStyle>
            <a:lvl1pPr algn="ctr">
              <a:defRPr sz="1600"/>
            </a:lvl1pPr>
          </a:lstStyle>
          <a:p>
            <a:fld id="{21C9A51B-A8E5-4E38-A74D-F6E7BEFB9955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17" name="灯片编号占位符 3"/>
          <p:cNvSpPr txBox="1"/>
          <p:nvPr userDrawn="1"/>
        </p:nvSpPr>
        <p:spPr bwMode="auto">
          <a:xfrm>
            <a:off x="0" y="6453336"/>
            <a:ext cx="1187624" cy="36004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 w="9525">
            <a:noFill/>
            <a:miter lim="800000"/>
          </a:ln>
          <a:effectLst/>
        </p:spPr>
        <p:txBody>
          <a:bodyPr vert="horz" wrap="square" lIns="18000" tIns="10800" rIns="18000" bIns="10800" numCol="1" anchor="ctr" anchorCtr="0" compatLnSpc="1"/>
          <a:lstStyle>
            <a:defPPr>
              <a:defRPr lang="zh-CN"/>
            </a:defPPr>
            <a:lvl1pPr algn="ctr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SEU.CSE.RGL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F0EFDF-DF19-40CB-9713-08BA8798DE1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184936-55D9-4C5E-ACAF-9EBC7A9690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5370D7-3F6A-4776-B3C1-1B182DAD12B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27B690-69F9-42A3-AC68-7BCE2A6AB0E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lnSpc>
                <a:spcPct val="100000"/>
              </a:lnSpc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400">
                <a:latin typeface="+mn-lt"/>
              </a:defRPr>
            </a:lvl1pPr>
          </a:lstStyle>
          <a:p>
            <a:fld id="{CDD718D1-04FF-43BB-B93A-22546710C9DE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8.xml"/><Relationship Id="rId5" Type="http://schemas.openxmlformats.org/officeDocument/2006/relationships/slide" Target="slide11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tags" Target="../tags/tag27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42" Type="http://schemas.openxmlformats.org/officeDocument/2006/relationships/tags" Target="../tags/tag43.xml"/><Relationship Id="rId47" Type="http://schemas.openxmlformats.org/officeDocument/2006/relationships/tags" Target="../tags/tag48.xml"/><Relationship Id="rId50" Type="http://schemas.openxmlformats.org/officeDocument/2006/relationships/tags" Target="../tags/tag51.xml"/><Relationship Id="rId55" Type="http://schemas.openxmlformats.org/officeDocument/2006/relationships/tags" Target="../tags/tag56.xml"/><Relationship Id="rId63" Type="http://schemas.openxmlformats.org/officeDocument/2006/relationships/tags" Target="../tags/tag6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9" Type="http://schemas.openxmlformats.org/officeDocument/2006/relationships/tags" Target="../tags/tag30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tags" Target="../tags/tag38.xml"/><Relationship Id="rId40" Type="http://schemas.openxmlformats.org/officeDocument/2006/relationships/tags" Target="../tags/tag41.xml"/><Relationship Id="rId45" Type="http://schemas.openxmlformats.org/officeDocument/2006/relationships/tags" Target="../tags/tag46.xml"/><Relationship Id="rId53" Type="http://schemas.openxmlformats.org/officeDocument/2006/relationships/tags" Target="../tags/tag54.xml"/><Relationship Id="rId58" Type="http://schemas.openxmlformats.org/officeDocument/2006/relationships/tags" Target="../tags/tag59.xml"/><Relationship Id="rId66" Type="http://schemas.openxmlformats.org/officeDocument/2006/relationships/slideLayout" Target="../slideLayouts/slideLayout7.xml"/><Relationship Id="rId5" Type="http://schemas.openxmlformats.org/officeDocument/2006/relationships/tags" Target="../tags/tag6.xml"/><Relationship Id="rId61" Type="http://schemas.openxmlformats.org/officeDocument/2006/relationships/tags" Target="../tags/tag62.xml"/><Relationship Id="rId19" Type="http://schemas.openxmlformats.org/officeDocument/2006/relationships/tags" Target="../tags/tag2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43" Type="http://schemas.openxmlformats.org/officeDocument/2006/relationships/tags" Target="../tags/tag44.xml"/><Relationship Id="rId48" Type="http://schemas.openxmlformats.org/officeDocument/2006/relationships/tags" Target="../tags/tag49.xml"/><Relationship Id="rId56" Type="http://schemas.openxmlformats.org/officeDocument/2006/relationships/tags" Target="../tags/tag57.xml"/><Relationship Id="rId64" Type="http://schemas.openxmlformats.org/officeDocument/2006/relationships/tags" Target="../tags/tag65.xml"/><Relationship Id="rId8" Type="http://schemas.openxmlformats.org/officeDocument/2006/relationships/tags" Target="../tags/tag9.xml"/><Relationship Id="rId51" Type="http://schemas.openxmlformats.org/officeDocument/2006/relationships/tags" Target="../tags/tag52.xml"/><Relationship Id="rId3" Type="http://schemas.openxmlformats.org/officeDocument/2006/relationships/tags" Target="../tags/tag4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38" Type="http://schemas.openxmlformats.org/officeDocument/2006/relationships/tags" Target="../tags/tag39.xml"/><Relationship Id="rId46" Type="http://schemas.openxmlformats.org/officeDocument/2006/relationships/tags" Target="../tags/tag47.xml"/><Relationship Id="rId59" Type="http://schemas.openxmlformats.org/officeDocument/2006/relationships/tags" Target="../tags/tag60.xml"/><Relationship Id="rId67" Type="http://schemas.openxmlformats.org/officeDocument/2006/relationships/notesSlide" Target="../notesSlides/notesSlide2.xml"/><Relationship Id="rId20" Type="http://schemas.openxmlformats.org/officeDocument/2006/relationships/tags" Target="../tags/tag21.xml"/><Relationship Id="rId41" Type="http://schemas.openxmlformats.org/officeDocument/2006/relationships/tags" Target="../tags/tag42.xml"/><Relationship Id="rId54" Type="http://schemas.openxmlformats.org/officeDocument/2006/relationships/tags" Target="../tags/tag55.xml"/><Relationship Id="rId62" Type="http://schemas.openxmlformats.org/officeDocument/2006/relationships/tags" Target="../tags/tag6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tags" Target="../tags/tag37.xml"/><Relationship Id="rId49" Type="http://schemas.openxmlformats.org/officeDocument/2006/relationships/tags" Target="../tags/tag50.xml"/><Relationship Id="rId57" Type="http://schemas.openxmlformats.org/officeDocument/2006/relationships/tags" Target="../tags/tag58.xml"/><Relationship Id="rId10" Type="http://schemas.openxmlformats.org/officeDocument/2006/relationships/tags" Target="../tags/tag11.xml"/><Relationship Id="rId31" Type="http://schemas.openxmlformats.org/officeDocument/2006/relationships/tags" Target="../tags/tag32.xml"/><Relationship Id="rId44" Type="http://schemas.openxmlformats.org/officeDocument/2006/relationships/tags" Target="../tags/tag45.xml"/><Relationship Id="rId52" Type="http://schemas.openxmlformats.org/officeDocument/2006/relationships/tags" Target="../tags/tag53.xml"/><Relationship Id="rId60" Type="http://schemas.openxmlformats.org/officeDocument/2006/relationships/tags" Target="../tags/tag61.xml"/><Relationship Id="rId65" Type="http://schemas.openxmlformats.org/officeDocument/2006/relationships/tags" Target="../tags/tag66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9" Type="http://schemas.openxmlformats.org/officeDocument/2006/relationships/tags" Target="../tags/tag40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tags" Target="../tags/tag92.xml"/><Relationship Id="rId21" Type="http://schemas.openxmlformats.org/officeDocument/2006/relationships/tags" Target="../tags/tag87.xml"/><Relationship Id="rId34" Type="http://schemas.openxmlformats.org/officeDocument/2006/relationships/tags" Target="../tags/tag100.xml"/><Relationship Id="rId42" Type="http://schemas.openxmlformats.org/officeDocument/2006/relationships/tags" Target="../tags/tag108.xml"/><Relationship Id="rId47" Type="http://schemas.openxmlformats.org/officeDocument/2006/relationships/tags" Target="../tags/tag113.xml"/><Relationship Id="rId50" Type="http://schemas.openxmlformats.org/officeDocument/2006/relationships/tags" Target="../tags/tag116.xml"/><Relationship Id="rId55" Type="http://schemas.openxmlformats.org/officeDocument/2006/relationships/tags" Target="../tags/tag121.xml"/><Relationship Id="rId63" Type="http://schemas.openxmlformats.org/officeDocument/2006/relationships/tags" Target="../tags/tag129.xml"/><Relationship Id="rId7" Type="http://schemas.openxmlformats.org/officeDocument/2006/relationships/tags" Target="../tags/tag73.xml"/><Relationship Id="rId2" Type="http://schemas.openxmlformats.org/officeDocument/2006/relationships/tags" Target="../tags/tag68.xml"/><Relationship Id="rId16" Type="http://schemas.openxmlformats.org/officeDocument/2006/relationships/tags" Target="../tags/tag82.xml"/><Relationship Id="rId29" Type="http://schemas.openxmlformats.org/officeDocument/2006/relationships/tags" Target="../tags/tag95.xml"/><Relationship Id="rId11" Type="http://schemas.openxmlformats.org/officeDocument/2006/relationships/tags" Target="../tags/tag77.xml"/><Relationship Id="rId24" Type="http://schemas.openxmlformats.org/officeDocument/2006/relationships/tags" Target="../tags/tag90.xml"/><Relationship Id="rId32" Type="http://schemas.openxmlformats.org/officeDocument/2006/relationships/tags" Target="../tags/tag98.xml"/><Relationship Id="rId37" Type="http://schemas.openxmlformats.org/officeDocument/2006/relationships/tags" Target="../tags/tag103.xml"/><Relationship Id="rId40" Type="http://schemas.openxmlformats.org/officeDocument/2006/relationships/tags" Target="../tags/tag106.xml"/><Relationship Id="rId45" Type="http://schemas.openxmlformats.org/officeDocument/2006/relationships/tags" Target="../tags/tag111.xml"/><Relationship Id="rId53" Type="http://schemas.openxmlformats.org/officeDocument/2006/relationships/tags" Target="../tags/tag119.xml"/><Relationship Id="rId58" Type="http://schemas.openxmlformats.org/officeDocument/2006/relationships/tags" Target="../tags/tag124.xml"/><Relationship Id="rId5" Type="http://schemas.openxmlformats.org/officeDocument/2006/relationships/tags" Target="../tags/tag71.xml"/><Relationship Id="rId61" Type="http://schemas.openxmlformats.org/officeDocument/2006/relationships/tags" Target="../tags/tag127.xml"/><Relationship Id="rId19" Type="http://schemas.openxmlformats.org/officeDocument/2006/relationships/tags" Target="../tags/tag85.xml"/><Relationship Id="rId14" Type="http://schemas.openxmlformats.org/officeDocument/2006/relationships/tags" Target="../tags/tag80.xml"/><Relationship Id="rId22" Type="http://schemas.openxmlformats.org/officeDocument/2006/relationships/tags" Target="../tags/tag88.xml"/><Relationship Id="rId27" Type="http://schemas.openxmlformats.org/officeDocument/2006/relationships/tags" Target="../tags/tag93.xml"/><Relationship Id="rId30" Type="http://schemas.openxmlformats.org/officeDocument/2006/relationships/tags" Target="../tags/tag96.xml"/><Relationship Id="rId35" Type="http://schemas.openxmlformats.org/officeDocument/2006/relationships/tags" Target="../tags/tag101.xml"/><Relationship Id="rId43" Type="http://schemas.openxmlformats.org/officeDocument/2006/relationships/tags" Target="../tags/tag109.xml"/><Relationship Id="rId48" Type="http://schemas.openxmlformats.org/officeDocument/2006/relationships/tags" Target="../tags/tag114.xml"/><Relationship Id="rId56" Type="http://schemas.openxmlformats.org/officeDocument/2006/relationships/tags" Target="../tags/tag122.xml"/><Relationship Id="rId64" Type="http://schemas.openxmlformats.org/officeDocument/2006/relationships/tags" Target="../tags/tag130.xml"/><Relationship Id="rId8" Type="http://schemas.openxmlformats.org/officeDocument/2006/relationships/tags" Target="../tags/tag74.xml"/><Relationship Id="rId51" Type="http://schemas.openxmlformats.org/officeDocument/2006/relationships/tags" Target="../tags/tag117.xml"/><Relationship Id="rId3" Type="http://schemas.openxmlformats.org/officeDocument/2006/relationships/tags" Target="../tags/tag69.xml"/><Relationship Id="rId12" Type="http://schemas.openxmlformats.org/officeDocument/2006/relationships/tags" Target="../tags/tag78.xml"/><Relationship Id="rId17" Type="http://schemas.openxmlformats.org/officeDocument/2006/relationships/tags" Target="../tags/tag83.xml"/><Relationship Id="rId25" Type="http://schemas.openxmlformats.org/officeDocument/2006/relationships/tags" Target="../tags/tag91.xml"/><Relationship Id="rId33" Type="http://schemas.openxmlformats.org/officeDocument/2006/relationships/tags" Target="../tags/tag99.xml"/><Relationship Id="rId38" Type="http://schemas.openxmlformats.org/officeDocument/2006/relationships/tags" Target="../tags/tag104.xml"/><Relationship Id="rId46" Type="http://schemas.openxmlformats.org/officeDocument/2006/relationships/tags" Target="../tags/tag112.xml"/><Relationship Id="rId59" Type="http://schemas.openxmlformats.org/officeDocument/2006/relationships/tags" Target="../tags/tag125.xml"/><Relationship Id="rId20" Type="http://schemas.openxmlformats.org/officeDocument/2006/relationships/tags" Target="../tags/tag86.xml"/><Relationship Id="rId41" Type="http://schemas.openxmlformats.org/officeDocument/2006/relationships/tags" Target="../tags/tag107.xml"/><Relationship Id="rId54" Type="http://schemas.openxmlformats.org/officeDocument/2006/relationships/tags" Target="../tags/tag120.xml"/><Relationship Id="rId62" Type="http://schemas.openxmlformats.org/officeDocument/2006/relationships/tags" Target="../tags/tag12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5" Type="http://schemas.openxmlformats.org/officeDocument/2006/relationships/tags" Target="../tags/tag81.xml"/><Relationship Id="rId23" Type="http://schemas.openxmlformats.org/officeDocument/2006/relationships/tags" Target="../tags/tag89.xml"/><Relationship Id="rId28" Type="http://schemas.openxmlformats.org/officeDocument/2006/relationships/tags" Target="../tags/tag94.xml"/><Relationship Id="rId36" Type="http://schemas.openxmlformats.org/officeDocument/2006/relationships/tags" Target="../tags/tag102.xml"/><Relationship Id="rId49" Type="http://schemas.openxmlformats.org/officeDocument/2006/relationships/tags" Target="../tags/tag115.xml"/><Relationship Id="rId57" Type="http://schemas.openxmlformats.org/officeDocument/2006/relationships/tags" Target="../tags/tag123.xml"/><Relationship Id="rId10" Type="http://schemas.openxmlformats.org/officeDocument/2006/relationships/tags" Target="../tags/tag76.xml"/><Relationship Id="rId31" Type="http://schemas.openxmlformats.org/officeDocument/2006/relationships/tags" Target="../tags/tag97.xml"/><Relationship Id="rId44" Type="http://schemas.openxmlformats.org/officeDocument/2006/relationships/tags" Target="../tags/tag110.xml"/><Relationship Id="rId52" Type="http://schemas.openxmlformats.org/officeDocument/2006/relationships/tags" Target="../tags/tag118.xml"/><Relationship Id="rId60" Type="http://schemas.openxmlformats.org/officeDocument/2006/relationships/tags" Target="../tags/tag126.xml"/><Relationship Id="rId65" Type="http://schemas.openxmlformats.org/officeDocument/2006/relationships/slideLayout" Target="../slideLayouts/slideLayout7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3" Type="http://schemas.openxmlformats.org/officeDocument/2006/relationships/tags" Target="../tags/tag79.xml"/><Relationship Id="rId18" Type="http://schemas.openxmlformats.org/officeDocument/2006/relationships/tags" Target="../tags/tag84.xml"/><Relationship Id="rId39" Type="http://schemas.openxmlformats.org/officeDocument/2006/relationships/tags" Target="../tags/tag105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156.xml"/><Relationship Id="rId21" Type="http://schemas.openxmlformats.org/officeDocument/2006/relationships/tags" Target="../tags/tag151.xml"/><Relationship Id="rId42" Type="http://schemas.openxmlformats.org/officeDocument/2006/relationships/tags" Target="../tags/tag172.xml"/><Relationship Id="rId47" Type="http://schemas.openxmlformats.org/officeDocument/2006/relationships/tags" Target="../tags/tag177.xml"/><Relationship Id="rId63" Type="http://schemas.openxmlformats.org/officeDocument/2006/relationships/tags" Target="../tags/tag193.xml"/><Relationship Id="rId68" Type="http://schemas.openxmlformats.org/officeDocument/2006/relationships/tags" Target="../tags/tag198.xml"/><Relationship Id="rId84" Type="http://schemas.openxmlformats.org/officeDocument/2006/relationships/tags" Target="../tags/tag214.xml"/><Relationship Id="rId89" Type="http://schemas.openxmlformats.org/officeDocument/2006/relationships/tags" Target="../tags/tag219.xml"/><Relationship Id="rId16" Type="http://schemas.openxmlformats.org/officeDocument/2006/relationships/tags" Target="../tags/tag146.xml"/><Relationship Id="rId11" Type="http://schemas.openxmlformats.org/officeDocument/2006/relationships/tags" Target="../tags/tag141.xml"/><Relationship Id="rId32" Type="http://schemas.openxmlformats.org/officeDocument/2006/relationships/tags" Target="../tags/tag162.xml"/><Relationship Id="rId37" Type="http://schemas.openxmlformats.org/officeDocument/2006/relationships/tags" Target="../tags/tag167.xml"/><Relationship Id="rId53" Type="http://schemas.openxmlformats.org/officeDocument/2006/relationships/tags" Target="../tags/tag183.xml"/><Relationship Id="rId58" Type="http://schemas.openxmlformats.org/officeDocument/2006/relationships/tags" Target="../tags/tag188.xml"/><Relationship Id="rId74" Type="http://schemas.openxmlformats.org/officeDocument/2006/relationships/tags" Target="../tags/tag204.xml"/><Relationship Id="rId79" Type="http://schemas.openxmlformats.org/officeDocument/2006/relationships/tags" Target="../tags/tag209.xml"/><Relationship Id="rId5" Type="http://schemas.openxmlformats.org/officeDocument/2006/relationships/tags" Target="../tags/tag135.xml"/><Relationship Id="rId90" Type="http://schemas.openxmlformats.org/officeDocument/2006/relationships/tags" Target="../tags/tag220.xml"/><Relationship Id="rId22" Type="http://schemas.openxmlformats.org/officeDocument/2006/relationships/tags" Target="../tags/tag152.xml"/><Relationship Id="rId27" Type="http://schemas.openxmlformats.org/officeDocument/2006/relationships/tags" Target="../tags/tag157.xml"/><Relationship Id="rId43" Type="http://schemas.openxmlformats.org/officeDocument/2006/relationships/tags" Target="../tags/tag173.xml"/><Relationship Id="rId48" Type="http://schemas.openxmlformats.org/officeDocument/2006/relationships/tags" Target="../tags/tag178.xml"/><Relationship Id="rId64" Type="http://schemas.openxmlformats.org/officeDocument/2006/relationships/tags" Target="../tags/tag194.xml"/><Relationship Id="rId69" Type="http://schemas.openxmlformats.org/officeDocument/2006/relationships/tags" Target="../tags/tag199.xml"/><Relationship Id="rId8" Type="http://schemas.openxmlformats.org/officeDocument/2006/relationships/tags" Target="../tags/tag138.xml"/><Relationship Id="rId51" Type="http://schemas.openxmlformats.org/officeDocument/2006/relationships/tags" Target="../tags/tag181.xml"/><Relationship Id="rId72" Type="http://schemas.openxmlformats.org/officeDocument/2006/relationships/tags" Target="../tags/tag202.xml"/><Relationship Id="rId80" Type="http://schemas.openxmlformats.org/officeDocument/2006/relationships/tags" Target="../tags/tag210.xml"/><Relationship Id="rId85" Type="http://schemas.openxmlformats.org/officeDocument/2006/relationships/tags" Target="../tags/tag215.xml"/><Relationship Id="rId93" Type="http://schemas.openxmlformats.org/officeDocument/2006/relationships/slideLayout" Target="../slideLayouts/slideLayout7.xml"/><Relationship Id="rId3" Type="http://schemas.openxmlformats.org/officeDocument/2006/relationships/tags" Target="../tags/tag133.xml"/><Relationship Id="rId12" Type="http://schemas.openxmlformats.org/officeDocument/2006/relationships/tags" Target="../tags/tag142.xml"/><Relationship Id="rId17" Type="http://schemas.openxmlformats.org/officeDocument/2006/relationships/tags" Target="../tags/tag147.xml"/><Relationship Id="rId25" Type="http://schemas.openxmlformats.org/officeDocument/2006/relationships/tags" Target="../tags/tag155.xml"/><Relationship Id="rId33" Type="http://schemas.openxmlformats.org/officeDocument/2006/relationships/tags" Target="../tags/tag163.xml"/><Relationship Id="rId38" Type="http://schemas.openxmlformats.org/officeDocument/2006/relationships/tags" Target="../tags/tag168.xml"/><Relationship Id="rId46" Type="http://schemas.openxmlformats.org/officeDocument/2006/relationships/tags" Target="../tags/tag176.xml"/><Relationship Id="rId59" Type="http://schemas.openxmlformats.org/officeDocument/2006/relationships/tags" Target="../tags/tag189.xml"/><Relationship Id="rId67" Type="http://schemas.openxmlformats.org/officeDocument/2006/relationships/tags" Target="../tags/tag197.xml"/><Relationship Id="rId20" Type="http://schemas.openxmlformats.org/officeDocument/2006/relationships/tags" Target="../tags/tag150.xml"/><Relationship Id="rId41" Type="http://schemas.openxmlformats.org/officeDocument/2006/relationships/tags" Target="../tags/tag171.xml"/><Relationship Id="rId54" Type="http://schemas.openxmlformats.org/officeDocument/2006/relationships/tags" Target="../tags/tag184.xml"/><Relationship Id="rId62" Type="http://schemas.openxmlformats.org/officeDocument/2006/relationships/tags" Target="../tags/tag192.xml"/><Relationship Id="rId70" Type="http://schemas.openxmlformats.org/officeDocument/2006/relationships/tags" Target="../tags/tag200.xml"/><Relationship Id="rId75" Type="http://schemas.openxmlformats.org/officeDocument/2006/relationships/tags" Target="../tags/tag205.xml"/><Relationship Id="rId83" Type="http://schemas.openxmlformats.org/officeDocument/2006/relationships/tags" Target="../tags/tag213.xml"/><Relationship Id="rId88" Type="http://schemas.openxmlformats.org/officeDocument/2006/relationships/tags" Target="../tags/tag218.xml"/><Relationship Id="rId91" Type="http://schemas.openxmlformats.org/officeDocument/2006/relationships/tags" Target="../tags/tag221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5" Type="http://schemas.openxmlformats.org/officeDocument/2006/relationships/tags" Target="../tags/tag145.xml"/><Relationship Id="rId23" Type="http://schemas.openxmlformats.org/officeDocument/2006/relationships/tags" Target="../tags/tag153.xml"/><Relationship Id="rId28" Type="http://schemas.openxmlformats.org/officeDocument/2006/relationships/tags" Target="../tags/tag158.xml"/><Relationship Id="rId36" Type="http://schemas.openxmlformats.org/officeDocument/2006/relationships/tags" Target="../tags/tag166.xml"/><Relationship Id="rId49" Type="http://schemas.openxmlformats.org/officeDocument/2006/relationships/tags" Target="../tags/tag179.xml"/><Relationship Id="rId57" Type="http://schemas.openxmlformats.org/officeDocument/2006/relationships/tags" Target="../tags/tag187.xml"/><Relationship Id="rId10" Type="http://schemas.openxmlformats.org/officeDocument/2006/relationships/tags" Target="../tags/tag140.xml"/><Relationship Id="rId31" Type="http://schemas.openxmlformats.org/officeDocument/2006/relationships/tags" Target="../tags/tag161.xml"/><Relationship Id="rId44" Type="http://schemas.openxmlformats.org/officeDocument/2006/relationships/tags" Target="../tags/tag174.xml"/><Relationship Id="rId52" Type="http://schemas.openxmlformats.org/officeDocument/2006/relationships/tags" Target="../tags/tag182.xml"/><Relationship Id="rId60" Type="http://schemas.openxmlformats.org/officeDocument/2006/relationships/tags" Target="../tags/tag190.xml"/><Relationship Id="rId65" Type="http://schemas.openxmlformats.org/officeDocument/2006/relationships/tags" Target="../tags/tag195.xml"/><Relationship Id="rId73" Type="http://schemas.openxmlformats.org/officeDocument/2006/relationships/tags" Target="../tags/tag203.xml"/><Relationship Id="rId78" Type="http://schemas.openxmlformats.org/officeDocument/2006/relationships/tags" Target="../tags/tag208.xml"/><Relationship Id="rId81" Type="http://schemas.openxmlformats.org/officeDocument/2006/relationships/tags" Target="../tags/tag211.xml"/><Relationship Id="rId86" Type="http://schemas.openxmlformats.org/officeDocument/2006/relationships/tags" Target="../tags/tag216.xml"/><Relationship Id="rId94" Type="http://schemas.openxmlformats.org/officeDocument/2006/relationships/notesSlide" Target="../notesSlides/notesSlide3.xml"/><Relationship Id="rId4" Type="http://schemas.openxmlformats.org/officeDocument/2006/relationships/tags" Target="../tags/tag134.xml"/><Relationship Id="rId9" Type="http://schemas.openxmlformats.org/officeDocument/2006/relationships/tags" Target="../tags/tag139.xml"/><Relationship Id="rId13" Type="http://schemas.openxmlformats.org/officeDocument/2006/relationships/tags" Target="../tags/tag143.xml"/><Relationship Id="rId18" Type="http://schemas.openxmlformats.org/officeDocument/2006/relationships/tags" Target="../tags/tag148.xml"/><Relationship Id="rId39" Type="http://schemas.openxmlformats.org/officeDocument/2006/relationships/tags" Target="../tags/tag169.xml"/><Relationship Id="rId34" Type="http://schemas.openxmlformats.org/officeDocument/2006/relationships/tags" Target="../tags/tag164.xml"/><Relationship Id="rId50" Type="http://schemas.openxmlformats.org/officeDocument/2006/relationships/tags" Target="../tags/tag180.xml"/><Relationship Id="rId55" Type="http://schemas.openxmlformats.org/officeDocument/2006/relationships/tags" Target="../tags/tag185.xml"/><Relationship Id="rId76" Type="http://schemas.openxmlformats.org/officeDocument/2006/relationships/tags" Target="../tags/tag206.xml"/><Relationship Id="rId7" Type="http://schemas.openxmlformats.org/officeDocument/2006/relationships/tags" Target="../tags/tag137.xml"/><Relationship Id="rId71" Type="http://schemas.openxmlformats.org/officeDocument/2006/relationships/tags" Target="../tags/tag201.xml"/><Relationship Id="rId92" Type="http://schemas.openxmlformats.org/officeDocument/2006/relationships/tags" Target="../tags/tag222.xml"/><Relationship Id="rId2" Type="http://schemas.openxmlformats.org/officeDocument/2006/relationships/tags" Target="../tags/tag132.xml"/><Relationship Id="rId29" Type="http://schemas.openxmlformats.org/officeDocument/2006/relationships/tags" Target="../tags/tag159.xml"/><Relationship Id="rId24" Type="http://schemas.openxmlformats.org/officeDocument/2006/relationships/tags" Target="../tags/tag154.xml"/><Relationship Id="rId40" Type="http://schemas.openxmlformats.org/officeDocument/2006/relationships/tags" Target="../tags/tag170.xml"/><Relationship Id="rId45" Type="http://schemas.openxmlformats.org/officeDocument/2006/relationships/tags" Target="../tags/tag175.xml"/><Relationship Id="rId66" Type="http://schemas.openxmlformats.org/officeDocument/2006/relationships/tags" Target="../tags/tag196.xml"/><Relationship Id="rId87" Type="http://schemas.openxmlformats.org/officeDocument/2006/relationships/tags" Target="../tags/tag217.xml"/><Relationship Id="rId61" Type="http://schemas.openxmlformats.org/officeDocument/2006/relationships/tags" Target="../tags/tag191.xml"/><Relationship Id="rId82" Type="http://schemas.openxmlformats.org/officeDocument/2006/relationships/tags" Target="../tags/tag212.xml"/><Relationship Id="rId19" Type="http://schemas.openxmlformats.org/officeDocument/2006/relationships/tags" Target="../tags/tag149.xml"/><Relationship Id="rId14" Type="http://schemas.openxmlformats.org/officeDocument/2006/relationships/tags" Target="../tags/tag144.xml"/><Relationship Id="rId30" Type="http://schemas.openxmlformats.org/officeDocument/2006/relationships/tags" Target="../tags/tag160.xml"/><Relationship Id="rId35" Type="http://schemas.openxmlformats.org/officeDocument/2006/relationships/tags" Target="../tags/tag165.xml"/><Relationship Id="rId56" Type="http://schemas.openxmlformats.org/officeDocument/2006/relationships/tags" Target="../tags/tag186.xml"/><Relationship Id="rId77" Type="http://schemas.openxmlformats.org/officeDocument/2006/relationships/tags" Target="../tags/tag207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tags" Target="../tags/tag339.xml"/><Relationship Id="rId21" Type="http://schemas.openxmlformats.org/officeDocument/2006/relationships/tags" Target="../tags/tag243.xml"/><Relationship Id="rId42" Type="http://schemas.openxmlformats.org/officeDocument/2006/relationships/tags" Target="../tags/tag264.xml"/><Relationship Id="rId63" Type="http://schemas.openxmlformats.org/officeDocument/2006/relationships/tags" Target="../tags/tag285.xml"/><Relationship Id="rId84" Type="http://schemas.openxmlformats.org/officeDocument/2006/relationships/tags" Target="../tags/tag306.xml"/><Relationship Id="rId138" Type="http://schemas.openxmlformats.org/officeDocument/2006/relationships/tags" Target="../tags/tag360.xml"/><Relationship Id="rId159" Type="http://schemas.openxmlformats.org/officeDocument/2006/relationships/tags" Target="../tags/tag381.xml"/><Relationship Id="rId170" Type="http://schemas.openxmlformats.org/officeDocument/2006/relationships/tags" Target="../tags/tag392.xml"/><Relationship Id="rId191" Type="http://schemas.openxmlformats.org/officeDocument/2006/relationships/tags" Target="../tags/tag413.xml"/><Relationship Id="rId205" Type="http://schemas.openxmlformats.org/officeDocument/2006/relationships/tags" Target="../tags/tag427.xml"/><Relationship Id="rId107" Type="http://schemas.openxmlformats.org/officeDocument/2006/relationships/tags" Target="../tags/tag329.xml"/><Relationship Id="rId11" Type="http://schemas.openxmlformats.org/officeDocument/2006/relationships/tags" Target="../tags/tag233.xml"/><Relationship Id="rId32" Type="http://schemas.openxmlformats.org/officeDocument/2006/relationships/tags" Target="../tags/tag254.xml"/><Relationship Id="rId53" Type="http://schemas.openxmlformats.org/officeDocument/2006/relationships/tags" Target="../tags/tag275.xml"/><Relationship Id="rId74" Type="http://schemas.openxmlformats.org/officeDocument/2006/relationships/tags" Target="../tags/tag296.xml"/><Relationship Id="rId128" Type="http://schemas.openxmlformats.org/officeDocument/2006/relationships/tags" Target="../tags/tag350.xml"/><Relationship Id="rId149" Type="http://schemas.openxmlformats.org/officeDocument/2006/relationships/tags" Target="../tags/tag371.xml"/><Relationship Id="rId5" Type="http://schemas.openxmlformats.org/officeDocument/2006/relationships/tags" Target="../tags/tag227.xml"/><Relationship Id="rId95" Type="http://schemas.openxmlformats.org/officeDocument/2006/relationships/tags" Target="../tags/tag317.xml"/><Relationship Id="rId160" Type="http://schemas.openxmlformats.org/officeDocument/2006/relationships/tags" Target="../tags/tag382.xml"/><Relationship Id="rId181" Type="http://schemas.openxmlformats.org/officeDocument/2006/relationships/tags" Target="../tags/tag403.xml"/><Relationship Id="rId22" Type="http://schemas.openxmlformats.org/officeDocument/2006/relationships/tags" Target="../tags/tag244.xml"/><Relationship Id="rId43" Type="http://schemas.openxmlformats.org/officeDocument/2006/relationships/tags" Target="../tags/tag265.xml"/><Relationship Id="rId64" Type="http://schemas.openxmlformats.org/officeDocument/2006/relationships/tags" Target="../tags/tag286.xml"/><Relationship Id="rId118" Type="http://schemas.openxmlformats.org/officeDocument/2006/relationships/tags" Target="../tags/tag340.xml"/><Relationship Id="rId139" Type="http://schemas.openxmlformats.org/officeDocument/2006/relationships/tags" Target="../tags/tag361.xml"/><Relationship Id="rId85" Type="http://schemas.openxmlformats.org/officeDocument/2006/relationships/tags" Target="../tags/tag307.xml"/><Relationship Id="rId150" Type="http://schemas.openxmlformats.org/officeDocument/2006/relationships/tags" Target="../tags/tag372.xml"/><Relationship Id="rId171" Type="http://schemas.openxmlformats.org/officeDocument/2006/relationships/tags" Target="../tags/tag393.xml"/><Relationship Id="rId192" Type="http://schemas.openxmlformats.org/officeDocument/2006/relationships/tags" Target="../tags/tag414.xml"/><Relationship Id="rId206" Type="http://schemas.openxmlformats.org/officeDocument/2006/relationships/tags" Target="../tags/tag428.xml"/><Relationship Id="rId12" Type="http://schemas.openxmlformats.org/officeDocument/2006/relationships/tags" Target="../tags/tag234.xml"/><Relationship Id="rId33" Type="http://schemas.openxmlformats.org/officeDocument/2006/relationships/tags" Target="../tags/tag255.xml"/><Relationship Id="rId108" Type="http://schemas.openxmlformats.org/officeDocument/2006/relationships/tags" Target="../tags/tag330.xml"/><Relationship Id="rId129" Type="http://schemas.openxmlformats.org/officeDocument/2006/relationships/tags" Target="../tags/tag351.xml"/><Relationship Id="rId54" Type="http://schemas.openxmlformats.org/officeDocument/2006/relationships/tags" Target="../tags/tag276.xml"/><Relationship Id="rId75" Type="http://schemas.openxmlformats.org/officeDocument/2006/relationships/tags" Target="../tags/tag297.xml"/><Relationship Id="rId96" Type="http://schemas.openxmlformats.org/officeDocument/2006/relationships/tags" Target="../tags/tag318.xml"/><Relationship Id="rId140" Type="http://schemas.openxmlformats.org/officeDocument/2006/relationships/tags" Target="../tags/tag362.xml"/><Relationship Id="rId161" Type="http://schemas.openxmlformats.org/officeDocument/2006/relationships/tags" Target="../tags/tag383.xml"/><Relationship Id="rId182" Type="http://schemas.openxmlformats.org/officeDocument/2006/relationships/tags" Target="../tags/tag404.xml"/><Relationship Id="rId6" Type="http://schemas.openxmlformats.org/officeDocument/2006/relationships/tags" Target="../tags/tag228.xml"/><Relationship Id="rId23" Type="http://schemas.openxmlformats.org/officeDocument/2006/relationships/tags" Target="../tags/tag245.xml"/><Relationship Id="rId119" Type="http://schemas.openxmlformats.org/officeDocument/2006/relationships/tags" Target="../tags/tag341.xml"/><Relationship Id="rId44" Type="http://schemas.openxmlformats.org/officeDocument/2006/relationships/tags" Target="../tags/tag266.xml"/><Relationship Id="rId65" Type="http://schemas.openxmlformats.org/officeDocument/2006/relationships/tags" Target="../tags/tag287.xml"/><Relationship Id="rId86" Type="http://schemas.openxmlformats.org/officeDocument/2006/relationships/tags" Target="../tags/tag308.xml"/><Relationship Id="rId130" Type="http://schemas.openxmlformats.org/officeDocument/2006/relationships/tags" Target="../tags/tag352.xml"/><Relationship Id="rId151" Type="http://schemas.openxmlformats.org/officeDocument/2006/relationships/tags" Target="../tags/tag373.xml"/><Relationship Id="rId172" Type="http://schemas.openxmlformats.org/officeDocument/2006/relationships/tags" Target="../tags/tag394.xml"/><Relationship Id="rId193" Type="http://schemas.openxmlformats.org/officeDocument/2006/relationships/tags" Target="../tags/tag415.xml"/><Relationship Id="rId207" Type="http://schemas.openxmlformats.org/officeDocument/2006/relationships/tags" Target="../tags/tag429.xml"/><Relationship Id="rId13" Type="http://schemas.openxmlformats.org/officeDocument/2006/relationships/tags" Target="../tags/tag235.xml"/><Relationship Id="rId109" Type="http://schemas.openxmlformats.org/officeDocument/2006/relationships/tags" Target="../tags/tag331.xml"/><Relationship Id="rId34" Type="http://schemas.openxmlformats.org/officeDocument/2006/relationships/tags" Target="../tags/tag256.xml"/><Relationship Id="rId55" Type="http://schemas.openxmlformats.org/officeDocument/2006/relationships/tags" Target="../tags/tag277.xml"/><Relationship Id="rId76" Type="http://schemas.openxmlformats.org/officeDocument/2006/relationships/tags" Target="../tags/tag298.xml"/><Relationship Id="rId97" Type="http://schemas.openxmlformats.org/officeDocument/2006/relationships/tags" Target="../tags/tag319.xml"/><Relationship Id="rId120" Type="http://schemas.openxmlformats.org/officeDocument/2006/relationships/tags" Target="../tags/tag342.xml"/><Relationship Id="rId141" Type="http://schemas.openxmlformats.org/officeDocument/2006/relationships/tags" Target="../tags/tag363.xml"/><Relationship Id="rId7" Type="http://schemas.openxmlformats.org/officeDocument/2006/relationships/tags" Target="../tags/tag229.xml"/><Relationship Id="rId162" Type="http://schemas.openxmlformats.org/officeDocument/2006/relationships/tags" Target="../tags/tag384.xml"/><Relationship Id="rId183" Type="http://schemas.openxmlformats.org/officeDocument/2006/relationships/tags" Target="../tags/tag405.xml"/><Relationship Id="rId24" Type="http://schemas.openxmlformats.org/officeDocument/2006/relationships/tags" Target="../tags/tag246.xml"/><Relationship Id="rId45" Type="http://schemas.openxmlformats.org/officeDocument/2006/relationships/tags" Target="../tags/tag267.xml"/><Relationship Id="rId66" Type="http://schemas.openxmlformats.org/officeDocument/2006/relationships/tags" Target="../tags/tag288.xml"/><Relationship Id="rId87" Type="http://schemas.openxmlformats.org/officeDocument/2006/relationships/tags" Target="../tags/tag309.xml"/><Relationship Id="rId110" Type="http://schemas.openxmlformats.org/officeDocument/2006/relationships/tags" Target="../tags/tag332.xml"/><Relationship Id="rId131" Type="http://schemas.openxmlformats.org/officeDocument/2006/relationships/tags" Target="../tags/tag353.xml"/><Relationship Id="rId61" Type="http://schemas.openxmlformats.org/officeDocument/2006/relationships/tags" Target="../tags/tag283.xml"/><Relationship Id="rId82" Type="http://schemas.openxmlformats.org/officeDocument/2006/relationships/tags" Target="../tags/tag304.xml"/><Relationship Id="rId152" Type="http://schemas.openxmlformats.org/officeDocument/2006/relationships/tags" Target="../tags/tag374.xml"/><Relationship Id="rId173" Type="http://schemas.openxmlformats.org/officeDocument/2006/relationships/tags" Target="../tags/tag395.xml"/><Relationship Id="rId194" Type="http://schemas.openxmlformats.org/officeDocument/2006/relationships/tags" Target="../tags/tag416.xml"/><Relationship Id="rId199" Type="http://schemas.openxmlformats.org/officeDocument/2006/relationships/tags" Target="../tags/tag421.xml"/><Relationship Id="rId203" Type="http://schemas.openxmlformats.org/officeDocument/2006/relationships/tags" Target="../tags/tag425.xml"/><Relationship Id="rId208" Type="http://schemas.openxmlformats.org/officeDocument/2006/relationships/tags" Target="../tags/tag430.xml"/><Relationship Id="rId19" Type="http://schemas.openxmlformats.org/officeDocument/2006/relationships/tags" Target="../tags/tag241.xml"/><Relationship Id="rId14" Type="http://schemas.openxmlformats.org/officeDocument/2006/relationships/tags" Target="../tags/tag236.xml"/><Relationship Id="rId30" Type="http://schemas.openxmlformats.org/officeDocument/2006/relationships/tags" Target="../tags/tag252.xml"/><Relationship Id="rId35" Type="http://schemas.openxmlformats.org/officeDocument/2006/relationships/tags" Target="../tags/tag257.xml"/><Relationship Id="rId56" Type="http://schemas.openxmlformats.org/officeDocument/2006/relationships/tags" Target="../tags/tag278.xml"/><Relationship Id="rId77" Type="http://schemas.openxmlformats.org/officeDocument/2006/relationships/tags" Target="../tags/tag299.xml"/><Relationship Id="rId100" Type="http://schemas.openxmlformats.org/officeDocument/2006/relationships/tags" Target="../tags/tag322.xml"/><Relationship Id="rId105" Type="http://schemas.openxmlformats.org/officeDocument/2006/relationships/tags" Target="../tags/tag327.xml"/><Relationship Id="rId126" Type="http://schemas.openxmlformats.org/officeDocument/2006/relationships/tags" Target="../tags/tag348.xml"/><Relationship Id="rId147" Type="http://schemas.openxmlformats.org/officeDocument/2006/relationships/tags" Target="../tags/tag369.xml"/><Relationship Id="rId168" Type="http://schemas.openxmlformats.org/officeDocument/2006/relationships/tags" Target="../tags/tag390.xml"/><Relationship Id="rId8" Type="http://schemas.openxmlformats.org/officeDocument/2006/relationships/tags" Target="../tags/tag230.xml"/><Relationship Id="rId51" Type="http://schemas.openxmlformats.org/officeDocument/2006/relationships/tags" Target="../tags/tag273.xml"/><Relationship Id="rId72" Type="http://schemas.openxmlformats.org/officeDocument/2006/relationships/tags" Target="../tags/tag294.xml"/><Relationship Id="rId93" Type="http://schemas.openxmlformats.org/officeDocument/2006/relationships/tags" Target="../tags/tag315.xml"/><Relationship Id="rId98" Type="http://schemas.openxmlformats.org/officeDocument/2006/relationships/tags" Target="../tags/tag320.xml"/><Relationship Id="rId121" Type="http://schemas.openxmlformats.org/officeDocument/2006/relationships/tags" Target="../tags/tag343.xml"/><Relationship Id="rId142" Type="http://schemas.openxmlformats.org/officeDocument/2006/relationships/tags" Target="../tags/tag364.xml"/><Relationship Id="rId163" Type="http://schemas.openxmlformats.org/officeDocument/2006/relationships/tags" Target="../tags/tag385.xml"/><Relationship Id="rId184" Type="http://schemas.openxmlformats.org/officeDocument/2006/relationships/tags" Target="../tags/tag406.xml"/><Relationship Id="rId189" Type="http://schemas.openxmlformats.org/officeDocument/2006/relationships/tags" Target="../tags/tag411.xml"/><Relationship Id="rId3" Type="http://schemas.openxmlformats.org/officeDocument/2006/relationships/tags" Target="../tags/tag225.xml"/><Relationship Id="rId25" Type="http://schemas.openxmlformats.org/officeDocument/2006/relationships/tags" Target="../tags/tag247.xml"/><Relationship Id="rId46" Type="http://schemas.openxmlformats.org/officeDocument/2006/relationships/tags" Target="../tags/tag268.xml"/><Relationship Id="rId67" Type="http://schemas.openxmlformats.org/officeDocument/2006/relationships/tags" Target="../tags/tag289.xml"/><Relationship Id="rId116" Type="http://schemas.openxmlformats.org/officeDocument/2006/relationships/tags" Target="../tags/tag338.xml"/><Relationship Id="rId137" Type="http://schemas.openxmlformats.org/officeDocument/2006/relationships/tags" Target="../tags/tag359.xml"/><Relationship Id="rId158" Type="http://schemas.openxmlformats.org/officeDocument/2006/relationships/tags" Target="../tags/tag380.xml"/><Relationship Id="rId20" Type="http://schemas.openxmlformats.org/officeDocument/2006/relationships/tags" Target="../tags/tag242.xml"/><Relationship Id="rId41" Type="http://schemas.openxmlformats.org/officeDocument/2006/relationships/tags" Target="../tags/tag263.xml"/><Relationship Id="rId62" Type="http://schemas.openxmlformats.org/officeDocument/2006/relationships/tags" Target="../tags/tag284.xml"/><Relationship Id="rId83" Type="http://schemas.openxmlformats.org/officeDocument/2006/relationships/tags" Target="../tags/tag305.xml"/><Relationship Id="rId88" Type="http://schemas.openxmlformats.org/officeDocument/2006/relationships/tags" Target="../tags/tag310.xml"/><Relationship Id="rId111" Type="http://schemas.openxmlformats.org/officeDocument/2006/relationships/tags" Target="../tags/tag333.xml"/><Relationship Id="rId132" Type="http://schemas.openxmlformats.org/officeDocument/2006/relationships/tags" Target="../tags/tag354.xml"/><Relationship Id="rId153" Type="http://schemas.openxmlformats.org/officeDocument/2006/relationships/tags" Target="../tags/tag375.xml"/><Relationship Id="rId174" Type="http://schemas.openxmlformats.org/officeDocument/2006/relationships/tags" Target="../tags/tag396.xml"/><Relationship Id="rId179" Type="http://schemas.openxmlformats.org/officeDocument/2006/relationships/tags" Target="../tags/tag401.xml"/><Relationship Id="rId195" Type="http://schemas.openxmlformats.org/officeDocument/2006/relationships/tags" Target="../tags/tag417.xml"/><Relationship Id="rId209" Type="http://schemas.openxmlformats.org/officeDocument/2006/relationships/slideLayout" Target="../slideLayouts/slideLayout7.xml"/><Relationship Id="rId190" Type="http://schemas.openxmlformats.org/officeDocument/2006/relationships/tags" Target="../tags/tag412.xml"/><Relationship Id="rId204" Type="http://schemas.openxmlformats.org/officeDocument/2006/relationships/tags" Target="../tags/tag426.xml"/><Relationship Id="rId15" Type="http://schemas.openxmlformats.org/officeDocument/2006/relationships/tags" Target="../tags/tag237.xml"/><Relationship Id="rId36" Type="http://schemas.openxmlformats.org/officeDocument/2006/relationships/tags" Target="../tags/tag258.xml"/><Relationship Id="rId57" Type="http://schemas.openxmlformats.org/officeDocument/2006/relationships/tags" Target="../tags/tag279.xml"/><Relationship Id="rId106" Type="http://schemas.openxmlformats.org/officeDocument/2006/relationships/tags" Target="../tags/tag328.xml"/><Relationship Id="rId127" Type="http://schemas.openxmlformats.org/officeDocument/2006/relationships/tags" Target="../tags/tag349.xml"/><Relationship Id="rId10" Type="http://schemas.openxmlformats.org/officeDocument/2006/relationships/tags" Target="../tags/tag232.xml"/><Relationship Id="rId31" Type="http://schemas.openxmlformats.org/officeDocument/2006/relationships/tags" Target="../tags/tag253.xml"/><Relationship Id="rId52" Type="http://schemas.openxmlformats.org/officeDocument/2006/relationships/tags" Target="../tags/tag274.xml"/><Relationship Id="rId73" Type="http://schemas.openxmlformats.org/officeDocument/2006/relationships/tags" Target="../tags/tag295.xml"/><Relationship Id="rId78" Type="http://schemas.openxmlformats.org/officeDocument/2006/relationships/tags" Target="../tags/tag300.xml"/><Relationship Id="rId94" Type="http://schemas.openxmlformats.org/officeDocument/2006/relationships/tags" Target="../tags/tag316.xml"/><Relationship Id="rId99" Type="http://schemas.openxmlformats.org/officeDocument/2006/relationships/tags" Target="../tags/tag321.xml"/><Relationship Id="rId101" Type="http://schemas.openxmlformats.org/officeDocument/2006/relationships/tags" Target="../tags/tag323.xml"/><Relationship Id="rId122" Type="http://schemas.openxmlformats.org/officeDocument/2006/relationships/tags" Target="../tags/tag344.xml"/><Relationship Id="rId143" Type="http://schemas.openxmlformats.org/officeDocument/2006/relationships/tags" Target="../tags/tag365.xml"/><Relationship Id="rId148" Type="http://schemas.openxmlformats.org/officeDocument/2006/relationships/tags" Target="../tags/tag370.xml"/><Relationship Id="rId164" Type="http://schemas.openxmlformats.org/officeDocument/2006/relationships/tags" Target="../tags/tag386.xml"/><Relationship Id="rId169" Type="http://schemas.openxmlformats.org/officeDocument/2006/relationships/tags" Target="../tags/tag391.xml"/><Relationship Id="rId185" Type="http://schemas.openxmlformats.org/officeDocument/2006/relationships/tags" Target="../tags/tag407.xml"/><Relationship Id="rId4" Type="http://schemas.openxmlformats.org/officeDocument/2006/relationships/tags" Target="../tags/tag226.xml"/><Relationship Id="rId9" Type="http://schemas.openxmlformats.org/officeDocument/2006/relationships/tags" Target="../tags/tag231.xml"/><Relationship Id="rId180" Type="http://schemas.openxmlformats.org/officeDocument/2006/relationships/tags" Target="../tags/tag402.xml"/><Relationship Id="rId210" Type="http://schemas.openxmlformats.org/officeDocument/2006/relationships/notesSlide" Target="../notesSlides/notesSlide4.xml"/><Relationship Id="rId26" Type="http://schemas.openxmlformats.org/officeDocument/2006/relationships/tags" Target="../tags/tag248.xml"/><Relationship Id="rId47" Type="http://schemas.openxmlformats.org/officeDocument/2006/relationships/tags" Target="../tags/tag269.xml"/><Relationship Id="rId68" Type="http://schemas.openxmlformats.org/officeDocument/2006/relationships/tags" Target="../tags/tag290.xml"/><Relationship Id="rId89" Type="http://schemas.openxmlformats.org/officeDocument/2006/relationships/tags" Target="../tags/tag311.xml"/><Relationship Id="rId112" Type="http://schemas.openxmlformats.org/officeDocument/2006/relationships/tags" Target="../tags/tag334.xml"/><Relationship Id="rId133" Type="http://schemas.openxmlformats.org/officeDocument/2006/relationships/tags" Target="../tags/tag355.xml"/><Relationship Id="rId154" Type="http://schemas.openxmlformats.org/officeDocument/2006/relationships/tags" Target="../tags/tag376.xml"/><Relationship Id="rId175" Type="http://schemas.openxmlformats.org/officeDocument/2006/relationships/tags" Target="../tags/tag397.xml"/><Relationship Id="rId196" Type="http://schemas.openxmlformats.org/officeDocument/2006/relationships/tags" Target="../tags/tag418.xml"/><Relationship Id="rId200" Type="http://schemas.openxmlformats.org/officeDocument/2006/relationships/tags" Target="../tags/tag422.xml"/><Relationship Id="rId16" Type="http://schemas.openxmlformats.org/officeDocument/2006/relationships/tags" Target="../tags/tag238.xml"/><Relationship Id="rId37" Type="http://schemas.openxmlformats.org/officeDocument/2006/relationships/tags" Target="../tags/tag259.xml"/><Relationship Id="rId58" Type="http://schemas.openxmlformats.org/officeDocument/2006/relationships/tags" Target="../tags/tag280.xml"/><Relationship Id="rId79" Type="http://schemas.openxmlformats.org/officeDocument/2006/relationships/tags" Target="../tags/tag301.xml"/><Relationship Id="rId102" Type="http://schemas.openxmlformats.org/officeDocument/2006/relationships/tags" Target="../tags/tag324.xml"/><Relationship Id="rId123" Type="http://schemas.openxmlformats.org/officeDocument/2006/relationships/tags" Target="../tags/tag345.xml"/><Relationship Id="rId144" Type="http://schemas.openxmlformats.org/officeDocument/2006/relationships/tags" Target="../tags/tag366.xml"/><Relationship Id="rId90" Type="http://schemas.openxmlformats.org/officeDocument/2006/relationships/tags" Target="../tags/tag312.xml"/><Relationship Id="rId165" Type="http://schemas.openxmlformats.org/officeDocument/2006/relationships/tags" Target="../tags/tag387.xml"/><Relationship Id="rId186" Type="http://schemas.openxmlformats.org/officeDocument/2006/relationships/tags" Target="../tags/tag408.xml"/><Relationship Id="rId211" Type="http://schemas.openxmlformats.org/officeDocument/2006/relationships/slide" Target="slide2.xml"/><Relationship Id="rId27" Type="http://schemas.openxmlformats.org/officeDocument/2006/relationships/tags" Target="../tags/tag249.xml"/><Relationship Id="rId48" Type="http://schemas.openxmlformats.org/officeDocument/2006/relationships/tags" Target="../tags/tag270.xml"/><Relationship Id="rId69" Type="http://schemas.openxmlformats.org/officeDocument/2006/relationships/tags" Target="../tags/tag291.xml"/><Relationship Id="rId113" Type="http://schemas.openxmlformats.org/officeDocument/2006/relationships/tags" Target="../tags/tag335.xml"/><Relationship Id="rId134" Type="http://schemas.openxmlformats.org/officeDocument/2006/relationships/tags" Target="../tags/tag356.xml"/><Relationship Id="rId80" Type="http://schemas.openxmlformats.org/officeDocument/2006/relationships/tags" Target="../tags/tag302.xml"/><Relationship Id="rId155" Type="http://schemas.openxmlformats.org/officeDocument/2006/relationships/tags" Target="../tags/tag377.xml"/><Relationship Id="rId176" Type="http://schemas.openxmlformats.org/officeDocument/2006/relationships/tags" Target="../tags/tag398.xml"/><Relationship Id="rId197" Type="http://schemas.openxmlformats.org/officeDocument/2006/relationships/tags" Target="../tags/tag419.xml"/><Relationship Id="rId201" Type="http://schemas.openxmlformats.org/officeDocument/2006/relationships/tags" Target="../tags/tag423.xml"/><Relationship Id="rId17" Type="http://schemas.openxmlformats.org/officeDocument/2006/relationships/tags" Target="../tags/tag239.xml"/><Relationship Id="rId38" Type="http://schemas.openxmlformats.org/officeDocument/2006/relationships/tags" Target="../tags/tag260.xml"/><Relationship Id="rId59" Type="http://schemas.openxmlformats.org/officeDocument/2006/relationships/tags" Target="../tags/tag281.xml"/><Relationship Id="rId103" Type="http://schemas.openxmlformats.org/officeDocument/2006/relationships/tags" Target="../tags/tag325.xml"/><Relationship Id="rId124" Type="http://schemas.openxmlformats.org/officeDocument/2006/relationships/tags" Target="../tags/tag346.xml"/><Relationship Id="rId70" Type="http://schemas.openxmlformats.org/officeDocument/2006/relationships/tags" Target="../tags/tag292.xml"/><Relationship Id="rId91" Type="http://schemas.openxmlformats.org/officeDocument/2006/relationships/tags" Target="../tags/tag313.xml"/><Relationship Id="rId145" Type="http://schemas.openxmlformats.org/officeDocument/2006/relationships/tags" Target="../tags/tag367.xml"/><Relationship Id="rId166" Type="http://schemas.openxmlformats.org/officeDocument/2006/relationships/tags" Target="../tags/tag388.xml"/><Relationship Id="rId187" Type="http://schemas.openxmlformats.org/officeDocument/2006/relationships/tags" Target="../tags/tag409.xml"/><Relationship Id="rId1" Type="http://schemas.openxmlformats.org/officeDocument/2006/relationships/tags" Target="../tags/tag223.xml"/><Relationship Id="rId28" Type="http://schemas.openxmlformats.org/officeDocument/2006/relationships/tags" Target="../tags/tag250.xml"/><Relationship Id="rId49" Type="http://schemas.openxmlformats.org/officeDocument/2006/relationships/tags" Target="../tags/tag271.xml"/><Relationship Id="rId114" Type="http://schemas.openxmlformats.org/officeDocument/2006/relationships/tags" Target="../tags/tag336.xml"/><Relationship Id="rId60" Type="http://schemas.openxmlformats.org/officeDocument/2006/relationships/tags" Target="../tags/tag282.xml"/><Relationship Id="rId81" Type="http://schemas.openxmlformats.org/officeDocument/2006/relationships/tags" Target="../tags/tag303.xml"/><Relationship Id="rId135" Type="http://schemas.openxmlformats.org/officeDocument/2006/relationships/tags" Target="../tags/tag357.xml"/><Relationship Id="rId156" Type="http://schemas.openxmlformats.org/officeDocument/2006/relationships/tags" Target="../tags/tag378.xml"/><Relationship Id="rId177" Type="http://schemas.openxmlformats.org/officeDocument/2006/relationships/tags" Target="../tags/tag399.xml"/><Relationship Id="rId198" Type="http://schemas.openxmlformats.org/officeDocument/2006/relationships/tags" Target="../tags/tag420.xml"/><Relationship Id="rId202" Type="http://schemas.openxmlformats.org/officeDocument/2006/relationships/tags" Target="../tags/tag424.xml"/><Relationship Id="rId18" Type="http://schemas.openxmlformats.org/officeDocument/2006/relationships/tags" Target="../tags/tag240.xml"/><Relationship Id="rId39" Type="http://schemas.openxmlformats.org/officeDocument/2006/relationships/tags" Target="../tags/tag261.xml"/><Relationship Id="rId50" Type="http://schemas.openxmlformats.org/officeDocument/2006/relationships/tags" Target="../tags/tag272.xml"/><Relationship Id="rId104" Type="http://schemas.openxmlformats.org/officeDocument/2006/relationships/tags" Target="../tags/tag326.xml"/><Relationship Id="rId125" Type="http://schemas.openxmlformats.org/officeDocument/2006/relationships/tags" Target="../tags/tag347.xml"/><Relationship Id="rId146" Type="http://schemas.openxmlformats.org/officeDocument/2006/relationships/tags" Target="../tags/tag368.xml"/><Relationship Id="rId167" Type="http://schemas.openxmlformats.org/officeDocument/2006/relationships/tags" Target="../tags/tag389.xml"/><Relationship Id="rId188" Type="http://schemas.openxmlformats.org/officeDocument/2006/relationships/tags" Target="../tags/tag410.xml"/><Relationship Id="rId71" Type="http://schemas.openxmlformats.org/officeDocument/2006/relationships/tags" Target="../tags/tag293.xml"/><Relationship Id="rId92" Type="http://schemas.openxmlformats.org/officeDocument/2006/relationships/tags" Target="../tags/tag314.xml"/><Relationship Id="rId2" Type="http://schemas.openxmlformats.org/officeDocument/2006/relationships/tags" Target="../tags/tag224.xml"/><Relationship Id="rId29" Type="http://schemas.openxmlformats.org/officeDocument/2006/relationships/tags" Target="../tags/tag251.xml"/><Relationship Id="rId40" Type="http://schemas.openxmlformats.org/officeDocument/2006/relationships/tags" Target="../tags/tag262.xml"/><Relationship Id="rId115" Type="http://schemas.openxmlformats.org/officeDocument/2006/relationships/tags" Target="../tags/tag337.xml"/><Relationship Id="rId136" Type="http://schemas.openxmlformats.org/officeDocument/2006/relationships/tags" Target="../tags/tag358.xml"/><Relationship Id="rId157" Type="http://schemas.openxmlformats.org/officeDocument/2006/relationships/tags" Target="../tags/tag379.xml"/><Relationship Id="rId178" Type="http://schemas.openxmlformats.org/officeDocument/2006/relationships/tags" Target="../tags/tag40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33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432.xml"/><Relationship Id="rId1" Type="http://schemas.openxmlformats.org/officeDocument/2006/relationships/tags" Target="../tags/tag43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435.xml"/><Relationship Id="rId4" Type="http://schemas.openxmlformats.org/officeDocument/2006/relationships/tags" Target="../tags/tag434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tags" Target="../tags/tag461.xml"/><Relationship Id="rId21" Type="http://schemas.openxmlformats.org/officeDocument/2006/relationships/tags" Target="../tags/tag456.xml"/><Relationship Id="rId34" Type="http://schemas.openxmlformats.org/officeDocument/2006/relationships/tags" Target="../tags/tag469.xml"/><Relationship Id="rId42" Type="http://schemas.openxmlformats.org/officeDocument/2006/relationships/tags" Target="../tags/tag477.xml"/><Relationship Id="rId47" Type="http://schemas.openxmlformats.org/officeDocument/2006/relationships/tags" Target="../tags/tag482.xml"/><Relationship Id="rId50" Type="http://schemas.openxmlformats.org/officeDocument/2006/relationships/tags" Target="../tags/tag485.xml"/><Relationship Id="rId55" Type="http://schemas.openxmlformats.org/officeDocument/2006/relationships/tags" Target="../tags/tag490.xml"/><Relationship Id="rId63" Type="http://schemas.openxmlformats.org/officeDocument/2006/relationships/tags" Target="../tags/tag498.xml"/><Relationship Id="rId7" Type="http://schemas.openxmlformats.org/officeDocument/2006/relationships/tags" Target="../tags/tag442.xml"/><Relationship Id="rId2" Type="http://schemas.openxmlformats.org/officeDocument/2006/relationships/tags" Target="../tags/tag437.xml"/><Relationship Id="rId16" Type="http://schemas.openxmlformats.org/officeDocument/2006/relationships/tags" Target="../tags/tag451.xml"/><Relationship Id="rId29" Type="http://schemas.openxmlformats.org/officeDocument/2006/relationships/tags" Target="../tags/tag464.xml"/><Relationship Id="rId11" Type="http://schemas.openxmlformats.org/officeDocument/2006/relationships/tags" Target="../tags/tag446.xml"/><Relationship Id="rId24" Type="http://schemas.openxmlformats.org/officeDocument/2006/relationships/tags" Target="../tags/tag459.xml"/><Relationship Id="rId32" Type="http://schemas.openxmlformats.org/officeDocument/2006/relationships/tags" Target="../tags/tag467.xml"/><Relationship Id="rId37" Type="http://schemas.openxmlformats.org/officeDocument/2006/relationships/tags" Target="../tags/tag472.xml"/><Relationship Id="rId40" Type="http://schemas.openxmlformats.org/officeDocument/2006/relationships/tags" Target="../tags/tag475.xml"/><Relationship Id="rId45" Type="http://schemas.openxmlformats.org/officeDocument/2006/relationships/tags" Target="../tags/tag480.xml"/><Relationship Id="rId53" Type="http://schemas.openxmlformats.org/officeDocument/2006/relationships/tags" Target="../tags/tag488.xml"/><Relationship Id="rId58" Type="http://schemas.openxmlformats.org/officeDocument/2006/relationships/tags" Target="../tags/tag493.xml"/><Relationship Id="rId5" Type="http://schemas.openxmlformats.org/officeDocument/2006/relationships/tags" Target="../tags/tag440.xml"/><Relationship Id="rId61" Type="http://schemas.openxmlformats.org/officeDocument/2006/relationships/tags" Target="../tags/tag496.xml"/><Relationship Id="rId19" Type="http://schemas.openxmlformats.org/officeDocument/2006/relationships/tags" Target="../tags/tag454.xml"/><Relationship Id="rId14" Type="http://schemas.openxmlformats.org/officeDocument/2006/relationships/tags" Target="../tags/tag449.xml"/><Relationship Id="rId22" Type="http://schemas.openxmlformats.org/officeDocument/2006/relationships/tags" Target="../tags/tag457.xml"/><Relationship Id="rId27" Type="http://schemas.openxmlformats.org/officeDocument/2006/relationships/tags" Target="../tags/tag462.xml"/><Relationship Id="rId30" Type="http://schemas.openxmlformats.org/officeDocument/2006/relationships/tags" Target="../tags/tag465.xml"/><Relationship Id="rId35" Type="http://schemas.openxmlformats.org/officeDocument/2006/relationships/tags" Target="../tags/tag470.xml"/><Relationship Id="rId43" Type="http://schemas.openxmlformats.org/officeDocument/2006/relationships/tags" Target="../tags/tag478.xml"/><Relationship Id="rId48" Type="http://schemas.openxmlformats.org/officeDocument/2006/relationships/tags" Target="../tags/tag483.xml"/><Relationship Id="rId56" Type="http://schemas.openxmlformats.org/officeDocument/2006/relationships/tags" Target="../tags/tag491.xml"/><Relationship Id="rId64" Type="http://schemas.openxmlformats.org/officeDocument/2006/relationships/slideLayout" Target="../slideLayouts/slideLayout7.xml"/><Relationship Id="rId8" Type="http://schemas.openxmlformats.org/officeDocument/2006/relationships/tags" Target="../tags/tag443.xml"/><Relationship Id="rId51" Type="http://schemas.openxmlformats.org/officeDocument/2006/relationships/tags" Target="../tags/tag486.xml"/><Relationship Id="rId3" Type="http://schemas.openxmlformats.org/officeDocument/2006/relationships/tags" Target="../tags/tag438.xml"/><Relationship Id="rId12" Type="http://schemas.openxmlformats.org/officeDocument/2006/relationships/tags" Target="../tags/tag447.xml"/><Relationship Id="rId17" Type="http://schemas.openxmlformats.org/officeDocument/2006/relationships/tags" Target="../tags/tag452.xml"/><Relationship Id="rId25" Type="http://schemas.openxmlformats.org/officeDocument/2006/relationships/tags" Target="../tags/tag460.xml"/><Relationship Id="rId33" Type="http://schemas.openxmlformats.org/officeDocument/2006/relationships/tags" Target="../tags/tag468.xml"/><Relationship Id="rId38" Type="http://schemas.openxmlformats.org/officeDocument/2006/relationships/tags" Target="../tags/tag473.xml"/><Relationship Id="rId46" Type="http://schemas.openxmlformats.org/officeDocument/2006/relationships/tags" Target="../tags/tag481.xml"/><Relationship Id="rId59" Type="http://schemas.openxmlformats.org/officeDocument/2006/relationships/tags" Target="../tags/tag494.xml"/><Relationship Id="rId20" Type="http://schemas.openxmlformats.org/officeDocument/2006/relationships/tags" Target="../tags/tag455.xml"/><Relationship Id="rId41" Type="http://schemas.openxmlformats.org/officeDocument/2006/relationships/tags" Target="../tags/tag476.xml"/><Relationship Id="rId54" Type="http://schemas.openxmlformats.org/officeDocument/2006/relationships/tags" Target="../tags/tag489.xml"/><Relationship Id="rId62" Type="http://schemas.openxmlformats.org/officeDocument/2006/relationships/tags" Target="../tags/tag497.xml"/><Relationship Id="rId1" Type="http://schemas.openxmlformats.org/officeDocument/2006/relationships/tags" Target="../tags/tag436.xml"/><Relationship Id="rId6" Type="http://schemas.openxmlformats.org/officeDocument/2006/relationships/tags" Target="../tags/tag441.xml"/><Relationship Id="rId15" Type="http://schemas.openxmlformats.org/officeDocument/2006/relationships/tags" Target="../tags/tag450.xml"/><Relationship Id="rId23" Type="http://schemas.openxmlformats.org/officeDocument/2006/relationships/tags" Target="../tags/tag458.xml"/><Relationship Id="rId28" Type="http://schemas.openxmlformats.org/officeDocument/2006/relationships/tags" Target="../tags/tag463.xml"/><Relationship Id="rId36" Type="http://schemas.openxmlformats.org/officeDocument/2006/relationships/tags" Target="../tags/tag471.xml"/><Relationship Id="rId49" Type="http://schemas.openxmlformats.org/officeDocument/2006/relationships/tags" Target="../tags/tag484.xml"/><Relationship Id="rId57" Type="http://schemas.openxmlformats.org/officeDocument/2006/relationships/tags" Target="../tags/tag492.xml"/><Relationship Id="rId10" Type="http://schemas.openxmlformats.org/officeDocument/2006/relationships/tags" Target="../tags/tag445.xml"/><Relationship Id="rId31" Type="http://schemas.openxmlformats.org/officeDocument/2006/relationships/tags" Target="../tags/tag466.xml"/><Relationship Id="rId44" Type="http://schemas.openxmlformats.org/officeDocument/2006/relationships/tags" Target="../tags/tag479.xml"/><Relationship Id="rId52" Type="http://schemas.openxmlformats.org/officeDocument/2006/relationships/tags" Target="../tags/tag487.xml"/><Relationship Id="rId60" Type="http://schemas.openxmlformats.org/officeDocument/2006/relationships/tags" Target="../tags/tag495.xml"/><Relationship Id="rId65" Type="http://schemas.openxmlformats.org/officeDocument/2006/relationships/notesSlide" Target="../notesSlides/notesSlide6.xml"/><Relationship Id="rId4" Type="http://schemas.openxmlformats.org/officeDocument/2006/relationships/tags" Target="../tags/tag439.xml"/><Relationship Id="rId9" Type="http://schemas.openxmlformats.org/officeDocument/2006/relationships/tags" Target="../tags/tag444.xml"/><Relationship Id="rId13" Type="http://schemas.openxmlformats.org/officeDocument/2006/relationships/tags" Target="../tags/tag448.xml"/><Relationship Id="rId18" Type="http://schemas.openxmlformats.org/officeDocument/2006/relationships/tags" Target="../tags/tag453.xml"/><Relationship Id="rId39" Type="http://schemas.openxmlformats.org/officeDocument/2006/relationships/tags" Target="../tags/tag47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506.xml"/><Relationship Id="rId13" Type="http://schemas.openxmlformats.org/officeDocument/2006/relationships/tags" Target="../tags/tag511.xml"/><Relationship Id="rId18" Type="http://schemas.openxmlformats.org/officeDocument/2006/relationships/tags" Target="../tags/tag516.xml"/><Relationship Id="rId26" Type="http://schemas.openxmlformats.org/officeDocument/2006/relationships/tags" Target="../tags/tag524.xml"/><Relationship Id="rId3" Type="http://schemas.openxmlformats.org/officeDocument/2006/relationships/tags" Target="../tags/tag501.xml"/><Relationship Id="rId21" Type="http://schemas.openxmlformats.org/officeDocument/2006/relationships/tags" Target="../tags/tag519.xml"/><Relationship Id="rId7" Type="http://schemas.openxmlformats.org/officeDocument/2006/relationships/tags" Target="../tags/tag505.xml"/><Relationship Id="rId12" Type="http://schemas.openxmlformats.org/officeDocument/2006/relationships/tags" Target="../tags/tag510.xml"/><Relationship Id="rId17" Type="http://schemas.openxmlformats.org/officeDocument/2006/relationships/tags" Target="../tags/tag515.xml"/><Relationship Id="rId25" Type="http://schemas.openxmlformats.org/officeDocument/2006/relationships/tags" Target="../tags/tag523.xml"/><Relationship Id="rId2" Type="http://schemas.openxmlformats.org/officeDocument/2006/relationships/tags" Target="../tags/tag500.xml"/><Relationship Id="rId16" Type="http://schemas.openxmlformats.org/officeDocument/2006/relationships/tags" Target="../tags/tag514.xml"/><Relationship Id="rId20" Type="http://schemas.openxmlformats.org/officeDocument/2006/relationships/tags" Target="../tags/tag518.xml"/><Relationship Id="rId29" Type="http://schemas.openxmlformats.org/officeDocument/2006/relationships/tags" Target="../tags/tag527.xml"/><Relationship Id="rId1" Type="http://schemas.openxmlformats.org/officeDocument/2006/relationships/tags" Target="../tags/tag499.xml"/><Relationship Id="rId6" Type="http://schemas.openxmlformats.org/officeDocument/2006/relationships/tags" Target="../tags/tag504.xml"/><Relationship Id="rId11" Type="http://schemas.openxmlformats.org/officeDocument/2006/relationships/tags" Target="../tags/tag509.xml"/><Relationship Id="rId24" Type="http://schemas.openxmlformats.org/officeDocument/2006/relationships/tags" Target="../tags/tag52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503.xml"/><Relationship Id="rId15" Type="http://schemas.openxmlformats.org/officeDocument/2006/relationships/tags" Target="../tags/tag513.xml"/><Relationship Id="rId23" Type="http://schemas.openxmlformats.org/officeDocument/2006/relationships/tags" Target="../tags/tag521.xml"/><Relationship Id="rId28" Type="http://schemas.openxmlformats.org/officeDocument/2006/relationships/tags" Target="../tags/tag526.xml"/><Relationship Id="rId10" Type="http://schemas.openxmlformats.org/officeDocument/2006/relationships/tags" Target="../tags/tag508.xml"/><Relationship Id="rId19" Type="http://schemas.openxmlformats.org/officeDocument/2006/relationships/tags" Target="../tags/tag517.xml"/><Relationship Id="rId31" Type="http://schemas.openxmlformats.org/officeDocument/2006/relationships/tags" Target="../tags/tag529.xml"/><Relationship Id="rId4" Type="http://schemas.openxmlformats.org/officeDocument/2006/relationships/tags" Target="../tags/tag502.xml"/><Relationship Id="rId9" Type="http://schemas.openxmlformats.org/officeDocument/2006/relationships/tags" Target="../tags/tag507.xml"/><Relationship Id="rId14" Type="http://schemas.openxmlformats.org/officeDocument/2006/relationships/tags" Target="../tags/tag512.xml"/><Relationship Id="rId22" Type="http://schemas.openxmlformats.org/officeDocument/2006/relationships/tags" Target="../tags/tag520.xml"/><Relationship Id="rId27" Type="http://schemas.openxmlformats.org/officeDocument/2006/relationships/tags" Target="../tags/tag525.xml"/><Relationship Id="rId30" Type="http://schemas.openxmlformats.org/officeDocument/2006/relationships/tags" Target="../tags/tag528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542.xml"/><Relationship Id="rId18" Type="http://schemas.openxmlformats.org/officeDocument/2006/relationships/tags" Target="../tags/tag547.xml"/><Relationship Id="rId26" Type="http://schemas.openxmlformats.org/officeDocument/2006/relationships/tags" Target="../tags/tag555.xml"/><Relationship Id="rId39" Type="http://schemas.openxmlformats.org/officeDocument/2006/relationships/tags" Target="../tags/tag568.xml"/><Relationship Id="rId21" Type="http://schemas.openxmlformats.org/officeDocument/2006/relationships/tags" Target="../tags/tag550.xml"/><Relationship Id="rId34" Type="http://schemas.openxmlformats.org/officeDocument/2006/relationships/tags" Target="../tags/tag563.xml"/><Relationship Id="rId42" Type="http://schemas.openxmlformats.org/officeDocument/2006/relationships/tags" Target="../tags/tag571.xml"/><Relationship Id="rId7" Type="http://schemas.openxmlformats.org/officeDocument/2006/relationships/tags" Target="../tags/tag536.xml"/><Relationship Id="rId2" Type="http://schemas.openxmlformats.org/officeDocument/2006/relationships/tags" Target="../tags/tag531.xml"/><Relationship Id="rId16" Type="http://schemas.openxmlformats.org/officeDocument/2006/relationships/tags" Target="../tags/tag545.xml"/><Relationship Id="rId29" Type="http://schemas.openxmlformats.org/officeDocument/2006/relationships/tags" Target="../tags/tag558.xml"/><Relationship Id="rId1" Type="http://schemas.openxmlformats.org/officeDocument/2006/relationships/tags" Target="../tags/tag530.xml"/><Relationship Id="rId6" Type="http://schemas.openxmlformats.org/officeDocument/2006/relationships/tags" Target="../tags/tag535.xml"/><Relationship Id="rId11" Type="http://schemas.openxmlformats.org/officeDocument/2006/relationships/tags" Target="../tags/tag540.xml"/><Relationship Id="rId24" Type="http://schemas.openxmlformats.org/officeDocument/2006/relationships/tags" Target="../tags/tag553.xml"/><Relationship Id="rId32" Type="http://schemas.openxmlformats.org/officeDocument/2006/relationships/tags" Target="../tags/tag561.xml"/><Relationship Id="rId37" Type="http://schemas.openxmlformats.org/officeDocument/2006/relationships/tags" Target="../tags/tag566.xml"/><Relationship Id="rId40" Type="http://schemas.openxmlformats.org/officeDocument/2006/relationships/tags" Target="../tags/tag569.xml"/><Relationship Id="rId45" Type="http://schemas.openxmlformats.org/officeDocument/2006/relationships/notesSlide" Target="../notesSlides/notesSlide7.xml"/><Relationship Id="rId5" Type="http://schemas.openxmlformats.org/officeDocument/2006/relationships/tags" Target="../tags/tag534.xml"/><Relationship Id="rId15" Type="http://schemas.openxmlformats.org/officeDocument/2006/relationships/tags" Target="../tags/tag544.xml"/><Relationship Id="rId23" Type="http://schemas.openxmlformats.org/officeDocument/2006/relationships/tags" Target="../tags/tag552.xml"/><Relationship Id="rId28" Type="http://schemas.openxmlformats.org/officeDocument/2006/relationships/tags" Target="../tags/tag557.xml"/><Relationship Id="rId36" Type="http://schemas.openxmlformats.org/officeDocument/2006/relationships/tags" Target="../tags/tag565.xml"/><Relationship Id="rId10" Type="http://schemas.openxmlformats.org/officeDocument/2006/relationships/tags" Target="../tags/tag539.xml"/><Relationship Id="rId19" Type="http://schemas.openxmlformats.org/officeDocument/2006/relationships/tags" Target="../tags/tag548.xml"/><Relationship Id="rId31" Type="http://schemas.openxmlformats.org/officeDocument/2006/relationships/tags" Target="../tags/tag560.xml"/><Relationship Id="rId44" Type="http://schemas.openxmlformats.org/officeDocument/2006/relationships/slideLayout" Target="../slideLayouts/slideLayout7.xml"/><Relationship Id="rId4" Type="http://schemas.openxmlformats.org/officeDocument/2006/relationships/tags" Target="../tags/tag533.xml"/><Relationship Id="rId9" Type="http://schemas.openxmlformats.org/officeDocument/2006/relationships/tags" Target="../tags/tag538.xml"/><Relationship Id="rId14" Type="http://schemas.openxmlformats.org/officeDocument/2006/relationships/tags" Target="../tags/tag543.xml"/><Relationship Id="rId22" Type="http://schemas.openxmlformats.org/officeDocument/2006/relationships/tags" Target="../tags/tag551.xml"/><Relationship Id="rId27" Type="http://schemas.openxmlformats.org/officeDocument/2006/relationships/tags" Target="../tags/tag556.xml"/><Relationship Id="rId30" Type="http://schemas.openxmlformats.org/officeDocument/2006/relationships/tags" Target="../tags/tag559.xml"/><Relationship Id="rId35" Type="http://schemas.openxmlformats.org/officeDocument/2006/relationships/tags" Target="../tags/tag564.xml"/><Relationship Id="rId43" Type="http://schemas.openxmlformats.org/officeDocument/2006/relationships/tags" Target="../tags/tag572.xml"/><Relationship Id="rId8" Type="http://schemas.openxmlformats.org/officeDocument/2006/relationships/tags" Target="../tags/tag537.xml"/><Relationship Id="rId3" Type="http://schemas.openxmlformats.org/officeDocument/2006/relationships/tags" Target="../tags/tag532.xml"/><Relationship Id="rId12" Type="http://schemas.openxmlformats.org/officeDocument/2006/relationships/tags" Target="../tags/tag541.xml"/><Relationship Id="rId17" Type="http://schemas.openxmlformats.org/officeDocument/2006/relationships/tags" Target="../tags/tag546.xml"/><Relationship Id="rId25" Type="http://schemas.openxmlformats.org/officeDocument/2006/relationships/tags" Target="../tags/tag554.xml"/><Relationship Id="rId33" Type="http://schemas.openxmlformats.org/officeDocument/2006/relationships/tags" Target="../tags/tag562.xml"/><Relationship Id="rId38" Type="http://schemas.openxmlformats.org/officeDocument/2006/relationships/tags" Target="../tags/tag567.xml"/><Relationship Id="rId46" Type="http://schemas.openxmlformats.org/officeDocument/2006/relationships/slide" Target="slide2.xml"/><Relationship Id="rId20" Type="http://schemas.openxmlformats.org/officeDocument/2006/relationships/tags" Target="../tags/tag549.xml"/><Relationship Id="rId41" Type="http://schemas.openxmlformats.org/officeDocument/2006/relationships/tags" Target="../tags/tag57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575.xml"/><Relationship Id="rId7" Type="http://schemas.openxmlformats.org/officeDocument/2006/relationships/slide" Target="slide16.xml"/><Relationship Id="rId2" Type="http://schemas.openxmlformats.org/officeDocument/2006/relationships/tags" Target="../tags/tag574.xml"/><Relationship Id="rId1" Type="http://schemas.openxmlformats.org/officeDocument/2006/relationships/tags" Target="../tags/tag573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577.xml"/><Relationship Id="rId4" Type="http://schemas.openxmlformats.org/officeDocument/2006/relationships/tags" Target="../tags/tag576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tags" Target="../tags/tag603.xml"/><Relationship Id="rId117" Type="http://schemas.openxmlformats.org/officeDocument/2006/relationships/tags" Target="../tags/tag694.xml"/><Relationship Id="rId21" Type="http://schemas.openxmlformats.org/officeDocument/2006/relationships/tags" Target="../tags/tag598.xml"/><Relationship Id="rId42" Type="http://schemas.openxmlformats.org/officeDocument/2006/relationships/tags" Target="../tags/tag619.xml"/><Relationship Id="rId47" Type="http://schemas.openxmlformats.org/officeDocument/2006/relationships/tags" Target="../tags/tag624.xml"/><Relationship Id="rId63" Type="http://schemas.openxmlformats.org/officeDocument/2006/relationships/tags" Target="../tags/tag640.xml"/><Relationship Id="rId68" Type="http://schemas.openxmlformats.org/officeDocument/2006/relationships/tags" Target="../tags/tag645.xml"/><Relationship Id="rId84" Type="http://schemas.openxmlformats.org/officeDocument/2006/relationships/tags" Target="../tags/tag661.xml"/><Relationship Id="rId89" Type="http://schemas.openxmlformats.org/officeDocument/2006/relationships/tags" Target="../tags/tag666.xml"/><Relationship Id="rId112" Type="http://schemas.openxmlformats.org/officeDocument/2006/relationships/tags" Target="../tags/tag689.xml"/><Relationship Id="rId16" Type="http://schemas.openxmlformats.org/officeDocument/2006/relationships/tags" Target="../tags/tag593.xml"/><Relationship Id="rId107" Type="http://schemas.openxmlformats.org/officeDocument/2006/relationships/tags" Target="../tags/tag684.xml"/><Relationship Id="rId11" Type="http://schemas.openxmlformats.org/officeDocument/2006/relationships/tags" Target="../tags/tag588.xml"/><Relationship Id="rId32" Type="http://schemas.openxmlformats.org/officeDocument/2006/relationships/tags" Target="../tags/tag609.xml"/><Relationship Id="rId37" Type="http://schemas.openxmlformats.org/officeDocument/2006/relationships/tags" Target="../tags/tag614.xml"/><Relationship Id="rId53" Type="http://schemas.openxmlformats.org/officeDocument/2006/relationships/tags" Target="../tags/tag630.xml"/><Relationship Id="rId58" Type="http://schemas.openxmlformats.org/officeDocument/2006/relationships/tags" Target="../tags/tag635.xml"/><Relationship Id="rId74" Type="http://schemas.openxmlformats.org/officeDocument/2006/relationships/tags" Target="../tags/tag651.xml"/><Relationship Id="rId79" Type="http://schemas.openxmlformats.org/officeDocument/2006/relationships/tags" Target="../tags/tag656.xml"/><Relationship Id="rId102" Type="http://schemas.openxmlformats.org/officeDocument/2006/relationships/tags" Target="../tags/tag679.xml"/><Relationship Id="rId123" Type="http://schemas.openxmlformats.org/officeDocument/2006/relationships/tags" Target="../tags/tag700.xml"/><Relationship Id="rId5" Type="http://schemas.openxmlformats.org/officeDocument/2006/relationships/tags" Target="../tags/tag582.xml"/><Relationship Id="rId90" Type="http://schemas.openxmlformats.org/officeDocument/2006/relationships/tags" Target="../tags/tag667.xml"/><Relationship Id="rId95" Type="http://schemas.openxmlformats.org/officeDocument/2006/relationships/tags" Target="../tags/tag672.xml"/><Relationship Id="rId22" Type="http://schemas.openxmlformats.org/officeDocument/2006/relationships/tags" Target="../tags/tag599.xml"/><Relationship Id="rId27" Type="http://schemas.openxmlformats.org/officeDocument/2006/relationships/tags" Target="../tags/tag604.xml"/><Relationship Id="rId43" Type="http://schemas.openxmlformats.org/officeDocument/2006/relationships/tags" Target="../tags/tag620.xml"/><Relationship Id="rId48" Type="http://schemas.openxmlformats.org/officeDocument/2006/relationships/tags" Target="../tags/tag625.xml"/><Relationship Id="rId64" Type="http://schemas.openxmlformats.org/officeDocument/2006/relationships/tags" Target="../tags/tag641.xml"/><Relationship Id="rId69" Type="http://schemas.openxmlformats.org/officeDocument/2006/relationships/tags" Target="../tags/tag646.xml"/><Relationship Id="rId113" Type="http://schemas.openxmlformats.org/officeDocument/2006/relationships/tags" Target="../tags/tag690.xml"/><Relationship Id="rId118" Type="http://schemas.openxmlformats.org/officeDocument/2006/relationships/tags" Target="../tags/tag695.xml"/><Relationship Id="rId80" Type="http://schemas.openxmlformats.org/officeDocument/2006/relationships/tags" Target="../tags/tag657.xml"/><Relationship Id="rId85" Type="http://schemas.openxmlformats.org/officeDocument/2006/relationships/tags" Target="../tags/tag662.xml"/><Relationship Id="rId12" Type="http://schemas.openxmlformats.org/officeDocument/2006/relationships/tags" Target="../tags/tag589.xml"/><Relationship Id="rId17" Type="http://schemas.openxmlformats.org/officeDocument/2006/relationships/tags" Target="../tags/tag594.xml"/><Relationship Id="rId33" Type="http://schemas.openxmlformats.org/officeDocument/2006/relationships/tags" Target="../tags/tag610.xml"/><Relationship Id="rId38" Type="http://schemas.openxmlformats.org/officeDocument/2006/relationships/tags" Target="../tags/tag615.xml"/><Relationship Id="rId59" Type="http://schemas.openxmlformats.org/officeDocument/2006/relationships/tags" Target="../tags/tag636.xml"/><Relationship Id="rId103" Type="http://schemas.openxmlformats.org/officeDocument/2006/relationships/tags" Target="../tags/tag680.xml"/><Relationship Id="rId108" Type="http://schemas.openxmlformats.org/officeDocument/2006/relationships/tags" Target="../tags/tag685.xml"/><Relationship Id="rId124" Type="http://schemas.openxmlformats.org/officeDocument/2006/relationships/tags" Target="../tags/tag701.xml"/><Relationship Id="rId54" Type="http://schemas.openxmlformats.org/officeDocument/2006/relationships/tags" Target="../tags/tag631.xml"/><Relationship Id="rId70" Type="http://schemas.openxmlformats.org/officeDocument/2006/relationships/tags" Target="../tags/tag647.xml"/><Relationship Id="rId75" Type="http://schemas.openxmlformats.org/officeDocument/2006/relationships/tags" Target="../tags/tag652.xml"/><Relationship Id="rId91" Type="http://schemas.openxmlformats.org/officeDocument/2006/relationships/tags" Target="../tags/tag668.xml"/><Relationship Id="rId96" Type="http://schemas.openxmlformats.org/officeDocument/2006/relationships/tags" Target="../tags/tag673.xml"/><Relationship Id="rId1" Type="http://schemas.openxmlformats.org/officeDocument/2006/relationships/tags" Target="../tags/tag578.xml"/><Relationship Id="rId6" Type="http://schemas.openxmlformats.org/officeDocument/2006/relationships/tags" Target="../tags/tag583.xml"/><Relationship Id="rId23" Type="http://schemas.openxmlformats.org/officeDocument/2006/relationships/tags" Target="../tags/tag600.xml"/><Relationship Id="rId28" Type="http://schemas.openxmlformats.org/officeDocument/2006/relationships/tags" Target="../tags/tag605.xml"/><Relationship Id="rId49" Type="http://schemas.openxmlformats.org/officeDocument/2006/relationships/tags" Target="../tags/tag626.xml"/><Relationship Id="rId114" Type="http://schemas.openxmlformats.org/officeDocument/2006/relationships/tags" Target="../tags/tag691.xml"/><Relationship Id="rId119" Type="http://schemas.openxmlformats.org/officeDocument/2006/relationships/tags" Target="../tags/tag696.xml"/><Relationship Id="rId44" Type="http://schemas.openxmlformats.org/officeDocument/2006/relationships/tags" Target="../tags/tag621.xml"/><Relationship Id="rId60" Type="http://schemas.openxmlformats.org/officeDocument/2006/relationships/tags" Target="../tags/tag637.xml"/><Relationship Id="rId65" Type="http://schemas.openxmlformats.org/officeDocument/2006/relationships/tags" Target="../tags/tag642.xml"/><Relationship Id="rId81" Type="http://schemas.openxmlformats.org/officeDocument/2006/relationships/tags" Target="../tags/tag658.xml"/><Relationship Id="rId86" Type="http://schemas.openxmlformats.org/officeDocument/2006/relationships/tags" Target="../tags/tag663.xml"/><Relationship Id="rId13" Type="http://schemas.openxmlformats.org/officeDocument/2006/relationships/tags" Target="../tags/tag590.xml"/><Relationship Id="rId18" Type="http://schemas.openxmlformats.org/officeDocument/2006/relationships/tags" Target="../tags/tag595.xml"/><Relationship Id="rId39" Type="http://schemas.openxmlformats.org/officeDocument/2006/relationships/tags" Target="../tags/tag616.xml"/><Relationship Id="rId109" Type="http://schemas.openxmlformats.org/officeDocument/2006/relationships/tags" Target="../tags/tag686.xml"/><Relationship Id="rId34" Type="http://schemas.openxmlformats.org/officeDocument/2006/relationships/tags" Target="../tags/tag611.xml"/><Relationship Id="rId50" Type="http://schemas.openxmlformats.org/officeDocument/2006/relationships/tags" Target="../tags/tag627.xml"/><Relationship Id="rId55" Type="http://schemas.openxmlformats.org/officeDocument/2006/relationships/tags" Target="../tags/tag632.xml"/><Relationship Id="rId76" Type="http://schemas.openxmlformats.org/officeDocument/2006/relationships/tags" Target="../tags/tag653.xml"/><Relationship Id="rId97" Type="http://schemas.openxmlformats.org/officeDocument/2006/relationships/tags" Target="../tags/tag674.xml"/><Relationship Id="rId104" Type="http://schemas.openxmlformats.org/officeDocument/2006/relationships/tags" Target="../tags/tag681.xml"/><Relationship Id="rId120" Type="http://schemas.openxmlformats.org/officeDocument/2006/relationships/tags" Target="../tags/tag697.xml"/><Relationship Id="rId125" Type="http://schemas.openxmlformats.org/officeDocument/2006/relationships/slideLayout" Target="../slideLayouts/slideLayout7.xml"/><Relationship Id="rId7" Type="http://schemas.openxmlformats.org/officeDocument/2006/relationships/tags" Target="../tags/tag584.xml"/><Relationship Id="rId71" Type="http://schemas.openxmlformats.org/officeDocument/2006/relationships/tags" Target="../tags/tag648.xml"/><Relationship Id="rId92" Type="http://schemas.openxmlformats.org/officeDocument/2006/relationships/tags" Target="../tags/tag669.xml"/><Relationship Id="rId2" Type="http://schemas.openxmlformats.org/officeDocument/2006/relationships/tags" Target="../tags/tag579.xml"/><Relationship Id="rId29" Type="http://schemas.openxmlformats.org/officeDocument/2006/relationships/tags" Target="../tags/tag606.xml"/><Relationship Id="rId24" Type="http://schemas.openxmlformats.org/officeDocument/2006/relationships/tags" Target="../tags/tag601.xml"/><Relationship Id="rId40" Type="http://schemas.openxmlformats.org/officeDocument/2006/relationships/tags" Target="../tags/tag617.xml"/><Relationship Id="rId45" Type="http://schemas.openxmlformats.org/officeDocument/2006/relationships/tags" Target="../tags/tag622.xml"/><Relationship Id="rId66" Type="http://schemas.openxmlformats.org/officeDocument/2006/relationships/tags" Target="../tags/tag643.xml"/><Relationship Id="rId87" Type="http://schemas.openxmlformats.org/officeDocument/2006/relationships/tags" Target="../tags/tag664.xml"/><Relationship Id="rId110" Type="http://schemas.openxmlformats.org/officeDocument/2006/relationships/tags" Target="../tags/tag687.xml"/><Relationship Id="rId115" Type="http://schemas.openxmlformats.org/officeDocument/2006/relationships/tags" Target="../tags/tag692.xml"/><Relationship Id="rId61" Type="http://schemas.openxmlformats.org/officeDocument/2006/relationships/tags" Target="../tags/tag638.xml"/><Relationship Id="rId82" Type="http://schemas.openxmlformats.org/officeDocument/2006/relationships/tags" Target="../tags/tag659.xml"/><Relationship Id="rId19" Type="http://schemas.openxmlformats.org/officeDocument/2006/relationships/tags" Target="../tags/tag596.xml"/><Relationship Id="rId14" Type="http://schemas.openxmlformats.org/officeDocument/2006/relationships/tags" Target="../tags/tag591.xml"/><Relationship Id="rId30" Type="http://schemas.openxmlformats.org/officeDocument/2006/relationships/tags" Target="../tags/tag607.xml"/><Relationship Id="rId35" Type="http://schemas.openxmlformats.org/officeDocument/2006/relationships/tags" Target="../tags/tag612.xml"/><Relationship Id="rId56" Type="http://schemas.openxmlformats.org/officeDocument/2006/relationships/tags" Target="../tags/tag633.xml"/><Relationship Id="rId77" Type="http://schemas.openxmlformats.org/officeDocument/2006/relationships/tags" Target="../tags/tag654.xml"/><Relationship Id="rId100" Type="http://schemas.openxmlformats.org/officeDocument/2006/relationships/tags" Target="../tags/tag677.xml"/><Relationship Id="rId105" Type="http://schemas.openxmlformats.org/officeDocument/2006/relationships/tags" Target="../tags/tag682.xml"/><Relationship Id="rId126" Type="http://schemas.openxmlformats.org/officeDocument/2006/relationships/notesSlide" Target="../notesSlides/notesSlide8.xml"/><Relationship Id="rId8" Type="http://schemas.openxmlformats.org/officeDocument/2006/relationships/tags" Target="../tags/tag585.xml"/><Relationship Id="rId51" Type="http://schemas.openxmlformats.org/officeDocument/2006/relationships/tags" Target="../tags/tag628.xml"/><Relationship Id="rId72" Type="http://schemas.openxmlformats.org/officeDocument/2006/relationships/tags" Target="../tags/tag649.xml"/><Relationship Id="rId93" Type="http://schemas.openxmlformats.org/officeDocument/2006/relationships/tags" Target="../tags/tag670.xml"/><Relationship Id="rId98" Type="http://schemas.openxmlformats.org/officeDocument/2006/relationships/tags" Target="../tags/tag675.xml"/><Relationship Id="rId121" Type="http://schemas.openxmlformats.org/officeDocument/2006/relationships/tags" Target="../tags/tag698.xml"/><Relationship Id="rId3" Type="http://schemas.openxmlformats.org/officeDocument/2006/relationships/tags" Target="../tags/tag580.xml"/><Relationship Id="rId25" Type="http://schemas.openxmlformats.org/officeDocument/2006/relationships/tags" Target="../tags/tag602.xml"/><Relationship Id="rId46" Type="http://schemas.openxmlformats.org/officeDocument/2006/relationships/tags" Target="../tags/tag623.xml"/><Relationship Id="rId67" Type="http://schemas.openxmlformats.org/officeDocument/2006/relationships/tags" Target="../tags/tag644.xml"/><Relationship Id="rId116" Type="http://schemas.openxmlformats.org/officeDocument/2006/relationships/tags" Target="../tags/tag693.xml"/><Relationship Id="rId20" Type="http://schemas.openxmlformats.org/officeDocument/2006/relationships/tags" Target="../tags/tag597.xml"/><Relationship Id="rId41" Type="http://schemas.openxmlformats.org/officeDocument/2006/relationships/tags" Target="../tags/tag618.xml"/><Relationship Id="rId62" Type="http://schemas.openxmlformats.org/officeDocument/2006/relationships/tags" Target="../tags/tag639.xml"/><Relationship Id="rId83" Type="http://schemas.openxmlformats.org/officeDocument/2006/relationships/tags" Target="../tags/tag660.xml"/><Relationship Id="rId88" Type="http://schemas.openxmlformats.org/officeDocument/2006/relationships/tags" Target="../tags/tag665.xml"/><Relationship Id="rId111" Type="http://schemas.openxmlformats.org/officeDocument/2006/relationships/tags" Target="../tags/tag688.xml"/><Relationship Id="rId15" Type="http://schemas.openxmlformats.org/officeDocument/2006/relationships/tags" Target="../tags/tag592.xml"/><Relationship Id="rId36" Type="http://schemas.openxmlformats.org/officeDocument/2006/relationships/tags" Target="../tags/tag613.xml"/><Relationship Id="rId57" Type="http://schemas.openxmlformats.org/officeDocument/2006/relationships/tags" Target="../tags/tag634.xml"/><Relationship Id="rId106" Type="http://schemas.openxmlformats.org/officeDocument/2006/relationships/tags" Target="../tags/tag683.xml"/><Relationship Id="rId10" Type="http://schemas.openxmlformats.org/officeDocument/2006/relationships/tags" Target="../tags/tag587.xml"/><Relationship Id="rId31" Type="http://schemas.openxmlformats.org/officeDocument/2006/relationships/tags" Target="../tags/tag608.xml"/><Relationship Id="rId52" Type="http://schemas.openxmlformats.org/officeDocument/2006/relationships/tags" Target="../tags/tag629.xml"/><Relationship Id="rId73" Type="http://schemas.openxmlformats.org/officeDocument/2006/relationships/tags" Target="../tags/tag650.xml"/><Relationship Id="rId78" Type="http://schemas.openxmlformats.org/officeDocument/2006/relationships/tags" Target="../tags/tag655.xml"/><Relationship Id="rId94" Type="http://schemas.openxmlformats.org/officeDocument/2006/relationships/tags" Target="../tags/tag671.xml"/><Relationship Id="rId99" Type="http://schemas.openxmlformats.org/officeDocument/2006/relationships/tags" Target="../tags/tag676.xml"/><Relationship Id="rId101" Type="http://schemas.openxmlformats.org/officeDocument/2006/relationships/tags" Target="../tags/tag678.xml"/><Relationship Id="rId122" Type="http://schemas.openxmlformats.org/officeDocument/2006/relationships/tags" Target="../tags/tag699.xml"/><Relationship Id="rId4" Type="http://schemas.openxmlformats.org/officeDocument/2006/relationships/tags" Target="../tags/tag581.xml"/><Relationship Id="rId9" Type="http://schemas.openxmlformats.org/officeDocument/2006/relationships/tags" Target="../tags/tag586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tags" Target="../tags/tag818.xml"/><Relationship Id="rId21" Type="http://schemas.openxmlformats.org/officeDocument/2006/relationships/tags" Target="../tags/tag722.xml"/><Relationship Id="rId42" Type="http://schemas.openxmlformats.org/officeDocument/2006/relationships/tags" Target="../tags/tag743.xml"/><Relationship Id="rId63" Type="http://schemas.openxmlformats.org/officeDocument/2006/relationships/tags" Target="../tags/tag764.xml"/><Relationship Id="rId84" Type="http://schemas.openxmlformats.org/officeDocument/2006/relationships/tags" Target="../tags/tag785.xml"/><Relationship Id="rId138" Type="http://schemas.openxmlformats.org/officeDocument/2006/relationships/tags" Target="../tags/tag839.xml"/><Relationship Id="rId159" Type="http://schemas.openxmlformats.org/officeDocument/2006/relationships/tags" Target="../tags/tag860.xml"/><Relationship Id="rId170" Type="http://schemas.openxmlformats.org/officeDocument/2006/relationships/tags" Target="../tags/tag871.xml"/><Relationship Id="rId191" Type="http://schemas.openxmlformats.org/officeDocument/2006/relationships/tags" Target="../tags/tag892.xml"/><Relationship Id="rId107" Type="http://schemas.openxmlformats.org/officeDocument/2006/relationships/tags" Target="../tags/tag808.xml"/><Relationship Id="rId11" Type="http://schemas.openxmlformats.org/officeDocument/2006/relationships/tags" Target="../tags/tag712.xml"/><Relationship Id="rId32" Type="http://schemas.openxmlformats.org/officeDocument/2006/relationships/tags" Target="../tags/tag733.xml"/><Relationship Id="rId53" Type="http://schemas.openxmlformats.org/officeDocument/2006/relationships/tags" Target="../tags/tag754.xml"/><Relationship Id="rId74" Type="http://schemas.openxmlformats.org/officeDocument/2006/relationships/tags" Target="../tags/tag775.xml"/><Relationship Id="rId128" Type="http://schemas.openxmlformats.org/officeDocument/2006/relationships/tags" Target="../tags/tag829.xml"/><Relationship Id="rId149" Type="http://schemas.openxmlformats.org/officeDocument/2006/relationships/tags" Target="../tags/tag850.xml"/><Relationship Id="rId5" Type="http://schemas.openxmlformats.org/officeDocument/2006/relationships/tags" Target="../tags/tag706.xml"/><Relationship Id="rId95" Type="http://schemas.openxmlformats.org/officeDocument/2006/relationships/tags" Target="../tags/tag796.xml"/><Relationship Id="rId160" Type="http://schemas.openxmlformats.org/officeDocument/2006/relationships/tags" Target="../tags/tag861.xml"/><Relationship Id="rId181" Type="http://schemas.openxmlformats.org/officeDocument/2006/relationships/tags" Target="../tags/tag882.xml"/><Relationship Id="rId22" Type="http://schemas.openxmlformats.org/officeDocument/2006/relationships/tags" Target="../tags/tag723.xml"/><Relationship Id="rId43" Type="http://schemas.openxmlformats.org/officeDocument/2006/relationships/tags" Target="../tags/tag744.xml"/><Relationship Id="rId64" Type="http://schemas.openxmlformats.org/officeDocument/2006/relationships/tags" Target="../tags/tag765.xml"/><Relationship Id="rId118" Type="http://schemas.openxmlformats.org/officeDocument/2006/relationships/tags" Target="../tags/tag819.xml"/><Relationship Id="rId139" Type="http://schemas.openxmlformats.org/officeDocument/2006/relationships/tags" Target="../tags/tag840.xml"/><Relationship Id="rId85" Type="http://schemas.openxmlformats.org/officeDocument/2006/relationships/tags" Target="../tags/tag786.xml"/><Relationship Id="rId150" Type="http://schemas.openxmlformats.org/officeDocument/2006/relationships/tags" Target="../tags/tag851.xml"/><Relationship Id="rId171" Type="http://schemas.openxmlformats.org/officeDocument/2006/relationships/tags" Target="../tags/tag872.xml"/><Relationship Id="rId192" Type="http://schemas.openxmlformats.org/officeDocument/2006/relationships/tags" Target="../tags/tag893.xml"/><Relationship Id="rId12" Type="http://schemas.openxmlformats.org/officeDocument/2006/relationships/tags" Target="../tags/tag713.xml"/><Relationship Id="rId33" Type="http://schemas.openxmlformats.org/officeDocument/2006/relationships/tags" Target="../tags/tag734.xml"/><Relationship Id="rId108" Type="http://schemas.openxmlformats.org/officeDocument/2006/relationships/tags" Target="../tags/tag809.xml"/><Relationship Id="rId129" Type="http://schemas.openxmlformats.org/officeDocument/2006/relationships/tags" Target="../tags/tag830.xml"/><Relationship Id="rId54" Type="http://schemas.openxmlformats.org/officeDocument/2006/relationships/tags" Target="../tags/tag755.xml"/><Relationship Id="rId75" Type="http://schemas.openxmlformats.org/officeDocument/2006/relationships/tags" Target="../tags/tag776.xml"/><Relationship Id="rId96" Type="http://schemas.openxmlformats.org/officeDocument/2006/relationships/tags" Target="../tags/tag797.xml"/><Relationship Id="rId140" Type="http://schemas.openxmlformats.org/officeDocument/2006/relationships/tags" Target="../tags/tag841.xml"/><Relationship Id="rId161" Type="http://schemas.openxmlformats.org/officeDocument/2006/relationships/tags" Target="../tags/tag862.xml"/><Relationship Id="rId182" Type="http://schemas.openxmlformats.org/officeDocument/2006/relationships/tags" Target="../tags/tag883.xml"/><Relationship Id="rId6" Type="http://schemas.openxmlformats.org/officeDocument/2006/relationships/tags" Target="../tags/tag707.xml"/><Relationship Id="rId23" Type="http://schemas.openxmlformats.org/officeDocument/2006/relationships/tags" Target="../tags/tag724.xml"/><Relationship Id="rId119" Type="http://schemas.openxmlformats.org/officeDocument/2006/relationships/tags" Target="../tags/tag820.xml"/><Relationship Id="rId44" Type="http://schemas.openxmlformats.org/officeDocument/2006/relationships/tags" Target="../tags/tag745.xml"/><Relationship Id="rId65" Type="http://schemas.openxmlformats.org/officeDocument/2006/relationships/tags" Target="../tags/tag766.xml"/><Relationship Id="rId86" Type="http://schemas.openxmlformats.org/officeDocument/2006/relationships/tags" Target="../tags/tag787.xml"/><Relationship Id="rId130" Type="http://schemas.openxmlformats.org/officeDocument/2006/relationships/tags" Target="../tags/tag831.xml"/><Relationship Id="rId151" Type="http://schemas.openxmlformats.org/officeDocument/2006/relationships/tags" Target="../tags/tag852.xml"/><Relationship Id="rId172" Type="http://schemas.openxmlformats.org/officeDocument/2006/relationships/tags" Target="../tags/tag873.xml"/><Relationship Id="rId193" Type="http://schemas.openxmlformats.org/officeDocument/2006/relationships/tags" Target="../tags/tag894.xml"/><Relationship Id="rId13" Type="http://schemas.openxmlformats.org/officeDocument/2006/relationships/tags" Target="../tags/tag714.xml"/><Relationship Id="rId109" Type="http://schemas.openxmlformats.org/officeDocument/2006/relationships/tags" Target="../tags/tag810.xml"/><Relationship Id="rId34" Type="http://schemas.openxmlformats.org/officeDocument/2006/relationships/tags" Target="../tags/tag735.xml"/><Relationship Id="rId50" Type="http://schemas.openxmlformats.org/officeDocument/2006/relationships/tags" Target="../tags/tag751.xml"/><Relationship Id="rId55" Type="http://schemas.openxmlformats.org/officeDocument/2006/relationships/tags" Target="../tags/tag756.xml"/><Relationship Id="rId76" Type="http://schemas.openxmlformats.org/officeDocument/2006/relationships/tags" Target="../tags/tag777.xml"/><Relationship Id="rId97" Type="http://schemas.openxmlformats.org/officeDocument/2006/relationships/tags" Target="../tags/tag798.xml"/><Relationship Id="rId104" Type="http://schemas.openxmlformats.org/officeDocument/2006/relationships/tags" Target="../tags/tag805.xml"/><Relationship Id="rId120" Type="http://schemas.openxmlformats.org/officeDocument/2006/relationships/tags" Target="../tags/tag821.xml"/><Relationship Id="rId125" Type="http://schemas.openxmlformats.org/officeDocument/2006/relationships/tags" Target="../tags/tag826.xml"/><Relationship Id="rId141" Type="http://schemas.openxmlformats.org/officeDocument/2006/relationships/tags" Target="../tags/tag842.xml"/><Relationship Id="rId146" Type="http://schemas.openxmlformats.org/officeDocument/2006/relationships/tags" Target="../tags/tag847.xml"/><Relationship Id="rId167" Type="http://schemas.openxmlformats.org/officeDocument/2006/relationships/tags" Target="../tags/tag868.xml"/><Relationship Id="rId188" Type="http://schemas.openxmlformats.org/officeDocument/2006/relationships/tags" Target="../tags/tag889.xml"/><Relationship Id="rId7" Type="http://schemas.openxmlformats.org/officeDocument/2006/relationships/tags" Target="../tags/tag708.xml"/><Relationship Id="rId71" Type="http://schemas.openxmlformats.org/officeDocument/2006/relationships/tags" Target="../tags/tag772.xml"/><Relationship Id="rId92" Type="http://schemas.openxmlformats.org/officeDocument/2006/relationships/tags" Target="../tags/tag793.xml"/><Relationship Id="rId162" Type="http://schemas.openxmlformats.org/officeDocument/2006/relationships/tags" Target="../tags/tag863.xml"/><Relationship Id="rId183" Type="http://schemas.openxmlformats.org/officeDocument/2006/relationships/tags" Target="../tags/tag884.xml"/><Relationship Id="rId2" Type="http://schemas.openxmlformats.org/officeDocument/2006/relationships/tags" Target="../tags/tag703.xml"/><Relationship Id="rId29" Type="http://schemas.openxmlformats.org/officeDocument/2006/relationships/tags" Target="../tags/tag730.xml"/><Relationship Id="rId24" Type="http://schemas.openxmlformats.org/officeDocument/2006/relationships/tags" Target="../tags/tag725.xml"/><Relationship Id="rId40" Type="http://schemas.openxmlformats.org/officeDocument/2006/relationships/tags" Target="../tags/tag741.xml"/><Relationship Id="rId45" Type="http://schemas.openxmlformats.org/officeDocument/2006/relationships/tags" Target="../tags/tag746.xml"/><Relationship Id="rId66" Type="http://schemas.openxmlformats.org/officeDocument/2006/relationships/tags" Target="../tags/tag767.xml"/><Relationship Id="rId87" Type="http://schemas.openxmlformats.org/officeDocument/2006/relationships/tags" Target="../tags/tag788.xml"/><Relationship Id="rId110" Type="http://schemas.openxmlformats.org/officeDocument/2006/relationships/tags" Target="../tags/tag811.xml"/><Relationship Id="rId115" Type="http://schemas.openxmlformats.org/officeDocument/2006/relationships/tags" Target="../tags/tag816.xml"/><Relationship Id="rId131" Type="http://schemas.openxmlformats.org/officeDocument/2006/relationships/tags" Target="../tags/tag832.xml"/><Relationship Id="rId136" Type="http://schemas.openxmlformats.org/officeDocument/2006/relationships/tags" Target="../tags/tag837.xml"/><Relationship Id="rId157" Type="http://schemas.openxmlformats.org/officeDocument/2006/relationships/tags" Target="../tags/tag858.xml"/><Relationship Id="rId178" Type="http://schemas.openxmlformats.org/officeDocument/2006/relationships/tags" Target="../tags/tag879.xml"/><Relationship Id="rId61" Type="http://schemas.openxmlformats.org/officeDocument/2006/relationships/tags" Target="../tags/tag762.xml"/><Relationship Id="rId82" Type="http://schemas.openxmlformats.org/officeDocument/2006/relationships/tags" Target="../tags/tag783.xml"/><Relationship Id="rId152" Type="http://schemas.openxmlformats.org/officeDocument/2006/relationships/tags" Target="../tags/tag853.xml"/><Relationship Id="rId173" Type="http://schemas.openxmlformats.org/officeDocument/2006/relationships/tags" Target="../tags/tag874.xml"/><Relationship Id="rId194" Type="http://schemas.openxmlformats.org/officeDocument/2006/relationships/tags" Target="../tags/tag895.xml"/><Relationship Id="rId19" Type="http://schemas.openxmlformats.org/officeDocument/2006/relationships/tags" Target="../tags/tag720.xml"/><Relationship Id="rId14" Type="http://schemas.openxmlformats.org/officeDocument/2006/relationships/tags" Target="../tags/tag715.xml"/><Relationship Id="rId30" Type="http://schemas.openxmlformats.org/officeDocument/2006/relationships/tags" Target="../tags/tag731.xml"/><Relationship Id="rId35" Type="http://schemas.openxmlformats.org/officeDocument/2006/relationships/tags" Target="../tags/tag736.xml"/><Relationship Id="rId56" Type="http://schemas.openxmlformats.org/officeDocument/2006/relationships/tags" Target="../tags/tag757.xml"/><Relationship Id="rId77" Type="http://schemas.openxmlformats.org/officeDocument/2006/relationships/tags" Target="../tags/tag778.xml"/><Relationship Id="rId100" Type="http://schemas.openxmlformats.org/officeDocument/2006/relationships/tags" Target="../tags/tag801.xml"/><Relationship Id="rId105" Type="http://schemas.openxmlformats.org/officeDocument/2006/relationships/tags" Target="../tags/tag806.xml"/><Relationship Id="rId126" Type="http://schemas.openxmlformats.org/officeDocument/2006/relationships/tags" Target="../tags/tag827.xml"/><Relationship Id="rId147" Type="http://schemas.openxmlformats.org/officeDocument/2006/relationships/tags" Target="../tags/tag848.xml"/><Relationship Id="rId168" Type="http://schemas.openxmlformats.org/officeDocument/2006/relationships/tags" Target="../tags/tag869.xml"/><Relationship Id="rId8" Type="http://schemas.openxmlformats.org/officeDocument/2006/relationships/tags" Target="../tags/tag709.xml"/><Relationship Id="rId51" Type="http://schemas.openxmlformats.org/officeDocument/2006/relationships/tags" Target="../tags/tag752.xml"/><Relationship Id="rId72" Type="http://schemas.openxmlformats.org/officeDocument/2006/relationships/tags" Target="../tags/tag773.xml"/><Relationship Id="rId93" Type="http://schemas.openxmlformats.org/officeDocument/2006/relationships/tags" Target="../tags/tag794.xml"/><Relationship Id="rId98" Type="http://schemas.openxmlformats.org/officeDocument/2006/relationships/tags" Target="../tags/tag799.xml"/><Relationship Id="rId121" Type="http://schemas.openxmlformats.org/officeDocument/2006/relationships/tags" Target="../tags/tag822.xml"/><Relationship Id="rId142" Type="http://schemas.openxmlformats.org/officeDocument/2006/relationships/tags" Target="../tags/tag843.xml"/><Relationship Id="rId163" Type="http://schemas.openxmlformats.org/officeDocument/2006/relationships/tags" Target="../tags/tag864.xml"/><Relationship Id="rId184" Type="http://schemas.openxmlformats.org/officeDocument/2006/relationships/tags" Target="../tags/tag885.xml"/><Relationship Id="rId189" Type="http://schemas.openxmlformats.org/officeDocument/2006/relationships/tags" Target="../tags/tag890.xml"/><Relationship Id="rId3" Type="http://schemas.openxmlformats.org/officeDocument/2006/relationships/tags" Target="../tags/tag704.xml"/><Relationship Id="rId25" Type="http://schemas.openxmlformats.org/officeDocument/2006/relationships/tags" Target="../tags/tag726.xml"/><Relationship Id="rId46" Type="http://schemas.openxmlformats.org/officeDocument/2006/relationships/tags" Target="../tags/tag747.xml"/><Relationship Id="rId67" Type="http://schemas.openxmlformats.org/officeDocument/2006/relationships/tags" Target="../tags/tag768.xml"/><Relationship Id="rId116" Type="http://schemas.openxmlformats.org/officeDocument/2006/relationships/tags" Target="../tags/tag817.xml"/><Relationship Id="rId137" Type="http://schemas.openxmlformats.org/officeDocument/2006/relationships/tags" Target="../tags/tag838.xml"/><Relationship Id="rId158" Type="http://schemas.openxmlformats.org/officeDocument/2006/relationships/tags" Target="../tags/tag859.xml"/><Relationship Id="rId20" Type="http://schemas.openxmlformats.org/officeDocument/2006/relationships/tags" Target="../tags/tag721.xml"/><Relationship Id="rId41" Type="http://schemas.openxmlformats.org/officeDocument/2006/relationships/tags" Target="../tags/tag742.xml"/><Relationship Id="rId62" Type="http://schemas.openxmlformats.org/officeDocument/2006/relationships/tags" Target="../tags/tag763.xml"/><Relationship Id="rId83" Type="http://schemas.openxmlformats.org/officeDocument/2006/relationships/tags" Target="../tags/tag784.xml"/><Relationship Id="rId88" Type="http://schemas.openxmlformats.org/officeDocument/2006/relationships/tags" Target="../tags/tag789.xml"/><Relationship Id="rId111" Type="http://schemas.openxmlformats.org/officeDocument/2006/relationships/tags" Target="../tags/tag812.xml"/><Relationship Id="rId132" Type="http://schemas.openxmlformats.org/officeDocument/2006/relationships/tags" Target="../tags/tag833.xml"/><Relationship Id="rId153" Type="http://schemas.openxmlformats.org/officeDocument/2006/relationships/tags" Target="../tags/tag854.xml"/><Relationship Id="rId174" Type="http://schemas.openxmlformats.org/officeDocument/2006/relationships/tags" Target="../tags/tag875.xml"/><Relationship Id="rId179" Type="http://schemas.openxmlformats.org/officeDocument/2006/relationships/tags" Target="../tags/tag880.xml"/><Relationship Id="rId195" Type="http://schemas.openxmlformats.org/officeDocument/2006/relationships/tags" Target="../tags/tag896.xml"/><Relationship Id="rId190" Type="http://schemas.openxmlformats.org/officeDocument/2006/relationships/tags" Target="../tags/tag891.xml"/><Relationship Id="rId15" Type="http://schemas.openxmlformats.org/officeDocument/2006/relationships/tags" Target="../tags/tag716.xml"/><Relationship Id="rId36" Type="http://schemas.openxmlformats.org/officeDocument/2006/relationships/tags" Target="../tags/tag737.xml"/><Relationship Id="rId57" Type="http://schemas.openxmlformats.org/officeDocument/2006/relationships/tags" Target="../tags/tag758.xml"/><Relationship Id="rId106" Type="http://schemas.openxmlformats.org/officeDocument/2006/relationships/tags" Target="../tags/tag807.xml"/><Relationship Id="rId127" Type="http://schemas.openxmlformats.org/officeDocument/2006/relationships/tags" Target="../tags/tag828.xml"/><Relationship Id="rId10" Type="http://schemas.openxmlformats.org/officeDocument/2006/relationships/tags" Target="../tags/tag711.xml"/><Relationship Id="rId31" Type="http://schemas.openxmlformats.org/officeDocument/2006/relationships/tags" Target="../tags/tag732.xml"/><Relationship Id="rId52" Type="http://schemas.openxmlformats.org/officeDocument/2006/relationships/tags" Target="../tags/tag753.xml"/><Relationship Id="rId73" Type="http://schemas.openxmlformats.org/officeDocument/2006/relationships/tags" Target="../tags/tag774.xml"/><Relationship Id="rId78" Type="http://schemas.openxmlformats.org/officeDocument/2006/relationships/tags" Target="../tags/tag779.xml"/><Relationship Id="rId94" Type="http://schemas.openxmlformats.org/officeDocument/2006/relationships/tags" Target="../tags/tag795.xml"/><Relationship Id="rId99" Type="http://schemas.openxmlformats.org/officeDocument/2006/relationships/tags" Target="../tags/tag800.xml"/><Relationship Id="rId101" Type="http://schemas.openxmlformats.org/officeDocument/2006/relationships/tags" Target="../tags/tag802.xml"/><Relationship Id="rId122" Type="http://schemas.openxmlformats.org/officeDocument/2006/relationships/tags" Target="../tags/tag823.xml"/><Relationship Id="rId143" Type="http://schemas.openxmlformats.org/officeDocument/2006/relationships/tags" Target="../tags/tag844.xml"/><Relationship Id="rId148" Type="http://schemas.openxmlformats.org/officeDocument/2006/relationships/tags" Target="../tags/tag849.xml"/><Relationship Id="rId164" Type="http://schemas.openxmlformats.org/officeDocument/2006/relationships/tags" Target="../tags/tag865.xml"/><Relationship Id="rId169" Type="http://schemas.openxmlformats.org/officeDocument/2006/relationships/tags" Target="../tags/tag870.xml"/><Relationship Id="rId185" Type="http://schemas.openxmlformats.org/officeDocument/2006/relationships/tags" Target="../tags/tag886.xml"/><Relationship Id="rId4" Type="http://schemas.openxmlformats.org/officeDocument/2006/relationships/tags" Target="../tags/tag705.xml"/><Relationship Id="rId9" Type="http://schemas.openxmlformats.org/officeDocument/2006/relationships/tags" Target="../tags/tag710.xml"/><Relationship Id="rId180" Type="http://schemas.openxmlformats.org/officeDocument/2006/relationships/tags" Target="../tags/tag881.xml"/><Relationship Id="rId26" Type="http://schemas.openxmlformats.org/officeDocument/2006/relationships/tags" Target="../tags/tag727.xml"/><Relationship Id="rId47" Type="http://schemas.openxmlformats.org/officeDocument/2006/relationships/tags" Target="../tags/tag748.xml"/><Relationship Id="rId68" Type="http://schemas.openxmlformats.org/officeDocument/2006/relationships/tags" Target="../tags/tag769.xml"/><Relationship Id="rId89" Type="http://schemas.openxmlformats.org/officeDocument/2006/relationships/tags" Target="../tags/tag790.xml"/><Relationship Id="rId112" Type="http://schemas.openxmlformats.org/officeDocument/2006/relationships/tags" Target="../tags/tag813.xml"/><Relationship Id="rId133" Type="http://schemas.openxmlformats.org/officeDocument/2006/relationships/tags" Target="../tags/tag834.xml"/><Relationship Id="rId154" Type="http://schemas.openxmlformats.org/officeDocument/2006/relationships/tags" Target="../tags/tag855.xml"/><Relationship Id="rId175" Type="http://schemas.openxmlformats.org/officeDocument/2006/relationships/tags" Target="../tags/tag876.xml"/><Relationship Id="rId196" Type="http://schemas.openxmlformats.org/officeDocument/2006/relationships/slideLayout" Target="../slideLayouts/slideLayout7.xml"/><Relationship Id="rId16" Type="http://schemas.openxmlformats.org/officeDocument/2006/relationships/tags" Target="../tags/tag717.xml"/><Relationship Id="rId37" Type="http://schemas.openxmlformats.org/officeDocument/2006/relationships/tags" Target="../tags/tag738.xml"/><Relationship Id="rId58" Type="http://schemas.openxmlformats.org/officeDocument/2006/relationships/tags" Target="../tags/tag759.xml"/><Relationship Id="rId79" Type="http://schemas.openxmlformats.org/officeDocument/2006/relationships/tags" Target="../tags/tag780.xml"/><Relationship Id="rId102" Type="http://schemas.openxmlformats.org/officeDocument/2006/relationships/tags" Target="../tags/tag803.xml"/><Relationship Id="rId123" Type="http://schemas.openxmlformats.org/officeDocument/2006/relationships/tags" Target="../tags/tag824.xml"/><Relationship Id="rId144" Type="http://schemas.openxmlformats.org/officeDocument/2006/relationships/tags" Target="../tags/tag845.xml"/><Relationship Id="rId90" Type="http://schemas.openxmlformats.org/officeDocument/2006/relationships/tags" Target="../tags/tag791.xml"/><Relationship Id="rId165" Type="http://schemas.openxmlformats.org/officeDocument/2006/relationships/tags" Target="../tags/tag866.xml"/><Relationship Id="rId186" Type="http://schemas.openxmlformats.org/officeDocument/2006/relationships/tags" Target="../tags/tag887.xml"/><Relationship Id="rId27" Type="http://schemas.openxmlformats.org/officeDocument/2006/relationships/tags" Target="../tags/tag728.xml"/><Relationship Id="rId48" Type="http://schemas.openxmlformats.org/officeDocument/2006/relationships/tags" Target="../tags/tag749.xml"/><Relationship Id="rId69" Type="http://schemas.openxmlformats.org/officeDocument/2006/relationships/tags" Target="../tags/tag770.xml"/><Relationship Id="rId113" Type="http://schemas.openxmlformats.org/officeDocument/2006/relationships/tags" Target="../tags/tag814.xml"/><Relationship Id="rId134" Type="http://schemas.openxmlformats.org/officeDocument/2006/relationships/tags" Target="../tags/tag835.xml"/><Relationship Id="rId80" Type="http://schemas.openxmlformats.org/officeDocument/2006/relationships/tags" Target="../tags/tag781.xml"/><Relationship Id="rId155" Type="http://schemas.openxmlformats.org/officeDocument/2006/relationships/tags" Target="../tags/tag856.xml"/><Relationship Id="rId176" Type="http://schemas.openxmlformats.org/officeDocument/2006/relationships/tags" Target="../tags/tag877.xml"/><Relationship Id="rId17" Type="http://schemas.openxmlformats.org/officeDocument/2006/relationships/tags" Target="../tags/tag718.xml"/><Relationship Id="rId38" Type="http://schemas.openxmlformats.org/officeDocument/2006/relationships/tags" Target="../tags/tag739.xml"/><Relationship Id="rId59" Type="http://schemas.openxmlformats.org/officeDocument/2006/relationships/tags" Target="../tags/tag760.xml"/><Relationship Id="rId103" Type="http://schemas.openxmlformats.org/officeDocument/2006/relationships/tags" Target="../tags/tag804.xml"/><Relationship Id="rId124" Type="http://schemas.openxmlformats.org/officeDocument/2006/relationships/tags" Target="../tags/tag825.xml"/><Relationship Id="rId70" Type="http://schemas.openxmlformats.org/officeDocument/2006/relationships/tags" Target="../tags/tag771.xml"/><Relationship Id="rId91" Type="http://schemas.openxmlformats.org/officeDocument/2006/relationships/tags" Target="../tags/tag792.xml"/><Relationship Id="rId145" Type="http://schemas.openxmlformats.org/officeDocument/2006/relationships/tags" Target="../tags/tag846.xml"/><Relationship Id="rId166" Type="http://schemas.openxmlformats.org/officeDocument/2006/relationships/tags" Target="../tags/tag867.xml"/><Relationship Id="rId187" Type="http://schemas.openxmlformats.org/officeDocument/2006/relationships/tags" Target="../tags/tag888.xml"/><Relationship Id="rId1" Type="http://schemas.openxmlformats.org/officeDocument/2006/relationships/tags" Target="../tags/tag702.xml"/><Relationship Id="rId28" Type="http://schemas.openxmlformats.org/officeDocument/2006/relationships/tags" Target="../tags/tag729.xml"/><Relationship Id="rId49" Type="http://schemas.openxmlformats.org/officeDocument/2006/relationships/tags" Target="../tags/tag750.xml"/><Relationship Id="rId114" Type="http://schemas.openxmlformats.org/officeDocument/2006/relationships/tags" Target="../tags/tag815.xml"/><Relationship Id="rId60" Type="http://schemas.openxmlformats.org/officeDocument/2006/relationships/tags" Target="../tags/tag761.xml"/><Relationship Id="rId81" Type="http://schemas.openxmlformats.org/officeDocument/2006/relationships/tags" Target="../tags/tag782.xml"/><Relationship Id="rId135" Type="http://schemas.openxmlformats.org/officeDocument/2006/relationships/tags" Target="../tags/tag836.xml"/><Relationship Id="rId156" Type="http://schemas.openxmlformats.org/officeDocument/2006/relationships/tags" Target="../tags/tag857.xml"/><Relationship Id="rId177" Type="http://schemas.openxmlformats.org/officeDocument/2006/relationships/tags" Target="../tags/tag878.xml"/><Relationship Id="rId18" Type="http://schemas.openxmlformats.org/officeDocument/2006/relationships/tags" Target="../tags/tag719.xml"/><Relationship Id="rId39" Type="http://schemas.openxmlformats.org/officeDocument/2006/relationships/tags" Target="../tags/tag740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tags" Target="../tags/tag1013.xml"/><Relationship Id="rId21" Type="http://schemas.openxmlformats.org/officeDocument/2006/relationships/tags" Target="../tags/tag917.xml"/><Relationship Id="rId42" Type="http://schemas.openxmlformats.org/officeDocument/2006/relationships/tags" Target="../tags/tag938.xml"/><Relationship Id="rId63" Type="http://schemas.openxmlformats.org/officeDocument/2006/relationships/tags" Target="../tags/tag959.xml"/><Relationship Id="rId84" Type="http://schemas.openxmlformats.org/officeDocument/2006/relationships/tags" Target="../tags/tag980.xml"/><Relationship Id="rId138" Type="http://schemas.openxmlformats.org/officeDocument/2006/relationships/tags" Target="../tags/tag1034.xml"/><Relationship Id="rId107" Type="http://schemas.openxmlformats.org/officeDocument/2006/relationships/tags" Target="../tags/tag1003.xml"/><Relationship Id="rId11" Type="http://schemas.openxmlformats.org/officeDocument/2006/relationships/tags" Target="../tags/tag907.xml"/><Relationship Id="rId32" Type="http://schemas.openxmlformats.org/officeDocument/2006/relationships/tags" Target="../tags/tag928.xml"/><Relationship Id="rId37" Type="http://schemas.openxmlformats.org/officeDocument/2006/relationships/tags" Target="../tags/tag933.xml"/><Relationship Id="rId53" Type="http://schemas.openxmlformats.org/officeDocument/2006/relationships/tags" Target="../tags/tag949.xml"/><Relationship Id="rId58" Type="http://schemas.openxmlformats.org/officeDocument/2006/relationships/tags" Target="../tags/tag954.xml"/><Relationship Id="rId74" Type="http://schemas.openxmlformats.org/officeDocument/2006/relationships/tags" Target="../tags/tag970.xml"/><Relationship Id="rId79" Type="http://schemas.openxmlformats.org/officeDocument/2006/relationships/tags" Target="../tags/tag975.xml"/><Relationship Id="rId102" Type="http://schemas.openxmlformats.org/officeDocument/2006/relationships/tags" Target="../tags/tag998.xml"/><Relationship Id="rId123" Type="http://schemas.openxmlformats.org/officeDocument/2006/relationships/tags" Target="../tags/tag1019.xml"/><Relationship Id="rId128" Type="http://schemas.openxmlformats.org/officeDocument/2006/relationships/tags" Target="../tags/tag1024.xml"/><Relationship Id="rId5" Type="http://schemas.openxmlformats.org/officeDocument/2006/relationships/tags" Target="../tags/tag901.xml"/><Relationship Id="rId90" Type="http://schemas.openxmlformats.org/officeDocument/2006/relationships/tags" Target="../tags/tag986.xml"/><Relationship Id="rId95" Type="http://schemas.openxmlformats.org/officeDocument/2006/relationships/tags" Target="../tags/tag991.xml"/><Relationship Id="rId22" Type="http://schemas.openxmlformats.org/officeDocument/2006/relationships/tags" Target="../tags/tag918.xml"/><Relationship Id="rId27" Type="http://schemas.openxmlformats.org/officeDocument/2006/relationships/tags" Target="../tags/tag923.xml"/><Relationship Id="rId43" Type="http://schemas.openxmlformats.org/officeDocument/2006/relationships/tags" Target="../tags/tag939.xml"/><Relationship Id="rId48" Type="http://schemas.openxmlformats.org/officeDocument/2006/relationships/tags" Target="../tags/tag944.xml"/><Relationship Id="rId64" Type="http://schemas.openxmlformats.org/officeDocument/2006/relationships/tags" Target="../tags/tag960.xml"/><Relationship Id="rId69" Type="http://schemas.openxmlformats.org/officeDocument/2006/relationships/tags" Target="../tags/tag965.xml"/><Relationship Id="rId113" Type="http://schemas.openxmlformats.org/officeDocument/2006/relationships/tags" Target="../tags/tag1009.xml"/><Relationship Id="rId118" Type="http://schemas.openxmlformats.org/officeDocument/2006/relationships/tags" Target="../tags/tag1014.xml"/><Relationship Id="rId134" Type="http://schemas.openxmlformats.org/officeDocument/2006/relationships/tags" Target="../tags/tag1030.xml"/><Relationship Id="rId139" Type="http://schemas.openxmlformats.org/officeDocument/2006/relationships/tags" Target="../tags/tag1035.xml"/><Relationship Id="rId80" Type="http://schemas.openxmlformats.org/officeDocument/2006/relationships/tags" Target="../tags/tag976.xml"/><Relationship Id="rId85" Type="http://schemas.openxmlformats.org/officeDocument/2006/relationships/tags" Target="../tags/tag981.xml"/><Relationship Id="rId12" Type="http://schemas.openxmlformats.org/officeDocument/2006/relationships/tags" Target="../tags/tag908.xml"/><Relationship Id="rId17" Type="http://schemas.openxmlformats.org/officeDocument/2006/relationships/tags" Target="../tags/tag913.xml"/><Relationship Id="rId33" Type="http://schemas.openxmlformats.org/officeDocument/2006/relationships/tags" Target="../tags/tag929.xml"/><Relationship Id="rId38" Type="http://schemas.openxmlformats.org/officeDocument/2006/relationships/tags" Target="../tags/tag934.xml"/><Relationship Id="rId59" Type="http://schemas.openxmlformats.org/officeDocument/2006/relationships/tags" Target="../tags/tag955.xml"/><Relationship Id="rId103" Type="http://schemas.openxmlformats.org/officeDocument/2006/relationships/tags" Target="../tags/tag999.xml"/><Relationship Id="rId108" Type="http://schemas.openxmlformats.org/officeDocument/2006/relationships/tags" Target="../tags/tag1004.xml"/><Relationship Id="rId124" Type="http://schemas.openxmlformats.org/officeDocument/2006/relationships/tags" Target="../tags/tag1020.xml"/><Relationship Id="rId129" Type="http://schemas.openxmlformats.org/officeDocument/2006/relationships/tags" Target="../tags/tag1025.xml"/><Relationship Id="rId54" Type="http://schemas.openxmlformats.org/officeDocument/2006/relationships/tags" Target="../tags/tag950.xml"/><Relationship Id="rId70" Type="http://schemas.openxmlformats.org/officeDocument/2006/relationships/tags" Target="../tags/tag966.xml"/><Relationship Id="rId75" Type="http://schemas.openxmlformats.org/officeDocument/2006/relationships/tags" Target="../tags/tag971.xml"/><Relationship Id="rId91" Type="http://schemas.openxmlformats.org/officeDocument/2006/relationships/tags" Target="../tags/tag987.xml"/><Relationship Id="rId96" Type="http://schemas.openxmlformats.org/officeDocument/2006/relationships/tags" Target="../tags/tag992.xml"/><Relationship Id="rId140" Type="http://schemas.openxmlformats.org/officeDocument/2006/relationships/tags" Target="../tags/tag1036.xml"/><Relationship Id="rId1" Type="http://schemas.openxmlformats.org/officeDocument/2006/relationships/tags" Target="../tags/tag897.xml"/><Relationship Id="rId6" Type="http://schemas.openxmlformats.org/officeDocument/2006/relationships/tags" Target="../tags/tag902.xml"/><Relationship Id="rId23" Type="http://schemas.openxmlformats.org/officeDocument/2006/relationships/tags" Target="../tags/tag919.xml"/><Relationship Id="rId28" Type="http://schemas.openxmlformats.org/officeDocument/2006/relationships/tags" Target="../tags/tag924.xml"/><Relationship Id="rId49" Type="http://schemas.openxmlformats.org/officeDocument/2006/relationships/tags" Target="../tags/tag945.xml"/><Relationship Id="rId114" Type="http://schemas.openxmlformats.org/officeDocument/2006/relationships/tags" Target="../tags/tag1010.xml"/><Relationship Id="rId119" Type="http://schemas.openxmlformats.org/officeDocument/2006/relationships/tags" Target="../tags/tag1015.xml"/><Relationship Id="rId44" Type="http://schemas.openxmlformats.org/officeDocument/2006/relationships/tags" Target="../tags/tag940.xml"/><Relationship Id="rId60" Type="http://schemas.openxmlformats.org/officeDocument/2006/relationships/tags" Target="../tags/tag956.xml"/><Relationship Id="rId65" Type="http://schemas.openxmlformats.org/officeDocument/2006/relationships/tags" Target="../tags/tag961.xml"/><Relationship Id="rId81" Type="http://schemas.openxmlformats.org/officeDocument/2006/relationships/tags" Target="../tags/tag977.xml"/><Relationship Id="rId86" Type="http://schemas.openxmlformats.org/officeDocument/2006/relationships/tags" Target="../tags/tag982.xml"/><Relationship Id="rId130" Type="http://schemas.openxmlformats.org/officeDocument/2006/relationships/tags" Target="../tags/tag1026.xml"/><Relationship Id="rId135" Type="http://schemas.openxmlformats.org/officeDocument/2006/relationships/tags" Target="../tags/tag1031.xml"/><Relationship Id="rId13" Type="http://schemas.openxmlformats.org/officeDocument/2006/relationships/tags" Target="../tags/tag909.xml"/><Relationship Id="rId18" Type="http://schemas.openxmlformats.org/officeDocument/2006/relationships/tags" Target="../tags/tag914.xml"/><Relationship Id="rId39" Type="http://schemas.openxmlformats.org/officeDocument/2006/relationships/tags" Target="../tags/tag935.xml"/><Relationship Id="rId109" Type="http://schemas.openxmlformats.org/officeDocument/2006/relationships/tags" Target="../tags/tag1005.xml"/><Relationship Id="rId34" Type="http://schemas.openxmlformats.org/officeDocument/2006/relationships/tags" Target="../tags/tag930.xml"/><Relationship Id="rId50" Type="http://schemas.openxmlformats.org/officeDocument/2006/relationships/tags" Target="../tags/tag946.xml"/><Relationship Id="rId55" Type="http://schemas.openxmlformats.org/officeDocument/2006/relationships/tags" Target="../tags/tag951.xml"/><Relationship Id="rId76" Type="http://schemas.openxmlformats.org/officeDocument/2006/relationships/tags" Target="../tags/tag972.xml"/><Relationship Id="rId97" Type="http://schemas.openxmlformats.org/officeDocument/2006/relationships/tags" Target="../tags/tag993.xml"/><Relationship Id="rId104" Type="http://schemas.openxmlformats.org/officeDocument/2006/relationships/tags" Target="../tags/tag1000.xml"/><Relationship Id="rId120" Type="http://schemas.openxmlformats.org/officeDocument/2006/relationships/tags" Target="../tags/tag1016.xml"/><Relationship Id="rId125" Type="http://schemas.openxmlformats.org/officeDocument/2006/relationships/tags" Target="../tags/tag1021.xml"/><Relationship Id="rId141" Type="http://schemas.openxmlformats.org/officeDocument/2006/relationships/tags" Target="../tags/tag1037.xml"/><Relationship Id="rId7" Type="http://schemas.openxmlformats.org/officeDocument/2006/relationships/tags" Target="../tags/tag903.xml"/><Relationship Id="rId71" Type="http://schemas.openxmlformats.org/officeDocument/2006/relationships/tags" Target="../tags/tag967.xml"/><Relationship Id="rId92" Type="http://schemas.openxmlformats.org/officeDocument/2006/relationships/tags" Target="../tags/tag988.xml"/><Relationship Id="rId2" Type="http://schemas.openxmlformats.org/officeDocument/2006/relationships/tags" Target="../tags/tag898.xml"/><Relationship Id="rId29" Type="http://schemas.openxmlformats.org/officeDocument/2006/relationships/tags" Target="../tags/tag925.xml"/><Relationship Id="rId24" Type="http://schemas.openxmlformats.org/officeDocument/2006/relationships/tags" Target="../tags/tag920.xml"/><Relationship Id="rId40" Type="http://schemas.openxmlformats.org/officeDocument/2006/relationships/tags" Target="../tags/tag936.xml"/><Relationship Id="rId45" Type="http://schemas.openxmlformats.org/officeDocument/2006/relationships/tags" Target="../tags/tag941.xml"/><Relationship Id="rId66" Type="http://schemas.openxmlformats.org/officeDocument/2006/relationships/tags" Target="../tags/tag962.xml"/><Relationship Id="rId87" Type="http://schemas.openxmlformats.org/officeDocument/2006/relationships/tags" Target="../tags/tag983.xml"/><Relationship Id="rId110" Type="http://schemas.openxmlformats.org/officeDocument/2006/relationships/tags" Target="../tags/tag1006.xml"/><Relationship Id="rId115" Type="http://schemas.openxmlformats.org/officeDocument/2006/relationships/tags" Target="../tags/tag1011.xml"/><Relationship Id="rId131" Type="http://schemas.openxmlformats.org/officeDocument/2006/relationships/tags" Target="../tags/tag1027.xml"/><Relationship Id="rId136" Type="http://schemas.openxmlformats.org/officeDocument/2006/relationships/tags" Target="../tags/tag1032.xml"/><Relationship Id="rId61" Type="http://schemas.openxmlformats.org/officeDocument/2006/relationships/tags" Target="../tags/tag957.xml"/><Relationship Id="rId82" Type="http://schemas.openxmlformats.org/officeDocument/2006/relationships/tags" Target="../tags/tag978.xml"/><Relationship Id="rId19" Type="http://schemas.openxmlformats.org/officeDocument/2006/relationships/tags" Target="../tags/tag915.xml"/><Relationship Id="rId14" Type="http://schemas.openxmlformats.org/officeDocument/2006/relationships/tags" Target="../tags/tag910.xml"/><Relationship Id="rId30" Type="http://schemas.openxmlformats.org/officeDocument/2006/relationships/tags" Target="../tags/tag926.xml"/><Relationship Id="rId35" Type="http://schemas.openxmlformats.org/officeDocument/2006/relationships/tags" Target="../tags/tag931.xml"/><Relationship Id="rId56" Type="http://schemas.openxmlformats.org/officeDocument/2006/relationships/tags" Target="../tags/tag952.xml"/><Relationship Id="rId77" Type="http://schemas.openxmlformats.org/officeDocument/2006/relationships/tags" Target="../tags/tag973.xml"/><Relationship Id="rId100" Type="http://schemas.openxmlformats.org/officeDocument/2006/relationships/tags" Target="../tags/tag996.xml"/><Relationship Id="rId105" Type="http://schemas.openxmlformats.org/officeDocument/2006/relationships/tags" Target="../tags/tag1001.xml"/><Relationship Id="rId126" Type="http://schemas.openxmlformats.org/officeDocument/2006/relationships/tags" Target="../tags/tag1022.xml"/><Relationship Id="rId8" Type="http://schemas.openxmlformats.org/officeDocument/2006/relationships/tags" Target="../tags/tag904.xml"/><Relationship Id="rId51" Type="http://schemas.openxmlformats.org/officeDocument/2006/relationships/tags" Target="../tags/tag947.xml"/><Relationship Id="rId72" Type="http://schemas.openxmlformats.org/officeDocument/2006/relationships/tags" Target="../tags/tag968.xml"/><Relationship Id="rId93" Type="http://schemas.openxmlformats.org/officeDocument/2006/relationships/tags" Target="../tags/tag989.xml"/><Relationship Id="rId98" Type="http://schemas.openxmlformats.org/officeDocument/2006/relationships/tags" Target="../tags/tag994.xml"/><Relationship Id="rId121" Type="http://schemas.openxmlformats.org/officeDocument/2006/relationships/tags" Target="../tags/tag1017.xml"/><Relationship Id="rId142" Type="http://schemas.openxmlformats.org/officeDocument/2006/relationships/tags" Target="../tags/tag1038.xml"/><Relationship Id="rId3" Type="http://schemas.openxmlformats.org/officeDocument/2006/relationships/tags" Target="../tags/tag899.xml"/><Relationship Id="rId25" Type="http://schemas.openxmlformats.org/officeDocument/2006/relationships/tags" Target="../tags/tag921.xml"/><Relationship Id="rId46" Type="http://schemas.openxmlformats.org/officeDocument/2006/relationships/tags" Target="../tags/tag942.xml"/><Relationship Id="rId67" Type="http://schemas.openxmlformats.org/officeDocument/2006/relationships/tags" Target="../tags/tag963.xml"/><Relationship Id="rId116" Type="http://schemas.openxmlformats.org/officeDocument/2006/relationships/tags" Target="../tags/tag1012.xml"/><Relationship Id="rId137" Type="http://schemas.openxmlformats.org/officeDocument/2006/relationships/tags" Target="../tags/tag1033.xml"/><Relationship Id="rId20" Type="http://schemas.openxmlformats.org/officeDocument/2006/relationships/tags" Target="../tags/tag916.xml"/><Relationship Id="rId41" Type="http://schemas.openxmlformats.org/officeDocument/2006/relationships/tags" Target="../tags/tag937.xml"/><Relationship Id="rId62" Type="http://schemas.openxmlformats.org/officeDocument/2006/relationships/tags" Target="../tags/tag958.xml"/><Relationship Id="rId83" Type="http://schemas.openxmlformats.org/officeDocument/2006/relationships/tags" Target="../tags/tag979.xml"/><Relationship Id="rId88" Type="http://schemas.openxmlformats.org/officeDocument/2006/relationships/tags" Target="../tags/tag984.xml"/><Relationship Id="rId111" Type="http://schemas.openxmlformats.org/officeDocument/2006/relationships/tags" Target="../tags/tag1007.xml"/><Relationship Id="rId132" Type="http://schemas.openxmlformats.org/officeDocument/2006/relationships/tags" Target="../tags/tag1028.xml"/><Relationship Id="rId15" Type="http://schemas.openxmlformats.org/officeDocument/2006/relationships/tags" Target="../tags/tag911.xml"/><Relationship Id="rId36" Type="http://schemas.openxmlformats.org/officeDocument/2006/relationships/tags" Target="../tags/tag932.xml"/><Relationship Id="rId57" Type="http://schemas.openxmlformats.org/officeDocument/2006/relationships/tags" Target="../tags/tag953.xml"/><Relationship Id="rId106" Type="http://schemas.openxmlformats.org/officeDocument/2006/relationships/tags" Target="../tags/tag1002.xml"/><Relationship Id="rId127" Type="http://schemas.openxmlformats.org/officeDocument/2006/relationships/tags" Target="../tags/tag1023.xml"/><Relationship Id="rId10" Type="http://schemas.openxmlformats.org/officeDocument/2006/relationships/tags" Target="../tags/tag906.xml"/><Relationship Id="rId31" Type="http://schemas.openxmlformats.org/officeDocument/2006/relationships/tags" Target="../tags/tag927.xml"/><Relationship Id="rId52" Type="http://schemas.openxmlformats.org/officeDocument/2006/relationships/tags" Target="../tags/tag948.xml"/><Relationship Id="rId73" Type="http://schemas.openxmlformats.org/officeDocument/2006/relationships/tags" Target="../tags/tag969.xml"/><Relationship Id="rId78" Type="http://schemas.openxmlformats.org/officeDocument/2006/relationships/tags" Target="../tags/tag974.xml"/><Relationship Id="rId94" Type="http://schemas.openxmlformats.org/officeDocument/2006/relationships/tags" Target="../tags/tag990.xml"/><Relationship Id="rId99" Type="http://schemas.openxmlformats.org/officeDocument/2006/relationships/tags" Target="../tags/tag995.xml"/><Relationship Id="rId101" Type="http://schemas.openxmlformats.org/officeDocument/2006/relationships/tags" Target="../tags/tag997.xml"/><Relationship Id="rId122" Type="http://schemas.openxmlformats.org/officeDocument/2006/relationships/tags" Target="../tags/tag1018.xml"/><Relationship Id="rId143" Type="http://schemas.openxmlformats.org/officeDocument/2006/relationships/slideLayout" Target="../slideLayouts/slideLayout7.xml"/><Relationship Id="rId4" Type="http://schemas.openxmlformats.org/officeDocument/2006/relationships/tags" Target="../tags/tag900.xml"/><Relationship Id="rId9" Type="http://schemas.openxmlformats.org/officeDocument/2006/relationships/tags" Target="../tags/tag905.xml"/><Relationship Id="rId26" Type="http://schemas.openxmlformats.org/officeDocument/2006/relationships/tags" Target="../tags/tag922.xml"/><Relationship Id="rId47" Type="http://schemas.openxmlformats.org/officeDocument/2006/relationships/tags" Target="../tags/tag943.xml"/><Relationship Id="rId68" Type="http://schemas.openxmlformats.org/officeDocument/2006/relationships/tags" Target="../tags/tag964.xml"/><Relationship Id="rId89" Type="http://schemas.openxmlformats.org/officeDocument/2006/relationships/tags" Target="../tags/tag985.xml"/><Relationship Id="rId112" Type="http://schemas.openxmlformats.org/officeDocument/2006/relationships/tags" Target="../tags/tag1008.xml"/><Relationship Id="rId133" Type="http://schemas.openxmlformats.org/officeDocument/2006/relationships/tags" Target="../tags/tag1029.xml"/><Relationship Id="rId16" Type="http://schemas.openxmlformats.org/officeDocument/2006/relationships/tags" Target="../tags/tag9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1051.xml"/><Relationship Id="rId18" Type="http://schemas.openxmlformats.org/officeDocument/2006/relationships/tags" Target="../tags/tag1056.xml"/><Relationship Id="rId26" Type="http://schemas.openxmlformats.org/officeDocument/2006/relationships/tags" Target="../tags/tag1064.xml"/><Relationship Id="rId39" Type="http://schemas.openxmlformats.org/officeDocument/2006/relationships/tags" Target="../tags/tag1077.xml"/><Relationship Id="rId21" Type="http://schemas.openxmlformats.org/officeDocument/2006/relationships/tags" Target="../tags/tag1059.xml"/><Relationship Id="rId34" Type="http://schemas.openxmlformats.org/officeDocument/2006/relationships/tags" Target="../tags/tag1072.xml"/><Relationship Id="rId42" Type="http://schemas.openxmlformats.org/officeDocument/2006/relationships/notesSlide" Target="../notesSlides/notesSlide11.xml"/><Relationship Id="rId7" Type="http://schemas.openxmlformats.org/officeDocument/2006/relationships/tags" Target="../tags/tag1045.xml"/><Relationship Id="rId2" Type="http://schemas.openxmlformats.org/officeDocument/2006/relationships/tags" Target="../tags/tag1040.xml"/><Relationship Id="rId16" Type="http://schemas.openxmlformats.org/officeDocument/2006/relationships/tags" Target="../tags/tag1054.xml"/><Relationship Id="rId20" Type="http://schemas.openxmlformats.org/officeDocument/2006/relationships/tags" Target="../tags/tag1058.xml"/><Relationship Id="rId29" Type="http://schemas.openxmlformats.org/officeDocument/2006/relationships/tags" Target="../tags/tag1067.xml"/><Relationship Id="rId41" Type="http://schemas.openxmlformats.org/officeDocument/2006/relationships/slideLayout" Target="../slideLayouts/slideLayout7.xml"/><Relationship Id="rId1" Type="http://schemas.openxmlformats.org/officeDocument/2006/relationships/tags" Target="../tags/tag1039.xml"/><Relationship Id="rId6" Type="http://schemas.openxmlformats.org/officeDocument/2006/relationships/tags" Target="../tags/tag1044.xml"/><Relationship Id="rId11" Type="http://schemas.openxmlformats.org/officeDocument/2006/relationships/tags" Target="../tags/tag1049.xml"/><Relationship Id="rId24" Type="http://schemas.openxmlformats.org/officeDocument/2006/relationships/tags" Target="../tags/tag1062.xml"/><Relationship Id="rId32" Type="http://schemas.openxmlformats.org/officeDocument/2006/relationships/tags" Target="../tags/tag1070.xml"/><Relationship Id="rId37" Type="http://schemas.openxmlformats.org/officeDocument/2006/relationships/tags" Target="../tags/tag1075.xml"/><Relationship Id="rId40" Type="http://schemas.openxmlformats.org/officeDocument/2006/relationships/tags" Target="../tags/tag1078.xml"/><Relationship Id="rId5" Type="http://schemas.openxmlformats.org/officeDocument/2006/relationships/tags" Target="../tags/tag1043.xml"/><Relationship Id="rId15" Type="http://schemas.openxmlformats.org/officeDocument/2006/relationships/tags" Target="../tags/tag1053.xml"/><Relationship Id="rId23" Type="http://schemas.openxmlformats.org/officeDocument/2006/relationships/tags" Target="../tags/tag1061.xml"/><Relationship Id="rId28" Type="http://schemas.openxmlformats.org/officeDocument/2006/relationships/tags" Target="../tags/tag1066.xml"/><Relationship Id="rId36" Type="http://schemas.openxmlformats.org/officeDocument/2006/relationships/tags" Target="../tags/tag1074.xml"/><Relationship Id="rId10" Type="http://schemas.openxmlformats.org/officeDocument/2006/relationships/tags" Target="../tags/tag1048.xml"/><Relationship Id="rId19" Type="http://schemas.openxmlformats.org/officeDocument/2006/relationships/tags" Target="../tags/tag1057.xml"/><Relationship Id="rId31" Type="http://schemas.openxmlformats.org/officeDocument/2006/relationships/tags" Target="../tags/tag1069.xml"/><Relationship Id="rId4" Type="http://schemas.openxmlformats.org/officeDocument/2006/relationships/tags" Target="../tags/tag1042.xml"/><Relationship Id="rId9" Type="http://schemas.openxmlformats.org/officeDocument/2006/relationships/tags" Target="../tags/tag1047.xml"/><Relationship Id="rId14" Type="http://schemas.openxmlformats.org/officeDocument/2006/relationships/tags" Target="../tags/tag1052.xml"/><Relationship Id="rId22" Type="http://schemas.openxmlformats.org/officeDocument/2006/relationships/tags" Target="../tags/tag1060.xml"/><Relationship Id="rId27" Type="http://schemas.openxmlformats.org/officeDocument/2006/relationships/tags" Target="../tags/tag1065.xml"/><Relationship Id="rId30" Type="http://schemas.openxmlformats.org/officeDocument/2006/relationships/tags" Target="../tags/tag1068.xml"/><Relationship Id="rId35" Type="http://schemas.openxmlformats.org/officeDocument/2006/relationships/tags" Target="../tags/tag1073.xml"/><Relationship Id="rId43" Type="http://schemas.openxmlformats.org/officeDocument/2006/relationships/slide" Target="slide2.xml"/><Relationship Id="rId8" Type="http://schemas.openxmlformats.org/officeDocument/2006/relationships/tags" Target="../tags/tag1046.xml"/><Relationship Id="rId3" Type="http://schemas.openxmlformats.org/officeDocument/2006/relationships/tags" Target="../tags/tag1041.xml"/><Relationship Id="rId12" Type="http://schemas.openxmlformats.org/officeDocument/2006/relationships/tags" Target="../tags/tag1050.xml"/><Relationship Id="rId17" Type="http://schemas.openxmlformats.org/officeDocument/2006/relationships/tags" Target="../tags/tag1055.xml"/><Relationship Id="rId25" Type="http://schemas.openxmlformats.org/officeDocument/2006/relationships/tags" Target="../tags/tag1063.xml"/><Relationship Id="rId33" Type="http://schemas.openxmlformats.org/officeDocument/2006/relationships/tags" Target="../tags/tag1071.xml"/><Relationship Id="rId38" Type="http://schemas.openxmlformats.org/officeDocument/2006/relationships/tags" Target="../tags/tag1076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1091.xml"/><Relationship Id="rId18" Type="http://schemas.openxmlformats.org/officeDocument/2006/relationships/tags" Target="../tags/tag1096.xml"/><Relationship Id="rId26" Type="http://schemas.openxmlformats.org/officeDocument/2006/relationships/tags" Target="../tags/tag1104.xml"/><Relationship Id="rId39" Type="http://schemas.openxmlformats.org/officeDocument/2006/relationships/tags" Target="../tags/tag1117.xml"/><Relationship Id="rId21" Type="http://schemas.openxmlformats.org/officeDocument/2006/relationships/tags" Target="../tags/tag1099.xml"/><Relationship Id="rId34" Type="http://schemas.openxmlformats.org/officeDocument/2006/relationships/tags" Target="../tags/tag1112.xml"/><Relationship Id="rId42" Type="http://schemas.openxmlformats.org/officeDocument/2006/relationships/tags" Target="../tags/tag1120.xml"/><Relationship Id="rId47" Type="http://schemas.openxmlformats.org/officeDocument/2006/relationships/tags" Target="../tags/tag1125.xml"/><Relationship Id="rId50" Type="http://schemas.openxmlformats.org/officeDocument/2006/relationships/tags" Target="../tags/tag1128.xml"/><Relationship Id="rId55" Type="http://schemas.openxmlformats.org/officeDocument/2006/relationships/slideLayout" Target="../slideLayouts/slideLayout7.xml"/><Relationship Id="rId7" Type="http://schemas.openxmlformats.org/officeDocument/2006/relationships/tags" Target="../tags/tag1085.xml"/><Relationship Id="rId2" Type="http://schemas.openxmlformats.org/officeDocument/2006/relationships/tags" Target="../tags/tag1080.xml"/><Relationship Id="rId16" Type="http://schemas.openxmlformats.org/officeDocument/2006/relationships/tags" Target="../tags/tag1094.xml"/><Relationship Id="rId29" Type="http://schemas.openxmlformats.org/officeDocument/2006/relationships/tags" Target="../tags/tag1107.xml"/><Relationship Id="rId11" Type="http://schemas.openxmlformats.org/officeDocument/2006/relationships/tags" Target="../tags/tag1089.xml"/><Relationship Id="rId24" Type="http://schemas.openxmlformats.org/officeDocument/2006/relationships/tags" Target="../tags/tag1102.xml"/><Relationship Id="rId32" Type="http://schemas.openxmlformats.org/officeDocument/2006/relationships/tags" Target="../tags/tag1110.xml"/><Relationship Id="rId37" Type="http://schemas.openxmlformats.org/officeDocument/2006/relationships/tags" Target="../tags/tag1115.xml"/><Relationship Id="rId40" Type="http://schemas.openxmlformats.org/officeDocument/2006/relationships/tags" Target="../tags/tag1118.xml"/><Relationship Id="rId45" Type="http://schemas.openxmlformats.org/officeDocument/2006/relationships/tags" Target="../tags/tag1123.xml"/><Relationship Id="rId53" Type="http://schemas.openxmlformats.org/officeDocument/2006/relationships/tags" Target="../tags/tag1131.xml"/><Relationship Id="rId5" Type="http://schemas.openxmlformats.org/officeDocument/2006/relationships/tags" Target="../tags/tag1083.xml"/><Relationship Id="rId10" Type="http://schemas.openxmlformats.org/officeDocument/2006/relationships/tags" Target="../tags/tag1088.xml"/><Relationship Id="rId19" Type="http://schemas.openxmlformats.org/officeDocument/2006/relationships/tags" Target="../tags/tag1097.xml"/><Relationship Id="rId31" Type="http://schemas.openxmlformats.org/officeDocument/2006/relationships/tags" Target="../tags/tag1109.xml"/><Relationship Id="rId44" Type="http://schemas.openxmlformats.org/officeDocument/2006/relationships/tags" Target="../tags/tag1122.xml"/><Relationship Id="rId52" Type="http://schemas.openxmlformats.org/officeDocument/2006/relationships/tags" Target="../tags/tag1130.xml"/><Relationship Id="rId4" Type="http://schemas.openxmlformats.org/officeDocument/2006/relationships/tags" Target="../tags/tag1082.xml"/><Relationship Id="rId9" Type="http://schemas.openxmlformats.org/officeDocument/2006/relationships/tags" Target="../tags/tag1087.xml"/><Relationship Id="rId14" Type="http://schemas.openxmlformats.org/officeDocument/2006/relationships/tags" Target="../tags/tag1092.xml"/><Relationship Id="rId22" Type="http://schemas.openxmlformats.org/officeDocument/2006/relationships/tags" Target="../tags/tag1100.xml"/><Relationship Id="rId27" Type="http://schemas.openxmlformats.org/officeDocument/2006/relationships/tags" Target="../tags/tag1105.xml"/><Relationship Id="rId30" Type="http://schemas.openxmlformats.org/officeDocument/2006/relationships/tags" Target="../tags/tag1108.xml"/><Relationship Id="rId35" Type="http://schemas.openxmlformats.org/officeDocument/2006/relationships/tags" Target="../tags/tag1113.xml"/><Relationship Id="rId43" Type="http://schemas.openxmlformats.org/officeDocument/2006/relationships/tags" Target="../tags/tag1121.xml"/><Relationship Id="rId48" Type="http://schemas.openxmlformats.org/officeDocument/2006/relationships/tags" Target="../tags/tag1126.xml"/><Relationship Id="rId8" Type="http://schemas.openxmlformats.org/officeDocument/2006/relationships/tags" Target="../tags/tag1086.xml"/><Relationship Id="rId51" Type="http://schemas.openxmlformats.org/officeDocument/2006/relationships/tags" Target="../tags/tag1129.xml"/><Relationship Id="rId3" Type="http://schemas.openxmlformats.org/officeDocument/2006/relationships/tags" Target="../tags/tag1081.xml"/><Relationship Id="rId12" Type="http://schemas.openxmlformats.org/officeDocument/2006/relationships/tags" Target="../tags/tag1090.xml"/><Relationship Id="rId17" Type="http://schemas.openxmlformats.org/officeDocument/2006/relationships/tags" Target="../tags/tag1095.xml"/><Relationship Id="rId25" Type="http://schemas.openxmlformats.org/officeDocument/2006/relationships/tags" Target="../tags/tag1103.xml"/><Relationship Id="rId33" Type="http://schemas.openxmlformats.org/officeDocument/2006/relationships/tags" Target="../tags/tag1111.xml"/><Relationship Id="rId38" Type="http://schemas.openxmlformats.org/officeDocument/2006/relationships/tags" Target="../tags/tag1116.xml"/><Relationship Id="rId46" Type="http://schemas.openxmlformats.org/officeDocument/2006/relationships/tags" Target="../tags/tag1124.xml"/><Relationship Id="rId20" Type="http://schemas.openxmlformats.org/officeDocument/2006/relationships/tags" Target="../tags/tag1098.xml"/><Relationship Id="rId41" Type="http://schemas.openxmlformats.org/officeDocument/2006/relationships/tags" Target="../tags/tag1119.xml"/><Relationship Id="rId54" Type="http://schemas.openxmlformats.org/officeDocument/2006/relationships/tags" Target="../tags/tag1132.xml"/><Relationship Id="rId1" Type="http://schemas.openxmlformats.org/officeDocument/2006/relationships/tags" Target="../tags/tag1079.xml"/><Relationship Id="rId6" Type="http://schemas.openxmlformats.org/officeDocument/2006/relationships/tags" Target="../tags/tag1084.xml"/><Relationship Id="rId15" Type="http://schemas.openxmlformats.org/officeDocument/2006/relationships/tags" Target="../tags/tag1093.xml"/><Relationship Id="rId23" Type="http://schemas.openxmlformats.org/officeDocument/2006/relationships/tags" Target="../tags/tag1101.xml"/><Relationship Id="rId28" Type="http://schemas.openxmlformats.org/officeDocument/2006/relationships/tags" Target="../tags/tag1106.xml"/><Relationship Id="rId36" Type="http://schemas.openxmlformats.org/officeDocument/2006/relationships/tags" Target="../tags/tag1114.xml"/><Relationship Id="rId49" Type="http://schemas.openxmlformats.org/officeDocument/2006/relationships/tags" Target="../tags/tag1127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tags" Target="../tags/tag1158.xml"/><Relationship Id="rId21" Type="http://schemas.openxmlformats.org/officeDocument/2006/relationships/tags" Target="../tags/tag1153.xml"/><Relationship Id="rId42" Type="http://schemas.openxmlformats.org/officeDocument/2006/relationships/tags" Target="../tags/tag1174.xml"/><Relationship Id="rId47" Type="http://schemas.openxmlformats.org/officeDocument/2006/relationships/tags" Target="../tags/tag1179.xml"/><Relationship Id="rId63" Type="http://schemas.openxmlformats.org/officeDocument/2006/relationships/tags" Target="../tags/tag1195.xml"/><Relationship Id="rId68" Type="http://schemas.openxmlformats.org/officeDocument/2006/relationships/tags" Target="../tags/tag1200.xml"/><Relationship Id="rId84" Type="http://schemas.openxmlformats.org/officeDocument/2006/relationships/tags" Target="../tags/tag1216.xml"/><Relationship Id="rId89" Type="http://schemas.openxmlformats.org/officeDocument/2006/relationships/tags" Target="../tags/tag1221.xml"/><Relationship Id="rId16" Type="http://schemas.openxmlformats.org/officeDocument/2006/relationships/tags" Target="../tags/tag1148.xml"/><Relationship Id="rId11" Type="http://schemas.openxmlformats.org/officeDocument/2006/relationships/tags" Target="../tags/tag1143.xml"/><Relationship Id="rId32" Type="http://schemas.openxmlformats.org/officeDocument/2006/relationships/tags" Target="../tags/tag1164.xml"/><Relationship Id="rId37" Type="http://schemas.openxmlformats.org/officeDocument/2006/relationships/tags" Target="../tags/tag1169.xml"/><Relationship Id="rId53" Type="http://schemas.openxmlformats.org/officeDocument/2006/relationships/tags" Target="../tags/tag1185.xml"/><Relationship Id="rId58" Type="http://schemas.openxmlformats.org/officeDocument/2006/relationships/tags" Target="../tags/tag1190.xml"/><Relationship Id="rId74" Type="http://schemas.openxmlformats.org/officeDocument/2006/relationships/tags" Target="../tags/tag1206.xml"/><Relationship Id="rId79" Type="http://schemas.openxmlformats.org/officeDocument/2006/relationships/tags" Target="../tags/tag1211.xml"/><Relationship Id="rId5" Type="http://schemas.openxmlformats.org/officeDocument/2006/relationships/tags" Target="../tags/tag1137.xml"/><Relationship Id="rId90" Type="http://schemas.openxmlformats.org/officeDocument/2006/relationships/tags" Target="../tags/tag1222.xml"/><Relationship Id="rId95" Type="http://schemas.openxmlformats.org/officeDocument/2006/relationships/tags" Target="../tags/tag1227.xml"/><Relationship Id="rId22" Type="http://schemas.openxmlformats.org/officeDocument/2006/relationships/tags" Target="../tags/tag1154.xml"/><Relationship Id="rId27" Type="http://schemas.openxmlformats.org/officeDocument/2006/relationships/tags" Target="../tags/tag1159.xml"/><Relationship Id="rId43" Type="http://schemas.openxmlformats.org/officeDocument/2006/relationships/tags" Target="../tags/tag1175.xml"/><Relationship Id="rId48" Type="http://schemas.openxmlformats.org/officeDocument/2006/relationships/tags" Target="../tags/tag1180.xml"/><Relationship Id="rId64" Type="http://schemas.openxmlformats.org/officeDocument/2006/relationships/tags" Target="../tags/tag1196.xml"/><Relationship Id="rId69" Type="http://schemas.openxmlformats.org/officeDocument/2006/relationships/tags" Target="../tags/tag1201.xml"/><Relationship Id="rId80" Type="http://schemas.openxmlformats.org/officeDocument/2006/relationships/tags" Target="../tags/tag1212.xml"/><Relationship Id="rId85" Type="http://schemas.openxmlformats.org/officeDocument/2006/relationships/tags" Target="../tags/tag1217.xml"/><Relationship Id="rId3" Type="http://schemas.openxmlformats.org/officeDocument/2006/relationships/tags" Target="../tags/tag1135.xml"/><Relationship Id="rId12" Type="http://schemas.openxmlformats.org/officeDocument/2006/relationships/tags" Target="../tags/tag1144.xml"/><Relationship Id="rId17" Type="http://schemas.openxmlformats.org/officeDocument/2006/relationships/tags" Target="../tags/tag1149.xml"/><Relationship Id="rId25" Type="http://schemas.openxmlformats.org/officeDocument/2006/relationships/tags" Target="../tags/tag1157.xml"/><Relationship Id="rId33" Type="http://schemas.openxmlformats.org/officeDocument/2006/relationships/tags" Target="../tags/tag1165.xml"/><Relationship Id="rId38" Type="http://schemas.openxmlformats.org/officeDocument/2006/relationships/tags" Target="../tags/tag1170.xml"/><Relationship Id="rId46" Type="http://schemas.openxmlformats.org/officeDocument/2006/relationships/tags" Target="../tags/tag1178.xml"/><Relationship Id="rId59" Type="http://schemas.openxmlformats.org/officeDocument/2006/relationships/tags" Target="../tags/tag1191.xml"/><Relationship Id="rId67" Type="http://schemas.openxmlformats.org/officeDocument/2006/relationships/tags" Target="../tags/tag1199.xml"/><Relationship Id="rId20" Type="http://schemas.openxmlformats.org/officeDocument/2006/relationships/tags" Target="../tags/tag1152.xml"/><Relationship Id="rId41" Type="http://schemas.openxmlformats.org/officeDocument/2006/relationships/tags" Target="../tags/tag1173.xml"/><Relationship Id="rId54" Type="http://schemas.openxmlformats.org/officeDocument/2006/relationships/tags" Target="../tags/tag1186.xml"/><Relationship Id="rId62" Type="http://schemas.openxmlformats.org/officeDocument/2006/relationships/tags" Target="../tags/tag1194.xml"/><Relationship Id="rId70" Type="http://schemas.openxmlformats.org/officeDocument/2006/relationships/tags" Target="../tags/tag1202.xml"/><Relationship Id="rId75" Type="http://schemas.openxmlformats.org/officeDocument/2006/relationships/tags" Target="../tags/tag1207.xml"/><Relationship Id="rId83" Type="http://schemas.openxmlformats.org/officeDocument/2006/relationships/tags" Target="../tags/tag1215.xml"/><Relationship Id="rId88" Type="http://schemas.openxmlformats.org/officeDocument/2006/relationships/tags" Target="../tags/tag1220.xml"/><Relationship Id="rId91" Type="http://schemas.openxmlformats.org/officeDocument/2006/relationships/tags" Target="../tags/tag1223.xml"/><Relationship Id="rId96" Type="http://schemas.openxmlformats.org/officeDocument/2006/relationships/tags" Target="../tags/tag1228.xml"/><Relationship Id="rId1" Type="http://schemas.openxmlformats.org/officeDocument/2006/relationships/tags" Target="../tags/tag1133.xml"/><Relationship Id="rId6" Type="http://schemas.openxmlformats.org/officeDocument/2006/relationships/tags" Target="../tags/tag1138.xml"/><Relationship Id="rId15" Type="http://schemas.openxmlformats.org/officeDocument/2006/relationships/tags" Target="../tags/tag1147.xml"/><Relationship Id="rId23" Type="http://schemas.openxmlformats.org/officeDocument/2006/relationships/tags" Target="../tags/tag1155.xml"/><Relationship Id="rId28" Type="http://schemas.openxmlformats.org/officeDocument/2006/relationships/tags" Target="../tags/tag1160.xml"/><Relationship Id="rId36" Type="http://schemas.openxmlformats.org/officeDocument/2006/relationships/tags" Target="../tags/tag1168.xml"/><Relationship Id="rId49" Type="http://schemas.openxmlformats.org/officeDocument/2006/relationships/tags" Target="../tags/tag1181.xml"/><Relationship Id="rId57" Type="http://schemas.openxmlformats.org/officeDocument/2006/relationships/tags" Target="../tags/tag1189.xml"/><Relationship Id="rId10" Type="http://schemas.openxmlformats.org/officeDocument/2006/relationships/tags" Target="../tags/tag1142.xml"/><Relationship Id="rId31" Type="http://schemas.openxmlformats.org/officeDocument/2006/relationships/tags" Target="../tags/tag1163.xml"/><Relationship Id="rId44" Type="http://schemas.openxmlformats.org/officeDocument/2006/relationships/tags" Target="../tags/tag1176.xml"/><Relationship Id="rId52" Type="http://schemas.openxmlformats.org/officeDocument/2006/relationships/tags" Target="../tags/tag1184.xml"/><Relationship Id="rId60" Type="http://schemas.openxmlformats.org/officeDocument/2006/relationships/tags" Target="../tags/tag1192.xml"/><Relationship Id="rId65" Type="http://schemas.openxmlformats.org/officeDocument/2006/relationships/tags" Target="../tags/tag1197.xml"/><Relationship Id="rId73" Type="http://schemas.openxmlformats.org/officeDocument/2006/relationships/tags" Target="../tags/tag1205.xml"/><Relationship Id="rId78" Type="http://schemas.openxmlformats.org/officeDocument/2006/relationships/tags" Target="../tags/tag1210.xml"/><Relationship Id="rId81" Type="http://schemas.openxmlformats.org/officeDocument/2006/relationships/tags" Target="../tags/tag1213.xml"/><Relationship Id="rId86" Type="http://schemas.openxmlformats.org/officeDocument/2006/relationships/tags" Target="../tags/tag1218.xml"/><Relationship Id="rId94" Type="http://schemas.openxmlformats.org/officeDocument/2006/relationships/tags" Target="../tags/tag1226.xml"/><Relationship Id="rId99" Type="http://schemas.openxmlformats.org/officeDocument/2006/relationships/tags" Target="../tags/tag1231.xml"/><Relationship Id="rId4" Type="http://schemas.openxmlformats.org/officeDocument/2006/relationships/tags" Target="../tags/tag1136.xml"/><Relationship Id="rId9" Type="http://schemas.openxmlformats.org/officeDocument/2006/relationships/tags" Target="../tags/tag1141.xml"/><Relationship Id="rId13" Type="http://schemas.openxmlformats.org/officeDocument/2006/relationships/tags" Target="../tags/tag1145.xml"/><Relationship Id="rId18" Type="http://schemas.openxmlformats.org/officeDocument/2006/relationships/tags" Target="../tags/tag1150.xml"/><Relationship Id="rId39" Type="http://schemas.openxmlformats.org/officeDocument/2006/relationships/tags" Target="../tags/tag1171.xml"/><Relationship Id="rId34" Type="http://schemas.openxmlformats.org/officeDocument/2006/relationships/tags" Target="../tags/tag1166.xml"/><Relationship Id="rId50" Type="http://schemas.openxmlformats.org/officeDocument/2006/relationships/tags" Target="../tags/tag1182.xml"/><Relationship Id="rId55" Type="http://schemas.openxmlformats.org/officeDocument/2006/relationships/tags" Target="../tags/tag1187.xml"/><Relationship Id="rId76" Type="http://schemas.openxmlformats.org/officeDocument/2006/relationships/tags" Target="../tags/tag1208.xml"/><Relationship Id="rId97" Type="http://schemas.openxmlformats.org/officeDocument/2006/relationships/tags" Target="../tags/tag1229.xml"/><Relationship Id="rId7" Type="http://schemas.openxmlformats.org/officeDocument/2006/relationships/tags" Target="../tags/tag1139.xml"/><Relationship Id="rId71" Type="http://schemas.openxmlformats.org/officeDocument/2006/relationships/tags" Target="../tags/tag1203.xml"/><Relationship Id="rId92" Type="http://schemas.openxmlformats.org/officeDocument/2006/relationships/tags" Target="../tags/tag1224.xml"/><Relationship Id="rId2" Type="http://schemas.openxmlformats.org/officeDocument/2006/relationships/tags" Target="../tags/tag1134.xml"/><Relationship Id="rId29" Type="http://schemas.openxmlformats.org/officeDocument/2006/relationships/tags" Target="../tags/tag1161.xml"/><Relationship Id="rId24" Type="http://schemas.openxmlformats.org/officeDocument/2006/relationships/tags" Target="../tags/tag1156.xml"/><Relationship Id="rId40" Type="http://schemas.openxmlformats.org/officeDocument/2006/relationships/tags" Target="../tags/tag1172.xml"/><Relationship Id="rId45" Type="http://schemas.openxmlformats.org/officeDocument/2006/relationships/tags" Target="../tags/tag1177.xml"/><Relationship Id="rId66" Type="http://schemas.openxmlformats.org/officeDocument/2006/relationships/tags" Target="../tags/tag1198.xml"/><Relationship Id="rId87" Type="http://schemas.openxmlformats.org/officeDocument/2006/relationships/tags" Target="../tags/tag1219.xml"/><Relationship Id="rId61" Type="http://schemas.openxmlformats.org/officeDocument/2006/relationships/tags" Target="../tags/tag1193.xml"/><Relationship Id="rId82" Type="http://schemas.openxmlformats.org/officeDocument/2006/relationships/tags" Target="../tags/tag1214.xml"/><Relationship Id="rId19" Type="http://schemas.openxmlformats.org/officeDocument/2006/relationships/tags" Target="../tags/tag1151.xml"/><Relationship Id="rId14" Type="http://schemas.openxmlformats.org/officeDocument/2006/relationships/tags" Target="../tags/tag1146.xml"/><Relationship Id="rId30" Type="http://schemas.openxmlformats.org/officeDocument/2006/relationships/tags" Target="../tags/tag1162.xml"/><Relationship Id="rId35" Type="http://schemas.openxmlformats.org/officeDocument/2006/relationships/tags" Target="../tags/tag1167.xml"/><Relationship Id="rId56" Type="http://schemas.openxmlformats.org/officeDocument/2006/relationships/tags" Target="../tags/tag1188.xml"/><Relationship Id="rId77" Type="http://schemas.openxmlformats.org/officeDocument/2006/relationships/tags" Target="../tags/tag1209.xml"/><Relationship Id="rId100" Type="http://schemas.openxmlformats.org/officeDocument/2006/relationships/slideLayout" Target="../slideLayouts/slideLayout7.xml"/><Relationship Id="rId8" Type="http://schemas.openxmlformats.org/officeDocument/2006/relationships/tags" Target="../tags/tag1140.xml"/><Relationship Id="rId51" Type="http://schemas.openxmlformats.org/officeDocument/2006/relationships/tags" Target="../tags/tag1183.xml"/><Relationship Id="rId72" Type="http://schemas.openxmlformats.org/officeDocument/2006/relationships/tags" Target="../tags/tag1204.xml"/><Relationship Id="rId93" Type="http://schemas.openxmlformats.org/officeDocument/2006/relationships/tags" Target="../tags/tag1225.xml"/><Relationship Id="rId98" Type="http://schemas.openxmlformats.org/officeDocument/2006/relationships/tags" Target="../tags/tag1230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tags" Target="../tags/tag1244.xml"/><Relationship Id="rId18" Type="http://schemas.openxmlformats.org/officeDocument/2006/relationships/tags" Target="../tags/tag1249.xml"/><Relationship Id="rId26" Type="http://schemas.openxmlformats.org/officeDocument/2006/relationships/tags" Target="../tags/tag1257.xml"/><Relationship Id="rId39" Type="http://schemas.openxmlformats.org/officeDocument/2006/relationships/tags" Target="../tags/tag1270.xml"/><Relationship Id="rId21" Type="http://schemas.openxmlformats.org/officeDocument/2006/relationships/tags" Target="../tags/tag1252.xml"/><Relationship Id="rId34" Type="http://schemas.openxmlformats.org/officeDocument/2006/relationships/tags" Target="../tags/tag1265.xml"/><Relationship Id="rId42" Type="http://schemas.openxmlformats.org/officeDocument/2006/relationships/tags" Target="../tags/tag1273.xml"/><Relationship Id="rId7" Type="http://schemas.openxmlformats.org/officeDocument/2006/relationships/tags" Target="../tags/tag1238.xml"/><Relationship Id="rId2" Type="http://schemas.openxmlformats.org/officeDocument/2006/relationships/tags" Target="../tags/tag1233.xml"/><Relationship Id="rId16" Type="http://schemas.openxmlformats.org/officeDocument/2006/relationships/tags" Target="../tags/tag1247.xml"/><Relationship Id="rId20" Type="http://schemas.openxmlformats.org/officeDocument/2006/relationships/tags" Target="../tags/tag1251.xml"/><Relationship Id="rId29" Type="http://schemas.openxmlformats.org/officeDocument/2006/relationships/tags" Target="../tags/tag1260.xml"/><Relationship Id="rId41" Type="http://schemas.openxmlformats.org/officeDocument/2006/relationships/tags" Target="../tags/tag1272.xml"/><Relationship Id="rId1" Type="http://schemas.openxmlformats.org/officeDocument/2006/relationships/tags" Target="../tags/tag1232.xml"/><Relationship Id="rId6" Type="http://schemas.openxmlformats.org/officeDocument/2006/relationships/tags" Target="../tags/tag1237.xml"/><Relationship Id="rId11" Type="http://schemas.openxmlformats.org/officeDocument/2006/relationships/tags" Target="../tags/tag1242.xml"/><Relationship Id="rId24" Type="http://schemas.openxmlformats.org/officeDocument/2006/relationships/tags" Target="../tags/tag1255.xml"/><Relationship Id="rId32" Type="http://schemas.openxmlformats.org/officeDocument/2006/relationships/tags" Target="../tags/tag1263.xml"/><Relationship Id="rId37" Type="http://schemas.openxmlformats.org/officeDocument/2006/relationships/tags" Target="../tags/tag1268.xml"/><Relationship Id="rId40" Type="http://schemas.openxmlformats.org/officeDocument/2006/relationships/tags" Target="../tags/tag1271.xml"/><Relationship Id="rId5" Type="http://schemas.openxmlformats.org/officeDocument/2006/relationships/tags" Target="../tags/tag1236.xml"/><Relationship Id="rId15" Type="http://schemas.openxmlformats.org/officeDocument/2006/relationships/tags" Target="../tags/tag1246.xml"/><Relationship Id="rId23" Type="http://schemas.openxmlformats.org/officeDocument/2006/relationships/tags" Target="../tags/tag1254.xml"/><Relationship Id="rId28" Type="http://schemas.openxmlformats.org/officeDocument/2006/relationships/tags" Target="../tags/tag1259.xml"/><Relationship Id="rId36" Type="http://schemas.openxmlformats.org/officeDocument/2006/relationships/tags" Target="../tags/tag1267.xml"/><Relationship Id="rId10" Type="http://schemas.openxmlformats.org/officeDocument/2006/relationships/tags" Target="../tags/tag1241.xml"/><Relationship Id="rId19" Type="http://schemas.openxmlformats.org/officeDocument/2006/relationships/tags" Target="../tags/tag1250.xml"/><Relationship Id="rId31" Type="http://schemas.openxmlformats.org/officeDocument/2006/relationships/tags" Target="../tags/tag1262.xml"/><Relationship Id="rId4" Type="http://schemas.openxmlformats.org/officeDocument/2006/relationships/tags" Target="../tags/tag1235.xml"/><Relationship Id="rId9" Type="http://schemas.openxmlformats.org/officeDocument/2006/relationships/tags" Target="../tags/tag1240.xml"/><Relationship Id="rId14" Type="http://schemas.openxmlformats.org/officeDocument/2006/relationships/tags" Target="../tags/tag1245.xml"/><Relationship Id="rId22" Type="http://schemas.openxmlformats.org/officeDocument/2006/relationships/tags" Target="../tags/tag1253.xml"/><Relationship Id="rId27" Type="http://schemas.openxmlformats.org/officeDocument/2006/relationships/tags" Target="../tags/tag1258.xml"/><Relationship Id="rId30" Type="http://schemas.openxmlformats.org/officeDocument/2006/relationships/tags" Target="../tags/tag1261.xml"/><Relationship Id="rId35" Type="http://schemas.openxmlformats.org/officeDocument/2006/relationships/tags" Target="../tags/tag1266.xml"/><Relationship Id="rId43" Type="http://schemas.openxmlformats.org/officeDocument/2006/relationships/slideLayout" Target="../slideLayouts/slideLayout7.xml"/><Relationship Id="rId8" Type="http://schemas.openxmlformats.org/officeDocument/2006/relationships/tags" Target="../tags/tag1239.xml"/><Relationship Id="rId3" Type="http://schemas.openxmlformats.org/officeDocument/2006/relationships/tags" Target="../tags/tag1234.xml"/><Relationship Id="rId12" Type="http://schemas.openxmlformats.org/officeDocument/2006/relationships/tags" Target="../tags/tag1243.xml"/><Relationship Id="rId17" Type="http://schemas.openxmlformats.org/officeDocument/2006/relationships/tags" Target="../tags/tag1248.xml"/><Relationship Id="rId25" Type="http://schemas.openxmlformats.org/officeDocument/2006/relationships/tags" Target="../tags/tag1256.xml"/><Relationship Id="rId33" Type="http://schemas.openxmlformats.org/officeDocument/2006/relationships/tags" Target="../tags/tag1264.xml"/><Relationship Id="rId38" Type="http://schemas.openxmlformats.org/officeDocument/2006/relationships/tags" Target="../tags/tag126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1258888" y="2595563"/>
            <a:ext cx="6697662" cy="822341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4400" b="1" dirty="0">
                <a:latin typeface="黑体" panose="02010609060101010101" pitchFamily="2" charset="-122"/>
                <a:ea typeface="黑体" panose="02010609060101010101" pitchFamily="2" charset="-122"/>
              </a:rPr>
              <a:t>第六章  总  线</a:t>
            </a:r>
            <a:endParaRPr lang="zh-CN" altLang="en-US" sz="4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A51B-A8E5-4E38-A74D-F6E7BEFB9955}" type="slidenum">
              <a:rPr lang="en-US" altLang="zh-CN" smtClean="0"/>
              <a:t>2</a:t>
            </a:fld>
            <a:endParaRPr lang="en-US" altLang="zh-CN"/>
          </a:p>
        </p:txBody>
      </p:sp>
      <p:sp>
        <p:nvSpPr>
          <p:cNvPr id="3" name="Text Box 108"/>
          <p:cNvSpPr txBox="1">
            <a:spLocks noChangeArrowheads="1"/>
          </p:cNvSpPr>
          <p:nvPr/>
        </p:nvSpPr>
        <p:spPr bwMode="auto">
          <a:xfrm>
            <a:off x="142844" y="426869"/>
            <a:ext cx="8821644" cy="503022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altLang="zh-CN" b="1" u="none" dirty="0">
                <a:solidFill>
                  <a:srgbClr val="FF3399"/>
                </a:solidFill>
              </a:rPr>
              <a:t> ※</a:t>
            </a:r>
            <a:r>
              <a:rPr lang="zh-CN" altLang="en-US" b="1" u="none" dirty="0">
                <a:solidFill>
                  <a:srgbClr val="FF3399"/>
                </a:solidFill>
              </a:rPr>
              <a:t>主要内容</a:t>
            </a:r>
            <a:endParaRPr lang="en-US" altLang="zh-CN" b="1" u="none" dirty="0">
              <a:solidFill>
                <a:srgbClr val="FF3399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rgbClr val="C00000"/>
                </a:solidFill>
              </a:rPr>
              <a:t>   ⑴总线概述</a:t>
            </a:r>
            <a:endParaRPr lang="en-US" altLang="zh-CN" sz="2200" b="1" u="none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tx1"/>
                </a:solidFill>
              </a:rPr>
              <a:t>      </a:t>
            </a:r>
            <a:r>
              <a:rPr lang="zh-CN" altLang="en-US" sz="2200" b="1" u="none" dirty="0">
                <a:solidFill>
                  <a:schemeClr val="tx1"/>
                </a:solidFill>
              </a:rPr>
              <a:t>分类，特性</a:t>
            </a:r>
            <a:r>
              <a:rPr lang="en-US" altLang="zh-CN" sz="1800" b="1" u="none" dirty="0">
                <a:solidFill>
                  <a:schemeClr val="tx1"/>
                </a:solidFill>
              </a:rPr>
              <a:t>(4</a:t>
            </a:r>
            <a:r>
              <a:rPr lang="zh-CN" altLang="en-US" sz="1800" b="1" u="none" dirty="0">
                <a:solidFill>
                  <a:schemeClr val="tx1"/>
                </a:solidFill>
              </a:rPr>
              <a:t>点</a:t>
            </a:r>
            <a:r>
              <a:rPr lang="en-US" altLang="zh-CN" sz="1800" b="1" u="none" dirty="0">
                <a:solidFill>
                  <a:schemeClr val="tx1"/>
                </a:solidFill>
              </a:rPr>
              <a:t>)</a:t>
            </a:r>
            <a:r>
              <a:rPr lang="zh-CN" altLang="en-US" sz="2200" b="1" u="none" dirty="0">
                <a:solidFill>
                  <a:schemeClr val="tx1"/>
                </a:solidFill>
              </a:rPr>
              <a:t>，性能指标，总线操作过程</a:t>
            </a:r>
            <a:endParaRPr lang="en-US" altLang="zh-CN" sz="2200" b="1" u="none" dirty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solidFill>
                  <a:srgbClr val="C00000"/>
                </a:solidFill>
              </a:rPr>
              <a:t>   ⑵总线的仲裁</a:t>
            </a:r>
            <a:endParaRPr lang="en-US" altLang="zh-CN" sz="2200" b="1" u="none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2200" b="1" dirty="0">
                <a:solidFill>
                  <a:schemeClr val="tx1"/>
                </a:solidFill>
              </a:rPr>
              <a:t>      </a:t>
            </a:r>
            <a:r>
              <a:rPr lang="zh-CN" altLang="en-US" sz="2200" b="1" dirty="0"/>
              <a:t>集中式</a:t>
            </a:r>
            <a:r>
              <a:rPr lang="en-US" altLang="zh-CN" sz="1800" b="1" dirty="0"/>
              <a:t>(3</a:t>
            </a:r>
            <a:r>
              <a:rPr lang="zh-CN" altLang="en-US" sz="1800" b="1" dirty="0"/>
              <a:t>种</a:t>
            </a:r>
            <a:r>
              <a:rPr lang="en-US" altLang="zh-CN" sz="1800" b="1" dirty="0"/>
              <a:t>)</a:t>
            </a:r>
            <a:r>
              <a:rPr lang="zh-CN" altLang="en-US" sz="2200" b="1" dirty="0"/>
              <a:t>的</a:t>
            </a:r>
            <a:r>
              <a:rPr lang="zh-CN" altLang="en-US" sz="2200" b="1" dirty="0">
                <a:sym typeface="+mn-ea"/>
              </a:rPr>
              <a:t>基本思想、信号线连接、仲裁实现</a:t>
            </a:r>
            <a:r>
              <a:rPr lang="zh-CN" altLang="en-US" sz="2200" b="1" dirty="0"/>
              <a:t>，</a:t>
            </a:r>
            <a:endParaRPr lang="en-US" altLang="zh-CN" sz="2200" b="1" dirty="0"/>
          </a:p>
          <a:p>
            <a:pPr>
              <a:spcBef>
                <a:spcPts val="0"/>
              </a:spcBef>
            </a:pPr>
            <a:r>
              <a:rPr lang="en-US" altLang="zh-CN" sz="2200" b="1" dirty="0"/>
              <a:t>      </a:t>
            </a:r>
            <a:r>
              <a:rPr lang="zh-CN" altLang="en-US" sz="2200" b="1" dirty="0"/>
              <a:t>分布式</a:t>
            </a:r>
            <a:r>
              <a:rPr lang="en-US" altLang="zh-CN" sz="1800" b="1" dirty="0"/>
              <a:t>(×)</a:t>
            </a:r>
            <a:endParaRPr lang="en-US" altLang="zh-CN" sz="2200" b="1" dirty="0"/>
          </a:p>
          <a:p>
            <a:pPr>
              <a:spcBef>
                <a:spcPts val="300"/>
              </a:spcBef>
            </a:pPr>
            <a:r>
              <a:rPr lang="zh-CN" altLang="en-US" sz="2200" b="1" u="none" dirty="0">
                <a:solidFill>
                  <a:srgbClr val="C00000"/>
                </a:solidFill>
              </a:rPr>
              <a:t>   ⑶总线的</a:t>
            </a:r>
            <a:r>
              <a:rPr lang="zh-CN" altLang="en-US" sz="2200" b="1" dirty="0">
                <a:solidFill>
                  <a:srgbClr val="C00000"/>
                </a:solidFill>
              </a:rPr>
              <a:t>传输与定时</a:t>
            </a:r>
            <a:endParaRPr lang="en-US" altLang="zh-CN" sz="2200" b="1" u="none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2200" b="1" u="none" dirty="0">
                <a:solidFill>
                  <a:schemeClr val="tx1"/>
                </a:solidFill>
              </a:rPr>
              <a:t>      总线事务类型</a:t>
            </a:r>
            <a:r>
              <a:rPr lang="en-US" altLang="zh-CN" sz="1800" b="1" u="none" dirty="0">
                <a:solidFill>
                  <a:schemeClr val="tx1"/>
                </a:solidFill>
              </a:rPr>
              <a:t>(</a:t>
            </a:r>
            <a:r>
              <a:rPr lang="zh-CN" altLang="en-US" sz="1800" b="1" u="none" dirty="0">
                <a:solidFill>
                  <a:schemeClr val="tx1"/>
                </a:solidFill>
              </a:rPr>
              <a:t>功能</a:t>
            </a:r>
            <a:r>
              <a:rPr lang="en-US" altLang="zh-CN" sz="1800" b="1" u="none" dirty="0">
                <a:solidFill>
                  <a:schemeClr val="tx1"/>
                </a:solidFill>
              </a:rPr>
              <a:t>)</a:t>
            </a:r>
            <a:r>
              <a:rPr lang="zh-CN" altLang="en-US" sz="2200" b="1" u="none" dirty="0">
                <a:solidFill>
                  <a:schemeClr val="tx1"/>
                </a:solidFill>
              </a:rPr>
              <a:t>，传输过程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协议</a:t>
            </a:r>
            <a:r>
              <a:rPr lang="en-US" altLang="zh-CN" sz="1800" b="1" dirty="0"/>
              <a:t>)</a:t>
            </a:r>
            <a:r>
              <a:rPr lang="en-US" altLang="zh-CN" sz="2200" b="1" u="none" dirty="0">
                <a:solidFill>
                  <a:schemeClr val="tx1"/>
                </a:solidFill>
              </a:rPr>
              <a:t>&amp;</a:t>
            </a:r>
            <a:r>
              <a:rPr lang="zh-CN" altLang="en-US" sz="2200" b="1" u="none" dirty="0">
                <a:solidFill>
                  <a:schemeClr val="tx1"/>
                </a:solidFill>
              </a:rPr>
              <a:t>定时，总线标准</a:t>
            </a:r>
            <a:r>
              <a:rPr lang="en-US" altLang="zh-CN" sz="1800" b="1" u="none" dirty="0">
                <a:solidFill>
                  <a:schemeClr val="tx1"/>
                </a:solidFill>
              </a:rPr>
              <a:t>(×)</a:t>
            </a:r>
            <a:endParaRPr lang="en-US" altLang="zh-CN" sz="2200" b="1" u="none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r>
              <a:rPr lang="zh-CN" altLang="en-US" sz="2200" b="1" u="none" dirty="0">
                <a:solidFill>
                  <a:srgbClr val="C00000"/>
                </a:solidFill>
              </a:rPr>
              <a:t>   ⑷总线的结构与互连 </a:t>
            </a:r>
            <a:r>
              <a:rPr lang="en-US" altLang="zh-CN" sz="1800" b="1" u="none" dirty="0"/>
              <a:t>(</a:t>
            </a:r>
            <a:r>
              <a:rPr lang="en-US" altLang="zh-CN" sz="1800" b="1" dirty="0"/>
              <a:t>△</a:t>
            </a:r>
            <a:r>
              <a:rPr lang="en-US" altLang="zh-CN" sz="1800" b="1" u="none" dirty="0"/>
              <a:t>)</a:t>
            </a:r>
            <a:endParaRPr lang="en-US" altLang="zh-CN" sz="2200" b="1" u="none" dirty="0"/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/>
              <a:t>      </a:t>
            </a:r>
            <a:r>
              <a:rPr lang="zh-CN" altLang="en-US" sz="2200" b="1" u="none" dirty="0"/>
              <a:t>总线结构</a:t>
            </a:r>
            <a:r>
              <a:rPr lang="en-US" altLang="zh-CN" sz="1800" b="1" u="none" dirty="0"/>
              <a:t>(</a:t>
            </a:r>
            <a:r>
              <a:rPr lang="zh-CN" altLang="en-US" sz="1800" b="1" u="none" dirty="0"/>
              <a:t>单</a:t>
            </a:r>
            <a:r>
              <a:rPr lang="en-US" altLang="zh-CN" sz="1800" b="1" u="none" dirty="0"/>
              <a:t>/</a:t>
            </a:r>
            <a:r>
              <a:rPr lang="zh-CN" altLang="en-US" sz="1800" b="1" u="none" dirty="0"/>
              <a:t>多</a:t>
            </a:r>
            <a:r>
              <a:rPr lang="en-US" altLang="zh-CN" sz="1800" b="1" u="none" dirty="0"/>
              <a:t>/</a:t>
            </a:r>
            <a:r>
              <a:rPr lang="zh-CN" altLang="en-US" sz="1800" b="1" u="none" dirty="0"/>
              <a:t>南北桥</a:t>
            </a:r>
            <a:r>
              <a:rPr lang="en-US" altLang="zh-CN" sz="1800" b="1" u="none" dirty="0"/>
              <a:t>)</a:t>
            </a:r>
            <a:r>
              <a:rPr lang="zh-CN" altLang="en-US" sz="2200" b="1" u="none" dirty="0"/>
              <a:t>，总线互连</a:t>
            </a:r>
            <a:r>
              <a:rPr lang="en-US" altLang="zh-CN" sz="1800" b="1" u="none" dirty="0"/>
              <a:t>(</a:t>
            </a:r>
            <a:r>
              <a:rPr lang="zh-CN" altLang="en-US" sz="1800" b="1" u="none" dirty="0"/>
              <a:t>总线接口电路</a:t>
            </a:r>
            <a:r>
              <a:rPr lang="en-US" altLang="zh-CN" sz="1800" b="1" u="none" dirty="0"/>
              <a:t>)</a:t>
            </a:r>
            <a:endParaRPr lang="en-US" altLang="zh-CN" sz="2200" b="1" u="none" dirty="0"/>
          </a:p>
          <a:p>
            <a:pPr>
              <a:spcBef>
                <a:spcPts val="600"/>
              </a:spcBef>
            </a:pPr>
            <a:r>
              <a:rPr lang="en-US" altLang="zh-CN" b="1" spc="-50" dirty="0">
                <a:solidFill>
                  <a:srgbClr val="FF3399"/>
                </a:solidFill>
              </a:rPr>
              <a:t> ※</a:t>
            </a:r>
            <a:r>
              <a:rPr lang="zh-CN" altLang="en-US" b="1" spc="-50" dirty="0">
                <a:solidFill>
                  <a:srgbClr val="FF3399"/>
                </a:solidFill>
              </a:rPr>
              <a:t>总体要求：</a:t>
            </a:r>
            <a:r>
              <a:rPr lang="zh-CN" altLang="en-US" sz="2200" b="1" u="sng" dirty="0">
                <a:solidFill>
                  <a:schemeClr val="accent2"/>
                </a:solidFill>
              </a:rPr>
              <a:t>理解</a:t>
            </a:r>
            <a:r>
              <a:rPr lang="zh-CN" altLang="en-US" sz="2200" b="1" dirty="0"/>
              <a:t>总线操作的组织方法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过程</a:t>
            </a:r>
            <a:r>
              <a:rPr lang="en-US" altLang="zh-CN" sz="1800" b="1" dirty="0"/>
              <a:t>/</a:t>
            </a:r>
            <a:r>
              <a:rPr lang="zh-CN" altLang="en-US" sz="1800" b="1" dirty="0"/>
              <a:t>仲裁</a:t>
            </a:r>
            <a:r>
              <a:rPr lang="en-US" altLang="zh-CN" sz="1800" b="1" dirty="0"/>
              <a:t>/</a:t>
            </a:r>
            <a:r>
              <a:rPr lang="zh-CN" altLang="en-US" sz="1800" b="1" dirty="0"/>
              <a:t>传输</a:t>
            </a:r>
            <a:r>
              <a:rPr lang="en-US" altLang="zh-CN" sz="1800" b="1" dirty="0"/>
              <a:t>&amp;</a:t>
            </a:r>
            <a:r>
              <a:rPr lang="zh-CN" altLang="en-US" sz="1800" b="1" dirty="0"/>
              <a:t>定时</a:t>
            </a:r>
            <a:r>
              <a:rPr lang="en-US" altLang="zh-CN" sz="1800" b="1" dirty="0"/>
              <a:t>)</a:t>
            </a:r>
            <a:endParaRPr lang="en-US" altLang="zh-CN" sz="1800" b="1" dirty="0">
              <a:latin typeface="+mn-ea"/>
            </a:endParaRPr>
          </a:p>
        </p:txBody>
      </p:sp>
      <p:sp>
        <p:nvSpPr>
          <p:cNvPr id="4" name="AutoShape 452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029078" y="1124744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AutoShape 452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029078" y="201600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AutoShape 452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029078" y="3261427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452">
            <a:hlinkClick r:id="rId6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029078" y="4149774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A51B-A8E5-4E38-A74D-F6E7BEFB9955}" type="slidenum">
              <a:rPr lang="en-US" altLang="zh-CN" smtClean="0"/>
              <a:t>3</a:t>
            </a:fld>
            <a:endParaRPr lang="en-US" altLang="zh-CN"/>
          </a:p>
        </p:txBody>
      </p:sp>
      <p:sp>
        <p:nvSpPr>
          <p:cNvPr id="5122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85786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2800" b="1" dirty="0"/>
              <a:t>§6.1  </a:t>
            </a:r>
            <a:r>
              <a:rPr lang="zh-CN" altLang="en-US" sz="2800" b="1" dirty="0"/>
              <a:t>总线概述</a:t>
            </a:r>
          </a:p>
        </p:txBody>
      </p:sp>
      <p:sp>
        <p:nvSpPr>
          <p:cNvPr id="32" name="Text Box 52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764704"/>
            <a:ext cx="8785225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 ※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dirty="0">
                <a:latin typeface="+mn-ea"/>
                <a:ea typeface="+mn-ea"/>
              </a:rPr>
              <a:t>总线的分类</a:t>
            </a:r>
            <a:r>
              <a:rPr lang="en-US" altLang="zh-CN" sz="2000" b="1" dirty="0">
                <a:latin typeface="+mn-ea"/>
                <a:ea typeface="+mn-ea"/>
              </a:rPr>
              <a:t>&amp;</a:t>
            </a:r>
            <a:r>
              <a:rPr lang="zh-CN" altLang="en-US" sz="2000" b="1" dirty="0">
                <a:latin typeface="+mn-ea"/>
                <a:ea typeface="+mn-ea"/>
              </a:rPr>
              <a:t>组成、特性、性能指标、操作过程</a:t>
            </a:r>
          </a:p>
        </p:txBody>
      </p:sp>
      <p:sp>
        <p:nvSpPr>
          <p:cNvPr id="92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705" y="1268760"/>
            <a:ext cx="4209950" cy="4073744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*总线：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多次传输的时间</a:t>
            </a:r>
            <a:r>
              <a:rPr lang="zh-CN" altLang="en-US" sz="2200" b="1" dirty="0">
                <a:solidFill>
                  <a:schemeClr val="accent2"/>
                </a:solidFill>
              </a:rPr>
              <a:t>要求</a:t>
            </a:r>
            <a:r>
              <a:rPr lang="en-US" altLang="zh-CN" sz="2200" b="1" dirty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总线使用权如何管理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总线周期：</a:t>
            </a: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总线事务：</a:t>
            </a:r>
          </a:p>
        </p:txBody>
      </p:sp>
      <p:sp>
        <p:nvSpPr>
          <p:cNvPr id="67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331999" y="1268760"/>
            <a:ext cx="7704497" cy="4622804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指连接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多个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设备、用于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信息传输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的一组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公共信号线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分时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进行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en-US" altLang="zh-CN" sz="1800" b="1" dirty="0">
                <a:sym typeface="+mn-ea"/>
              </a:rPr>
              <a:t>←</a:t>
            </a:r>
            <a:r>
              <a:rPr lang="zh-CN" altLang="en-US" sz="1800" b="1" dirty="0">
                <a:cs typeface="宋体" panose="02010600030101010101" pitchFamily="2" charset="-122"/>
                <a:sym typeface="+mn-ea"/>
              </a:rPr>
              <a:t>同时发送的设备数</a:t>
            </a:r>
            <a:r>
              <a:rPr lang="zh-CN" altLang="en-US" sz="1800" b="1" dirty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需</a:t>
            </a:r>
            <a:r>
              <a:rPr lang="zh-CN" altLang="en-US" sz="1800" b="1" dirty="0">
                <a:highlight>
                  <a:srgbClr val="CCFFFF"/>
                </a:highlight>
                <a:cs typeface="宋体" panose="02010600030101010101" pitchFamily="2" charset="-122"/>
                <a:sym typeface="+mn-ea"/>
              </a:rPr>
              <a:t>≤</a:t>
            </a:r>
            <a:r>
              <a:rPr lang="en-US" altLang="zh-CN" sz="1800" b="1" dirty="0">
                <a:highlight>
                  <a:srgbClr val="CCFFFF"/>
                </a:highlight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highlight>
                  <a:srgbClr val="CCFFFF"/>
                </a:highlight>
                <a:cs typeface="宋体" panose="02010600030101010101" pitchFamily="2" charset="-122"/>
                <a:sym typeface="+mn-ea"/>
              </a:rPr>
              <a:t>个</a:t>
            </a:r>
            <a:endParaRPr lang="zh-CN" altLang="en-US" sz="1800" b="1" dirty="0">
              <a:cs typeface="宋体" panose="02010600030101010101" pitchFamily="2" charset="-122"/>
              <a:sym typeface="+mn-e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请求</a:t>
            </a:r>
            <a:r>
              <a:rPr lang="en-US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分配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方式   </a:t>
            </a:r>
            <a:r>
              <a:rPr lang="en-US" altLang="zh-CN" sz="1800" b="1" dirty="0">
                <a:sym typeface="+mn-ea"/>
              </a:rPr>
              <a:t>←</a:t>
            </a:r>
            <a:r>
              <a:rPr lang="zh-CN" altLang="en-US" sz="1800" b="1" dirty="0">
                <a:sym typeface="+mn-ea"/>
              </a:rPr>
              <a:t>主设备</a:t>
            </a:r>
            <a:r>
              <a:rPr lang="zh-CN" altLang="en-US" sz="1800" b="1" dirty="0">
                <a:solidFill>
                  <a:srgbClr val="C00000"/>
                </a:solidFill>
                <a:sym typeface="+mn-ea"/>
              </a:rPr>
              <a:t>需</a:t>
            </a:r>
            <a:r>
              <a:rPr lang="zh-CN" altLang="en-US" sz="1800" b="1" dirty="0">
                <a:sym typeface="+mn-ea"/>
              </a:rPr>
              <a:t>增设</a:t>
            </a:r>
            <a:r>
              <a:rPr lang="zh-CN" altLang="en-US" sz="1800" b="1" u="sng" dirty="0">
                <a:highlight>
                  <a:srgbClr val="CCFFFF"/>
                </a:highlight>
                <a:sym typeface="+mn-ea"/>
              </a:rPr>
              <a:t>请求</a:t>
            </a:r>
            <a:r>
              <a:rPr lang="en-US" altLang="zh-CN" sz="1800" b="1" u="sng" dirty="0">
                <a:highlight>
                  <a:srgbClr val="CCFFFF"/>
                </a:highlight>
                <a:sym typeface="+mn-ea"/>
              </a:rPr>
              <a:t>/</a:t>
            </a:r>
            <a:r>
              <a:rPr lang="zh-CN" altLang="en-US" sz="1800" b="1" u="sng" dirty="0">
                <a:highlight>
                  <a:srgbClr val="CCFFFF"/>
                </a:highlight>
                <a:sym typeface="+mn-ea"/>
              </a:rPr>
              <a:t>允许</a:t>
            </a:r>
            <a:r>
              <a:rPr lang="zh-CN" altLang="en-US" sz="1800" b="1" dirty="0">
                <a:highlight>
                  <a:srgbClr val="CCFFFF"/>
                </a:highlight>
                <a:sym typeface="+mn-ea"/>
              </a:rPr>
              <a:t>线</a:t>
            </a:r>
            <a:endParaRPr lang="en-US" altLang="zh-CN" sz="1800" b="1" dirty="0">
              <a:highlight>
                <a:srgbClr val="CCFFFF"/>
              </a:highlight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指</a:t>
            </a:r>
            <a:r>
              <a:rPr lang="zh-CN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一次总线操作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分配使用权＋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信息传输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所需的</a:t>
            </a:r>
            <a:r>
              <a:rPr lang="zh-CN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时间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cs typeface="宋体" panose="02010600030101010101" pitchFamily="2" charset="-122"/>
              <a:sym typeface="+mn-e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cs typeface="宋体" panose="02010600030101010101" pitchFamily="2" charset="-122"/>
              <a:sym typeface="+mn-ea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cs typeface="宋体" panose="02010600030101010101" pitchFamily="2" charset="-122"/>
                <a:sym typeface="+mn-ea"/>
              </a:rPr>
              <a:t>指</a:t>
            </a:r>
            <a:r>
              <a:rPr lang="zh-CN" altLang="zh-CN" sz="2200" b="1" dirty="0">
                <a:cs typeface="宋体" panose="02010600030101010101" pitchFamily="2" charset="-122"/>
                <a:sym typeface="+mn-ea"/>
              </a:rPr>
              <a:t>总线上</a:t>
            </a:r>
            <a:r>
              <a:rPr lang="zh-CN" altLang="zh-CN" sz="2200" b="1" u="sng" dirty="0">
                <a:cs typeface="宋体" panose="02010600030101010101" pitchFamily="2" charset="-122"/>
                <a:sym typeface="+mn-ea"/>
              </a:rPr>
              <a:t>设备间</a:t>
            </a:r>
            <a:r>
              <a:rPr lang="zh-CN" altLang="zh-CN" sz="2200" b="1" dirty="0"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zh-CN" sz="2200" b="1" u="sng" dirty="0">
                <a:solidFill>
                  <a:srgbClr val="990099"/>
                </a:solidFill>
                <a:cs typeface="宋体" panose="02010600030101010101" pitchFamily="2" charset="-122"/>
                <a:sym typeface="+mn-ea"/>
              </a:rPr>
              <a:t>一次信息传输过程</a:t>
            </a:r>
            <a:r>
              <a:rPr lang="en-US" altLang="zh-CN" sz="2200" b="1" dirty="0"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1600" b="1" dirty="0">
                <a:sym typeface="+mn-ea"/>
              </a:rPr>
              <a:t>←</a:t>
            </a:r>
            <a:r>
              <a:rPr lang="zh-CN" altLang="en-US" sz="1600" b="1" dirty="0">
                <a:solidFill>
                  <a:srgbClr val="C00000"/>
                </a:solidFill>
                <a:sym typeface="+mn-ea"/>
              </a:rPr>
              <a:t>仅</a:t>
            </a:r>
            <a:r>
              <a:rPr lang="en-US" altLang="zh-CN" sz="1600" b="1" dirty="0">
                <a:highlight>
                  <a:srgbClr val="CCFFFF"/>
                </a:highlight>
                <a:sym typeface="+mn-ea"/>
              </a:rPr>
              <a:t>1</a:t>
            </a:r>
            <a:r>
              <a:rPr lang="zh-CN" altLang="en-US" sz="1600" b="1" dirty="0">
                <a:highlight>
                  <a:srgbClr val="CCFFFF"/>
                </a:highlight>
                <a:sym typeface="+mn-ea"/>
              </a:rPr>
              <a:t>个</a:t>
            </a:r>
            <a:r>
              <a:rPr lang="zh-CN" altLang="en-US" sz="1600" b="1" dirty="0">
                <a:sym typeface="+mn-ea"/>
              </a:rPr>
              <a:t>主设备参与</a:t>
            </a:r>
            <a:endParaRPr lang="en-US" altLang="zh-CN" sz="1200" b="1" dirty="0">
              <a:cs typeface="宋体" panose="02010600030101010101" pitchFamily="2" charset="-122"/>
              <a:sym typeface="+mn-e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altLang="zh-CN" sz="1400" b="1" dirty="0"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4" name="Text Box 7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00688" y="5373216"/>
            <a:ext cx="406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900430" indent="-900430"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dirty="0">
                <a:latin typeface="+mn-ea"/>
                <a:cs typeface="Times New Roman" panose="02020603050405020304" pitchFamily="18" charset="0"/>
              </a:rPr>
              <a:t>如何标识传输的目标从设备？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sp>
        <p:nvSpPr>
          <p:cNvPr id="5" name="Text Box 7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02164" y="5733256"/>
            <a:ext cx="4680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1078230" indent="-1078230"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②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一个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总线事务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如读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包含哪些步骤</a:t>
            </a:r>
            <a:r>
              <a:rPr lang="zh-CN" altLang="en-US" sz="1800" b="1" dirty="0">
                <a:latin typeface="+mn-ea"/>
                <a:cs typeface="Times New Roman" panose="02020603050405020304" pitchFamily="18" charset="0"/>
              </a:rPr>
              <a:t>？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grpSp>
        <p:nvGrpSpPr>
          <p:cNvPr id="327" name="组合 326"/>
          <p:cNvGrpSpPr/>
          <p:nvPr/>
        </p:nvGrpSpPr>
        <p:grpSpPr>
          <a:xfrm>
            <a:off x="2051720" y="4005064"/>
            <a:ext cx="6192344" cy="864096"/>
            <a:chOff x="2628128" y="3429000"/>
            <a:chExt cx="6192344" cy="864096"/>
          </a:xfrm>
        </p:grpSpPr>
        <p:sp>
          <p:nvSpPr>
            <p:cNvPr id="351" name="Text Box 98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4211960" y="3758529"/>
              <a:ext cx="3074995" cy="24653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5000"/>
                </a:lnSpc>
              </a:pPr>
              <a:r>
                <a:rPr lang="zh-CN" altLang="en-US" sz="1600" b="1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仲裁                    仲裁</a:t>
              </a:r>
            </a:p>
          </p:txBody>
        </p:sp>
        <p:sp>
          <p:nvSpPr>
            <p:cNvPr id="342" name="Text Box 98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6444307" y="3429000"/>
              <a:ext cx="791989" cy="288031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空闲</a:t>
              </a:r>
            </a:p>
          </p:txBody>
        </p:sp>
        <p:sp>
          <p:nvSpPr>
            <p:cNvPr id="329" name="Text Box 80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4932040" y="3778054"/>
              <a:ext cx="1296144" cy="24105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5000"/>
                </a:lnSpc>
              </a:pPr>
              <a:r>
                <a:rPr lang="zh-CN" altLang="en-US" sz="1600" b="1" dirty="0">
                  <a:highlight>
                    <a:srgbClr val="CCFFFF"/>
                  </a:highlight>
                  <a:latin typeface="宋体" panose="02010600030101010101" pitchFamily="2" charset="-122"/>
                </a:rPr>
                <a:t>总线传输周期</a:t>
              </a:r>
            </a:p>
          </p:txBody>
        </p:sp>
        <p:sp>
          <p:nvSpPr>
            <p:cNvPr id="330" name="Text Box 98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4788024" y="4035575"/>
              <a:ext cx="898420" cy="24653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5000"/>
                </a:lnSpc>
              </a:pPr>
              <a:r>
                <a:rPr lang="zh-CN" altLang="en-US" sz="1600" b="1" dirty="0">
                  <a:highlight>
                    <a:srgbClr val="CCFFFF"/>
                  </a:highlight>
                  <a:latin typeface="宋体" panose="02010600030101010101" pitchFamily="2" charset="-122"/>
                </a:rPr>
                <a:t>总线周期</a:t>
              </a:r>
            </a:p>
          </p:txBody>
        </p:sp>
        <p:cxnSp>
          <p:nvCxnSpPr>
            <p:cNvPr id="331" name="直接连接符 330"/>
            <p:cNvCxnSpPr/>
            <p:nvPr>
              <p:custDataLst>
                <p:tags r:id="rId46"/>
              </p:custDataLst>
            </p:nvPr>
          </p:nvCxnSpPr>
          <p:spPr bwMode="auto">
            <a:xfrm>
              <a:off x="4716016" y="3792343"/>
              <a:ext cx="0" cy="216024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32" name="Text Box 98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4716015" y="3429001"/>
              <a:ext cx="1728291" cy="288031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a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333" name="直接连接符 332"/>
            <p:cNvCxnSpPr/>
            <p:nvPr>
              <p:custDataLst>
                <p:tags r:id="rId48"/>
              </p:custDataLst>
            </p:nvPr>
          </p:nvCxnSpPr>
          <p:spPr bwMode="auto">
            <a:xfrm>
              <a:off x="6444208" y="3798367"/>
              <a:ext cx="1029" cy="49472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4" name="直接连接符 333"/>
            <p:cNvCxnSpPr/>
            <p:nvPr>
              <p:custDataLst>
                <p:tags r:id="rId49"/>
              </p:custDataLst>
            </p:nvPr>
          </p:nvCxnSpPr>
          <p:spPr bwMode="auto">
            <a:xfrm>
              <a:off x="6228184" y="3898580"/>
              <a:ext cx="216024" cy="1775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35" name="直接连接符 334"/>
            <p:cNvCxnSpPr/>
            <p:nvPr>
              <p:custDataLst>
                <p:tags r:id="rId50"/>
              </p:custDataLst>
            </p:nvPr>
          </p:nvCxnSpPr>
          <p:spPr bwMode="auto">
            <a:xfrm flipH="1">
              <a:off x="4716016" y="3898580"/>
              <a:ext cx="216025" cy="1775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36" name="直接连接符 335"/>
            <p:cNvCxnSpPr/>
            <p:nvPr>
              <p:custDataLst>
                <p:tags r:id="rId51"/>
              </p:custDataLst>
            </p:nvPr>
          </p:nvCxnSpPr>
          <p:spPr bwMode="auto">
            <a:xfrm>
              <a:off x="4139952" y="3793704"/>
              <a:ext cx="0" cy="49939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7" name="直接连接符 336"/>
            <p:cNvCxnSpPr/>
            <p:nvPr>
              <p:custDataLst>
                <p:tags r:id="rId52"/>
              </p:custDataLst>
            </p:nvPr>
          </p:nvCxnSpPr>
          <p:spPr bwMode="auto">
            <a:xfrm>
              <a:off x="5724128" y="4138094"/>
              <a:ext cx="72008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38" name="直接连接符 337"/>
            <p:cNvCxnSpPr/>
            <p:nvPr>
              <p:custDataLst>
                <p:tags r:id="rId53"/>
              </p:custDataLst>
            </p:nvPr>
          </p:nvCxnSpPr>
          <p:spPr bwMode="auto">
            <a:xfrm flipH="1">
              <a:off x="4139953" y="4138094"/>
              <a:ext cx="57606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39" name="Text Box 98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4032128" y="3429000"/>
              <a:ext cx="684000" cy="288031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空闲</a:t>
              </a:r>
            </a:p>
          </p:txBody>
        </p:sp>
        <p:sp>
          <p:nvSpPr>
            <p:cNvPr id="340" name="Text Box 98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2628128" y="3429001"/>
              <a:ext cx="1368152" cy="28803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105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总线使用权</a:t>
              </a:r>
              <a:r>
                <a:rPr lang="en-US" altLang="zh-CN" sz="18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:</a:t>
              </a:r>
              <a:endPara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41" name="Text Box 98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7236296" y="3429001"/>
              <a:ext cx="1584076" cy="288031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b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43" name="Text Box 80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7379283" y="3778054"/>
              <a:ext cx="1296144" cy="24105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5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总线传输周期</a:t>
              </a:r>
            </a:p>
          </p:txBody>
        </p:sp>
        <p:sp>
          <p:nvSpPr>
            <p:cNvPr id="344" name="Text Box 98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7273980" y="4035575"/>
              <a:ext cx="898420" cy="24653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5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总线周期</a:t>
              </a:r>
            </a:p>
          </p:txBody>
        </p:sp>
        <p:cxnSp>
          <p:nvCxnSpPr>
            <p:cNvPr id="345" name="直接连接符 344"/>
            <p:cNvCxnSpPr/>
            <p:nvPr>
              <p:custDataLst>
                <p:tags r:id="rId59"/>
              </p:custDataLst>
            </p:nvPr>
          </p:nvCxnSpPr>
          <p:spPr bwMode="auto">
            <a:xfrm>
              <a:off x="7235267" y="3792343"/>
              <a:ext cx="0" cy="216024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6" name="直接连接符 345"/>
            <p:cNvCxnSpPr/>
            <p:nvPr>
              <p:custDataLst>
                <p:tags r:id="rId60"/>
              </p:custDataLst>
            </p:nvPr>
          </p:nvCxnSpPr>
          <p:spPr bwMode="auto">
            <a:xfrm>
              <a:off x="8819443" y="3798367"/>
              <a:ext cx="1029" cy="49472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7" name="直接连接符 346"/>
            <p:cNvCxnSpPr/>
            <p:nvPr>
              <p:custDataLst>
                <p:tags r:id="rId61"/>
              </p:custDataLst>
            </p:nvPr>
          </p:nvCxnSpPr>
          <p:spPr bwMode="auto">
            <a:xfrm>
              <a:off x="8675427" y="3898580"/>
              <a:ext cx="144016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48" name="直接连接符 347"/>
            <p:cNvCxnSpPr/>
            <p:nvPr>
              <p:custDataLst>
                <p:tags r:id="rId62"/>
              </p:custDataLst>
            </p:nvPr>
          </p:nvCxnSpPr>
          <p:spPr bwMode="auto">
            <a:xfrm flipH="1">
              <a:off x="7235267" y="3898580"/>
              <a:ext cx="129809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49" name="直接连接符 348"/>
            <p:cNvCxnSpPr/>
            <p:nvPr>
              <p:custDataLst>
                <p:tags r:id="rId63"/>
              </p:custDataLst>
            </p:nvPr>
          </p:nvCxnSpPr>
          <p:spPr bwMode="auto">
            <a:xfrm>
              <a:off x="8172400" y="4149080"/>
              <a:ext cx="647043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50" name="直接连接符 349"/>
            <p:cNvCxnSpPr/>
            <p:nvPr>
              <p:custDataLst>
                <p:tags r:id="rId64"/>
              </p:custDataLst>
            </p:nvPr>
          </p:nvCxnSpPr>
          <p:spPr bwMode="auto">
            <a:xfrm flipH="1">
              <a:off x="6660232" y="4138094"/>
              <a:ext cx="57606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52" name="直接连接符 351"/>
            <p:cNvCxnSpPr/>
            <p:nvPr>
              <p:custDataLst>
                <p:tags r:id="rId65"/>
              </p:custDataLst>
            </p:nvPr>
          </p:nvCxnSpPr>
          <p:spPr bwMode="auto">
            <a:xfrm>
              <a:off x="6659203" y="3798367"/>
              <a:ext cx="1029" cy="49472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3" name="Text Box 77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900304" y="6093295"/>
            <a:ext cx="468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1078230" indent="-1078230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</a:rPr>
              <a:t>思考③：</a:t>
            </a:r>
            <a:r>
              <a:rPr lang="zh-CN" altLang="en-US" sz="1800" b="1" dirty="0">
                <a:latin typeface="+mn-ea"/>
                <a:cs typeface="Times New Roman" panose="02020603050405020304" pitchFamily="18" charset="0"/>
              </a:rPr>
              <a:t>总线事务的结束传输步骤可缺省吗？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sp>
        <p:nvSpPr>
          <p:cNvPr id="14" name="Text Box 77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652488" y="6091292"/>
            <a:ext cx="3312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1078230" indent="-1078230">
              <a:lnSpc>
                <a:spcPct val="90000"/>
              </a:lnSpc>
            </a:pPr>
            <a:r>
              <a:rPr lang="zh-CN" altLang="en-US" sz="1800" b="1" u="none" dirty="0">
                <a:latin typeface="宋体" panose="02010600030101010101" pitchFamily="2" charset="-122"/>
              </a:rPr>
              <a:t>不行，否则总线不会空闲</a:t>
            </a:r>
            <a:endParaRPr lang="en-US" altLang="zh-CN" sz="1600" b="1" u="none" dirty="0">
              <a:latin typeface="宋体" panose="02010600030101010101" pitchFamily="2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5A0BF17-578D-402E-ACBE-AEE97B653DBB}"/>
              </a:ext>
            </a:extLst>
          </p:cNvPr>
          <p:cNvGrpSpPr/>
          <p:nvPr/>
        </p:nvGrpSpPr>
        <p:grpSpPr>
          <a:xfrm>
            <a:off x="2232298" y="1987200"/>
            <a:ext cx="6228134" cy="648235"/>
            <a:chOff x="2232176" y="2124000"/>
            <a:chExt cx="6228134" cy="648235"/>
          </a:xfrm>
        </p:grpSpPr>
        <p:sp>
          <p:nvSpPr>
            <p:cNvPr id="61" name="Text Box 19">
              <a:extLst>
                <a:ext uri="{FF2B5EF4-FFF2-40B4-BE49-F238E27FC236}">
                  <a16:creationId xmlns:a16="http://schemas.microsoft.com/office/drawing/2014/main" id="{062F1732-7DD0-43F5-8B55-4D6E30A8840E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234081" y="2124000"/>
              <a:ext cx="791784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主设备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62" name="Text Box 21">
              <a:extLst>
                <a:ext uri="{FF2B5EF4-FFF2-40B4-BE49-F238E27FC236}">
                  <a16:creationId xmlns:a16="http://schemas.microsoft.com/office/drawing/2014/main" id="{36D11FDA-00B2-456A-BA6E-EB6D1551DA62}"/>
                </a:ext>
              </a:extLst>
            </p:cNvPr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284339" y="2124000"/>
              <a:ext cx="791784" cy="252000"/>
            </a:xfrm>
            <a:prstGeom prst="rect">
              <a:avLst/>
            </a:prstGeom>
            <a:solidFill>
              <a:srgbClr val="CCFFFF">
                <a:alpha val="85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从设备</a:t>
              </a:r>
              <a:r>
                <a:rPr lang="en-US" altLang="zh-CN" sz="1600" b="1" dirty="0" err="1"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</a:p>
          </p:txBody>
        </p: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6DD25B85-2D7A-4646-842F-1013D7EC526A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>
              <a:off x="2232176" y="2555666"/>
              <a:ext cx="3924000" cy="12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16903D8D-EDE5-4B27-8A26-017ED6A468AA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>
              <a:off x="2232176" y="2664268"/>
              <a:ext cx="3924000" cy="12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7EDD17F2-5B76-4D30-9E4C-2EF6B8C356D8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 flipH="1">
              <a:off x="2232176" y="2772235"/>
              <a:ext cx="392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231EB91D-8D4A-4160-A1AB-173784C3F6D7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auto">
            <a:xfrm>
              <a:off x="2484252" y="2375934"/>
              <a:ext cx="0" cy="179733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C607A115-F481-4FEE-B395-CE5FDA9423FF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>
              <a:off x="2664578" y="2375934"/>
              <a:ext cx="0" cy="396301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BD60AC7D-CE9A-4BCE-81E1-6F84B543FBDE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2844269" y="2375934"/>
              <a:ext cx="0" cy="288335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70" name="Text Box 22">
              <a:extLst>
                <a:ext uri="{FF2B5EF4-FFF2-40B4-BE49-F238E27FC236}">
                  <a16:creationId xmlns:a16="http://schemas.microsoft.com/office/drawing/2014/main" id="{882DDE23-99DA-49AB-9243-9EA5A9F761B3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3024595" y="2124000"/>
              <a:ext cx="288903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68C6A13D-6CBA-4E17-A2CE-8C817EAD0989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4500223" y="2375934"/>
              <a:ext cx="0" cy="179733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288F26C3-7D38-46C0-8AF7-634FEB4189E6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 flipH="1" flipV="1">
              <a:off x="4679914" y="2375934"/>
              <a:ext cx="635" cy="396301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9FDBB722-B5D1-4D49-A068-FEE6F746FE30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>
              <a:off x="4860240" y="2375934"/>
              <a:ext cx="0" cy="288335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74" name="Text Box 21">
              <a:extLst>
                <a:ext uri="{FF2B5EF4-FFF2-40B4-BE49-F238E27FC236}">
                  <a16:creationId xmlns:a16="http://schemas.microsoft.com/office/drawing/2014/main" id="{30FF95D1-814B-493E-AC36-C812AC0B1DA2}"/>
                </a:ext>
              </a:extLst>
            </p:cNvPr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364392" y="2124000"/>
              <a:ext cx="791784" cy="252000"/>
            </a:xfrm>
            <a:prstGeom prst="rect">
              <a:avLst/>
            </a:prstGeom>
            <a:solidFill>
              <a:srgbClr val="CCFFFF">
                <a:alpha val="85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从设备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j</a:t>
              </a:r>
            </a:p>
          </p:txBody>
        </p: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D2833A1D-5F38-4316-BF3A-1AB80D80EAA8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5580275" y="2375934"/>
              <a:ext cx="0" cy="179733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1C8023A6-6C32-4656-B203-F0BF730D459D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>
              <a:off x="5940293" y="2375934"/>
              <a:ext cx="0" cy="288335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77" name="Text Box 19">
              <a:extLst>
                <a:ext uri="{FF2B5EF4-FFF2-40B4-BE49-F238E27FC236}">
                  <a16:creationId xmlns:a16="http://schemas.microsoft.com/office/drawing/2014/main" id="{78501498-65C6-4942-BF32-FE3A565BEA4B}"/>
                </a:ext>
              </a:extLst>
            </p:cNvPr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3312228" y="2124000"/>
              <a:ext cx="791784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主设备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78" name="Text Box 22">
              <a:extLst>
                <a:ext uri="{FF2B5EF4-FFF2-40B4-BE49-F238E27FC236}">
                  <a16:creationId xmlns:a16="http://schemas.microsoft.com/office/drawing/2014/main" id="{5C5EEF35-44E3-4B14-9EA5-081179515E00}"/>
                </a:ext>
              </a:extLst>
            </p:cNvPr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5076124" y="2124000"/>
              <a:ext cx="288903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B6AA7C79-DC75-4BA7-8A24-CBCBBA458DB1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 bwMode="auto">
            <a:xfrm flipH="1" flipV="1">
              <a:off x="5759966" y="2375934"/>
              <a:ext cx="635" cy="396301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5669D106-BF24-4730-A06D-FE950723A37F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>
              <a:off x="3564304" y="2375934"/>
              <a:ext cx="0" cy="179733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B903DF29-F52B-4986-8E59-6416AB85BC12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>
              <a:off x="3743995" y="2375934"/>
              <a:ext cx="0" cy="396301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9443303B-2CCE-49CF-B9A2-FA3B6C036177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3924322" y="2375934"/>
              <a:ext cx="0" cy="288335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3" name="Text Box 22">
              <a:extLst>
                <a:ext uri="{FF2B5EF4-FFF2-40B4-BE49-F238E27FC236}">
                  <a16:creationId xmlns:a16="http://schemas.microsoft.com/office/drawing/2014/main" id="{4BBAECE6-4DAB-441B-840C-3F9BE5B16DB2}"/>
                </a:ext>
              </a:extLst>
            </p:cNvPr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6300310" y="2125640"/>
              <a:ext cx="2160000" cy="54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7780" rIns="18000" bIns="0" anchor="t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主设备</a:t>
              </a:r>
              <a:r>
                <a:rPr lang="en-US" altLang="zh-CN" sz="18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—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传输</a:t>
              </a:r>
              <a:r>
                <a:rPr lang="zh-CN" altLang="en-US" sz="1800" b="1" u="sng" dirty="0">
                  <a:latin typeface="宋体" panose="02010600030101010101" pitchFamily="2" charset="-122"/>
                </a:rPr>
                <a:t>发起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者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zh-CN" altLang="en-US" sz="1800" b="1" dirty="0">
                  <a:solidFill>
                    <a:srgbClr val="0070C0"/>
                  </a:solidFill>
                </a:rPr>
                <a:t>从设备</a:t>
              </a:r>
              <a:r>
                <a:rPr lang="en-US" altLang="zh-CN" sz="1800" b="1" dirty="0">
                  <a:solidFill>
                    <a:srgbClr val="0070C0"/>
                  </a:solidFill>
                </a:rPr>
                <a:t>—</a:t>
              </a:r>
              <a:r>
                <a:rPr lang="zh-CN" altLang="en-US" sz="1800" b="1" dirty="0"/>
                <a:t>传输</a:t>
              </a:r>
              <a:r>
                <a:rPr lang="zh-CN" altLang="en-US" sz="1800" b="1" u="sng" dirty="0"/>
                <a:t>响应</a:t>
              </a:r>
              <a:r>
                <a:rPr lang="zh-CN" altLang="en-US" sz="1800" b="1" dirty="0"/>
                <a:t>者</a:t>
              </a:r>
              <a:endParaRPr lang="en-US" altLang="zh-CN" sz="1800" b="1" dirty="0"/>
            </a:p>
          </p:txBody>
        </p:sp>
      </p:grpSp>
      <p:sp>
        <p:nvSpPr>
          <p:cNvPr id="84" name="Text Box 77">
            <a:extLst>
              <a:ext uri="{FF2B5EF4-FFF2-40B4-BE49-F238E27FC236}">
                <a16:creationId xmlns:a16="http://schemas.microsoft.com/office/drawing/2014/main" id="{10C2FDD4-F0FE-449F-9B1A-CFADF5335D47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076056" y="5374792"/>
            <a:ext cx="2160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1078230" indent="-1078230">
              <a:lnSpc>
                <a:spcPct val="90000"/>
              </a:lnSpc>
            </a:pPr>
            <a:r>
              <a:rPr lang="zh-CN" altLang="en-US" sz="1800" b="1" u="none" dirty="0">
                <a:latin typeface="宋体" panose="02010600030101010101" pitchFamily="2" charset="-122"/>
              </a:rPr>
              <a:t>通过地址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en-US" altLang="zh-CN" sz="1800" b="1" u="none" dirty="0" err="1">
                <a:latin typeface="宋体" panose="02010600030101010101" pitchFamily="2" charset="-122"/>
              </a:rPr>
              <a:t>Addr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1800" b="1" u="none" dirty="0">
                <a:latin typeface="宋体" panose="02010600030101010101" pitchFamily="2" charset="-122"/>
              </a:rPr>
              <a:t>标识</a:t>
            </a:r>
            <a:endParaRPr lang="en-US" altLang="zh-CN" sz="1600" b="1" u="none" dirty="0">
              <a:latin typeface="宋体" panose="02010600030101010101" pitchFamily="2" charset="-122"/>
            </a:endParaRPr>
          </a:p>
        </p:txBody>
      </p:sp>
      <p:sp>
        <p:nvSpPr>
          <p:cNvPr id="86" name="Text Box 77">
            <a:extLst>
              <a:ext uri="{FF2B5EF4-FFF2-40B4-BE49-F238E27FC236}">
                <a16:creationId xmlns:a16="http://schemas.microsoft.com/office/drawing/2014/main" id="{1675D738-50EB-4293-AD07-267C7F3313A5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652119" y="5733255"/>
            <a:ext cx="3456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1078230" indent="-1078230">
              <a:lnSpc>
                <a:spcPct val="90000"/>
              </a:lnSpc>
            </a:pPr>
            <a:r>
              <a:rPr lang="zh-CN" altLang="en-US" sz="1800" b="1" dirty="0">
                <a:sym typeface="+mn-ea"/>
              </a:rPr>
              <a:t>发送</a:t>
            </a:r>
            <a:r>
              <a:rPr lang="en-US" altLang="zh-CN" sz="1800" b="1" dirty="0">
                <a:sym typeface="+mn-ea"/>
              </a:rPr>
              <a:t>A&amp;C</a:t>
            </a:r>
            <a:r>
              <a:rPr lang="zh-CN" altLang="en-US" sz="1800" b="1" dirty="0">
                <a:sym typeface="+mn-ea"/>
              </a:rPr>
              <a:t>、等待响应、传输、结束</a:t>
            </a:r>
            <a:endParaRPr lang="en-US" altLang="zh-CN" sz="1600" b="1" u="none" dirty="0"/>
          </a:p>
        </p:txBody>
      </p: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3410DA97-7DC8-4DC4-B9C7-91409AC9D5CB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 flipH="1" flipV="1">
            <a:off x="5371870" y="4581128"/>
            <a:ext cx="635" cy="396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5A8E0EA5-EA74-47F1-B1E5-45763006B201}"/>
              </a:ext>
            </a:extLst>
          </p:cNvPr>
          <p:cNvGrpSpPr/>
          <p:nvPr/>
        </p:nvGrpSpPr>
        <p:grpSpPr>
          <a:xfrm>
            <a:off x="1116016" y="1772816"/>
            <a:ext cx="2628000" cy="576000"/>
            <a:chOff x="972000" y="1548000"/>
            <a:chExt cx="2628000" cy="576000"/>
          </a:xfrm>
        </p:grpSpPr>
        <p:sp>
          <p:nvSpPr>
            <p:cNvPr id="89" name="Text Box 31">
              <a:extLst>
                <a:ext uri="{FF2B5EF4-FFF2-40B4-BE49-F238E27FC236}">
                  <a16:creationId xmlns:a16="http://schemas.microsoft.com/office/drawing/2014/main" id="{21F995C5-FCD3-4CAB-A993-065A0C793A56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972000" y="1548000"/>
              <a:ext cx="720000" cy="46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总线仲裁器</a:t>
              </a:r>
              <a:endParaRPr lang="en-US" altLang="zh-CN" sz="1400" b="1" dirty="0"/>
            </a:p>
          </p:txBody>
        </p: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98EB0C0C-18A3-4183-B267-78993E4343D5}"/>
                </a:ext>
              </a:extLst>
            </p:cNvPr>
            <p:cNvCxnSpPr>
              <a:cxnSpLocks/>
            </p:cNvCxnSpPr>
            <p:nvPr>
              <p:custDataLst>
                <p:tags r:id="rId13"/>
              </p:custDataLst>
            </p:nvPr>
          </p:nvCxnSpPr>
          <p:spPr bwMode="auto">
            <a:xfrm>
              <a:off x="1692000" y="1944000"/>
              <a:ext cx="39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86CF8F7E-AC6E-4443-8976-FC976AAC9292}"/>
                </a:ext>
              </a:extLst>
            </p:cNvPr>
            <p:cNvCxnSpPr>
              <a:cxnSpLocks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1692000" y="1872000"/>
              <a:ext cx="39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93" name="Text Box 107">
              <a:extLst>
                <a:ext uri="{FF2B5EF4-FFF2-40B4-BE49-F238E27FC236}">
                  <a16:creationId xmlns:a16="http://schemas.microsoft.com/office/drawing/2014/main" id="{8812F3B2-2A9A-41AA-97A6-C40C043F8885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728000" y="1692000"/>
              <a:ext cx="323850" cy="43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err="1"/>
                <a:t>BRa</a:t>
              </a:r>
              <a:endParaRPr lang="en-US" altLang="zh-CN" sz="1400" b="1" dirty="0"/>
            </a:p>
            <a:p>
              <a:pPr algn="ctr">
                <a:lnSpc>
                  <a:spcPct val="90000"/>
                </a:lnSpc>
                <a:spcBef>
                  <a:spcPts val="300"/>
                </a:spcBef>
              </a:pPr>
              <a:r>
                <a:rPr lang="en-US" altLang="zh-CN" sz="1400" b="1" dirty="0" err="1"/>
                <a:t>BGa</a:t>
              </a:r>
              <a:endParaRPr lang="en-US" altLang="zh-CN" sz="1400" b="1" dirty="0"/>
            </a:p>
          </p:txBody>
        </p: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9E2F2DC5-100A-470A-AB5B-BDFC543DF0AC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3600000" y="1584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1D9EE630-03A8-4D7B-8C7C-5DDB7DB2B8EA}"/>
                </a:ext>
              </a:extLst>
            </p:cNvPr>
            <p:cNvCxnSpPr>
              <a:cxnSpLocks/>
            </p:cNvCxnSpPr>
            <p:nvPr>
              <p:custDataLst>
                <p:tags r:id="rId17"/>
              </p:custDataLst>
            </p:nvPr>
          </p:nvCxnSpPr>
          <p:spPr bwMode="auto">
            <a:xfrm flipH="1">
              <a:off x="3492000" y="1656000"/>
              <a:ext cx="0" cy="10800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4929DBE5-B491-48EA-A59D-2B0927E27294}"/>
                </a:ext>
              </a:extLst>
            </p:cNvPr>
            <p:cNvCxnSpPr>
              <a:cxnSpLocks/>
            </p:cNvCxnSpPr>
            <p:nvPr>
              <p:custDataLst>
                <p:tags r:id="rId18"/>
              </p:custDataLst>
            </p:nvPr>
          </p:nvCxnSpPr>
          <p:spPr bwMode="auto">
            <a:xfrm>
              <a:off x="1692000" y="1656000"/>
              <a:ext cx="1800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14BB9373-2D81-48F7-B3F2-F5150292EC96}"/>
                </a:ext>
              </a:extLst>
            </p:cNvPr>
            <p:cNvCxnSpPr>
              <a:cxnSpLocks/>
            </p:cNvCxnSpPr>
            <p:nvPr>
              <p:custDataLst>
                <p:tags r:id="rId19"/>
              </p:custDataLst>
            </p:nvPr>
          </p:nvCxnSpPr>
          <p:spPr bwMode="auto">
            <a:xfrm flipH="1">
              <a:off x="1692000" y="1584000"/>
              <a:ext cx="190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ldLvl="0" animBg="1"/>
      <p:bldP spid="5" grpId="0" bldLvl="0" animBg="1"/>
      <p:bldP spid="13" grpId="0" bldLvl="0" animBg="1"/>
      <p:bldP spid="14" grpId="0" bldLvl="0" animBg="1"/>
      <p:bldP spid="84" grpId="0" bldLvl="0" animBg="1"/>
      <p:bldP spid="86" grpId="0" bldLvl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A51B-A8E5-4E38-A74D-F6E7BEFB9955}" type="slidenum">
              <a:rPr lang="en-US" altLang="zh-CN" smtClean="0"/>
              <a:t>4</a:t>
            </a:fld>
            <a:endParaRPr lang="en-US" altLang="zh-CN"/>
          </a:p>
        </p:txBody>
      </p:sp>
      <p:sp>
        <p:nvSpPr>
          <p:cNvPr id="92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3564255" cy="6188874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、总线的分类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组成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*按信号线功能分类：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336800" indent="-2336800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数据总线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800" b="1" dirty="0" err="1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DBus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336800" indent="-2336800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地址总线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800" b="1" dirty="0" err="1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ABus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336800" indent="-2336800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控制总线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800" b="1" dirty="0" err="1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CBus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336800" indent="-2336800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*按所连部件分类：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片内总线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系统总线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通信总线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其他分类：</a:t>
            </a:r>
          </a:p>
        </p:txBody>
      </p:sp>
      <p:sp>
        <p:nvSpPr>
          <p:cNvPr id="115726" name="Text Box 1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842895" y="1160696"/>
            <a:ext cx="6186805" cy="18821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336800" indent="-2336800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承载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传送的数据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双向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传输线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读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336800" indent="-2336800"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指明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从设备地址</a:t>
            </a:r>
            <a:r>
              <a:rPr lang="en-US" altLang="zh-CN" sz="1600" b="1" dirty="0"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cs typeface="宋体" panose="02010600030101010101" pitchFamily="2" charset="-122"/>
              </a:rPr>
              <a:t>主存</a:t>
            </a:r>
            <a:r>
              <a:rPr lang="en-US" altLang="zh-CN" sz="1600" b="1" dirty="0">
                <a:cs typeface="宋体" panose="02010600030101010101" pitchFamily="2" charset="-122"/>
              </a:rPr>
              <a:t>/</a:t>
            </a:r>
            <a:r>
              <a:rPr lang="zh-CN" altLang="en-US" sz="1600" b="1" dirty="0">
                <a:cs typeface="宋体" panose="02010600030101010101" pitchFamily="2" charset="-122"/>
              </a:rPr>
              <a:t>外设</a:t>
            </a:r>
            <a:r>
              <a:rPr lang="en-US" altLang="zh-CN" sz="1600" b="1" dirty="0">
                <a:cs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单向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传输线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主设备控制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336800" indent="-2336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控制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传输的过程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单向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传输线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含控制线＋状态线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336800" indent="-2336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←表明</a:t>
            </a:r>
            <a:r>
              <a:rPr lang="zh-CN" altLang="en-US" sz="1600" b="1" dirty="0">
                <a:highlight>
                  <a:srgbClr val="CCFF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何时</a:t>
            </a:r>
            <a:r>
              <a:rPr lang="en-US" altLang="zh-CN" sz="1600" b="1" dirty="0">
                <a:highlight>
                  <a:srgbClr val="CCFF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highlight>
                  <a:srgbClr val="CCFF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如何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使用</a:t>
            </a:r>
            <a:r>
              <a:rPr lang="en-US" altLang="zh-CN" sz="16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DBus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及</a:t>
            </a:r>
            <a:r>
              <a:rPr lang="en-US" altLang="zh-CN" sz="16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ABus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336800" indent="-2336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MEM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读</a:t>
            </a:r>
            <a:r>
              <a:rPr 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就绪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时钟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用于定时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总线请求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允许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Text Box 7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860290" y="622800"/>
            <a:ext cx="3960000" cy="540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36195" tIns="17780" rIns="18000" bIns="0" anchor="ctr" anchorCtr="0">
            <a:noAutofit/>
          </a:bodyPr>
          <a:lstStyle/>
          <a:p>
            <a:pPr marL="1078230" indent="-1078230">
              <a:lnSpc>
                <a:spcPct val="100000"/>
              </a:lnSpc>
            </a:pPr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数据总线宽度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＝同时传送的二进制位数</a:t>
            </a:r>
            <a:endParaRPr lang="zh-CN" altLang="en-US" sz="1600" b="1" dirty="0">
              <a:latin typeface="+mn-ea"/>
              <a:cs typeface="Times New Roman" panose="02020603050405020304" pitchFamily="18" charset="0"/>
            </a:endParaRPr>
          </a:p>
          <a:p>
            <a:pPr marL="1078230" indent="-1078230">
              <a:lnSpc>
                <a:spcPct val="100000"/>
              </a:lnSpc>
            </a:pPr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地址总线宽度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log</a:t>
            </a:r>
            <a:r>
              <a:rPr lang="en-US" altLang="zh-CN" sz="1600" b="1" baseline="-26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可寻址的地址个数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600" b="1" u="none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20907" name="Text Box 7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160270" y="3069506"/>
            <a:ext cx="6804025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060575" indent="-2060575"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连接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芯片内部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各</a:t>
            </a:r>
            <a:r>
              <a:rPr lang="zh-CN" altLang="en-US" sz="2200" b="1" dirty="0">
                <a:cs typeface="宋体" panose="02010600030101010101" pitchFamily="2" charset="-122"/>
              </a:rPr>
              <a:t>器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件，由</a:t>
            </a:r>
            <a:r>
              <a:rPr lang="en-US" altLang="zh-CN" sz="2200" b="1" u="sng" dirty="0" err="1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DBus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组成</a:t>
            </a:r>
            <a:r>
              <a:rPr lang="en-US" altLang="zh-CN" sz="1800" b="1" dirty="0">
                <a:solidFill>
                  <a:schemeClr val="tx1"/>
                </a:solidFill>
                <a:cs typeface="宋体" panose="02010600030101010101" pitchFamily="2" charset="-122"/>
              </a:rPr>
              <a:t>(CU</a:t>
            </a:r>
            <a:r>
              <a:rPr lang="zh-CN" altLang="en-US" sz="1800" b="1" dirty="0">
                <a:solidFill>
                  <a:schemeClr val="tx1"/>
                </a:solidFill>
                <a:cs typeface="宋体" panose="02010600030101010101" pitchFamily="2" charset="-122"/>
              </a:rPr>
              <a:t>直接</a:t>
            </a:r>
            <a:r>
              <a:rPr lang="zh-CN" altLang="en-US" sz="1800" b="1" dirty="0">
                <a:cs typeface="宋体" panose="02010600030101010101" pitchFamily="2" charset="-122"/>
              </a:rPr>
              <a:t>控制各部件</a:t>
            </a:r>
            <a:r>
              <a:rPr lang="en-US" altLang="zh-CN" sz="1800" b="1" dirty="0">
                <a:solidFill>
                  <a:schemeClr val="tx1"/>
                </a:solidFill>
                <a:cs typeface="宋体" panose="02010600030101010101" pitchFamily="2" charset="-122"/>
              </a:rPr>
              <a:t>)</a:t>
            </a:r>
            <a:endParaRPr lang="zh-CN" altLang="en-US" sz="1800" b="1" dirty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连接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计算机内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主要部件，由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ABus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DBus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CBus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组成</a:t>
            </a:r>
          </a:p>
          <a:p>
            <a:pPr marL="2060575" indent="-206057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连接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外设</a:t>
            </a:r>
            <a:r>
              <a:rPr lang="en-US" altLang="zh-CN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其它系统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，由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数据线＋控制线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可缺省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组成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2376239" y="4365104"/>
            <a:ext cx="6372225" cy="1835785"/>
            <a:chOff x="2721" y="4309"/>
            <a:chExt cx="10035" cy="2891"/>
          </a:xfrm>
        </p:grpSpPr>
        <p:sp>
          <p:nvSpPr>
            <p:cNvPr id="43" name="Text Box 8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499" y="5216"/>
              <a:ext cx="1361" cy="15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zh-CN" altLang="en-US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107" name="Text Box 6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973" y="4309"/>
              <a:ext cx="1361" cy="340"/>
            </a:xfrm>
            <a:prstGeom prst="rect">
              <a:avLst/>
            </a:prstGeom>
            <a:solidFill>
              <a:srgbClr val="CCCCFF"/>
            </a:solidFill>
            <a:ln w="15875">
              <a:noFill/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系统总线</a:t>
              </a:r>
            </a:p>
          </p:txBody>
        </p:sp>
        <p:sp>
          <p:nvSpPr>
            <p:cNvPr id="99" name="Text Box 65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613" y="6236"/>
              <a:ext cx="1134" cy="39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内存条</a:t>
              </a:r>
            </a:p>
          </p:txBody>
        </p:sp>
        <p:cxnSp>
          <p:nvCxnSpPr>
            <p:cNvPr id="102" name="直接连接符 101"/>
            <p:cNvCxnSpPr/>
            <p:nvPr>
              <p:custDataLst>
                <p:tags r:id="rId9"/>
              </p:custDataLst>
            </p:nvPr>
          </p:nvCxnSpPr>
          <p:spPr>
            <a:xfrm>
              <a:off x="4251" y="4833"/>
              <a:ext cx="7143" cy="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9" name="Rectangle 6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288" y="5215"/>
              <a:ext cx="1928" cy="147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" name="Text Box 68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402" y="5385"/>
              <a:ext cx="510" cy="3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CU</a:t>
              </a:r>
            </a:p>
          </p:txBody>
        </p:sp>
        <p:sp>
          <p:nvSpPr>
            <p:cNvPr id="121" name="Text Box 70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400" y="6179"/>
              <a:ext cx="680" cy="3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ALU</a:t>
              </a:r>
            </a:p>
          </p:txBody>
        </p:sp>
        <p:sp>
          <p:nvSpPr>
            <p:cNvPr id="122" name="Text Box 70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252" y="5329"/>
              <a:ext cx="680" cy="3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BIU</a:t>
              </a:r>
            </a:p>
          </p:txBody>
        </p:sp>
        <p:sp>
          <p:nvSpPr>
            <p:cNvPr id="126" name="Text Box 70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309" y="6179"/>
              <a:ext cx="794" cy="3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GPRs</a:t>
              </a:r>
            </a:p>
          </p:txBody>
        </p:sp>
        <p:cxnSp>
          <p:nvCxnSpPr>
            <p:cNvPr id="4" name="直接连接符 3"/>
            <p:cNvCxnSpPr/>
            <p:nvPr>
              <p:custDataLst>
                <p:tags r:id="rId15"/>
              </p:custDataLst>
            </p:nvPr>
          </p:nvCxnSpPr>
          <p:spPr>
            <a:xfrm flipV="1">
              <a:off x="3400" y="5953"/>
              <a:ext cx="1701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" name="直接连接符 4"/>
            <p:cNvCxnSpPr/>
            <p:nvPr>
              <p:custDataLst>
                <p:tags r:id="rId16"/>
              </p:custDataLst>
            </p:nvPr>
          </p:nvCxnSpPr>
          <p:spPr>
            <a:xfrm>
              <a:off x="3572" y="5953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" name="直接连接符 5"/>
            <p:cNvCxnSpPr/>
            <p:nvPr>
              <p:custDataLst>
                <p:tags r:id="rId17"/>
              </p:custDataLst>
            </p:nvPr>
          </p:nvCxnSpPr>
          <p:spPr>
            <a:xfrm>
              <a:off x="4592" y="5953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直接连接符 6"/>
            <p:cNvCxnSpPr/>
            <p:nvPr>
              <p:custDataLst>
                <p:tags r:id="rId18"/>
              </p:custDataLst>
            </p:nvPr>
          </p:nvCxnSpPr>
          <p:spPr>
            <a:xfrm>
              <a:off x="4479" y="5726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直接连接符 7"/>
            <p:cNvCxnSpPr/>
            <p:nvPr>
              <p:custDataLst>
                <p:tags r:id="rId19"/>
              </p:custDataLst>
            </p:nvPr>
          </p:nvCxnSpPr>
          <p:spPr>
            <a:xfrm>
              <a:off x="4763" y="5726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直接连接符 8"/>
            <p:cNvCxnSpPr/>
            <p:nvPr>
              <p:custDataLst>
                <p:tags r:id="rId20"/>
              </p:custDataLst>
            </p:nvPr>
          </p:nvCxnSpPr>
          <p:spPr>
            <a:xfrm>
              <a:off x="4876" y="5953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直接连接符 9"/>
            <p:cNvCxnSpPr/>
            <p:nvPr>
              <p:custDataLst>
                <p:tags r:id="rId21"/>
              </p:custDataLst>
            </p:nvPr>
          </p:nvCxnSpPr>
          <p:spPr>
            <a:xfrm>
              <a:off x="3742" y="5953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直接连接符 10"/>
            <p:cNvCxnSpPr/>
            <p:nvPr>
              <p:custDataLst>
                <p:tags r:id="rId22"/>
              </p:custDataLst>
            </p:nvPr>
          </p:nvCxnSpPr>
          <p:spPr>
            <a:xfrm>
              <a:off x="3969" y="5953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" name="Text Box 65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5613" y="5386"/>
              <a:ext cx="1134" cy="398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DRAMC</a:t>
              </a:r>
            </a:p>
          </p:txBody>
        </p:sp>
        <p:cxnSp>
          <p:nvCxnSpPr>
            <p:cNvPr id="13" name="直接连接符 12"/>
            <p:cNvCxnSpPr/>
            <p:nvPr>
              <p:custDataLst>
                <p:tags r:id="rId24"/>
              </p:custDataLst>
            </p:nvPr>
          </p:nvCxnSpPr>
          <p:spPr>
            <a:xfrm>
              <a:off x="4252" y="5033"/>
              <a:ext cx="7143" cy="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直接连接符 13"/>
            <p:cNvCxnSpPr/>
            <p:nvPr>
              <p:custDataLst>
                <p:tags r:id="rId25"/>
              </p:custDataLst>
            </p:nvPr>
          </p:nvCxnSpPr>
          <p:spPr>
            <a:xfrm>
              <a:off x="4252" y="4649"/>
              <a:ext cx="6917" cy="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直接连接符 102"/>
            <p:cNvCxnSpPr/>
            <p:nvPr>
              <p:custDataLst>
                <p:tags r:id="rId26"/>
              </p:custDataLst>
            </p:nvPr>
          </p:nvCxnSpPr>
          <p:spPr>
            <a:xfrm flipV="1">
              <a:off x="4365" y="4649"/>
              <a:ext cx="0" cy="68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8" name="直接连接符 107"/>
            <p:cNvCxnSpPr/>
            <p:nvPr>
              <p:custDataLst>
                <p:tags r:id="rId27"/>
              </p:custDataLst>
            </p:nvPr>
          </p:nvCxnSpPr>
          <p:spPr>
            <a:xfrm flipV="1">
              <a:off x="4819" y="504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4" name="直接连接符 103"/>
            <p:cNvCxnSpPr/>
            <p:nvPr>
              <p:custDataLst>
                <p:tags r:id="rId28"/>
              </p:custDataLst>
            </p:nvPr>
          </p:nvCxnSpPr>
          <p:spPr>
            <a:xfrm>
              <a:off x="4592" y="4833"/>
              <a:ext cx="0" cy="51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直接连接符 108"/>
            <p:cNvCxnSpPr/>
            <p:nvPr>
              <p:custDataLst>
                <p:tags r:id="rId29"/>
              </p:custDataLst>
            </p:nvPr>
          </p:nvCxnSpPr>
          <p:spPr>
            <a:xfrm>
              <a:off x="5896" y="4649"/>
              <a:ext cx="0" cy="737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4" name="直接连接符 113"/>
            <p:cNvCxnSpPr/>
            <p:nvPr>
              <p:custDataLst>
                <p:tags r:id="rId30"/>
              </p:custDataLst>
            </p:nvPr>
          </p:nvCxnSpPr>
          <p:spPr>
            <a:xfrm>
              <a:off x="6180" y="4818"/>
              <a:ext cx="0" cy="567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直接连接符 114"/>
            <p:cNvCxnSpPr/>
            <p:nvPr>
              <p:custDataLst>
                <p:tags r:id="rId31"/>
              </p:custDataLst>
            </p:nvPr>
          </p:nvCxnSpPr>
          <p:spPr>
            <a:xfrm>
              <a:off x="6463" y="5046"/>
              <a:ext cx="0" cy="34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" name="直接连接符 17"/>
            <p:cNvCxnSpPr/>
            <p:nvPr>
              <p:custDataLst>
                <p:tags r:id="rId32"/>
              </p:custDataLst>
            </p:nvPr>
          </p:nvCxnSpPr>
          <p:spPr>
            <a:xfrm flipH="1" flipV="1">
              <a:off x="6576" y="5046"/>
              <a:ext cx="0" cy="34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" name="直接连接符 18"/>
            <p:cNvCxnSpPr/>
            <p:nvPr>
              <p:custDataLst>
                <p:tags r:id="rId33"/>
              </p:custDataLst>
            </p:nvPr>
          </p:nvCxnSpPr>
          <p:spPr>
            <a:xfrm>
              <a:off x="5896" y="5783"/>
              <a:ext cx="0" cy="454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" name="直接连接符 19"/>
            <p:cNvCxnSpPr/>
            <p:nvPr>
              <p:custDataLst>
                <p:tags r:id="rId34"/>
              </p:custDataLst>
            </p:nvPr>
          </p:nvCxnSpPr>
          <p:spPr>
            <a:xfrm>
              <a:off x="6180" y="5783"/>
              <a:ext cx="0" cy="454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直接连接符 20"/>
            <p:cNvCxnSpPr/>
            <p:nvPr>
              <p:custDataLst>
                <p:tags r:id="rId35"/>
              </p:custDataLst>
            </p:nvPr>
          </p:nvCxnSpPr>
          <p:spPr>
            <a:xfrm>
              <a:off x="6463" y="5783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" name="直接连接符 21"/>
            <p:cNvCxnSpPr/>
            <p:nvPr>
              <p:custDataLst>
                <p:tags r:id="rId36"/>
              </p:custDataLst>
            </p:nvPr>
          </p:nvCxnSpPr>
          <p:spPr>
            <a:xfrm flipH="1" flipV="1">
              <a:off x="6576" y="5783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4" name="Text Box 68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2721" y="4704"/>
              <a:ext cx="1361" cy="340"/>
            </a:xfrm>
            <a:prstGeom prst="rect">
              <a:avLst/>
            </a:prstGeom>
            <a:solidFill>
              <a:srgbClr val="CCCCFF"/>
            </a:solidFill>
            <a:ln w="15875">
              <a:noFill/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片内总线</a:t>
              </a:r>
            </a:p>
          </p:txBody>
        </p:sp>
        <p:cxnSp>
          <p:nvCxnSpPr>
            <p:cNvPr id="45" name="直接连接符 44"/>
            <p:cNvCxnSpPr/>
            <p:nvPr>
              <p:custDataLst>
                <p:tags r:id="rId38"/>
              </p:custDataLst>
            </p:nvPr>
          </p:nvCxnSpPr>
          <p:spPr>
            <a:xfrm>
              <a:off x="3798" y="5060"/>
              <a:ext cx="397" cy="85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sp>
          <p:nvSpPr>
            <p:cNvPr id="46" name="Text Box 68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11395" y="5329"/>
              <a:ext cx="1361" cy="340"/>
            </a:xfrm>
            <a:prstGeom prst="rect">
              <a:avLst/>
            </a:prstGeom>
            <a:solidFill>
              <a:srgbClr val="CCCCFF"/>
            </a:solidFill>
            <a:ln w="15875">
              <a:noFill/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通信总线</a:t>
              </a:r>
            </a:p>
          </p:txBody>
        </p:sp>
        <p:sp>
          <p:nvSpPr>
            <p:cNvPr id="23" name="Text Box 81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7200" y="5216"/>
              <a:ext cx="1701" cy="15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zh-CN" altLang="en-US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105" name="Text Box 72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7369" y="6236"/>
              <a:ext cx="1304" cy="39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sz="16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i</a:t>
              </a:r>
            </a:p>
          </p:txBody>
        </p:sp>
        <p:cxnSp>
          <p:nvCxnSpPr>
            <p:cNvPr id="117" name="直接连接符 116"/>
            <p:cNvCxnSpPr/>
            <p:nvPr>
              <p:custDataLst>
                <p:tags r:id="rId42"/>
              </p:custDataLst>
            </p:nvPr>
          </p:nvCxnSpPr>
          <p:spPr>
            <a:xfrm>
              <a:off x="7937" y="5783"/>
              <a:ext cx="0" cy="454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直接连接符 117"/>
            <p:cNvCxnSpPr/>
            <p:nvPr>
              <p:custDataLst>
                <p:tags r:id="rId43"/>
              </p:custDataLst>
            </p:nvPr>
          </p:nvCxnSpPr>
          <p:spPr>
            <a:xfrm>
              <a:off x="8220" y="5783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" name="Text Box 65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7313" y="5386"/>
              <a:ext cx="1474" cy="398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26" name="直接连接符 25"/>
            <p:cNvCxnSpPr/>
            <p:nvPr>
              <p:custDataLst>
                <p:tags r:id="rId45"/>
              </p:custDataLst>
            </p:nvPr>
          </p:nvCxnSpPr>
          <p:spPr>
            <a:xfrm>
              <a:off x="7653" y="4649"/>
              <a:ext cx="0" cy="737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" name="直接连接符 26"/>
            <p:cNvCxnSpPr/>
            <p:nvPr>
              <p:custDataLst>
                <p:tags r:id="rId46"/>
              </p:custDataLst>
            </p:nvPr>
          </p:nvCxnSpPr>
          <p:spPr>
            <a:xfrm>
              <a:off x="7937" y="4818"/>
              <a:ext cx="0" cy="567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直接连接符 27"/>
            <p:cNvCxnSpPr/>
            <p:nvPr>
              <p:custDataLst>
                <p:tags r:id="rId47"/>
              </p:custDataLst>
            </p:nvPr>
          </p:nvCxnSpPr>
          <p:spPr>
            <a:xfrm>
              <a:off x="8220" y="5046"/>
              <a:ext cx="0" cy="34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" name="直接连接符 28"/>
            <p:cNvCxnSpPr/>
            <p:nvPr>
              <p:custDataLst>
                <p:tags r:id="rId48"/>
              </p:custDataLst>
            </p:nvPr>
          </p:nvCxnSpPr>
          <p:spPr>
            <a:xfrm flipH="1" flipV="1">
              <a:off x="8333" y="5046"/>
              <a:ext cx="0" cy="34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" name="Text Box 81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9581" y="5216"/>
              <a:ext cx="1701" cy="15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zh-CN" altLang="en-US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33" name="Text Box 72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9750" y="6236"/>
              <a:ext cx="1304" cy="39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sz="16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j</a:t>
              </a:r>
            </a:p>
          </p:txBody>
        </p:sp>
        <p:cxnSp>
          <p:nvCxnSpPr>
            <p:cNvPr id="34" name="直接连接符 33"/>
            <p:cNvCxnSpPr/>
            <p:nvPr>
              <p:custDataLst>
                <p:tags r:id="rId51"/>
              </p:custDataLst>
            </p:nvPr>
          </p:nvCxnSpPr>
          <p:spPr>
            <a:xfrm>
              <a:off x="10318" y="5783"/>
              <a:ext cx="0" cy="454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" name="Text Box 65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9694" y="5386"/>
              <a:ext cx="1474" cy="398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</a:p>
          </p:txBody>
        </p:sp>
        <p:cxnSp>
          <p:nvCxnSpPr>
            <p:cNvPr id="38" name="直接连接符 37"/>
            <p:cNvCxnSpPr/>
            <p:nvPr>
              <p:custDataLst>
                <p:tags r:id="rId53"/>
              </p:custDataLst>
            </p:nvPr>
          </p:nvCxnSpPr>
          <p:spPr>
            <a:xfrm>
              <a:off x="10034" y="4649"/>
              <a:ext cx="0" cy="737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9" name="直接连接符 38"/>
            <p:cNvCxnSpPr/>
            <p:nvPr>
              <p:custDataLst>
                <p:tags r:id="rId54"/>
              </p:custDataLst>
            </p:nvPr>
          </p:nvCxnSpPr>
          <p:spPr>
            <a:xfrm>
              <a:off x="10318" y="4818"/>
              <a:ext cx="0" cy="567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直接连接符 39"/>
            <p:cNvCxnSpPr/>
            <p:nvPr>
              <p:custDataLst>
                <p:tags r:id="rId55"/>
              </p:custDataLst>
            </p:nvPr>
          </p:nvCxnSpPr>
          <p:spPr>
            <a:xfrm>
              <a:off x="10601" y="5046"/>
              <a:ext cx="0" cy="34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1" name="直接连接符 40"/>
            <p:cNvCxnSpPr/>
            <p:nvPr>
              <p:custDataLst>
                <p:tags r:id="rId56"/>
              </p:custDataLst>
            </p:nvPr>
          </p:nvCxnSpPr>
          <p:spPr>
            <a:xfrm flipH="1" flipV="1">
              <a:off x="10714" y="5046"/>
              <a:ext cx="0" cy="34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2" name="Text Box 92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9014" y="5509"/>
              <a:ext cx="454" cy="45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47" name="直接连接符 46"/>
            <p:cNvCxnSpPr/>
            <p:nvPr>
              <p:custDataLst>
                <p:tags r:id="rId58"/>
              </p:custDataLst>
            </p:nvPr>
          </p:nvCxnSpPr>
          <p:spPr>
            <a:xfrm>
              <a:off x="10601" y="5783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8" name="直接连接符 47"/>
            <p:cNvCxnSpPr/>
            <p:nvPr>
              <p:custDataLst>
                <p:tags r:id="rId59"/>
              </p:custDataLst>
            </p:nvPr>
          </p:nvCxnSpPr>
          <p:spPr>
            <a:xfrm flipH="1" flipV="1">
              <a:off x="10715" y="5783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9" name="直接连接符 48"/>
            <p:cNvCxnSpPr/>
            <p:nvPr>
              <p:custDataLst>
                <p:tags r:id="rId60"/>
              </p:custDataLst>
            </p:nvPr>
          </p:nvCxnSpPr>
          <p:spPr>
            <a:xfrm flipH="1">
              <a:off x="10833" y="5669"/>
              <a:ext cx="907" cy="397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sp>
          <p:nvSpPr>
            <p:cNvPr id="50" name="Text Box 68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7148" y="6860"/>
              <a:ext cx="1701" cy="340"/>
            </a:xfrm>
            <a:prstGeom prst="rect">
              <a:avLst/>
            </a:prstGeom>
            <a:solidFill>
              <a:srgbClr val="CCCCFF"/>
            </a:solidFill>
            <a:ln w="15875">
              <a:noFill/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存储器总线</a:t>
              </a:r>
            </a:p>
          </p:txBody>
        </p:sp>
        <p:cxnSp>
          <p:nvCxnSpPr>
            <p:cNvPr id="51" name="直接连接符 50"/>
            <p:cNvCxnSpPr/>
            <p:nvPr>
              <p:custDataLst>
                <p:tags r:id="rId62"/>
              </p:custDataLst>
            </p:nvPr>
          </p:nvCxnSpPr>
          <p:spPr>
            <a:xfrm flipH="1" flipV="1">
              <a:off x="6637" y="6009"/>
              <a:ext cx="624" cy="85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sp>
          <p:nvSpPr>
            <p:cNvPr id="53" name="Text Box 85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11395" y="4422"/>
              <a:ext cx="680" cy="79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0" anchor="t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 err="1">
                  <a:latin typeface="宋体" panose="02010600030101010101" pitchFamily="2" charset="-122"/>
                </a:rPr>
                <a:t>ABus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 err="1">
                  <a:latin typeface="宋体" panose="02010600030101010101" pitchFamily="2" charset="-122"/>
                </a:rPr>
                <a:t>DBus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 err="1">
                  <a:latin typeface="宋体" panose="02010600030101010101" pitchFamily="2" charset="-122"/>
                </a:rPr>
                <a:t>CBus</a:t>
              </a:r>
            </a:p>
          </p:txBody>
        </p:sp>
        <p:cxnSp>
          <p:nvCxnSpPr>
            <p:cNvPr id="54" name="直接连接符 53"/>
            <p:cNvCxnSpPr/>
            <p:nvPr>
              <p:custDataLst>
                <p:tags r:id="rId64"/>
              </p:custDataLst>
            </p:nvPr>
          </p:nvCxnSpPr>
          <p:spPr>
            <a:xfrm flipH="1">
              <a:off x="11169" y="4535"/>
              <a:ext cx="227" cy="113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" name="Text Box 7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910457" y="6021288"/>
            <a:ext cx="2949575" cy="360045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1078230" indent="-1078230">
              <a:lnSpc>
                <a:spcPct val="90000"/>
              </a:lnSpc>
            </a:pPr>
            <a:r>
              <a:rPr lang="zh-CN" altLang="en-US" sz="2000" b="1" u="none" dirty="0">
                <a:latin typeface="宋体" panose="02010600030101010101" pitchFamily="2" charset="-122"/>
              </a:rPr>
              <a:t>同步</a:t>
            </a:r>
            <a:r>
              <a:rPr lang="en-US" altLang="zh-CN" sz="2000" b="1" u="none" dirty="0">
                <a:latin typeface="宋体" panose="02010600030101010101" pitchFamily="2" charset="-122"/>
              </a:rPr>
              <a:t>/</a:t>
            </a:r>
            <a:r>
              <a:rPr lang="zh-CN" altLang="en-US" sz="2000" b="1" u="none" dirty="0">
                <a:latin typeface="宋体" panose="02010600030101010101" pitchFamily="2" charset="-122"/>
              </a:rPr>
              <a:t>异步、并行</a:t>
            </a:r>
            <a:r>
              <a:rPr lang="en-US" altLang="zh-CN" sz="2000" b="1" u="none" dirty="0">
                <a:latin typeface="宋体" panose="02010600030101010101" pitchFamily="2" charset="-122"/>
              </a:rPr>
              <a:t>/</a:t>
            </a:r>
            <a:r>
              <a:rPr lang="zh-CN" altLang="en-US" sz="2000" b="1" u="none" dirty="0">
                <a:latin typeface="宋体" panose="02010600030101010101" pitchFamily="2" charset="-122"/>
              </a:rPr>
              <a:t>串行等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5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5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5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57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57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0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20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20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16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14" name="Text Box 10"/>
          <p:cNvSpPr txBox="1">
            <a:spLocks noChangeArrowheads="1"/>
          </p:cNvSpPr>
          <p:nvPr/>
        </p:nvSpPr>
        <p:spPr bwMode="auto">
          <a:xfrm>
            <a:off x="179389" y="360000"/>
            <a:ext cx="2639704" cy="394845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1" dirty="0">
                <a:solidFill>
                  <a:srgbClr val="FF3399"/>
                </a:solidFill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</a:rPr>
              <a:t>、总线的特性</a:t>
            </a:r>
          </a:p>
          <a:p>
            <a:endParaRPr lang="zh-CN" altLang="en-US" sz="2200" b="1" dirty="0">
              <a:solidFill>
                <a:srgbClr val="C00000"/>
              </a:solidFill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</a:rPr>
              <a:t>物理特性：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r>
              <a:rPr lang="en-US" altLang="zh-CN" sz="2200" b="1" dirty="0">
                <a:solidFill>
                  <a:srgbClr val="C00000"/>
                </a:solidFill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</a:rPr>
              <a:t>功能特性：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r>
              <a:rPr lang="en-US" altLang="zh-CN" sz="2200" b="1" dirty="0">
                <a:solidFill>
                  <a:srgbClr val="C00000"/>
                </a:solidFill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</a:rPr>
              <a:t>电气特性：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r>
              <a:rPr lang="en-US" altLang="zh-CN" sz="2200" b="1" dirty="0">
                <a:solidFill>
                  <a:schemeClr val="accent2"/>
                </a:solidFill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状态约定</a:t>
            </a:r>
            <a:r>
              <a:rPr lang="en-US" altLang="zh-CN" sz="2200" b="1" dirty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电平表示</a:t>
            </a:r>
            <a:r>
              <a:rPr lang="en-US" altLang="zh-CN" sz="2200" b="1" dirty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r>
              <a:rPr lang="en-US" altLang="zh-CN" sz="2200" b="1" dirty="0">
                <a:solidFill>
                  <a:srgbClr val="C00000"/>
                </a:solidFill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</a:rPr>
              <a:t>时间特性：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000" b="1" dirty="0"/>
              <a:t>  (</a:t>
            </a:r>
            <a:r>
              <a:rPr lang="zh-CN" altLang="en-US" sz="2000" b="1" dirty="0">
                <a:solidFill>
                  <a:srgbClr val="C00000"/>
                </a:solidFill>
              </a:rPr>
              <a:t>逻辑特性</a:t>
            </a:r>
            <a:r>
              <a:rPr lang="en-US" altLang="zh-CN" sz="2000" b="1" dirty="0"/>
              <a:t>)</a:t>
            </a:r>
            <a:endParaRPr lang="en-US" altLang="zh-CN" sz="2000" b="1" dirty="0">
              <a:solidFill>
                <a:srgbClr val="990099"/>
              </a:solidFill>
            </a:endParaRPr>
          </a:p>
        </p:txBody>
      </p:sp>
      <p:sp>
        <p:nvSpPr>
          <p:cNvPr id="6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B2B5-E2D6-43CB-B406-9E71C1F92714}" type="slidenum">
              <a:rPr lang="en-US" altLang="zh-CN"/>
              <a:t>5</a:t>
            </a:fld>
            <a:endParaRPr lang="en-US" altLang="zh-CN"/>
          </a:p>
        </p:txBody>
      </p:sp>
      <p:sp>
        <p:nvSpPr>
          <p:cNvPr id="172" name="Text Box 10"/>
          <p:cNvSpPr txBox="1">
            <a:spLocks noChangeArrowheads="1"/>
          </p:cNvSpPr>
          <p:nvPr/>
        </p:nvSpPr>
        <p:spPr bwMode="auto">
          <a:xfrm>
            <a:off x="1908176" y="1412776"/>
            <a:ext cx="7128320" cy="32390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b="1" dirty="0">
                <a:latin typeface="Times New Roman" panose="02020603050405020304" pitchFamily="18" charset="0"/>
              </a:rPr>
              <a:t>指信号线的</a:t>
            </a:r>
            <a:r>
              <a:rPr lang="zh-CN" altLang="en-US" sz="2200" b="1" u="sng" dirty="0">
                <a:solidFill>
                  <a:srgbClr val="0070C0"/>
                </a:solidFill>
                <a:latin typeface="Times New Roman" panose="02020603050405020304" pitchFamily="18" charset="0"/>
              </a:rPr>
              <a:t>连接特性</a:t>
            </a:r>
            <a:r>
              <a:rPr lang="zh-CN" altLang="en-US" sz="2200" b="1" dirty="0">
                <a:latin typeface="Times New Roman" panose="02020603050405020304" pitchFamily="18" charset="0"/>
              </a:rPr>
              <a:t>，</a:t>
            </a:r>
            <a:r>
              <a:rPr lang="zh-CN" altLang="en-US" sz="2000" b="1" dirty="0"/>
              <a:t>如数量、类型、线距等</a:t>
            </a:r>
            <a:endParaRPr lang="en-US" altLang="zh-CN" sz="2000" b="1" dirty="0"/>
          </a:p>
          <a:p>
            <a:r>
              <a:rPr lang="zh-CN" altLang="en-US" sz="2200" b="1" dirty="0"/>
              <a:t>指各信号线的</a:t>
            </a:r>
            <a:r>
              <a:rPr lang="zh-CN" altLang="en-US" sz="2200" b="1" u="sng" dirty="0">
                <a:solidFill>
                  <a:srgbClr val="0070C0"/>
                </a:solidFill>
              </a:rPr>
              <a:t>功能</a:t>
            </a:r>
            <a:r>
              <a:rPr lang="zh-CN" altLang="en-US" sz="2200" b="1" dirty="0"/>
              <a:t>，</a:t>
            </a:r>
            <a:r>
              <a:rPr lang="zh-CN" altLang="en-US" sz="2000" b="1" dirty="0"/>
              <a:t>如地址线、数据线、时钟线等</a:t>
            </a:r>
          </a:p>
          <a:p>
            <a:r>
              <a:rPr lang="zh-CN" altLang="en-US" sz="2200" b="1" dirty="0">
                <a:sym typeface="+mn-ea"/>
              </a:rPr>
              <a:t>指信号线上信号的</a:t>
            </a:r>
            <a:r>
              <a:rPr lang="zh-CN" altLang="en-US" sz="2200" b="1" u="sng" dirty="0">
                <a:solidFill>
                  <a:srgbClr val="0070C0"/>
                </a:solidFill>
                <a:sym typeface="+mn-ea"/>
              </a:rPr>
              <a:t>传递方向</a:t>
            </a:r>
            <a:r>
              <a:rPr lang="zh-CN" altLang="en-US" sz="2200" b="1" dirty="0">
                <a:sym typeface="+mn-ea"/>
              </a:rPr>
              <a:t>、</a:t>
            </a:r>
            <a:r>
              <a:rPr lang="zh-CN" altLang="en-US" sz="2200" b="1" u="sng" dirty="0">
                <a:solidFill>
                  <a:srgbClr val="0070C0"/>
                </a:solidFill>
                <a:sym typeface="+mn-ea"/>
              </a:rPr>
              <a:t>电平有效范围</a:t>
            </a:r>
            <a:endParaRPr lang="en-US" altLang="zh-CN" sz="2200" b="1" u="sng" dirty="0">
              <a:solidFill>
                <a:srgbClr val="0070C0"/>
              </a:solidFill>
            </a:endParaRPr>
          </a:p>
          <a:p>
            <a:r>
              <a:rPr lang="en-US" altLang="zh-CN" sz="2200" b="1" dirty="0">
                <a:sym typeface="+mn-ea"/>
              </a:rPr>
              <a:t>  ABus&amp;CBus</a:t>
            </a:r>
            <a:r>
              <a:rPr lang="zh-CN" altLang="en-US" sz="2200" b="1" dirty="0">
                <a:sym typeface="+mn-ea"/>
              </a:rPr>
              <a:t>单向、</a:t>
            </a:r>
            <a:r>
              <a:rPr lang="en-US" altLang="zh-CN" sz="2200" b="1" dirty="0">
                <a:sym typeface="+mn-ea"/>
              </a:rPr>
              <a:t>DBus</a:t>
            </a:r>
            <a:r>
              <a:rPr lang="zh-CN" sz="2200" b="1" dirty="0">
                <a:sym typeface="+mn-ea"/>
              </a:rPr>
              <a:t>双向</a:t>
            </a:r>
            <a:r>
              <a:rPr lang="zh-CN" altLang="en-US" sz="2200" b="1" dirty="0">
                <a:sym typeface="+mn-ea"/>
              </a:rPr>
              <a:t>，</a:t>
            </a:r>
            <a:r>
              <a:rPr lang="zh-CN" altLang="en-US" sz="2200" b="1" dirty="0">
                <a:solidFill>
                  <a:srgbClr val="0070C0"/>
                </a:solidFill>
                <a:sym typeface="+mn-ea"/>
              </a:rPr>
              <a:t>常</a:t>
            </a:r>
            <a:r>
              <a:rPr lang="zh-CN" altLang="en-US" sz="2200" b="1" dirty="0">
                <a:sym typeface="+mn-ea"/>
              </a:rPr>
              <a:t>正逻辑、</a:t>
            </a:r>
            <a:r>
              <a:rPr lang="en-US" altLang="zh-CN" sz="2200" b="1" dirty="0" err="1">
                <a:sym typeface="+mn-ea"/>
              </a:rPr>
              <a:t>CBus</a:t>
            </a:r>
            <a:r>
              <a:rPr lang="zh-CN" altLang="en-US" sz="2200" b="1" dirty="0">
                <a:sym typeface="+mn-ea"/>
              </a:rPr>
              <a:t>可负逻辑</a:t>
            </a:r>
            <a:endParaRPr lang="en-US" altLang="zh-CN" sz="2200" b="1" dirty="0"/>
          </a:p>
          <a:p>
            <a:pPr>
              <a:lnSpc>
                <a:spcPct val="114000"/>
              </a:lnSpc>
            </a:pPr>
            <a:r>
              <a:rPr lang="en-US" altLang="zh-CN" sz="2200" b="1" dirty="0">
                <a:sym typeface="+mn-ea"/>
              </a:rPr>
              <a:t>  </a:t>
            </a:r>
            <a:r>
              <a:rPr lang="zh-CN" altLang="en-US" sz="2200" b="1" dirty="0">
                <a:sym typeface="+mn-ea"/>
              </a:rPr>
              <a:t>有单端</a:t>
            </a:r>
            <a:r>
              <a:rPr lang="en-US" altLang="zh-CN" sz="1600" b="1" dirty="0">
                <a:sym typeface="+mn-ea"/>
              </a:rPr>
              <a:t>(</a:t>
            </a:r>
            <a:r>
              <a:rPr lang="zh-CN" altLang="en-US" sz="1600" b="1" dirty="0">
                <a:sym typeface="+mn-ea"/>
              </a:rPr>
              <a:t>如</a:t>
            </a:r>
            <a:r>
              <a:rPr lang="en-US" altLang="zh-CN" sz="1600" b="1" dirty="0">
                <a:sym typeface="+mn-ea"/>
              </a:rPr>
              <a:t>≥3.15V,≤1.35)</a:t>
            </a:r>
            <a:r>
              <a:rPr lang="zh-CN" altLang="en-US" sz="2200" b="1" dirty="0">
                <a:sym typeface="+mn-ea"/>
              </a:rPr>
              <a:t>、差分</a:t>
            </a:r>
            <a:r>
              <a:rPr lang="en-US" altLang="zh-CN" sz="1600" b="1" dirty="0">
                <a:sym typeface="+mn-ea"/>
              </a:rPr>
              <a:t>(</a:t>
            </a:r>
            <a:r>
              <a:rPr lang="zh-CN" altLang="en-US" sz="1600" b="1" dirty="0">
                <a:sym typeface="+mn-ea"/>
              </a:rPr>
              <a:t>如</a:t>
            </a:r>
            <a:r>
              <a:rPr lang="en-US" altLang="zh-CN" sz="1600" b="1" dirty="0">
                <a:sym typeface="+mn-ea"/>
              </a:rPr>
              <a:t>≥+200mV,≤-200mV)</a:t>
            </a:r>
            <a:endParaRPr lang="en-US" altLang="zh-CN" sz="2200" b="1" dirty="0"/>
          </a:p>
          <a:p>
            <a:r>
              <a:rPr lang="zh-CN" altLang="en-US" sz="2200" b="1" dirty="0">
                <a:sym typeface="+mn-ea"/>
              </a:rPr>
              <a:t>指传输过程中各信号线的</a:t>
            </a:r>
            <a:r>
              <a:rPr lang="zh-CN" altLang="en-US" sz="2200" b="1" u="sng" dirty="0">
                <a:solidFill>
                  <a:srgbClr val="0070C0"/>
                </a:solidFill>
                <a:sym typeface="+mn-ea"/>
              </a:rPr>
              <a:t>使用时序</a:t>
            </a:r>
            <a:r>
              <a:rPr lang="zh-CN" altLang="en-US" sz="2200" b="1" dirty="0">
                <a:sym typeface="+mn-ea"/>
              </a:rPr>
              <a:t>    </a:t>
            </a:r>
            <a:r>
              <a:rPr lang="en-US" altLang="zh-CN" sz="1800" b="1" dirty="0">
                <a:sym typeface="+mn-ea"/>
              </a:rPr>
              <a:t>←</a:t>
            </a:r>
            <a:r>
              <a:rPr lang="zh-CN" altLang="en-US" sz="1800" b="1" dirty="0">
                <a:sym typeface="+mn-ea"/>
              </a:rPr>
              <a:t>不同事务有所不同</a:t>
            </a:r>
            <a:endParaRPr lang="en-US" altLang="zh-CN" sz="1600" b="1" u="sng" dirty="0">
              <a:sym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1800" b="1" dirty="0">
                <a:solidFill>
                  <a:srgbClr val="990099"/>
                </a:solidFill>
              </a:rPr>
              <a:t>  </a:t>
            </a:r>
            <a:r>
              <a:rPr lang="zh-CN" altLang="en-US" sz="1800" b="1" dirty="0">
                <a:solidFill>
                  <a:srgbClr val="0070C0"/>
                </a:solidFill>
              </a:rPr>
              <a:t>如：</a:t>
            </a:r>
            <a:r>
              <a:rPr lang="zh-CN" altLang="en-US" sz="1800" b="1" dirty="0"/>
              <a:t>读事务＝送地址</a:t>
            </a:r>
            <a:r>
              <a:rPr lang="en-US" altLang="zh-CN" sz="1800" b="1" dirty="0"/>
              <a:t>/</a:t>
            </a:r>
            <a:r>
              <a:rPr lang="zh-CN" altLang="en-US" sz="1800" b="1" dirty="0"/>
              <a:t>命令</a:t>
            </a:r>
            <a:r>
              <a:rPr lang="zh-CN" altLang="en-US" sz="1800" b="1" dirty="0">
                <a:solidFill>
                  <a:srgbClr val="FF3399"/>
                </a:solidFill>
              </a:rPr>
              <a:t>＋</a:t>
            </a:r>
            <a:r>
              <a:rPr lang="zh-CN" altLang="en-US" sz="1800" b="1" dirty="0">
                <a:solidFill>
                  <a:srgbClr val="990099"/>
                </a:solidFill>
              </a:rPr>
              <a:t>等待从设备响应</a:t>
            </a:r>
            <a:r>
              <a:rPr lang="zh-CN" altLang="en-US" sz="1800" b="1" dirty="0">
                <a:solidFill>
                  <a:srgbClr val="FF3399"/>
                </a:solidFill>
              </a:rPr>
              <a:t>＋</a:t>
            </a:r>
            <a:r>
              <a:rPr lang="zh-CN" altLang="en-US" sz="1800" b="1" dirty="0">
                <a:solidFill>
                  <a:srgbClr val="0070C0"/>
                </a:solidFill>
              </a:rPr>
              <a:t>传送数据</a:t>
            </a:r>
            <a:r>
              <a:rPr lang="zh-CN" altLang="en-US" sz="1800" b="1" dirty="0">
                <a:solidFill>
                  <a:srgbClr val="FF3399"/>
                </a:solidFill>
              </a:rPr>
              <a:t>＋</a:t>
            </a:r>
            <a:r>
              <a:rPr lang="zh-CN" altLang="en-US" sz="1800" b="1" dirty="0"/>
              <a:t>结束</a:t>
            </a:r>
            <a:endParaRPr lang="en-US" altLang="zh-CN" sz="1800" b="1" dirty="0"/>
          </a:p>
          <a:p>
            <a:pPr>
              <a:spcBef>
                <a:spcPts val="0"/>
              </a:spcBef>
            </a:pPr>
            <a:r>
              <a:rPr lang="en-US" altLang="zh-CN" sz="1800" b="1" dirty="0"/>
              <a:t>      </a:t>
            </a:r>
            <a:r>
              <a:rPr lang="zh-CN" altLang="en-US" sz="1800" b="1" dirty="0"/>
              <a:t>写事务＝送地址</a:t>
            </a:r>
            <a:r>
              <a:rPr lang="en-US" altLang="zh-CN" sz="1800" b="1" dirty="0"/>
              <a:t>/</a:t>
            </a:r>
            <a:r>
              <a:rPr lang="zh-CN" altLang="en-US" sz="1800" b="1" dirty="0"/>
              <a:t>命令</a:t>
            </a:r>
            <a:r>
              <a:rPr lang="zh-CN" altLang="en-US" sz="1800" b="1" dirty="0">
                <a:solidFill>
                  <a:srgbClr val="FF3399"/>
                </a:solidFill>
              </a:rPr>
              <a:t>＋</a:t>
            </a:r>
            <a:r>
              <a:rPr lang="zh-CN" altLang="en-US" sz="1800" b="1" dirty="0">
                <a:solidFill>
                  <a:srgbClr val="0070C0"/>
                </a:solidFill>
              </a:rPr>
              <a:t>传送数据</a:t>
            </a:r>
            <a:r>
              <a:rPr lang="zh-CN" altLang="en-US" sz="1800" b="1" dirty="0">
                <a:solidFill>
                  <a:srgbClr val="FF3399"/>
                </a:solidFill>
              </a:rPr>
              <a:t>＋</a:t>
            </a:r>
            <a:r>
              <a:rPr lang="zh-CN" altLang="en-US" sz="1800" b="1" dirty="0">
                <a:solidFill>
                  <a:srgbClr val="990099"/>
                </a:solidFill>
              </a:rPr>
              <a:t>等待从设备响应</a:t>
            </a:r>
            <a:r>
              <a:rPr lang="zh-CN" altLang="en-US" sz="1800" b="1" dirty="0">
                <a:solidFill>
                  <a:srgbClr val="FF3399"/>
                </a:solidFill>
              </a:rPr>
              <a:t>＋</a:t>
            </a:r>
            <a:r>
              <a:rPr lang="zh-CN" altLang="en-US" sz="1800" b="1" dirty="0"/>
              <a:t>结束</a:t>
            </a:r>
          </a:p>
        </p:txBody>
      </p:sp>
      <p:grpSp>
        <p:nvGrpSpPr>
          <p:cNvPr id="195" name="组合 194"/>
          <p:cNvGrpSpPr/>
          <p:nvPr/>
        </p:nvGrpSpPr>
        <p:grpSpPr>
          <a:xfrm>
            <a:off x="3160079" y="548680"/>
            <a:ext cx="3385220" cy="793270"/>
            <a:chOff x="3274764" y="3518437"/>
            <a:chExt cx="3385220" cy="793270"/>
          </a:xfrm>
        </p:grpSpPr>
        <p:sp>
          <p:nvSpPr>
            <p:cNvPr id="196" name="Text Box 19"/>
            <p:cNvSpPr txBox="1">
              <a:spLocks noChangeArrowheads="1"/>
            </p:cNvSpPr>
            <p:nvPr/>
          </p:nvSpPr>
          <p:spPr bwMode="auto">
            <a:xfrm>
              <a:off x="3274764" y="3518437"/>
              <a:ext cx="865188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/>
                <a:t>主设备</a:t>
              </a:r>
            </a:p>
          </p:txBody>
        </p:sp>
        <p:sp>
          <p:nvSpPr>
            <p:cNvPr id="197" name="Text Box 21"/>
            <p:cNvSpPr txBox="1">
              <a:spLocks noChangeArrowheads="1"/>
            </p:cNvSpPr>
            <p:nvPr/>
          </p:nvSpPr>
          <p:spPr bwMode="auto">
            <a:xfrm>
              <a:off x="4499992" y="3518437"/>
              <a:ext cx="936104" cy="252000"/>
            </a:xfrm>
            <a:prstGeom prst="rect">
              <a:avLst/>
            </a:prstGeom>
            <a:solidFill>
              <a:srgbClr val="99CCFF">
                <a:alpha val="85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/>
                <a:t>从设备</a:t>
              </a:r>
              <a:r>
                <a:rPr lang="en-US" altLang="zh-CN" sz="1800" b="1" dirty="0" err="1"/>
                <a:t>i</a:t>
              </a:r>
              <a:endParaRPr lang="zh-CN" altLang="en-US" sz="1800" b="1" dirty="0"/>
            </a:p>
          </p:txBody>
        </p:sp>
        <p:sp>
          <p:nvSpPr>
            <p:cNvPr id="198" name="Text Box 22"/>
            <p:cNvSpPr txBox="1">
              <a:spLocks noChangeArrowheads="1"/>
            </p:cNvSpPr>
            <p:nvPr/>
          </p:nvSpPr>
          <p:spPr bwMode="auto">
            <a:xfrm>
              <a:off x="3346772" y="4095707"/>
              <a:ext cx="28892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…</a:t>
              </a:r>
            </a:p>
          </p:txBody>
        </p:sp>
        <p:cxnSp>
          <p:nvCxnSpPr>
            <p:cNvPr id="199" name="直接箭头连接符 198"/>
            <p:cNvCxnSpPr/>
            <p:nvPr/>
          </p:nvCxnSpPr>
          <p:spPr bwMode="auto">
            <a:xfrm>
              <a:off x="3275856" y="3987707"/>
              <a:ext cx="3384128" cy="126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0" name="直接箭头连接符 199"/>
            <p:cNvCxnSpPr/>
            <p:nvPr/>
          </p:nvCxnSpPr>
          <p:spPr bwMode="auto">
            <a:xfrm>
              <a:off x="3274764" y="4095707"/>
              <a:ext cx="3385220" cy="126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1" name="直接箭头连接符 200"/>
            <p:cNvCxnSpPr/>
            <p:nvPr/>
          </p:nvCxnSpPr>
          <p:spPr bwMode="auto">
            <a:xfrm flipH="1">
              <a:off x="3275856" y="4311707"/>
              <a:ext cx="338412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2" name="直接箭头连接符 201"/>
            <p:cNvCxnSpPr/>
            <p:nvPr/>
          </p:nvCxnSpPr>
          <p:spPr bwMode="auto">
            <a:xfrm>
              <a:off x="3420672" y="3771707"/>
              <a:ext cx="0" cy="21602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3" name="直接箭头连接符 202"/>
            <p:cNvCxnSpPr/>
            <p:nvPr/>
          </p:nvCxnSpPr>
          <p:spPr bwMode="auto">
            <a:xfrm>
              <a:off x="3563888" y="3771707"/>
              <a:ext cx="0" cy="32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4" name="直接箭头连接符 203"/>
            <p:cNvCxnSpPr/>
            <p:nvPr/>
          </p:nvCxnSpPr>
          <p:spPr bwMode="auto">
            <a:xfrm flipV="1">
              <a:off x="3995936" y="3771707"/>
              <a:ext cx="0" cy="54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05" name="Text Box 22"/>
            <p:cNvSpPr txBox="1">
              <a:spLocks noChangeArrowheads="1"/>
            </p:cNvSpPr>
            <p:nvPr/>
          </p:nvSpPr>
          <p:spPr bwMode="auto">
            <a:xfrm>
              <a:off x="3635003" y="3771707"/>
              <a:ext cx="28892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/>
                <a:t>…</a:t>
              </a:r>
            </a:p>
          </p:txBody>
        </p:sp>
        <p:sp>
          <p:nvSpPr>
            <p:cNvPr id="206" name="Text Box 22"/>
            <p:cNvSpPr txBox="1">
              <a:spLocks noChangeArrowheads="1"/>
            </p:cNvSpPr>
            <p:nvPr/>
          </p:nvSpPr>
          <p:spPr bwMode="auto">
            <a:xfrm>
              <a:off x="4860231" y="3771707"/>
              <a:ext cx="28892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/>
                <a:t>…</a:t>
              </a:r>
            </a:p>
          </p:txBody>
        </p:sp>
        <p:cxnSp>
          <p:nvCxnSpPr>
            <p:cNvPr id="207" name="直接箭头连接符 206"/>
            <p:cNvCxnSpPr/>
            <p:nvPr/>
          </p:nvCxnSpPr>
          <p:spPr bwMode="auto">
            <a:xfrm flipV="1">
              <a:off x="4645100" y="3771707"/>
              <a:ext cx="0" cy="21602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8" name="直接箭头连接符 207"/>
            <p:cNvCxnSpPr/>
            <p:nvPr/>
          </p:nvCxnSpPr>
          <p:spPr bwMode="auto">
            <a:xfrm flipH="1" flipV="1">
              <a:off x="4788223" y="3771707"/>
              <a:ext cx="893" cy="32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9" name="直接箭头连接符 208"/>
            <p:cNvCxnSpPr/>
            <p:nvPr/>
          </p:nvCxnSpPr>
          <p:spPr bwMode="auto">
            <a:xfrm>
              <a:off x="5218764" y="3771707"/>
              <a:ext cx="0" cy="54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0" name="Text Box 20"/>
            <p:cNvSpPr txBox="1">
              <a:spLocks noChangeArrowheads="1"/>
            </p:cNvSpPr>
            <p:nvPr/>
          </p:nvSpPr>
          <p:spPr bwMode="auto">
            <a:xfrm>
              <a:off x="6156424" y="4095707"/>
              <a:ext cx="287784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211" name="Text Box 21"/>
            <p:cNvSpPr txBox="1">
              <a:spLocks noChangeArrowheads="1"/>
            </p:cNvSpPr>
            <p:nvPr/>
          </p:nvSpPr>
          <p:spPr bwMode="auto">
            <a:xfrm>
              <a:off x="5724128" y="3519702"/>
              <a:ext cx="935856" cy="252000"/>
            </a:xfrm>
            <a:prstGeom prst="rect">
              <a:avLst/>
            </a:prstGeom>
            <a:solidFill>
              <a:srgbClr val="99CCFF">
                <a:alpha val="85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/>
                <a:t>从设备</a:t>
              </a:r>
              <a:r>
                <a:rPr lang="en-US" altLang="zh-CN" sz="1800" b="1" dirty="0"/>
                <a:t>j</a:t>
              </a:r>
              <a:endParaRPr lang="zh-CN" altLang="en-US" sz="1800" b="1" dirty="0"/>
            </a:p>
          </p:txBody>
        </p:sp>
        <p:sp>
          <p:nvSpPr>
            <p:cNvPr id="212" name="Text Box 22"/>
            <p:cNvSpPr txBox="1">
              <a:spLocks noChangeArrowheads="1"/>
            </p:cNvSpPr>
            <p:nvPr/>
          </p:nvSpPr>
          <p:spPr bwMode="auto">
            <a:xfrm>
              <a:off x="6084367" y="3771707"/>
              <a:ext cx="28892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/>
                <a:t>…</a:t>
              </a:r>
            </a:p>
          </p:txBody>
        </p:sp>
        <p:cxnSp>
          <p:nvCxnSpPr>
            <p:cNvPr id="213" name="直接箭头连接符 212"/>
            <p:cNvCxnSpPr/>
            <p:nvPr/>
          </p:nvCxnSpPr>
          <p:spPr bwMode="auto">
            <a:xfrm flipV="1">
              <a:off x="5866764" y="3771707"/>
              <a:ext cx="0" cy="21602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4" name="直接箭头连接符 213"/>
            <p:cNvCxnSpPr/>
            <p:nvPr/>
          </p:nvCxnSpPr>
          <p:spPr bwMode="auto">
            <a:xfrm flipH="1" flipV="1">
              <a:off x="6012359" y="3771707"/>
              <a:ext cx="893" cy="32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5" name="直接箭头连接符 214"/>
            <p:cNvCxnSpPr/>
            <p:nvPr/>
          </p:nvCxnSpPr>
          <p:spPr bwMode="auto">
            <a:xfrm>
              <a:off x="6442764" y="3771707"/>
              <a:ext cx="0" cy="54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4" name="组合 3"/>
          <p:cNvGrpSpPr/>
          <p:nvPr/>
        </p:nvGrpSpPr>
        <p:grpSpPr>
          <a:xfrm>
            <a:off x="1834515" y="4652647"/>
            <a:ext cx="7020560" cy="1464945"/>
            <a:chOff x="2889" y="6748"/>
            <a:chExt cx="11056" cy="2307"/>
          </a:xfrm>
        </p:grpSpPr>
        <p:cxnSp>
          <p:nvCxnSpPr>
            <p:cNvPr id="3" name="直接连接符 2"/>
            <p:cNvCxnSpPr/>
            <p:nvPr>
              <p:custDataLst>
                <p:tags r:id="rId1"/>
              </p:custDataLst>
            </p:nvPr>
          </p:nvCxnSpPr>
          <p:spPr bwMode="auto">
            <a:xfrm>
              <a:off x="6010" y="6805"/>
              <a:ext cx="1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" name="直接连接符 4"/>
            <p:cNvCxnSpPr/>
            <p:nvPr>
              <p:custDataLst>
                <p:tags r:id="rId2"/>
              </p:custDataLst>
            </p:nvPr>
          </p:nvCxnSpPr>
          <p:spPr bwMode="auto">
            <a:xfrm>
              <a:off x="5327" y="6805"/>
              <a:ext cx="1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直接连接符 5"/>
            <p:cNvCxnSpPr/>
            <p:nvPr>
              <p:custDataLst>
                <p:tags r:id="rId3"/>
              </p:custDataLst>
            </p:nvPr>
          </p:nvCxnSpPr>
          <p:spPr bwMode="auto">
            <a:xfrm flipH="1">
              <a:off x="4645" y="6805"/>
              <a:ext cx="1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" name="AutoShape 21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647" y="7201"/>
              <a:ext cx="3231" cy="283"/>
            </a:xfrm>
            <a:prstGeom prst="hexagon">
              <a:avLst>
                <a:gd name="adj" fmla="val 63269"/>
                <a:gd name="vf" fmla="val 115470"/>
              </a:avLst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A1</a:t>
              </a:r>
            </a:p>
          </p:txBody>
        </p:sp>
        <p:cxnSp>
          <p:nvCxnSpPr>
            <p:cNvPr id="9" name="直接连接符 8"/>
            <p:cNvCxnSpPr/>
            <p:nvPr>
              <p:custDataLst>
                <p:tags r:id="rId5"/>
              </p:custDataLst>
            </p:nvPr>
          </p:nvCxnSpPr>
          <p:spPr bwMode="auto">
            <a:xfrm>
              <a:off x="4477" y="7088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连接符 9"/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4647" y="680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接连接符 10"/>
            <p:cNvCxnSpPr/>
            <p:nvPr>
              <p:custDataLst>
                <p:tags r:id="rId7"/>
              </p:custDataLst>
            </p:nvPr>
          </p:nvCxnSpPr>
          <p:spPr bwMode="auto">
            <a:xfrm>
              <a:off x="4647" y="6804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4987" y="680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直接连接符 12"/>
            <p:cNvCxnSpPr/>
            <p:nvPr>
              <p:custDataLst>
                <p:tags r:id="rId9"/>
              </p:custDataLst>
            </p:nvPr>
          </p:nvCxnSpPr>
          <p:spPr bwMode="auto">
            <a:xfrm>
              <a:off x="4987" y="708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直接连接符 13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5329" y="680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直接连接符 14"/>
            <p:cNvCxnSpPr/>
            <p:nvPr>
              <p:custDataLst>
                <p:tags r:id="rId11"/>
              </p:custDataLst>
            </p:nvPr>
          </p:nvCxnSpPr>
          <p:spPr bwMode="auto">
            <a:xfrm>
              <a:off x="5327" y="6804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接连接符 15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5668" y="680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接连接符 16"/>
            <p:cNvCxnSpPr/>
            <p:nvPr>
              <p:custDataLst>
                <p:tags r:id="rId13"/>
              </p:custDataLst>
            </p:nvPr>
          </p:nvCxnSpPr>
          <p:spPr bwMode="auto">
            <a:xfrm>
              <a:off x="5677" y="708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接连接符 17"/>
            <p:cNvCxnSpPr/>
            <p:nvPr>
              <p:custDataLst>
                <p:tags r:id="rId14"/>
              </p:custDataLst>
            </p:nvPr>
          </p:nvCxnSpPr>
          <p:spPr bwMode="auto">
            <a:xfrm>
              <a:off x="4477" y="7343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直接连接符 18"/>
            <p:cNvCxnSpPr/>
            <p:nvPr>
              <p:custDataLst>
                <p:tags r:id="rId15"/>
              </p:custDataLst>
            </p:nvPr>
          </p:nvCxnSpPr>
          <p:spPr bwMode="auto">
            <a:xfrm>
              <a:off x="4477" y="7740"/>
              <a:ext cx="2211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直接连接符 19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4477" y="7995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20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4987" y="799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直接连接符 21"/>
            <p:cNvCxnSpPr/>
            <p:nvPr>
              <p:custDataLst>
                <p:tags r:id="rId18"/>
              </p:custDataLst>
            </p:nvPr>
          </p:nvCxnSpPr>
          <p:spPr bwMode="auto">
            <a:xfrm>
              <a:off x="4987" y="8279"/>
              <a:ext cx="272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直接连接符 22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4477" y="8392"/>
              <a:ext cx="3742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Text Box 148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889" y="6748"/>
              <a:ext cx="1531" cy="192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时钟线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CLK</a:t>
              </a: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地址总线</a:t>
              </a: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数据总线</a:t>
              </a: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RD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WR</a:t>
              </a:r>
            </a:p>
          </p:txBody>
        </p:sp>
        <p:cxnSp>
          <p:nvCxnSpPr>
            <p:cNvPr id="113" name="直接连接符 112"/>
            <p:cNvCxnSpPr/>
            <p:nvPr>
              <p:custDataLst>
                <p:tags r:id="rId21"/>
              </p:custDataLst>
            </p:nvPr>
          </p:nvCxnSpPr>
          <p:spPr bwMode="auto">
            <a:xfrm>
              <a:off x="4477" y="8675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直接连接符 113"/>
            <p:cNvCxnSpPr/>
            <p:nvPr>
              <p:custDataLst>
                <p:tags r:id="rId22"/>
              </p:custDataLst>
            </p:nvPr>
          </p:nvCxnSpPr>
          <p:spPr bwMode="auto">
            <a:xfrm>
              <a:off x="4051" y="7955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直接连接符 24"/>
            <p:cNvCxnSpPr/>
            <p:nvPr>
              <p:custDataLst>
                <p:tags r:id="rId23"/>
              </p:custDataLst>
            </p:nvPr>
          </p:nvCxnSpPr>
          <p:spPr bwMode="auto">
            <a:xfrm>
              <a:off x="4051" y="8363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直接连接符 25"/>
            <p:cNvCxnSpPr/>
            <p:nvPr>
              <p:custDataLst>
                <p:tags r:id="rId24"/>
              </p:custDataLst>
            </p:nvPr>
          </p:nvCxnSpPr>
          <p:spPr bwMode="auto">
            <a:xfrm>
              <a:off x="6685" y="6805"/>
              <a:ext cx="0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连接符 26"/>
            <p:cNvCxnSpPr/>
            <p:nvPr>
              <p:custDataLst>
                <p:tags r:id="rId25"/>
              </p:custDataLst>
            </p:nvPr>
          </p:nvCxnSpPr>
          <p:spPr bwMode="auto">
            <a:xfrm>
              <a:off x="7366" y="6805"/>
              <a:ext cx="0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/>
            <p:cNvCxnSpPr/>
            <p:nvPr>
              <p:custDataLst>
                <p:tags r:id="rId26"/>
              </p:custDataLst>
            </p:nvPr>
          </p:nvCxnSpPr>
          <p:spPr bwMode="auto">
            <a:xfrm flipH="1">
              <a:off x="8046" y="6805"/>
              <a:ext cx="1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 bwMode="auto">
            <a:xfrm>
              <a:off x="7876" y="7343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0" name="AutoShape 215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685" y="7598"/>
              <a:ext cx="1191" cy="283"/>
            </a:xfrm>
            <a:prstGeom prst="hexagon">
              <a:avLst>
                <a:gd name="adj" fmla="val 63047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D1</a:t>
              </a:r>
            </a:p>
          </p:txBody>
        </p:sp>
        <p:cxnSp>
          <p:nvCxnSpPr>
            <p:cNvPr id="30" name="直接连接符 29"/>
            <p:cNvCxnSpPr/>
            <p:nvPr>
              <p:custDataLst>
                <p:tags r:id="rId29"/>
              </p:custDataLst>
            </p:nvPr>
          </p:nvCxnSpPr>
          <p:spPr bwMode="auto">
            <a:xfrm>
              <a:off x="7876" y="7740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直接连接符 30"/>
            <p:cNvCxnSpPr/>
            <p:nvPr>
              <p:custDataLst>
                <p:tags r:id="rId30"/>
              </p:custDataLst>
            </p:nvPr>
          </p:nvCxnSpPr>
          <p:spPr bwMode="auto">
            <a:xfrm>
              <a:off x="7706" y="7995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直接连接符 31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7706" y="799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直接连接符 32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8046" y="680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直接连接符 33"/>
            <p:cNvCxnSpPr/>
            <p:nvPr>
              <p:custDataLst>
                <p:tags r:id="rId33"/>
              </p:custDataLst>
            </p:nvPr>
          </p:nvCxnSpPr>
          <p:spPr bwMode="auto">
            <a:xfrm>
              <a:off x="8046" y="6804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6685" y="680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直接连接符 35"/>
            <p:cNvCxnSpPr/>
            <p:nvPr>
              <p:custDataLst>
                <p:tags r:id="rId35"/>
              </p:custDataLst>
            </p:nvPr>
          </p:nvCxnSpPr>
          <p:spPr bwMode="auto">
            <a:xfrm>
              <a:off x="6685" y="6804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直接连接符 36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7025" y="680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直接连接符 37"/>
            <p:cNvCxnSpPr/>
            <p:nvPr>
              <p:custDataLst>
                <p:tags r:id="rId37"/>
              </p:custDataLst>
            </p:nvPr>
          </p:nvCxnSpPr>
          <p:spPr bwMode="auto">
            <a:xfrm>
              <a:off x="7025" y="708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直接连接符 38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7367" y="680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直接连接符 39"/>
            <p:cNvCxnSpPr/>
            <p:nvPr>
              <p:custDataLst>
                <p:tags r:id="rId39"/>
              </p:custDataLst>
            </p:nvPr>
          </p:nvCxnSpPr>
          <p:spPr bwMode="auto">
            <a:xfrm>
              <a:off x="7365" y="6804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直接连接符 40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7706" y="680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直接连接符 41"/>
            <p:cNvCxnSpPr/>
            <p:nvPr>
              <p:custDataLst>
                <p:tags r:id="rId41"/>
              </p:custDataLst>
            </p:nvPr>
          </p:nvCxnSpPr>
          <p:spPr bwMode="auto">
            <a:xfrm>
              <a:off x="7715" y="708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直接连接符 42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6012" y="680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直接连接符 43"/>
            <p:cNvCxnSpPr/>
            <p:nvPr>
              <p:custDataLst>
                <p:tags r:id="rId43"/>
              </p:custDataLst>
            </p:nvPr>
          </p:nvCxnSpPr>
          <p:spPr bwMode="auto">
            <a:xfrm>
              <a:off x="6010" y="680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接连接符 44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6351" y="680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接连接符 45"/>
            <p:cNvCxnSpPr/>
            <p:nvPr>
              <p:custDataLst>
                <p:tags r:id="rId45"/>
              </p:custDataLst>
            </p:nvPr>
          </p:nvCxnSpPr>
          <p:spPr bwMode="auto">
            <a:xfrm>
              <a:off x="6360" y="708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直接连接符 47"/>
            <p:cNvCxnSpPr/>
            <p:nvPr>
              <p:custDataLst>
                <p:tags r:id="rId46"/>
              </p:custDataLst>
            </p:nvPr>
          </p:nvCxnSpPr>
          <p:spPr bwMode="auto">
            <a:xfrm>
              <a:off x="12414" y="6805"/>
              <a:ext cx="0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0" name="直接连接符 139"/>
            <p:cNvCxnSpPr/>
            <p:nvPr>
              <p:custDataLst>
                <p:tags r:id="rId47"/>
              </p:custDataLst>
            </p:nvPr>
          </p:nvCxnSpPr>
          <p:spPr bwMode="auto">
            <a:xfrm>
              <a:off x="11053" y="6805"/>
              <a:ext cx="1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直接连接符 140"/>
            <p:cNvCxnSpPr/>
            <p:nvPr>
              <p:custDataLst>
                <p:tags r:id="rId48"/>
              </p:custDataLst>
            </p:nvPr>
          </p:nvCxnSpPr>
          <p:spPr bwMode="auto">
            <a:xfrm>
              <a:off x="11733" y="6805"/>
              <a:ext cx="0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2" name="直接连接符 141"/>
            <p:cNvCxnSpPr/>
            <p:nvPr>
              <p:custDataLst>
                <p:tags r:id="rId49"/>
              </p:custDataLst>
            </p:nvPr>
          </p:nvCxnSpPr>
          <p:spPr bwMode="auto">
            <a:xfrm flipH="1">
              <a:off x="10371" y="6805"/>
              <a:ext cx="1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4" name="AutoShape 215"/>
            <p:cNvSpPr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10373" y="7201"/>
              <a:ext cx="3231" cy="283"/>
            </a:xfrm>
            <a:prstGeom prst="hexagon">
              <a:avLst>
                <a:gd name="adj" fmla="val 63269"/>
                <a:gd name="vf" fmla="val 115470"/>
              </a:avLst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A1</a:t>
              </a:r>
            </a:p>
          </p:txBody>
        </p:sp>
        <p:cxnSp>
          <p:nvCxnSpPr>
            <p:cNvPr id="145" name="直接连接符 144"/>
            <p:cNvCxnSpPr/>
            <p:nvPr>
              <p:custDataLst>
                <p:tags r:id="rId51"/>
              </p:custDataLst>
            </p:nvPr>
          </p:nvCxnSpPr>
          <p:spPr bwMode="auto">
            <a:xfrm>
              <a:off x="10203" y="7088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直接连接符 48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10373" y="680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直接连接符 49"/>
            <p:cNvCxnSpPr/>
            <p:nvPr>
              <p:custDataLst>
                <p:tags r:id="rId53"/>
              </p:custDataLst>
            </p:nvPr>
          </p:nvCxnSpPr>
          <p:spPr bwMode="auto">
            <a:xfrm>
              <a:off x="10373" y="6804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直接连接符 50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10713" y="680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直接连接符 51"/>
            <p:cNvCxnSpPr/>
            <p:nvPr>
              <p:custDataLst>
                <p:tags r:id="rId55"/>
              </p:custDataLst>
            </p:nvPr>
          </p:nvCxnSpPr>
          <p:spPr bwMode="auto">
            <a:xfrm>
              <a:off x="10713" y="708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直接连接符 52"/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11055" y="680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直接连接符 53"/>
            <p:cNvCxnSpPr/>
            <p:nvPr>
              <p:custDataLst>
                <p:tags r:id="rId57"/>
              </p:custDataLst>
            </p:nvPr>
          </p:nvCxnSpPr>
          <p:spPr bwMode="auto">
            <a:xfrm>
              <a:off x="11053" y="6804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" name="直接连接符 54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11394" y="680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直接连接符 55"/>
            <p:cNvCxnSpPr/>
            <p:nvPr>
              <p:custDataLst>
                <p:tags r:id="rId59"/>
              </p:custDataLst>
            </p:nvPr>
          </p:nvCxnSpPr>
          <p:spPr bwMode="auto">
            <a:xfrm>
              <a:off x="11403" y="708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" name="直接连接符 56"/>
            <p:cNvCxnSpPr/>
            <p:nvPr>
              <p:custDataLst>
                <p:tags r:id="rId60"/>
              </p:custDataLst>
            </p:nvPr>
          </p:nvCxnSpPr>
          <p:spPr bwMode="auto">
            <a:xfrm>
              <a:off x="10203" y="7343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8" name="AutoShape 215"/>
            <p:cNvSpPr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11053" y="7598"/>
              <a:ext cx="2551" cy="283"/>
            </a:xfrm>
            <a:prstGeom prst="hexagon">
              <a:avLst>
                <a:gd name="adj" fmla="val 63047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D1</a:t>
              </a:r>
            </a:p>
          </p:txBody>
        </p:sp>
        <p:cxnSp>
          <p:nvCxnSpPr>
            <p:cNvPr id="59" name="直接连接符 58"/>
            <p:cNvCxnSpPr/>
            <p:nvPr>
              <p:custDataLst>
                <p:tags r:id="rId62"/>
              </p:custDataLst>
            </p:nvPr>
          </p:nvCxnSpPr>
          <p:spPr bwMode="auto">
            <a:xfrm>
              <a:off x="10203" y="7740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直接连接符 59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10203" y="8392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直接连接符 60"/>
            <p:cNvCxnSpPr/>
            <p:nvPr>
              <p:custDataLst>
                <p:tags r:id="rId64"/>
              </p:custDataLst>
            </p:nvPr>
          </p:nvCxnSpPr>
          <p:spPr bwMode="auto">
            <a:xfrm flipV="1">
              <a:off x="10713" y="8392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直接连接符 61"/>
            <p:cNvCxnSpPr/>
            <p:nvPr>
              <p:custDataLst>
                <p:tags r:id="rId65"/>
              </p:custDataLst>
            </p:nvPr>
          </p:nvCxnSpPr>
          <p:spPr bwMode="auto">
            <a:xfrm>
              <a:off x="10713" y="8675"/>
              <a:ext cx="272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直接连接符 62"/>
            <p:cNvCxnSpPr/>
            <p:nvPr>
              <p:custDataLst>
                <p:tags r:id="rId66"/>
              </p:custDataLst>
            </p:nvPr>
          </p:nvCxnSpPr>
          <p:spPr bwMode="auto">
            <a:xfrm flipV="1">
              <a:off x="10203" y="7995"/>
              <a:ext cx="3742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5" name="Text Box 148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8615" y="6748"/>
              <a:ext cx="1531" cy="192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时钟线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CLK</a:t>
              </a: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地址总线</a:t>
              </a: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数据总线</a:t>
              </a: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RD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WR</a:t>
              </a:r>
            </a:p>
          </p:txBody>
        </p:sp>
        <p:cxnSp>
          <p:nvCxnSpPr>
            <p:cNvPr id="66" name="直接连接符 65"/>
            <p:cNvCxnSpPr/>
            <p:nvPr>
              <p:custDataLst>
                <p:tags r:id="rId68"/>
              </p:custDataLst>
            </p:nvPr>
          </p:nvCxnSpPr>
          <p:spPr bwMode="auto">
            <a:xfrm>
              <a:off x="10203" y="8278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直接连接符 66"/>
            <p:cNvCxnSpPr/>
            <p:nvPr>
              <p:custDataLst>
                <p:tags r:id="rId69"/>
              </p:custDataLst>
            </p:nvPr>
          </p:nvCxnSpPr>
          <p:spPr bwMode="auto">
            <a:xfrm>
              <a:off x="9777" y="7955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直接连接符 67"/>
            <p:cNvCxnSpPr/>
            <p:nvPr>
              <p:custDataLst>
                <p:tags r:id="rId70"/>
              </p:custDataLst>
            </p:nvPr>
          </p:nvCxnSpPr>
          <p:spPr bwMode="auto">
            <a:xfrm>
              <a:off x="9777" y="8363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5" name="直接连接符 164"/>
            <p:cNvCxnSpPr/>
            <p:nvPr>
              <p:custDataLst>
                <p:tags r:id="rId71"/>
              </p:custDataLst>
            </p:nvPr>
          </p:nvCxnSpPr>
          <p:spPr bwMode="auto">
            <a:xfrm flipV="1">
              <a:off x="11733" y="680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6" name="直接连接符 165"/>
            <p:cNvCxnSpPr/>
            <p:nvPr>
              <p:custDataLst>
                <p:tags r:id="rId72"/>
              </p:custDataLst>
            </p:nvPr>
          </p:nvCxnSpPr>
          <p:spPr bwMode="auto">
            <a:xfrm>
              <a:off x="11733" y="6804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7" name="直接连接符 166"/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12073" y="680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8" name="直接连接符 167"/>
            <p:cNvCxnSpPr/>
            <p:nvPr>
              <p:custDataLst>
                <p:tags r:id="rId74"/>
              </p:custDataLst>
            </p:nvPr>
          </p:nvCxnSpPr>
          <p:spPr bwMode="auto">
            <a:xfrm>
              <a:off x="12073" y="708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4" name="直接连接符 173"/>
            <p:cNvCxnSpPr/>
            <p:nvPr>
              <p:custDataLst>
                <p:tags r:id="rId75"/>
              </p:custDataLst>
            </p:nvPr>
          </p:nvCxnSpPr>
          <p:spPr bwMode="auto">
            <a:xfrm>
              <a:off x="13092" y="6805"/>
              <a:ext cx="0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5" name="直接连接符 174"/>
            <p:cNvCxnSpPr/>
            <p:nvPr>
              <p:custDataLst>
                <p:tags r:id="rId76"/>
              </p:custDataLst>
            </p:nvPr>
          </p:nvCxnSpPr>
          <p:spPr bwMode="auto">
            <a:xfrm flipH="1">
              <a:off x="13772" y="6805"/>
              <a:ext cx="1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6" name="直接连接符 175"/>
            <p:cNvCxnSpPr/>
            <p:nvPr>
              <p:custDataLst>
                <p:tags r:id="rId77"/>
              </p:custDataLst>
            </p:nvPr>
          </p:nvCxnSpPr>
          <p:spPr bwMode="auto">
            <a:xfrm>
              <a:off x="13602" y="7343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7" name="直接连接符 176"/>
            <p:cNvCxnSpPr/>
            <p:nvPr>
              <p:custDataLst>
                <p:tags r:id="rId78"/>
              </p:custDataLst>
            </p:nvPr>
          </p:nvCxnSpPr>
          <p:spPr bwMode="auto">
            <a:xfrm>
              <a:off x="13602" y="7740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8" name="直接连接符 177"/>
            <p:cNvCxnSpPr/>
            <p:nvPr>
              <p:custDataLst>
                <p:tags r:id="rId79"/>
              </p:custDataLst>
            </p:nvPr>
          </p:nvCxnSpPr>
          <p:spPr bwMode="auto">
            <a:xfrm>
              <a:off x="13432" y="8392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直接连接符 178"/>
            <p:cNvCxnSpPr/>
            <p:nvPr>
              <p:custDataLst>
                <p:tags r:id="rId80"/>
              </p:custDataLst>
            </p:nvPr>
          </p:nvCxnSpPr>
          <p:spPr bwMode="auto">
            <a:xfrm flipV="1">
              <a:off x="13432" y="8392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8" name="直接连接符 257"/>
            <p:cNvCxnSpPr/>
            <p:nvPr>
              <p:custDataLst>
                <p:tags r:id="rId81"/>
              </p:custDataLst>
            </p:nvPr>
          </p:nvCxnSpPr>
          <p:spPr bwMode="auto">
            <a:xfrm flipV="1">
              <a:off x="13772" y="680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9" name="直接连接符 258"/>
            <p:cNvCxnSpPr/>
            <p:nvPr>
              <p:custDataLst>
                <p:tags r:id="rId82"/>
              </p:custDataLst>
            </p:nvPr>
          </p:nvCxnSpPr>
          <p:spPr bwMode="auto">
            <a:xfrm>
              <a:off x="13772" y="6804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0" name="直接连接符 259"/>
            <p:cNvCxnSpPr/>
            <p:nvPr>
              <p:custDataLst>
                <p:tags r:id="rId83"/>
              </p:custDataLst>
            </p:nvPr>
          </p:nvCxnSpPr>
          <p:spPr bwMode="auto">
            <a:xfrm flipV="1">
              <a:off x="13093" y="680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1" name="直接连接符 260"/>
            <p:cNvCxnSpPr/>
            <p:nvPr>
              <p:custDataLst>
                <p:tags r:id="rId84"/>
              </p:custDataLst>
            </p:nvPr>
          </p:nvCxnSpPr>
          <p:spPr bwMode="auto">
            <a:xfrm>
              <a:off x="13091" y="6804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2" name="直接连接符 261"/>
            <p:cNvCxnSpPr/>
            <p:nvPr>
              <p:custDataLst>
                <p:tags r:id="rId85"/>
              </p:custDataLst>
            </p:nvPr>
          </p:nvCxnSpPr>
          <p:spPr bwMode="auto">
            <a:xfrm flipV="1">
              <a:off x="13432" y="680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3" name="直接连接符 262"/>
            <p:cNvCxnSpPr/>
            <p:nvPr>
              <p:custDataLst>
                <p:tags r:id="rId86"/>
              </p:custDataLst>
            </p:nvPr>
          </p:nvCxnSpPr>
          <p:spPr bwMode="auto">
            <a:xfrm>
              <a:off x="13441" y="708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4" name="直接连接符 263"/>
            <p:cNvCxnSpPr/>
            <p:nvPr>
              <p:custDataLst>
                <p:tags r:id="rId87"/>
              </p:custDataLst>
            </p:nvPr>
          </p:nvCxnSpPr>
          <p:spPr bwMode="auto">
            <a:xfrm flipV="1">
              <a:off x="12414" y="680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5" name="直接连接符 264"/>
            <p:cNvCxnSpPr/>
            <p:nvPr>
              <p:custDataLst>
                <p:tags r:id="rId88"/>
              </p:custDataLst>
            </p:nvPr>
          </p:nvCxnSpPr>
          <p:spPr bwMode="auto">
            <a:xfrm>
              <a:off x="12414" y="680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6" name="直接连接符 265"/>
            <p:cNvCxnSpPr/>
            <p:nvPr>
              <p:custDataLst>
                <p:tags r:id="rId89"/>
              </p:custDataLst>
            </p:nvPr>
          </p:nvCxnSpPr>
          <p:spPr bwMode="auto">
            <a:xfrm flipV="1">
              <a:off x="12754" y="680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7" name="直接连接符 266"/>
            <p:cNvCxnSpPr/>
            <p:nvPr>
              <p:custDataLst>
                <p:tags r:id="rId90"/>
              </p:custDataLst>
            </p:nvPr>
          </p:nvCxnSpPr>
          <p:spPr bwMode="auto">
            <a:xfrm>
              <a:off x="12754" y="708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7" name="Text Box 68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4999" y="8715"/>
              <a:ext cx="265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</a:t>
              </a:r>
              <a:r>
                <a:rPr lang="zh-CN" altLang="en-US" sz="1600" b="1" dirty="0">
                  <a:sym typeface="+mn-ea"/>
                </a:rPr>
                <a:t>读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事务</a:t>
              </a:r>
            </a:p>
          </p:txBody>
        </p:sp>
        <p:sp>
          <p:nvSpPr>
            <p:cNvPr id="2" name="Text Box 68"/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10488" y="8715"/>
              <a:ext cx="265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</a:t>
              </a:r>
              <a:r>
                <a:rPr lang="zh-CN" altLang="en-US" sz="1600" b="1" dirty="0">
                  <a:sym typeface="+mn-ea"/>
                </a:rPr>
                <a:t>写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事务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3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3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组合 371">
            <a:extLst>
              <a:ext uri="{FF2B5EF4-FFF2-40B4-BE49-F238E27FC236}">
                <a16:creationId xmlns:a16="http://schemas.microsoft.com/office/drawing/2014/main" id="{51C2FFE7-AE42-4645-914B-823635A76A13}"/>
              </a:ext>
            </a:extLst>
          </p:cNvPr>
          <p:cNvGrpSpPr/>
          <p:nvPr/>
        </p:nvGrpSpPr>
        <p:grpSpPr>
          <a:xfrm>
            <a:off x="3383915" y="4005064"/>
            <a:ext cx="2018665" cy="2447925"/>
            <a:chOff x="5329" y="6349"/>
            <a:chExt cx="3179" cy="3855"/>
          </a:xfrm>
        </p:grpSpPr>
        <p:sp>
          <p:nvSpPr>
            <p:cNvPr id="373" name="Text Box 20">
              <a:extLst>
                <a:ext uri="{FF2B5EF4-FFF2-40B4-BE49-F238E27FC236}">
                  <a16:creationId xmlns:a16="http://schemas.microsoft.com/office/drawing/2014/main" id="{CBA7436C-33A8-40BB-9439-330A3A0A82D8}"/>
                </a:ext>
              </a:extLst>
            </p:cNvPr>
            <p:cNvSpPr txBox="1">
              <a:spLocks noChangeArrowheads="1"/>
            </p:cNvSpPr>
            <p:nvPr>
              <p:custDataLst>
                <p:tags r:id="rId193"/>
              </p:custDataLst>
            </p:nvPr>
          </p:nvSpPr>
          <p:spPr bwMode="auto">
            <a:xfrm>
              <a:off x="5329" y="6350"/>
              <a:ext cx="624" cy="1728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zh-CN" altLang="en-US" sz="1800" b="1" dirty="0"/>
            </a:p>
          </p:txBody>
        </p:sp>
        <p:cxnSp>
          <p:nvCxnSpPr>
            <p:cNvPr id="374" name="直接连接符 373">
              <a:extLst>
                <a:ext uri="{FF2B5EF4-FFF2-40B4-BE49-F238E27FC236}">
                  <a16:creationId xmlns:a16="http://schemas.microsoft.com/office/drawing/2014/main" id="{04B7613A-BC25-4420-A0FF-B01043CAE322}"/>
                </a:ext>
              </a:extLst>
            </p:cNvPr>
            <p:cNvCxnSpPr/>
            <p:nvPr>
              <p:custDataLst>
                <p:tags r:id="rId194"/>
              </p:custDataLst>
            </p:nvPr>
          </p:nvCxnSpPr>
          <p:spPr bwMode="auto">
            <a:xfrm>
              <a:off x="5729" y="7143"/>
              <a:ext cx="113" cy="794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75" name="直接连接符 374">
              <a:extLst>
                <a:ext uri="{FF2B5EF4-FFF2-40B4-BE49-F238E27FC236}">
                  <a16:creationId xmlns:a16="http://schemas.microsoft.com/office/drawing/2014/main" id="{93E4519B-0195-4C03-98F5-00F3C37B39F3}"/>
                </a:ext>
              </a:extLst>
            </p:cNvPr>
            <p:cNvCxnSpPr/>
            <p:nvPr>
              <p:custDataLst>
                <p:tags r:id="rId195"/>
              </p:custDataLst>
            </p:nvPr>
          </p:nvCxnSpPr>
          <p:spPr bwMode="auto">
            <a:xfrm flipV="1">
              <a:off x="5729" y="6520"/>
              <a:ext cx="113" cy="567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76" name="直接连接符 375">
              <a:extLst>
                <a:ext uri="{FF2B5EF4-FFF2-40B4-BE49-F238E27FC236}">
                  <a16:creationId xmlns:a16="http://schemas.microsoft.com/office/drawing/2014/main" id="{ACB6BD49-D669-4987-BF2F-EF88BAFDAE76}"/>
                </a:ext>
              </a:extLst>
            </p:cNvPr>
            <p:cNvCxnSpPr/>
            <p:nvPr>
              <p:custDataLst>
                <p:tags r:id="rId196"/>
              </p:custDataLst>
            </p:nvPr>
          </p:nvCxnSpPr>
          <p:spPr bwMode="auto">
            <a:xfrm>
              <a:off x="5785" y="6406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77" name="直接连接符 376">
              <a:extLst>
                <a:ext uri="{FF2B5EF4-FFF2-40B4-BE49-F238E27FC236}">
                  <a16:creationId xmlns:a16="http://schemas.microsoft.com/office/drawing/2014/main" id="{02EAB8CB-FF1D-44AF-A5B7-2C56A8EF0D97}"/>
                </a:ext>
              </a:extLst>
            </p:cNvPr>
            <p:cNvCxnSpPr/>
            <p:nvPr>
              <p:custDataLst>
                <p:tags r:id="rId197"/>
              </p:custDataLst>
            </p:nvPr>
          </p:nvCxnSpPr>
          <p:spPr bwMode="auto">
            <a:xfrm flipV="1">
              <a:off x="5615" y="7030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78" name="直接连接符 377">
              <a:extLst>
                <a:ext uri="{FF2B5EF4-FFF2-40B4-BE49-F238E27FC236}">
                  <a16:creationId xmlns:a16="http://schemas.microsoft.com/office/drawing/2014/main" id="{078EFF1C-B981-4547-AA00-CF561431D85E}"/>
                </a:ext>
              </a:extLst>
            </p:cNvPr>
            <p:cNvCxnSpPr/>
            <p:nvPr>
              <p:custDataLst>
                <p:tags r:id="rId198"/>
              </p:custDataLst>
            </p:nvPr>
          </p:nvCxnSpPr>
          <p:spPr bwMode="auto">
            <a:xfrm flipV="1">
              <a:off x="5785" y="7823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79" name="直接连接符 378">
              <a:extLst>
                <a:ext uri="{FF2B5EF4-FFF2-40B4-BE49-F238E27FC236}">
                  <a16:creationId xmlns:a16="http://schemas.microsoft.com/office/drawing/2014/main" id="{63CD497A-8C23-42A2-91D8-19B8D539C717}"/>
                </a:ext>
              </a:extLst>
            </p:cNvPr>
            <p:cNvCxnSpPr/>
            <p:nvPr>
              <p:custDataLst>
                <p:tags r:id="rId199"/>
              </p:custDataLst>
            </p:nvPr>
          </p:nvCxnSpPr>
          <p:spPr bwMode="auto">
            <a:xfrm>
              <a:off x="5785" y="7030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0" name="直接连接符 379">
              <a:extLst>
                <a:ext uri="{FF2B5EF4-FFF2-40B4-BE49-F238E27FC236}">
                  <a16:creationId xmlns:a16="http://schemas.microsoft.com/office/drawing/2014/main" id="{893F2A5D-DB1A-43C6-86FD-EFC65EE74A05}"/>
                </a:ext>
              </a:extLst>
            </p:cNvPr>
            <p:cNvCxnSpPr/>
            <p:nvPr>
              <p:custDataLst>
                <p:tags r:id="rId200"/>
              </p:custDataLst>
            </p:nvPr>
          </p:nvCxnSpPr>
          <p:spPr bwMode="auto">
            <a:xfrm>
              <a:off x="5955" y="7596"/>
              <a:ext cx="255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81" name="Text Box 80">
              <a:extLst>
                <a:ext uri="{FF2B5EF4-FFF2-40B4-BE49-F238E27FC236}">
                  <a16:creationId xmlns:a16="http://schemas.microsoft.com/office/drawing/2014/main" id="{D3B0C2A8-0F8B-4B97-9EDF-F08284C6137D}"/>
                </a:ext>
              </a:extLst>
            </p:cNvPr>
            <p:cNvSpPr txBox="1">
              <a:spLocks noChangeArrowheads="1"/>
            </p:cNvSpPr>
            <p:nvPr>
              <p:custDataLst>
                <p:tags r:id="rId201"/>
              </p:custDataLst>
            </p:nvPr>
          </p:nvSpPr>
          <p:spPr bwMode="auto">
            <a:xfrm>
              <a:off x="6184" y="9921"/>
              <a:ext cx="2041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总线传输周期</a:t>
              </a:r>
            </a:p>
          </p:txBody>
        </p:sp>
        <p:cxnSp>
          <p:nvCxnSpPr>
            <p:cNvPr id="382" name="直接连接符 381">
              <a:extLst>
                <a:ext uri="{FF2B5EF4-FFF2-40B4-BE49-F238E27FC236}">
                  <a16:creationId xmlns:a16="http://schemas.microsoft.com/office/drawing/2014/main" id="{B4B975DB-F264-43C0-9E3A-55FC7A0F346A}"/>
                </a:ext>
              </a:extLst>
            </p:cNvPr>
            <p:cNvCxnSpPr/>
            <p:nvPr>
              <p:custDataLst>
                <p:tags r:id="rId202"/>
              </p:custDataLst>
            </p:nvPr>
          </p:nvCxnSpPr>
          <p:spPr bwMode="auto">
            <a:xfrm>
              <a:off x="8225" y="10034"/>
              <a:ext cx="283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83" name="直接连接符 382">
              <a:extLst>
                <a:ext uri="{FF2B5EF4-FFF2-40B4-BE49-F238E27FC236}">
                  <a16:creationId xmlns:a16="http://schemas.microsoft.com/office/drawing/2014/main" id="{2856DFDB-F79C-4574-8F8C-64E2E3CE66A1}"/>
                </a:ext>
              </a:extLst>
            </p:cNvPr>
            <p:cNvCxnSpPr/>
            <p:nvPr>
              <p:custDataLst>
                <p:tags r:id="rId203"/>
              </p:custDataLst>
            </p:nvPr>
          </p:nvCxnSpPr>
          <p:spPr bwMode="auto">
            <a:xfrm flipH="1">
              <a:off x="5958" y="10034"/>
              <a:ext cx="283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84" name="直接连接符 383">
              <a:extLst>
                <a:ext uri="{FF2B5EF4-FFF2-40B4-BE49-F238E27FC236}">
                  <a16:creationId xmlns:a16="http://schemas.microsoft.com/office/drawing/2014/main" id="{47DD3D9C-7112-4D35-9C8C-C31C1FD78F75}"/>
                </a:ext>
              </a:extLst>
            </p:cNvPr>
            <p:cNvCxnSpPr/>
            <p:nvPr>
              <p:custDataLst>
                <p:tags r:id="rId204"/>
              </p:custDataLst>
            </p:nvPr>
          </p:nvCxnSpPr>
          <p:spPr bwMode="auto">
            <a:xfrm>
              <a:off x="5957" y="7030"/>
              <a:ext cx="255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5" name="直接连接符 384">
              <a:extLst>
                <a:ext uri="{FF2B5EF4-FFF2-40B4-BE49-F238E27FC236}">
                  <a16:creationId xmlns:a16="http://schemas.microsoft.com/office/drawing/2014/main" id="{5C65C2D7-255B-4BF9-9FDA-964A4B5982D2}"/>
                </a:ext>
              </a:extLst>
            </p:cNvPr>
            <p:cNvCxnSpPr/>
            <p:nvPr>
              <p:custDataLst>
                <p:tags r:id="rId205"/>
              </p:custDataLst>
            </p:nvPr>
          </p:nvCxnSpPr>
          <p:spPr bwMode="auto">
            <a:xfrm>
              <a:off x="5957" y="7823"/>
              <a:ext cx="2381" cy="0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6" name="直接连接符 385">
              <a:extLst>
                <a:ext uri="{FF2B5EF4-FFF2-40B4-BE49-F238E27FC236}">
                  <a16:creationId xmlns:a16="http://schemas.microsoft.com/office/drawing/2014/main" id="{E390F047-7D38-4BF2-9EFC-2349CDD2E888}"/>
                </a:ext>
              </a:extLst>
            </p:cNvPr>
            <p:cNvCxnSpPr/>
            <p:nvPr>
              <p:custDataLst>
                <p:tags r:id="rId206"/>
              </p:custDataLst>
            </p:nvPr>
          </p:nvCxnSpPr>
          <p:spPr bwMode="auto">
            <a:xfrm>
              <a:off x="8508" y="6349"/>
              <a:ext cx="0" cy="3515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7" name="直接连接符 386">
              <a:extLst>
                <a:ext uri="{FF2B5EF4-FFF2-40B4-BE49-F238E27FC236}">
                  <a16:creationId xmlns:a16="http://schemas.microsoft.com/office/drawing/2014/main" id="{E2BD53C4-E318-48FF-9F46-4C8D95F933C0}"/>
                </a:ext>
              </a:extLst>
            </p:cNvPr>
            <p:cNvCxnSpPr/>
            <p:nvPr>
              <p:custDataLst>
                <p:tags r:id="rId207"/>
              </p:custDataLst>
            </p:nvPr>
          </p:nvCxnSpPr>
          <p:spPr bwMode="auto">
            <a:xfrm>
              <a:off x="8338" y="7823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88" name="直接连接符 387">
              <a:extLst>
                <a:ext uri="{FF2B5EF4-FFF2-40B4-BE49-F238E27FC236}">
                  <a16:creationId xmlns:a16="http://schemas.microsoft.com/office/drawing/2014/main" id="{6E598149-E216-4127-9479-BA6413263410}"/>
                </a:ext>
              </a:extLst>
            </p:cNvPr>
            <p:cNvCxnSpPr/>
            <p:nvPr>
              <p:custDataLst>
                <p:tags r:id="rId208"/>
              </p:custDataLst>
            </p:nvPr>
          </p:nvCxnSpPr>
          <p:spPr bwMode="auto">
            <a:xfrm>
              <a:off x="8508" y="9921"/>
              <a:ext cx="0" cy="28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A51B-A8E5-4E38-A74D-F6E7BEFB9955}" type="slidenum">
              <a:rPr lang="en-US" altLang="zh-CN" smtClean="0"/>
              <a:t>6</a:t>
            </a:fld>
            <a:endParaRPr lang="en-US" altLang="zh-CN"/>
          </a:p>
        </p:txBody>
      </p:sp>
      <p:sp>
        <p:nvSpPr>
          <p:cNvPr id="92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5219700" cy="366903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、总线操作过程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sym typeface="+mn-ea"/>
              </a:rPr>
              <a:t>每个阶段都是一次</a:t>
            </a:r>
            <a:r>
              <a:rPr lang="zh-CN" altLang="en-US" sz="1800" b="1" u="sng" dirty="0">
                <a:solidFill>
                  <a:srgbClr val="0070C0"/>
                </a:solidFill>
                <a:sym typeface="+mn-ea"/>
              </a:rPr>
              <a:t>交互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①总线仲裁阶段：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又称请求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分配阶段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336800" indent="-2336800"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sym typeface="+mn-ea"/>
              </a:rPr>
              <a:t>    各个主设备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000" b="1" dirty="0">
              <a:solidFill>
                <a:schemeClr val="accent2"/>
              </a:solidFill>
            </a:endParaRPr>
          </a:p>
          <a:p>
            <a:pPr marL="2336800" indent="-2336800">
              <a:lnSpc>
                <a:spcPct val="125000"/>
              </a:lnSpc>
            </a:pPr>
            <a:r>
              <a:rPr lang="en-US" altLang="zh-CN" sz="2000" b="1" dirty="0">
                <a:solidFill>
                  <a:schemeClr val="accent2"/>
                </a:solidFill>
                <a:sym typeface="+mn-ea"/>
              </a:rPr>
              <a:t> </a:t>
            </a:r>
            <a:r>
              <a:rPr lang="zh-CN" altLang="en-US" sz="2000" b="1" dirty="0">
                <a:solidFill>
                  <a:schemeClr val="accent2"/>
                </a:solidFill>
                <a:sym typeface="+mn-ea"/>
              </a:rPr>
              <a:t>   总线仲裁器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336800" indent="-2336800" eaLnBrk="1" latinLnBrk="0" hangingPunct="1"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②寻址阶段：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336800" indent="-2336800"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sym typeface="+mn-ea"/>
              </a:rPr>
              <a:t>    有权主设备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000" b="1" dirty="0">
              <a:solidFill>
                <a:schemeClr val="accent2"/>
              </a:solidFill>
            </a:endParaRPr>
          </a:p>
          <a:p>
            <a:pPr marL="2336800" indent="-2336800">
              <a:lnSpc>
                <a:spcPct val="125000"/>
              </a:lnSpc>
            </a:pPr>
            <a:r>
              <a:rPr lang="en-US" altLang="zh-CN" sz="2000" b="1" dirty="0">
                <a:solidFill>
                  <a:schemeClr val="accent2"/>
                </a:solidFill>
                <a:sym typeface="+mn-ea"/>
              </a:rPr>
              <a:t> </a:t>
            </a:r>
            <a:r>
              <a:rPr lang="zh-CN" altLang="en-US" sz="2000" b="1" dirty="0">
                <a:solidFill>
                  <a:schemeClr val="accent2"/>
                </a:solidFill>
                <a:sym typeface="+mn-ea"/>
              </a:rPr>
              <a:t>   所有从设备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③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数据传送阶段：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从设备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zh-CN" altLang="en-US" sz="20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④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传送结束阶段：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从设备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zh-CN" altLang="en-US" sz="20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32000" y="1124501"/>
            <a:ext cx="6804496" cy="28613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有操作需求时，</a:t>
            </a: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发出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总线请求信号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BRi</a:t>
            </a: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总线空闲时，</a:t>
            </a: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确定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下个总线传输周期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的使用权归属；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</a:t>
            </a: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发出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所选主设备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仅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的总线允许信号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BGj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发出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目标地址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操作命令</a:t>
            </a:r>
            <a:endParaRPr lang="zh-CN" altLang="en-US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判断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是否被选中，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被选中者</a:t>
            </a: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响应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总线</a:t>
            </a:r>
            <a:r>
              <a:rPr lang="zh-CN" altLang="en-US" sz="2000" b="1" dirty="0">
                <a:cs typeface="宋体" panose="02010600030101010101" pitchFamily="2" charset="-122"/>
                <a:sym typeface="+mn-ea"/>
              </a:rPr>
              <a:t>操作  </a:t>
            </a:r>
            <a:r>
              <a:rPr lang="zh-CN" altLang="en-US" sz="1600" b="1" dirty="0">
                <a:cs typeface="宋体" panose="02010600030101010101" pitchFamily="2" charset="-122"/>
                <a:sym typeface="+mn-ea"/>
              </a:rPr>
              <a:t>←写响应在传送后</a:t>
            </a: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读时</a:t>
            </a:r>
            <a:r>
              <a:rPr lang="zh-CN" altLang="en-US" sz="2000" b="1" u="sng" dirty="0">
                <a:solidFill>
                  <a:srgbClr val="990099"/>
                </a:solidFill>
                <a:cs typeface="宋体" panose="02010600030101010101" pitchFamily="2" charset="-122"/>
                <a:sym typeface="+mn-ea"/>
              </a:rPr>
              <a:t>接收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u="sng" dirty="0">
                <a:solidFill>
                  <a:srgbClr val="990099"/>
                </a:solidFill>
                <a:cs typeface="宋体" panose="02010600030101010101" pitchFamily="2" charset="-122"/>
                <a:sym typeface="+mn-ea"/>
              </a:rPr>
              <a:t>发送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数据，写时反之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各自</a:t>
            </a: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释放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所控信号线</a:t>
            </a:r>
            <a:r>
              <a:rPr lang="en-US" altLang="zh-CN" sz="1600" b="1" dirty="0"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cs typeface="宋体" panose="02010600030101010101" pitchFamily="2" charset="-122"/>
                <a:sym typeface="+mn-ea"/>
              </a:rPr>
              <a:t>发送线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→高阻态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</p:txBody>
      </p:sp>
      <p:grpSp>
        <p:nvGrpSpPr>
          <p:cNvPr id="245" name="组合 244"/>
          <p:cNvGrpSpPr/>
          <p:nvPr/>
        </p:nvGrpSpPr>
        <p:grpSpPr>
          <a:xfrm>
            <a:off x="5400000" y="4005064"/>
            <a:ext cx="791845" cy="2447925"/>
            <a:chOff x="9298" y="6349"/>
            <a:chExt cx="1247" cy="3855"/>
          </a:xfrm>
        </p:grpSpPr>
        <p:sp>
          <p:nvSpPr>
            <p:cNvPr id="242" name="Text Box 20"/>
            <p:cNvSpPr txBox="1">
              <a:spLocks noChangeArrowheads="1"/>
            </p:cNvSpPr>
            <p:nvPr>
              <p:custDataLst>
                <p:tags r:id="rId139"/>
              </p:custDataLst>
            </p:nvPr>
          </p:nvSpPr>
          <p:spPr bwMode="auto">
            <a:xfrm>
              <a:off x="9298" y="6350"/>
              <a:ext cx="794" cy="1304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zh-CN" altLang="en-US" sz="1800" b="1" dirty="0"/>
            </a:p>
          </p:txBody>
        </p:sp>
        <p:cxnSp>
          <p:nvCxnSpPr>
            <p:cNvPr id="243" name="直接连接符 242"/>
            <p:cNvCxnSpPr/>
            <p:nvPr>
              <p:custDataLst>
                <p:tags r:id="rId140"/>
              </p:custDataLst>
            </p:nvPr>
          </p:nvCxnSpPr>
          <p:spPr bwMode="auto">
            <a:xfrm>
              <a:off x="9865" y="7483"/>
              <a:ext cx="113" cy="454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44" name="直接连接符 243"/>
            <p:cNvCxnSpPr/>
            <p:nvPr>
              <p:custDataLst>
                <p:tags r:id="rId141"/>
              </p:custDataLst>
            </p:nvPr>
          </p:nvCxnSpPr>
          <p:spPr bwMode="auto">
            <a:xfrm flipV="1">
              <a:off x="9865" y="6860"/>
              <a:ext cx="113" cy="567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37" name="直接连接符 136"/>
            <p:cNvCxnSpPr/>
            <p:nvPr>
              <p:custDataLst>
                <p:tags r:id="rId142"/>
              </p:custDataLst>
            </p:nvPr>
          </p:nvCxnSpPr>
          <p:spPr bwMode="auto">
            <a:xfrm>
              <a:off x="9301" y="9297"/>
              <a:ext cx="964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直接连接符 98"/>
            <p:cNvCxnSpPr/>
            <p:nvPr>
              <p:custDataLst>
                <p:tags r:id="rId143"/>
              </p:custDataLst>
            </p:nvPr>
          </p:nvCxnSpPr>
          <p:spPr bwMode="auto">
            <a:xfrm>
              <a:off x="9301" y="8702"/>
              <a:ext cx="1191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4" name="Text Box 300"/>
            <p:cNvSpPr txBox="1">
              <a:spLocks noChangeArrowheads="1"/>
            </p:cNvSpPr>
            <p:nvPr>
              <p:custDataLst>
                <p:tags r:id="rId144"/>
              </p:custDataLst>
            </p:nvPr>
          </p:nvSpPr>
          <p:spPr bwMode="auto">
            <a:xfrm>
              <a:off x="10262" y="8163"/>
              <a:ext cx="227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endParaRPr lang="en-US" altLang="zh-CN" sz="14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47" name="直接连接符 46"/>
            <p:cNvCxnSpPr/>
            <p:nvPr>
              <p:custDataLst>
                <p:tags r:id="rId145"/>
              </p:custDataLst>
            </p:nvPr>
          </p:nvCxnSpPr>
          <p:spPr bwMode="auto">
            <a:xfrm>
              <a:off x="9299" y="8050"/>
              <a:ext cx="62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直接连接符 100"/>
            <p:cNvCxnSpPr/>
            <p:nvPr>
              <p:custDataLst>
                <p:tags r:id="rId146"/>
              </p:custDataLst>
            </p:nvPr>
          </p:nvCxnSpPr>
          <p:spPr bwMode="auto">
            <a:xfrm>
              <a:off x="9298" y="8957"/>
              <a:ext cx="119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9" name="直接连接符 138"/>
            <p:cNvCxnSpPr/>
            <p:nvPr>
              <p:custDataLst>
                <p:tags r:id="rId147"/>
              </p:custDataLst>
            </p:nvPr>
          </p:nvCxnSpPr>
          <p:spPr bwMode="auto">
            <a:xfrm>
              <a:off x="9298" y="929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0" name="直接连接符 139"/>
            <p:cNvCxnSpPr/>
            <p:nvPr>
              <p:custDataLst>
                <p:tags r:id="rId148"/>
              </p:custDataLst>
            </p:nvPr>
          </p:nvCxnSpPr>
          <p:spPr bwMode="auto">
            <a:xfrm>
              <a:off x="9468" y="929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1" name="直接连接符 140"/>
            <p:cNvCxnSpPr/>
            <p:nvPr>
              <p:custDataLst>
                <p:tags r:id="rId149"/>
              </p:custDataLst>
            </p:nvPr>
          </p:nvCxnSpPr>
          <p:spPr bwMode="auto">
            <a:xfrm>
              <a:off x="9638" y="929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2" name="直接连接符 141"/>
            <p:cNvCxnSpPr/>
            <p:nvPr>
              <p:custDataLst>
                <p:tags r:id="rId150"/>
              </p:custDataLst>
            </p:nvPr>
          </p:nvCxnSpPr>
          <p:spPr bwMode="auto">
            <a:xfrm>
              <a:off x="9808" y="929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5" name="直接连接符 144"/>
            <p:cNvCxnSpPr/>
            <p:nvPr>
              <p:custDataLst>
                <p:tags r:id="rId151"/>
              </p:custDataLst>
            </p:nvPr>
          </p:nvCxnSpPr>
          <p:spPr bwMode="auto">
            <a:xfrm>
              <a:off x="9298" y="9524"/>
              <a:ext cx="1247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1" name="直接连接符 170"/>
            <p:cNvCxnSpPr/>
            <p:nvPr>
              <p:custDataLst>
                <p:tags r:id="rId152"/>
              </p:custDataLst>
            </p:nvPr>
          </p:nvCxnSpPr>
          <p:spPr bwMode="auto">
            <a:xfrm flipV="1">
              <a:off x="9468" y="895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72" name="直接连接符 171"/>
            <p:cNvCxnSpPr/>
            <p:nvPr>
              <p:custDataLst>
                <p:tags r:id="rId153"/>
              </p:custDataLst>
            </p:nvPr>
          </p:nvCxnSpPr>
          <p:spPr bwMode="auto">
            <a:xfrm flipV="1">
              <a:off x="9298" y="895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73" name="直接连接符 172"/>
            <p:cNvCxnSpPr/>
            <p:nvPr>
              <p:custDataLst>
                <p:tags r:id="rId154"/>
              </p:custDataLst>
            </p:nvPr>
          </p:nvCxnSpPr>
          <p:spPr bwMode="auto">
            <a:xfrm flipV="1">
              <a:off x="9808" y="895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74" name="直接连接符 173"/>
            <p:cNvCxnSpPr/>
            <p:nvPr>
              <p:custDataLst>
                <p:tags r:id="rId155"/>
              </p:custDataLst>
            </p:nvPr>
          </p:nvCxnSpPr>
          <p:spPr bwMode="auto">
            <a:xfrm flipV="1">
              <a:off x="9638" y="895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81" name="直接连接符 180"/>
            <p:cNvCxnSpPr/>
            <p:nvPr>
              <p:custDataLst>
                <p:tags r:id="rId156"/>
              </p:custDataLst>
            </p:nvPr>
          </p:nvCxnSpPr>
          <p:spPr bwMode="auto">
            <a:xfrm>
              <a:off x="9298" y="963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82" name="直接连接符 181"/>
            <p:cNvCxnSpPr/>
            <p:nvPr>
              <p:custDataLst>
                <p:tags r:id="rId157"/>
              </p:custDataLst>
            </p:nvPr>
          </p:nvCxnSpPr>
          <p:spPr bwMode="auto">
            <a:xfrm>
              <a:off x="9468" y="963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83" name="直接连接符 182"/>
            <p:cNvCxnSpPr/>
            <p:nvPr>
              <p:custDataLst>
                <p:tags r:id="rId158"/>
              </p:custDataLst>
            </p:nvPr>
          </p:nvCxnSpPr>
          <p:spPr bwMode="auto">
            <a:xfrm>
              <a:off x="9638" y="963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84" name="直接连接符 183"/>
            <p:cNvCxnSpPr/>
            <p:nvPr>
              <p:custDataLst>
                <p:tags r:id="rId159"/>
              </p:custDataLst>
            </p:nvPr>
          </p:nvCxnSpPr>
          <p:spPr bwMode="auto">
            <a:xfrm>
              <a:off x="9808" y="963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85" name="直接连接符 184"/>
            <p:cNvCxnSpPr/>
            <p:nvPr>
              <p:custDataLst>
                <p:tags r:id="rId160"/>
              </p:custDataLst>
            </p:nvPr>
          </p:nvCxnSpPr>
          <p:spPr bwMode="auto">
            <a:xfrm>
              <a:off x="9298" y="9864"/>
              <a:ext cx="1247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6" name="直接连接符 185"/>
            <p:cNvCxnSpPr/>
            <p:nvPr>
              <p:custDataLst>
                <p:tags r:id="rId161"/>
              </p:custDataLst>
            </p:nvPr>
          </p:nvCxnSpPr>
          <p:spPr bwMode="auto">
            <a:xfrm>
              <a:off x="9299" y="8305"/>
              <a:ext cx="794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3" name="直接连接符 192"/>
            <p:cNvCxnSpPr/>
            <p:nvPr>
              <p:custDataLst>
                <p:tags r:id="rId162"/>
              </p:custDataLst>
            </p:nvPr>
          </p:nvCxnSpPr>
          <p:spPr bwMode="auto">
            <a:xfrm>
              <a:off x="9298" y="6633"/>
              <a:ext cx="1191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4" name="直接连接符 193"/>
            <p:cNvCxnSpPr/>
            <p:nvPr>
              <p:custDataLst>
                <p:tags r:id="rId163"/>
              </p:custDataLst>
            </p:nvPr>
          </p:nvCxnSpPr>
          <p:spPr bwMode="auto">
            <a:xfrm>
              <a:off x="10091" y="7823"/>
              <a:ext cx="397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5" name="直接连接符 194"/>
            <p:cNvCxnSpPr/>
            <p:nvPr>
              <p:custDataLst>
                <p:tags r:id="rId164"/>
              </p:custDataLst>
            </p:nvPr>
          </p:nvCxnSpPr>
          <p:spPr bwMode="auto">
            <a:xfrm flipV="1">
              <a:off x="9921" y="7823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96" name="直接连接符 195"/>
            <p:cNvCxnSpPr/>
            <p:nvPr>
              <p:custDataLst>
                <p:tags r:id="rId165"/>
              </p:custDataLst>
            </p:nvPr>
          </p:nvCxnSpPr>
          <p:spPr bwMode="auto">
            <a:xfrm>
              <a:off x="9299" y="7030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97" name="直接连接符 196"/>
            <p:cNvCxnSpPr/>
            <p:nvPr>
              <p:custDataLst>
                <p:tags r:id="rId166"/>
              </p:custDataLst>
            </p:nvPr>
          </p:nvCxnSpPr>
          <p:spPr bwMode="auto">
            <a:xfrm>
              <a:off x="10091" y="6349"/>
              <a:ext cx="0" cy="3515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8" name="直接连接符 197"/>
            <p:cNvCxnSpPr/>
            <p:nvPr>
              <p:custDataLst>
                <p:tags r:id="rId167"/>
              </p:custDataLst>
            </p:nvPr>
          </p:nvCxnSpPr>
          <p:spPr bwMode="auto">
            <a:xfrm>
              <a:off x="9469" y="7257"/>
              <a:ext cx="102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9" name="直接连接符 198"/>
            <p:cNvCxnSpPr/>
            <p:nvPr>
              <p:custDataLst>
                <p:tags r:id="rId168"/>
              </p:custDataLst>
            </p:nvPr>
          </p:nvCxnSpPr>
          <p:spPr bwMode="auto">
            <a:xfrm flipV="1">
              <a:off x="9751" y="7370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00" name="直接连接符 199"/>
            <p:cNvCxnSpPr/>
            <p:nvPr>
              <p:custDataLst>
                <p:tags r:id="rId169"/>
              </p:custDataLst>
            </p:nvPr>
          </p:nvCxnSpPr>
          <p:spPr bwMode="auto">
            <a:xfrm>
              <a:off x="9298" y="7596"/>
              <a:ext cx="454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1" name="直接连接符 200"/>
            <p:cNvCxnSpPr/>
            <p:nvPr>
              <p:custDataLst>
                <p:tags r:id="rId170"/>
              </p:custDataLst>
            </p:nvPr>
          </p:nvCxnSpPr>
          <p:spPr bwMode="auto">
            <a:xfrm>
              <a:off x="9921" y="7370"/>
              <a:ext cx="567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2" name="直接连接符 201"/>
            <p:cNvCxnSpPr/>
            <p:nvPr>
              <p:custDataLst>
                <p:tags r:id="rId171"/>
              </p:custDataLst>
            </p:nvPr>
          </p:nvCxnSpPr>
          <p:spPr bwMode="auto">
            <a:xfrm>
              <a:off x="9921" y="6746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04" name="直接连接符 203"/>
            <p:cNvCxnSpPr/>
            <p:nvPr>
              <p:custDataLst>
                <p:tags r:id="rId172"/>
              </p:custDataLst>
            </p:nvPr>
          </p:nvCxnSpPr>
          <p:spPr bwMode="auto">
            <a:xfrm>
              <a:off x="9298" y="6746"/>
              <a:ext cx="624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5" name="直接连接符 204"/>
            <p:cNvCxnSpPr/>
            <p:nvPr>
              <p:custDataLst>
                <p:tags r:id="rId173"/>
              </p:custDataLst>
            </p:nvPr>
          </p:nvCxnSpPr>
          <p:spPr bwMode="auto">
            <a:xfrm>
              <a:off x="10091" y="6973"/>
              <a:ext cx="397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6" name="AutoShape 198"/>
            <p:cNvSpPr>
              <a:spLocks noChangeArrowheads="1"/>
            </p:cNvSpPr>
            <p:nvPr>
              <p:custDataLst>
                <p:tags r:id="rId174"/>
              </p:custDataLst>
            </p:nvPr>
          </p:nvSpPr>
          <p:spPr bwMode="auto">
            <a:xfrm rot="5400000">
              <a:off x="10035" y="8220"/>
              <a:ext cx="283" cy="170"/>
            </a:xfrm>
            <a:prstGeom prst="flowChartMerge">
              <a:avLst/>
            </a:prstGeom>
            <a:solidFill>
              <a:srgbClr val="FFCC99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07" name="直接连接符 206"/>
            <p:cNvCxnSpPr/>
            <p:nvPr>
              <p:custDataLst>
                <p:tags r:id="rId175"/>
              </p:custDataLst>
            </p:nvPr>
          </p:nvCxnSpPr>
          <p:spPr bwMode="auto">
            <a:xfrm>
              <a:off x="10092" y="8306"/>
              <a:ext cx="170" cy="14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8" name="直接连接符 207"/>
            <p:cNvCxnSpPr/>
            <p:nvPr>
              <p:custDataLst>
                <p:tags r:id="rId176"/>
              </p:custDataLst>
            </p:nvPr>
          </p:nvCxnSpPr>
          <p:spPr bwMode="auto">
            <a:xfrm flipV="1">
              <a:off x="10092" y="8164"/>
              <a:ext cx="170" cy="14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1" name="直接连接符 210"/>
            <p:cNvCxnSpPr/>
            <p:nvPr>
              <p:custDataLst>
                <p:tags r:id="rId177"/>
              </p:custDataLst>
            </p:nvPr>
          </p:nvCxnSpPr>
          <p:spPr bwMode="auto">
            <a:xfrm flipV="1">
              <a:off x="10261" y="895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12" name="直接连接符 211"/>
            <p:cNvCxnSpPr/>
            <p:nvPr>
              <p:custDataLst>
                <p:tags r:id="rId178"/>
              </p:custDataLst>
            </p:nvPr>
          </p:nvCxnSpPr>
          <p:spPr bwMode="auto">
            <a:xfrm flipV="1">
              <a:off x="9978" y="895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13" name="直接连接符 212"/>
            <p:cNvCxnSpPr/>
            <p:nvPr>
              <p:custDataLst>
                <p:tags r:id="rId179"/>
              </p:custDataLst>
            </p:nvPr>
          </p:nvCxnSpPr>
          <p:spPr bwMode="auto">
            <a:xfrm>
              <a:off x="9299" y="9184"/>
              <a:ext cx="964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4" name="直接连接符 213"/>
            <p:cNvCxnSpPr/>
            <p:nvPr>
              <p:custDataLst>
                <p:tags r:id="rId180"/>
              </p:custDataLst>
            </p:nvPr>
          </p:nvCxnSpPr>
          <p:spPr bwMode="auto">
            <a:xfrm>
              <a:off x="9298" y="9637"/>
              <a:ext cx="96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5" name="直接连接符 214"/>
            <p:cNvCxnSpPr/>
            <p:nvPr>
              <p:custDataLst>
                <p:tags r:id="rId181"/>
              </p:custDataLst>
            </p:nvPr>
          </p:nvCxnSpPr>
          <p:spPr bwMode="auto">
            <a:xfrm>
              <a:off x="10261" y="929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16" name="直接连接符 215"/>
            <p:cNvCxnSpPr/>
            <p:nvPr>
              <p:custDataLst>
                <p:tags r:id="rId182"/>
              </p:custDataLst>
            </p:nvPr>
          </p:nvCxnSpPr>
          <p:spPr bwMode="auto">
            <a:xfrm>
              <a:off x="9978" y="929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17" name="直接连接符 216"/>
            <p:cNvCxnSpPr/>
            <p:nvPr>
              <p:custDataLst>
                <p:tags r:id="rId183"/>
              </p:custDataLst>
            </p:nvPr>
          </p:nvCxnSpPr>
          <p:spPr bwMode="auto">
            <a:xfrm>
              <a:off x="10148" y="929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18" name="直接连接符 217"/>
            <p:cNvCxnSpPr/>
            <p:nvPr>
              <p:custDataLst>
                <p:tags r:id="rId184"/>
              </p:custDataLst>
            </p:nvPr>
          </p:nvCxnSpPr>
          <p:spPr bwMode="auto">
            <a:xfrm flipV="1">
              <a:off x="10148" y="895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19" name="直接连接符 218"/>
            <p:cNvCxnSpPr/>
            <p:nvPr>
              <p:custDataLst>
                <p:tags r:id="rId185"/>
              </p:custDataLst>
            </p:nvPr>
          </p:nvCxnSpPr>
          <p:spPr bwMode="auto">
            <a:xfrm>
              <a:off x="9978" y="963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20" name="直接连接符 219"/>
            <p:cNvCxnSpPr/>
            <p:nvPr>
              <p:custDataLst>
                <p:tags r:id="rId186"/>
              </p:custDataLst>
            </p:nvPr>
          </p:nvCxnSpPr>
          <p:spPr bwMode="auto">
            <a:xfrm>
              <a:off x="10148" y="963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21" name="直接连接符 220"/>
            <p:cNvCxnSpPr/>
            <p:nvPr>
              <p:custDataLst>
                <p:tags r:id="rId187"/>
              </p:custDataLst>
            </p:nvPr>
          </p:nvCxnSpPr>
          <p:spPr bwMode="auto">
            <a:xfrm>
              <a:off x="10261" y="963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22" name="直接连接符 221"/>
            <p:cNvCxnSpPr/>
            <p:nvPr>
              <p:custDataLst>
                <p:tags r:id="rId188"/>
              </p:custDataLst>
            </p:nvPr>
          </p:nvCxnSpPr>
          <p:spPr bwMode="auto">
            <a:xfrm flipV="1">
              <a:off x="10263" y="8164"/>
              <a:ext cx="227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3" name="直接连接符 222"/>
            <p:cNvCxnSpPr/>
            <p:nvPr>
              <p:custDataLst>
                <p:tags r:id="rId189"/>
              </p:custDataLst>
            </p:nvPr>
          </p:nvCxnSpPr>
          <p:spPr bwMode="auto">
            <a:xfrm flipV="1">
              <a:off x="10261" y="8447"/>
              <a:ext cx="227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7" name="直接连接符 226"/>
            <p:cNvCxnSpPr/>
            <p:nvPr>
              <p:custDataLst>
                <p:tags r:id="rId190"/>
              </p:custDataLst>
            </p:nvPr>
          </p:nvCxnSpPr>
          <p:spPr bwMode="auto">
            <a:xfrm>
              <a:off x="10091" y="9921"/>
              <a:ext cx="0" cy="28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8" name="Text Box 98"/>
            <p:cNvSpPr txBox="1">
              <a:spLocks noChangeArrowheads="1"/>
            </p:cNvSpPr>
            <p:nvPr>
              <p:custDataLst>
                <p:tags r:id="rId191"/>
              </p:custDataLst>
            </p:nvPr>
          </p:nvSpPr>
          <p:spPr bwMode="auto">
            <a:xfrm>
              <a:off x="9298" y="9921"/>
              <a:ext cx="79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仲裁</a:t>
              </a:r>
            </a:p>
          </p:txBody>
        </p:sp>
        <p:cxnSp>
          <p:nvCxnSpPr>
            <p:cNvPr id="229" name="直接连接符 228"/>
            <p:cNvCxnSpPr/>
            <p:nvPr>
              <p:custDataLst>
                <p:tags r:id="rId192"/>
              </p:custDataLst>
            </p:nvPr>
          </p:nvCxnSpPr>
          <p:spPr bwMode="auto">
            <a:xfrm flipH="1">
              <a:off x="10093" y="10034"/>
              <a:ext cx="283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249" name="组合 248"/>
          <p:cNvGrpSpPr/>
          <p:nvPr/>
        </p:nvGrpSpPr>
        <p:grpSpPr>
          <a:xfrm>
            <a:off x="3891280" y="5337294"/>
            <a:ext cx="789940" cy="899795"/>
            <a:chOff x="6919" y="8447"/>
            <a:chExt cx="1244" cy="1417"/>
          </a:xfrm>
        </p:grpSpPr>
        <p:sp>
          <p:nvSpPr>
            <p:cNvPr id="248" name="Text Box 20"/>
            <p:cNvSpPr txBox="1">
              <a:spLocks noChangeArrowheads="1"/>
            </p:cNvSpPr>
            <p:nvPr>
              <p:custDataLst>
                <p:tags r:id="rId136"/>
              </p:custDataLst>
            </p:nvPr>
          </p:nvSpPr>
          <p:spPr bwMode="auto">
            <a:xfrm>
              <a:off x="7087" y="9638"/>
              <a:ext cx="1077" cy="227"/>
            </a:xfrm>
            <a:prstGeom prst="rect">
              <a:avLst/>
            </a:prstGeom>
            <a:solidFill>
              <a:srgbClr val="99CCFF"/>
            </a:solidFill>
            <a:ln w="12700">
              <a:noFill/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zh-CN" altLang="en-US" sz="1800" b="1" dirty="0"/>
            </a:p>
          </p:txBody>
        </p:sp>
        <p:cxnSp>
          <p:nvCxnSpPr>
            <p:cNvPr id="246" name="直接连接符 245"/>
            <p:cNvCxnSpPr/>
            <p:nvPr>
              <p:custDataLst>
                <p:tags r:id="rId137"/>
              </p:custDataLst>
            </p:nvPr>
          </p:nvCxnSpPr>
          <p:spPr bwMode="auto">
            <a:xfrm flipH="1">
              <a:off x="7146" y="9468"/>
              <a:ext cx="167" cy="269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47" name="直接连接符 246"/>
            <p:cNvCxnSpPr/>
            <p:nvPr>
              <p:custDataLst>
                <p:tags r:id="rId138"/>
              </p:custDataLst>
            </p:nvPr>
          </p:nvCxnSpPr>
          <p:spPr bwMode="auto">
            <a:xfrm>
              <a:off x="6919" y="8447"/>
              <a:ext cx="394" cy="102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sm" len="sm"/>
            </a:ln>
            <a:effectLst/>
          </p:spPr>
        </p:cxnSp>
      </p:grpSp>
      <p:grpSp>
        <p:nvGrpSpPr>
          <p:cNvPr id="231" name="组合 230"/>
          <p:cNvGrpSpPr/>
          <p:nvPr/>
        </p:nvGrpSpPr>
        <p:grpSpPr>
          <a:xfrm>
            <a:off x="3782350" y="4005204"/>
            <a:ext cx="1621270" cy="2232520"/>
            <a:chOff x="6179" y="6236"/>
            <a:chExt cx="2553" cy="3516"/>
          </a:xfrm>
        </p:grpSpPr>
        <p:sp>
          <p:nvSpPr>
            <p:cNvPr id="39" name="AutoShape 198"/>
            <p:cNvSpPr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 rot="5400000">
              <a:off x="7540" y="8504"/>
              <a:ext cx="283" cy="170"/>
            </a:xfrm>
            <a:prstGeom prst="flowChartMerge">
              <a:avLst/>
            </a:prstGeom>
            <a:solidFill>
              <a:srgbClr val="99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Text Box 300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7767" y="8447"/>
              <a:ext cx="794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数据</a:t>
              </a:r>
              <a:r>
                <a:rPr lang="en-US" altLang="zh-CN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a</a:t>
              </a:r>
            </a:p>
          </p:txBody>
        </p:sp>
        <p:cxnSp>
          <p:nvCxnSpPr>
            <p:cNvPr id="46" name="直接连接符 45"/>
            <p:cNvCxnSpPr/>
            <p:nvPr>
              <p:custDataLst>
                <p:tags r:id="rId99"/>
              </p:custDataLst>
            </p:nvPr>
          </p:nvCxnSpPr>
          <p:spPr bwMode="auto">
            <a:xfrm flipV="1">
              <a:off x="6181" y="6633"/>
              <a:ext cx="2551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2" name="直接连接符 111"/>
            <p:cNvCxnSpPr/>
            <p:nvPr>
              <p:custDataLst>
                <p:tags r:id="rId100"/>
              </p:custDataLst>
            </p:nvPr>
          </p:nvCxnSpPr>
          <p:spPr bwMode="auto">
            <a:xfrm flipV="1">
              <a:off x="6179" y="6520"/>
              <a:ext cx="2551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Text Box 300"/>
            <p:cNvSpPr txBox="1"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6350" y="8050"/>
              <a:ext cx="2211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地址</a:t>
              </a:r>
              <a:r>
                <a:rPr lang="en-US" altLang="zh-CN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x</a:t>
              </a:r>
            </a:p>
          </p:txBody>
        </p:sp>
        <p:cxnSp>
          <p:nvCxnSpPr>
            <p:cNvPr id="25" name="直接连接符 24"/>
            <p:cNvCxnSpPr/>
            <p:nvPr>
              <p:custDataLst>
                <p:tags r:id="rId102"/>
              </p:custDataLst>
            </p:nvPr>
          </p:nvCxnSpPr>
          <p:spPr bwMode="auto">
            <a:xfrm>
              <a:off x="6350" y="8050"/>
              <a:ext cx="2211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直接连接符 25"/>
            <p:cNvCxnSpPr/>
            <p:nvPr>
              <p:custDataLst>
                <p:tags r:id="rId103"/>
              </p:custDataLst>
            </p:nvPr>
          </p:nvCxnSpPr>
          <p:spPr bwMode="auto">
            <a:xfrm flipV="1">
              <a:off x="6350" y="8334"/>
              <a:ext cx="2211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AutoShape 198"/>
            <p:cNvSpPr>
              <a:spLocks noChangeArrowheads="1"/>
            </p:cNvSpPr>
            <p:nvPr>
              <p:custDataLst>
                <p:tags r:id="rId104"/>
              </p:custDataLst>
            </p:nvPr>
          </p:nvSpPr>
          <p:spPr bwMode="auto">
            <a:xfrm rot="5400000">
              <a:off x="6123" y="8107"/>
              <a:ext cx="283" cy="170"/>
            </a:xfrm>
            <a:prstGeom prst="flowChartMerge">
              <a:avLst/>
            </a:prstGeom>
            <a:solidFill>
              <a:srgbClr val="FFCC99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9" name="直接连接符 28"/>
            <p:cNvCxnSpPr/>
            <p:nvPr>
              <p:custDataLst>
                <p:tags r:id="rId105"/>
              </p:custDataLst>
            </p:nvPr>
          </p:nvCxnSpPr>
          <p:spPr bwMode="auto">
            <a:xfrm>
              <a:off x="6180" y="9071"/>
              <a:ext cx="238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直接连接符 29"/>
            <p:cNvCxnSpPr/>
            <p:nvPr>
              <p:custDataLst>
                <p:tags r:id="rId106"/>
              </p:custDataLst>
            </p:nvPr>
          </p:nvCxnSpPr>
          <p:spPr bwMode="auto">
            <a:xfrm>
              <a:off x="6350" y="8844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1" name="直接连接符 30"/>
            <p:cNvCxnSpPr/>
            <p:nvPr>
              <p:custDataLst>
                <p:tags r:id="rId107"/>
              </p:custDataLst>
            </p:nvPr>
          </p:nvCxnSpPr>
          <p:spPr bwMode="auto">
            <a:xfrm>
              <a:off x="6180" y="8844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直接连接符 32"/>
            <p:cNvCxnSpPr/>
            <p:nvPr>
              <p:custDataLst>
                <p:tags r:id="rId108"/>
              </p:custDataLst>
            </p:nvPr>
          </p:nvCxnSpPr>
          <p:spPr bwMode="auto">
            <a:xfrm>
              <a:off x="6180" y="9751"/>
              <a:ext cx="1417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直接连接符 33"/>
            <p:cNvCxnSpPr/>
            <p:nvPr>
              <p:custDataLst>
                <p:tags r:id="rId109"/>
              </p:custDataLst>
            </p:nvPr>
          </p:nvCxnSpPr>
          <p:spPr bwMode="auto">
            <a:xfrm>
              <a:off x="6180" y="8192"/>
              <a:ext cx="170" cy="14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/>
            <p:cNvCxnSpPr/>
            <p:nvPr>
              <p:custDataLst>
                <p:tags r:id="rId110"/>
              </p:custDataLst>
            </p:nvPr>
          </p:nvCxnSpPr>
          <p:spPr bwMode="auto">
            <a:xfrm flipV="1">
              <a:off x="6180" y="8050"/>
              <a:ext cx="170" cy="14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直接连接符 35"/>
            <p:cNvCxnSpPr/>
            <p:nvPr>
              <p:custDataLst>
                <p:tags r:id="rId111"/>
              </p:custDataLst>
            </p:nvPr>
          </p:nvCxnSpPr>
          <p:spPr bwMode="auto">
            <a:xfrm>
              <a:off x="6180" y="8589"/>
              <a:ext cx="1417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直接连接符 37"/>
            <p:cNvCxnSpPr/>
            <p:nvPr>
              <p:custDataLst>
                <p:tags r:id="rId112"/>
              </p:custDataLst>
            </p:nvPr>
          </p:nvCxnSpPr>
          <p:spPr bwMode="auto">
            <a:xfrm>
              <a:off x="8561" y="6236"/>
              <a:ext cx="0" cy="3515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直接连接符 39"/>
            <p:cNvCxnSpPr/>
            <p:nvPr>
              <p:custDataLst>
                <p:tags r:id="rId113"/>
              </p:custDataLst>
            </p:nvPr>
          </p:nvCxnSpPr>
          <p:spPr bwMode="auto">
            <a:xfrm>
              <a:off x="7598" y="8589"/>
              <a:ext cx="170" cy="14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直接连接符 40"/>
            <p:cNvCxnSpPr/>
            <p:nvPr>
              <p:custDataLst>
                <p:tags r:id="rId114"/>
              </p:custDataLst>
            </p:nvPr>
          </p:nvCxnSpPr>
          <p:spPr bwMode="auto">
            <a:xfrm flipV="1">
              <a:off x="7598" y="8447"/>
              <a:ext cx="170" cy="14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直接连接符 41"/>
            <p:cNvCxnSpPr/>
            <p:nvPr>
              <p:custDataLst>
                <p:tags r:id="rId115"/>
              </p:custDataLst>
            </p:nvPr>
          </p:nvCxnSpPr>
          <p:spPr bwMode="auto">
            <a:xfrm>
              <a:off x="7767" y="8447"/>
              <a:ext cx="79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直接连接符 43"/>
            <p:cNvCxnSpPr/>
            <p:nvPr>
              <p:custDataLst>
                <p:tags r:id="rId116"/>
              </p:custDataLst>
            </p:nvPr>
          </p:nvCxnSpPr>
          <p:spPr bwMode="auto">
            <a:xfrm>
              <a:off x="7767" y="8731"/>
              <a:ext cx="79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8" name="AutoShape 292"/>
            <p:cNvSpPr>
              <a:spLocks noChangeArrowheads="1"/>
            </p:cNvSpPr>
            <p:nvPr>
              <p:custDataLst>
                <p:tags r:id="rId117"/>
              </p:custDataLst>
            </p:nvPr>
          </p:nvSpPr>
          <p:spPr bwMode="auto">
            <a:xfrm rot="16200000">
              <a:off x="8504" y="8504"/>
              <a:ext cx="283" cy="170"/>
            </a:xfrm>
            <a:prstGeom prst="flowChartMerge">
              <a:avLst/>
            </a:prstGeom>
            <a:solidFill>
              <a:srgbClr val="99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61" name="直接连接符 60"/>
            <p:cNvCxnSpPr/>
            <p:nvPr>
              <p:custDataLst>
                <p:tags r:id="rId118"/>
              </p:custDataLst>
            </p:nvPr>
          </p:nvCxnSpPr>
          <p:spPr bwMode="auto">
            <a:xfrm>
              <a:off x="8561" y="8447"/>
              <a:ext cx="170" cy="14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>
              <p:custDataLst>
                <p:tags r:id="rId119"/>
              </p:custDataLst>
            </p:nvPr>
          </p:nvCxnSpPr>
          <p:spPr bwMode="auto">
            <a:xfrm flipV="1">
              <a:off x="8561" y="8589"/>
              <a:ext cx="170" cy="14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直接连接符 99"/>
            <p:cNvCxnSpPr/>
            <p:nvPr>
              <p:custDataLst>
                <p:tags r:id="rId120"/>
              </p:custDataLst>
            </p:nvPr>
          </p:nvCxnSpPr>
          <p:spPr bwMode="auto">
            <a:xfrm flipV="1">
              <a:off x="8561" y="8844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10" name="直接连接符 109"/>
            <p:cNvCxnSpPr/>
            <p:nvPr>
              <p:custDataLst>
                <p:tags r:id="rId121"/>
              </p:custDataLst>
            </p:nvPr>
          </p:nvCxnSpPr>
          <p:spPr bwMode="auto">
            <a:xfrm>
              <a:off x="6180" y="8844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17" name="直接连接符 116"/>
            <p:cNvCxnSpPr/>
            <p:nvPr>
              <p:custDataLst>
                <p:tags r:id="rId122"/>
              </p:custDataLst>
            </p:nvPr>
          </p:nvCxnSpPr>
          <p:spPr bwMode="auto">
            <a:xfrm>
              <a:off x="6180" y="9184"/>
              <a:ext cx="255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6" name="直接连接符 125"/>
            <p:cNvCxnSpPr/>
            <p:nvPr>
              <p:custDataLst>
                <p:tags r:id="rId123"/>
              </p:custDataLst>
            </p:nvPr>
          </p:nvCxnSpPr>
          <p:spPr bwMode="auto">
            <a:xfrm flipV="1">
              <a:off x="6350" y="9184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27" name="直接连接符 126"/>
            <p:cNvCxnSpPr/>
            <p:nvPr>
              <p:custDataLst>
                <p:tags r:id="rId124"/>
              </p:custDataLst>
            </p:nvPr>
          </p:nvCxnSpPr>
          <p:spPr bwMode="auto">
            <a:xfrm flipV="1">
              <a:off x="6180" y="9184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35" name="直接连接符 134"/>
            <p:cNvCxnSpPr/>
            <p:nvPr>
              <p:custDataLst>
                <p:tags r:id="rId125"/>
              </p:custDataLst>
            </p:nvPr>
          </p:nvCxnSpPr>
          <p:spPr bwMode="auto">
            <a:xfrm>
              <a:off x="6180" y="9411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直接连接符 145"/>
            <p:cNvCxnSpPr/>
            <p:nvPr>
              <p:custDataLst>
                <p:tags r:id="rId126"/>
              </p:custDataLst>
            </p:nvPr>
          </p:nvCxnSpPr>
          <p:spPr bwMode="auto">
            <a:xfrm flipV="1">
              <a:off x="7598" y="9524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7" name="直接连接符 146"/>
            <p:cNvCxnSpPr/>
            <p:nvPr>
              <p:custDataLst>
                <p:tags r:id="rId127"/>
              </p:custDataLst>
            </p:nvPr>
          </p:nvCxnSpPr>
          <p:spPr bwMode="auto">
            <a:xfrm>
              <a:off x="6461" y="9524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9" name="直接连接符 148"/>
            <p:cNvCxnSpPr/>
            <p:nvPr>
              <p:custDataLst>
                <p:tags r:id="rId128"/>
              </p:custDataLst>
            </p:nvPr>
          </p:nvCxnSpPr>
          <p:spPr bwMode="auto">
            <a:xfrm>
              <a:off x="6180" y="9524"/>
              <a:ext cx="283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1" name="直接连接符 150"/>
            <p:cNvCxnSpPr/>
            <p:nvPr>
              <p:custDataLst>
                <p:tags r:id="rId129"/>
              </p:custDataLst>
            </p:nvPr>
          </p:nvCxnSpPr>
          <p:spPr bwMode="auto">
            <a:xfrm>
              <a:off x="7767" y="8731"/>
              <a:ext cx="0" cy="794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2" name="直接连接符 151"/>
            <p:cNvCxnSpPr/>
            <p:nvPr>
              <p:custDataLst>
                <p:tags r:id="rId130"/>
              </p:custDataLst>
            </p:nvPr>
          </p:nvCxnSpPr>
          <p:spPr bwMode="auto">
            <a:xfrm>
              <a:off x="7768" y="9524"/>
              <a:ext cx="79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6" name="AutoShape 292"/>
            <p:cNvSpPr>
              <a:spLocks noChangeArrowheads="1"/>
            </p:cNvSpPr>
            <p:nvPr>
              <p:custDataLst>
                <p:tags r:id="rId131"/>
              </p:custDataLst>
            </p:nvPr>
          </p:nvSpPr>
          <p:spPr bwMode="auto">
            <a:xfrm rot="16200000">
              <a:off x="8505" y="8107"/>
              <a:ext cx="283" cy="170"/>
            </a:xfrm>
            <a:prstGeom prst="flowChartMerge">
              <a:avLst/>
            </a:prstGeom>
            <a:solidFill>
              <a:srgbClr val="FFCC99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57" name="直接连接符 156"/>
            <p:cNvCxnSpPr/>
            <p:nvPr>
              <p:custDataLst>
                <p:tags r:id="rId132"/>
              </p:custDataLst>
            </p:nvPr>
          </p:nvCxnSpPr>
          <p:spPr bwMode="auto">
            <a:xfrm>
              <a:off x="8562" y="8050"/>
              <a:ext cx="170" cy="14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0" name="直接连接符 159"/>
            <p:cNvCxnSpPr/>
            <p:nvPr>
              <p:custDataLst>
                <p:tags r:id="rId133"/>
              </p:custDataLst>
            </p:nvPr>
          </p:nvCxnSpPr>
          <p:spPr bwMode="auto">
            <a:xfrm flipV="1">
              <a:off x="8562" y="8192"/>
              <a:ext cx="170" cy="14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8" name="直接连接符 167"/>
            <p:cNvCxnSpPr/>
            <p:nvPr>
              <p:custDataLst>
                <p:tags r:id="rId134"/>
              </p:custDataLst>
            </p:nvPr>
          </p:nvCxnSpPr>
          <p:spPr bwMode="auto">
            <a:xfrm>
              <a:off x="6235" y="9525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80" name="直接连接符 179"/>
            <p:cNvCxnSpPr/>
            <p:nvPr>
              <p:custDataLst>
                <p:tags r:id="rId135"/>
              </p:custDataLst>
            </p:nvPr>
          </p:nvCxnSpPr>
          <p:spPr bwMode="auto">
            <a:xfrm>
              <a:off x="8561" y="9524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  <p:sp>
        <p:nvSpPr>
          <p:cNvPr id="250" name="Text Box 7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336000" y="4005064"/>
            <a:ext cx="2628000" cy="86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3525" indent="-263525">
              <a:lnSpc>
                <a:spcPct val="10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dirty="0">
                <a:latin typeface="+mn-ea"/>
                <a:cs typeface="Times New Roman" panose="02020603050405020304" pitchFamily="18" charset="0"/>
              </a:rPr>
              <a:t>如何表示总线闲</a:t>
            </a:r>
            <a:r>
              <a:rPr lang="en-US" altLang="zh-CN" sz="1800" b="1" dirty="0">
                <a:latin typeface="+mn-ea"/>
                <a:cs typeface="Times New Roman" panose="02020603050405020304" pitchFamily="18" charset="0"/>
              </a:rPr>
              <a:t>/</a:t>
            </a:r>
            <a:r>
              <a:rPr lang="zh-CN" altLang="en-US" sz="1800" b="1" dirty="0">
                <a:latin typeface="+mn-ea"/>
                <a:cs typeface="Times New Roman" panose="02020603050405020304" pitchFamily="18" charset="0"/>
              </a:rPr>
              <a:t>忙？获得者如何宣示主权、</a:t>
            </a:r>
            <a:r>
              <a:rPr lang="zh-CN" altLang="en-US" sz="1800" b="1" dirty="0">
                <a:latin typeface="+mn-ea"/>
                <a:cs typeface="Times New Roman" panose="02020603050405020304" pitchFamily="18" charset="0"/>
                <a:sym typeface="+mn-ea"/>
              </a:rPr>
              <a:t>何时撤销请求？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sp>
        <p:nvSpPr>
          <p:cNvPr id="251" name="Text Box 7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336000" y="5013176"/>
            <a:ext cx="2628000" cy="61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3525" indent="-263525">
              <a:lnSpc>
                <a:spcPct val="10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读事务</a:t>
            </a:r>
            <a:r>
              <a:rPr lang="zh-CN" altLang="en-US" sz="1800" b="1" dirty="0">
                <a:latin typeface="+mn-ea"/>
                <a:cs typeface="Times New Roman" panose="02020603050405020304" pitchFamily="18" charset="0"/>
                <a:sym typeface="+mn-ea"/>
              </a:rPr>
              <a:t>如何表示</a:t>
            </a:r>
            <a:r>
              <a:rPr lang="zh-CN" altLang="en-US" sz="1800" b="1" dirty="0"/>
              <a:t>响应完成</a:t>
            </a:r>
            <a:r>
              <a:rPr lang="en-US" altLang="zh-CN" sz="1800" b="1" dirty="0"/>
              <a:t>(</a:t>
            </a:r>
            <a:r>
              <a:rPr lang="zh-CN" altLang="en-US" sz="1800" b="1" dirty="0">
                <a:latin typeface="+mn-ea"/>
                <a:cs typeface="Times New Roman" panose="02020603050405020304" pitchFamily="18" charset="0"/>
                <a:sym typeface="+mn-ea"/>
              </a:rPr>
              <a:t>可以</a:t>
            </a:r>
            <a:r>
              <a:rPr lang="zh-CN" altLang="en-US" sz="1800" b="1" dirty="0">
                <a:latin typeface="+mn-ea"/>
                <a:cs typeface="Times New Roman" panose="02020603050405020304" pitchFamily="18" charset="0"/>
              </a:rPr>
              <a:t>传送</a:t>
            </a:r>
            <a:r>
              <a:rPr lang="en-US" altLang="zh-CN" sz="1800" b="1" dirty="0">
                <a:latin typeface="+mn-ea"/>
                <a:cs typeface="Times New Roman" panose="02020603050405020304" pitchFamily="18" charset="0"/>
              </a:rPr>
              <a:t>)</a:t>
            </a:r>
            <a:r>
              <a:rPr lang="zh-CN" altLang="en-US" sz="1800" b="1" dirty="0">
                <a:latin typeface="+mn-ea"/>
                <a:cs typeface="Times New Roman" panose="02020603050405020304" pitchFamily="18" charset="0"/>
              </a:rPr>
              <a:t>？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sp>
        <p:nvSpPr>
          <p:cNvPr id="255" name="Text Box 7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336000" y="5733256"/>
            <a:ext cx="2628000" cy="61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3525" indent="-263525">
              <a:lnSpc>
                <a:spcPct val="10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思考③：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主设备</a:t>
            </a:r>
            <a:r>
              <a:rPr lang="zh-CN" altLang="en-US" sz="1800" b="1" dirty="0">
                <a:latin typeface="+mn-ea"/>
                <a:cs typeface="Times New Roman" panose="02020603050405020304" pitchFamily="18" charset="0"/>
              </a:rPr>
              <a:t>如何表示传送已结束？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sp>
        <p:nvSpPr>
          <p:cNvPr id="121" name="AutoShape 62">
            <a:hlinkClick r:id="rId211" action="ppaction://hlinksldjump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6200000">
            <a:off x="7452669" y="6236070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sp>
        <p:nvSpPr>
          <p:cNvPr id="3" name="线形标注 2 2"/>
          <p:cNvSpPr/>
          <p:nvPr>
            <p:custDataLst>
              <p:tags r:id="rId7"/>
            </p:custDataLst>
          </p:nvPr>
        </p:nvSpPr>
        <p:spPr bwMode="auto">
          <a:xfrm>
            <a:off x="5508104" y="2334394"/>
            <a:ext cx="3096000" cy="288000"/>
          </a:xfrm>
          <a:prstGeom prst="borderCallout2">
            <a:avLst>
              <a:gd name="adj1" fmla="val 48951"/>
              <a:gd name="adj2" fmla="val -221"/>
              <a:gd name="adj3" fmla="val 47790"/>
              <a:gd name="adj4" fmla="val -6421"/>
              <a:gd name="adj5" fmla="val -20695"/>
              <a:gd name="adj6" fmla="val -12590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1050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</a:t>
            </a:r>
            <a:r>
              <a:rPr lang="en-US" altLang="zh-CN" sz="1600" b="1" dirty="0">
                <a:solidFill>
                  <a:srgbClr val="000000"/>
                </a:solidFill>
              </a:rPr>
              <a:t>BS←1</a:t>
            </a:r>
            <a:r>
              <a: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宣</a:t>
            </a:r>
            <a:r>
              <a:rPr 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示主权、</a:t>
            </a:r>
            <a:r>
              <a: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同时</a:t>
            </a:r>
            <a:r>
              <a:rPr 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撤销请求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DE84A77-2BEC-4AAC-978E-8B761E2568F8}"/>
              </a:ext>
            </a:extLst>
          </p:cNvPr>
          <p:cNvGrpSpPr/>
          <p:nvPr/>
        </p:nvGrpSpPr>
        <p:grpSpPr>
          <a:xfrm>
            <a:off x="5795020" y="260648"/>
            <a:ext cx="2988965" cy="870340"/>
            <a:chOff x="5795020" y="360000"/>
            <a:chExt cx="2988965" cy="870340"/>
          </a:xfrm>
        </p:grpSpPr>
        <p:cxnSp>
          <p:nvCxnSpPr>
            <p:cNvPr id="107" name="直接连接符 106"/>
            <p:cNvCxnSpPr/>
            <p:nvPr>
              <p:custDataLst>
                <p:tags r:id="rId64"/>
              </p:custDataLst>
            </p:nvPr>
          </p:nvCxnSpPr>
          <p:spPr bwMode="auto">
            <a:xfrm flipV="1">
              <a:off x="5902970" y="1080480"/>
              <a:ext cx="2736215" cy="1270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5" name="直接连接符 114"/>
            <p:cNvCxnSpPr/>
            <p:nvPr>
              <p:custDataLst>
                <p:tags r:id="rId65"/>
              </p:custDataLst>
            </p:nvPr>
          </p:nvCxnSpPr>
          <p:spPr bwMode="auto">
            <a:xfrm>
              <a:off x="5902970" y="1152235"/>
              <a:ext cx="2736215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6" name="直接连接符 115"/>
            <p:cNvCxnSpPr/>
            <p:nvPr>
              <p:custDataLst>
                <p:tags r:id="rId66"/>
              </p:custDataLst>
            </p:nvPr>
          </p:nvCxnSpPr>
          <p:spPr bwMode="auto">
            <a:xfrm>
              <a:off x="5902970" y="1223990"/>
              <a:ext cx="2736215" cy="0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9" name="Text Box 13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7450465" y="755995"/>
              <a:ext cx="504190" cy="179705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从</a:t>
              </a:r>
              <a:r>
                <a:rPr lang="en-US" altLang="zh-CN" sz="1600" b="1" dirty="0"/>
                <a:t>1</a:t>
              </a:r>
            </a:p>
          </p:txBody>
        </p:sp>
        <p:cxnSp>
          <p:nvCxnSpPr>
            <p:cNvPr id="4" name="直接箭头连接符 3"/>
            <p:cNvCxnSpPr/>
            <p:nvPr>
              <p:custDataLst>
                <p:tags r:id="rId68"/>
              </p:custDataLst>
            </p:nvPr>
          </p:nvCxnSpPr>
          <p:spPr bwMode="auto">
            <a:xfrm flipV="1">
              <a:off x="7559050" y="936335"/>
              <a:ext cx="0" cy="144145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2" name="直接箭头连接符 121"/>
            <p:cNvCxnSpPr/>
            <p:nvPr>
              <p:custDataLst>
                <p:tags r:id="rId69"/>
              </p:custDataLst>
            </p:nvPr>
          </p:nvCxnSpPr>
          <p:spPr bwMode="auto">
            <a:xfrm>
              <a:off x="7667000" y="936335"/>
              <a:ext cx="0" cy="216535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</p:cxnSp>
        <p:cxnSp>
          <p:nvCxnSpPr>
            <p:cNvPr id="123" name="直接箭头连接符 122"/>
            <p:cNvCxnSpPr/>
            <p:nvPr>
              <p:custDataLst>
                <p:tags r:id="rId70"/>
              </p:custDataLst>
            </p:nvPr>
          </p:nvCxnSpPr>
          <p:spPr bwMode="auto">
            <a:xfrm flipV="1">
              <a:off x="7810510" y="936335"/>
              <a:ext cx="0" cy="28829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4" name="直接箭头连接符 123"/>
            <p:cNvCxnSpPr/>
            <p:nvPr>
              <p:custDataLst>
                <p:tags r:id="rId71"/>
              </p:custDataLst>
            </p:nvPr>
          </p:nvCxnSpPr>
          <p:spPr bwMode="auto">
            <a:xfrm>
              <a:off x="7882900" y="936335"/>
              <a:ext cx="0" cy="294005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30" name="Text Box 31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5904000" y="360000"/>
              <a:ext cx="1188085" cy="17970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总线仲裁器</a:t>
              </a:r>
              <a:endParaRPr lang="en-US" altLang="zh-CN" sz="1400" b="1" dirty="0"/>
            </a:p>
          </p:txBody>
        </p:sp>
        <p:sp>
          <p:nvSpPr>
            <p:cNvPr id="106" name="Text Box 13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5902970" y="755995"/>
              <a:ext cx="504190" cy="179705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主</a:t>
              </a:r>
              <a:r>
                <a:rPr lang="en-US" altLang="zh-CN" sz="1600" b="1" dirty="0"/>
                <a:t>1</a:t>
              </a:r>
            </a:p>
          </p:txBody>
        </p:sp>
        <p:cxnSp>
          <p:nvCxnSpPr>
            <p:cNvPr id="111" name="直接箭头连接符 110"/>
            <p:cNvCxnSpPr/>
            <p:nvPr>
              <p:custDataLst>
                <p:tags r:id="rId74"/>
              </p:custDataLst>
            </p:nvPr>
          </p:nvCxnSpPr>
          <p:spPr bwMode="auto">
            <a:xfrm>
              <a:off x="6010920" y="936335"/>
              <a:ext cx="0" cy="144145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" name="直接箭头连接符 4"/>
            <p:cNvCxnSpPr/>
            <p:nvPr>
              <p:custDataLst>
                <p:tags r:id="rId75"/>
              </p:custDataLst>
            </p:nvPr>
          </p:nvCxnSpPr>
          <p:spPr bwMode="auto">
            <a:xfrm>
              <a:off x="6154430" y="936335"/>
              <a:ext cx="0" cy="216535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</p:cxnSp>
        <p:cxnSp>
          <p:nvCxnSpPr>
            <p:cNvPr id="113" name="直接箭头连接符 112"/>
            <p:cNvCxnSpPr/>
            <p:nvPr>
              <p:custDataLst>
                <p:tags r:id="rId76"/>
              </p:custDataLst>
            </p:nvPr>
          </p:nvCxnSpPr>
          <p:spPr bwMode="auto">
            <a:xfrm>
              <a:off x="6263015" y="936335"/>
              <a:ext cx="0" cy="28829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4" name="直接箭头连接符 113"/>
            <p:cNvCxnSpPr/>
            <p:nvPr>
              <p:custDataLst>
                <p:tags r:id="rId77"/>
              </p:custDataLst>
            </p:nvPr>
          </p:nvCxnSpPr>
          <p:spPr bwMode="auto">
            <a:xfrm flipV="1">
              <a:off x="6334770" y="936335"/>
              <a:ext cx="0" cy="28194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1" name="直接箭头连接符 130"/>
            <p:cNvCxnSpPr/>
            <p:nvPr>
              <p:custDataLst>
                <p:tags r:id="rId78"/>
              </p:custDataLst>
            </p:nvPr>
          </p:nvCxnSpPr>
          <p:spPr bwMode="auto">
            <a:xfrm>
              <a:off x="6190625" y="540000"/>
              <a:ext cx="0" cy="21590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2" name="直接箭头连接符 131"/>
            <p:cNvCxnSpPr/>
            <p:nvPr>
              <p:custDataLst>
                <p:tags r:id="rId79"/>
              </p:custDataLst>
            </p:nvPr>
          </p:nvCxnSpPr>
          <p:spPr bwMode="auto">
            <a:xfrm flipV="1">
              <a:off x="6118870" y="540000"/>
              <a:ext cx="0" cy="215900"/>
            </a:xfrm>
            <a:prstGeom prst="straightConnector1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33" name="Text Box 107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5795020" y="540000"/>
              <a:ext cx="32385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/>
                <a:t>BR1</a:t>
              </a:r>
            </a:p>
          </p:txBody>
        </p:sp>
        <p:sp>
          <p:nvSpPr>
            <p:cNvPr id="134" name="Text Box 107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6190625" y="540000"/>
              <a:ext cx="32385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/>
                <a:t>BG1</a:t>
              </a:r>
            </a:p>
          </p:txBody>
        </p:sp>
        <p:sp>
          <p:nvSpPr>
            <p:cNvPr id="6" name="Text Box 107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7380000" y="360000"/>
              <a:ext cx="1403985" cy="36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400" b="1" dirty="0"/>
                <a:t>BR—</a:t>
              </a:r>
              <a:r>
                <a:rPr lang="en-US" altLang="zh-CN" sz="1400" dirty="0">
                  <a:latin typeface="+mn-ea"/>
                  <a:ea typeface="+mn-ea"/>
                </a:rPr>
                <a:t>Bus Request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400" b="1" dirty="0"/>
                <a:t>BG—</a:t>
              </a:r>
              <a:r>
                <a:rPr lang="en-US" altLang="zh-CN" sz="1400" dirty="0"/>
                <a:t>Bus Grant</a:t>
              </a:r>
            </a:p>
          </p:txBody>
        </p:sp>
        <p:sp>
          <p:nvSpPr>
            <p:cNvPr id="7" name="Text Box 13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6659890" y="755995"/>
              <a:ext cx="504190" cy="179705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主</a:t>
              </a:r>
              <a:r>
                <a:rPr lang="en-US" altLang="zh-CN" sz="1600" b="1" dirty="0"/>
                <a:t>2</a:t>
              </a:r>
            </a:p>
          </p:txBody>
        </p:sp>
        <p:cxnSp>
          <p:nvCxnSpPr>
            <p:cNvPr id="8" name="直接箭头连接符 7"/>
            <p:cNvCxnSpPr/>
            <p:nvPr>
              <p:custDataLst>
                <p:tags r:id="rId84"/>
              </p:custDataLst>
            </p:nvPr>
          </p:nvCxnSpPr>
          <p:spPr bwMode="auto">
            <a:xfrm>
              <a:off x="6767840" y="936335"/>
              <a:ext cx="0" cy="144145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9" name="直接箭头连接符 8"/>
            <p:cNvCxnSpPr/>
            <p:nvPr>
              <p:custDataLst>
                <p:tags r:id="rId85"/>
              </p:custDataLst>
            </p:nvPr>
          </p:nvCxnSpPr>
          <p:spPr bwMode="auto">
            <a:xfrm>
              <a:off x="6911350" y="936335"/>
              <a:ext cx="0" cy="216535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</p:cxnSp>
        <p:cxnSp>
          <p:nvCxnSpPr>
            <p:cNvPr id="10" name="直接箭头连接符 9"/>
            <p:cNvCxnSpPr/>
            <p:nvPr>
              <p:custDataLst>
                <p:tags r:id="rId86"/>
              </p:custDataLst>
            </p:nvPr>
          </p:nvCxnSpPr>
          <p:spPr bwMode="auto">
            <a:xfrm>
              <a:off x="7019935" y="936335"/>
              <a:ext cx="0" cy="28829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" name="直接箭头连接符 10"/>
            <p:cNvCxnSpPr/>
            <p:nvPr>
              <p:custDataLst>
                <p:tags r:id="rId87"/>
              </p:custDataLst>
            </p:nvPr>
          </p:nvCxnSpPr>
          <p:spPr bwMode="auto">
            <a:xfrm flipV="1">
              <a:off x="7091690" y="936335"/>
              <a:ext cx="0" cy="28194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" name="直接箭头连接符 11"/>
            <p:cNvCxnSpPr/>
            <p:nvPr>
              <p:custDataLst>
                <p:tags r:id="rId88"/>
              </p:custDataLst>
            </p:nvPr>
          </p:nvCxnSpPr>
          <p:spPr bwMode="auto">
            <a:xfrm>
              <a:off x="6947545" y="540000"/>
              <a:ext cx="0" cy="21590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" name="直接箭头连接符 12"/>
            <p:cNvCxnSpPr/>
            <p:nvPr>
              <p:custDataLst>
                <p:tags r:id="rId89"/>
              </p:custDataLst>
            </p:nvPr>
          </p:nvCxnSpPr>
          <p:spPr bwMode="auto">
            <a:xfrm flipV="1">
              <a:off x="6875790" y="540000"/>
              <a:ext cx="0" cy="215900"/>
            </a:xfrm>
            <a:prstGeom prst="straightConnector1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4" name="Text Box 107"/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6515110" y="540000"/>
              <a:ext cx="32385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/>
                <a:t>BR2</a:t>
              </a:r>
            </a:p>
          </p:txBody>
        </p:sp>
        <p:sp>
          <p:nvSpPr>
            <p:cNvPr id="15" name="Text Box 107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6947545" y="540000"/>
              <a:ext cx="32385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/>
                <a:t>BG2</a:t>
              </a: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8151505" y="755995"/>
              <a:ext cx="504190" cy="474345"/>
              <a:chOff x="5272" y="4195"/>
              <a:chExt cx="794" cy="747"/>
            </a:xfrm>
          </p:grpSpPr>
          <p:sp>
            <p:nvSpPr>
              <p:cNvPr id="17" name="Text Box 13"/>
              <p:cNvSpPr txBox="1">
                <a:spLocks noChangeArrowheads="1"/>
              </p:cNvSpPr>
              <p:nvPr>
                <p:custDataLst>
                  <p:tags r:id="rId92"/>
                </p:custDataLst>
              </p:nvPr>
            </p:nvSpPr>
            <p:spPr bwMode="auto">
              <a:xfrm>
                <a:off x="5272" y="4195"/>
                <a:ext cx="794" cy="283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/>
                  <a:t>从</a:t>
                </a:r>
                <a:r>
                  <a:rPr lang="en-US" altLang="zh-CN" sz="1600" b="1" dirty="0"/>
                  <a:t>2</a:t>
                </a:r>
              </a:p>
            </p:txBody>
          </p:sp>
          <p:cxnSp>
            <p:nvCxnSpPr>
              <p:cNvPr id="18" name="直接箭头连接符 17"/>
              <p:cNvCxnSpPr/>
              <p:nvPr>
                <p:custDataLst>
                  <p:tags r:id="rId93"/>
                </p:custDataLst>
              </p:nvPr>
            </p:nvCxnSpPr>
            <p:spPr bwMode="auto">
              <a:xfrm flipV="1">
                <a:off x="5443" y="4479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9" name="直接箭头连接符 18"/>
              <p:cNvCxnSpPr/>
              <p:nvPr>
                <p:custDataLst>
                  <p:tags r:id="rId94"/>
                </p:custDataLst>
              </p:nvPr>
            </p:nvCxnSpPr>
            <p:spPr bwMode="auto">
              <a:xfrm>
                <a:off x="5613" y="4479"/>
                <a:ext cx="0" cy="341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triangle" w="med" len="sm"/>
                <a:tailEnd type="triangle" w="med" len="sm"/>
              </a:ln>
              <a:effectLst/>
            </p:spPr>
          </p:cxnSp>
          <p:cxnSp>
            <p:nvCxnSpPr>
              <p:cNvPr id="20" name="直接箭头连接符 19"/>
              <p:cNvCxnSpPr/>
              <p:nvPr>
                <p:custDataLst>
                  <p:tags r:id="rId95"/>
                </p:custDataLst>
              </p:nvPr>
            </p:nvCxnSpPr>
            <p:spPr bwMode="auto">
              <a:xfrm flipV="1">
                <a:off x="5839" y="4479"/>
                <a:ext cx="0" cy="454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2" name="直接箭头连接符 21"/>
              <p:cNvCxnSpPr/>
              <p:nvPr>
                <p:custDataLst>
                  <p:tags r:id="rId96"/>
                </p:custDataLst>
              </p:nvPr>
            </p:nvCxnSpPr>
            <p:spPr bwMode="auto">
              <a:xfrm>
                <a:off x="5953" y="4479"/>
                <a:ext cx="0" cy="463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</p:grpSp>
      <p:grpSp>
        <p:nvGrpSpPr>
          <p:cNvPr id="225" name="组合 224">
            <a:extLst>
              <a:ext uri="{FF2B5EF4-FFF2-40B4-BE49-F238E27FC236}">
                <a16:creationId xmlns:a16="http://schemas.microsoft.com/office/drawing/2014/main" id="{25C8043B-8FD1-459C-80C7-169F77A533A0}"/>
              </a:ext>
            </a:extLst>
          </p:cNvPr>
          <p:cNvGrpSpPr/>
          <p:nvPr/>
        </p:nvGrpSpPr>
        <p:grpSpPr>
          <a:xfrm>
            <a:off x="3133725" y="4005064"/>
            <a:ext cx="648970" cy="2447925"/>
            <a:chOff x="3133725" y="4005064"/>
            <a:chExt cx="648970" cy="2447925"/>
          </a:xfrm>
        </p:grpSpPr>
        <p:sp>
          <p:nvSpPr>
            <p:cNvPr id="226" name="Text Box 98">
              <a:extLst>
                <a:ext uri="{FF2B5EF4-FFF2-40B4-BE49-F238E27FC236}">
                  <a16:creationId xmlns:a16="http://schemas.microsoft.com/office/drawing/2014/main" id="{30F5384A-A67B-4F5C-A15B-FA66E1B3EA4D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278505" y="6273284"/>
              <a:ext cx="504190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仲裁</a:t>
              </a:r>
            </a:p>
          </p:txBody>
        </p:sp>
        <p:cxnSp>
          <p:nvCxnSpPr>
            <p:cNvPr id="230" name="直接连接符 229">
              <a:extLst>
                <a:ext uri="{FF2B5EF4-FFF2-40B4-BE49-F238E27FC236}">
                  <a16:creationId xmlns:a16="http://schemas.microsoft.com/office/drawing/2014/main" id="{31CEA65C-2463-4870-808B-C0E6C3A21812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>
              <a:off x="3782695" y="6273284"/>
              <a:ext cx="0" cy="17970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2" name="直接连接符 231">
              <a:extLst>
                <a:ext uri="{FF2B5EF4-FFF2-40B4-BE49-F238E27FC236}">
                  <a16:creationId xmlns:a16="http://schemas.microsoft.com/office/drawing/2014/main" id="{7E31D06B-2557-4B7A-9E38-7504BAEFF697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>
              <a:off x="3457575" y="4041259"/>
              <a:ext cx="21590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3" name="直接连接符 232">
              <a:extLst>
                <a:ext uri="{FF2B5EF4-FFF2-40B4-BE49-F238E27FC236}">
                  <a16:creationId xmlns:a16="http://schemas.microsoft.com/office/drawing/2014/main" id="{58A3AD5D-C628-4FDC-A054-84E6B23B5FDC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>
              <a:off x="3782695" y="4005064"/>
              <a:ext cx="0" cy="2232025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4" name="直接连接符 233">
              <a:extLst>
                <a:ext uri="{FF2B5EF4-FFF2-40B4-BE49-F238E27FC236}">
                  <a16:creationId xmlns:a16="http://schemas.microsoft.com/office/drawing/2014/main" id="{5D1D340E-33E0-40E8-ABFB-B5A86C77FA15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 flipH="1">
              <a:off x="3277870" y="4005064"/>
              <a:ext cx="0" cy="2232025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5" name="直接连接符 234">
              <a:extLst>
                <a:ext uri="{FF2B5EF4-FFF2-40B4-BE49-F238E27FC236}">
                  <a16:creationId xmlns:a16="http://schemas.microsoft.com/office/drawing/2014/main" id="{117B9A09-393F-43C4-ABC9-01AAD0254B12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3349625" y="4041259"/>
              <a:ext cx="107950" cy="144145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36" name="直接连接符 235">
              <a:extLst>
                <a:ext uri="{FF2B5EF4-FFF2-40B4-BE49-F238E27FC236}">
                  <a16:creationId xmlns:a16="http://schemas.microsoft.com/office/drawing/2014/main" id="{2B319D5D-21E4-4EAC-9FF9-629A7EE679BE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>
              <a:off x="3134360" y="4185404"/>
              <a:ext cx="215900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A7C540BA-AF08-4CC8-9AA4-3EE0A5299F1D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3277870" y="4257159"/>
              <a:ext cx="107950" cy="144145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38" name="直接连接符 237">
              <a:extLst>
                <a:ext uri="{FF2B5EF4-FFF2-40B4-BE49-F238E27FC236}">
                  <a16:creationId xmlns:a16="http://schemas.microsoft.com/office/drawing/2014/main" id="{CF9EACFA-5239-4AC7-9472-F92C144AEAD4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auto">
            <a:xfrm>
              <a:off x="3134360" y="4401304"/>
              <a:ext cx="144145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9" name="直接连接符 238">
              <a:extLst>
                <a:ext uri="{FF2B5EF4-FFF2-40B4-BE49-F238E27FC236}">
                  <a16:creationId xmlns:a16="http://schemas.microsoft.com/office/drawing/2014/main" id="{51C6BC4C-1AC6-4BE6-8438-03E47AE805D0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>
              <a:off x="3134360" y="4581009"/>
              <a:ext cx="43180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0" name="直接连接符 239">
              <a:extLst>
                <a:ext uri="{FF2B5EF4-FFF2-40B4-BE49-F238E27FC236}">
                  <a16:creationId xmlns:a16="http://schemas.microsoft.com/office/drawing/2014/main" id="{6408C788-1E4C-4D9C-9A7E-1B21430872A7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>
              <a:off x="3133725" y="4796909"/>
              <a:ext cx="64770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D9C38044-864E-4B93-9A4C-A08F373659EF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>
              <a:off x="3134360" y="5085199"/>
              <a:ext cx="53975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2" name="直接连接符 251">
              <a:extLst>
                <a:ext uri="{FF2B5EF4-FFF2-40B4-BE49-F238E27FC236}">
                  <a16:creationId xmlns:a16="http://schemas.microsoft.com/office/drawing/2014/main" id="{56A239A3-16F9-4525-9CD4-339B8A97C9BF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>
              <a:off x="3385820" y="4257159"/>
              <a:ext cx="3962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3" name="直接连接符 252">
              <a:extLst>
                <a:ext uri="{FF2B5EF4-FFF2-40B4-BE49-F238E27FC236}">
                  <a16:creationId xmlns:a16="http://schemas.microsoft.com/office/drawing/2014/main" id="{2B9FBE5A-11A7-45D2-9C2F-6DDAE93997C7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>
              <a:off x="3133725" y="5247124"/>
              <a:ext cx="64770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4" name="直接连接符 253">
              <a:extLst>
                <a:ext uri="{FF2B5EF4-FFF2-40B4-BE49-F238E27FC236}">
                  <a16:creationId xmlns:a16="http://schemas.microsoft.com/office/drawing/2014/main" id="{824BC83C-A21E-4945-AD47-C2D57BB30B3C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>
              <a:off x="3133725" y="5499219"/>
              <a:ext cx="6477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6" name="直接连接符 255">
              <a:extLst>
                <a:ext uri="{FF2B5EF4-FFF2-40B4-BE49-F238E27FC236}">
                  <a16:creationId xmlns:a16="http://schemas.microsoft.com/office/drawing/2014/main" id="{0C45606C-7D4A-4F07-88FE-A3F0FC090B34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>
              <a:off x="3133725" y="5661144"/>
              <a:ext cx="64770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7" name="直接连接符 256">
              <a:extLst>
                <a:ext uri="{FF2B5EF4-FFF2-40B4-BE49-F238E27FC236}">
                  <a16:creationId xmlns:a16="http://schemas.microsoft.com/office/drawing/2014/main" id="{E075172E-843E-437C-A6D5-4EFC952DF663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auto">
            <a:xfrm>
              <a:off x="3133725" y="6092944"/>
              <a:ext cx="64770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2D8F4AE7-9F00-4E20-9E74-AAC41AC9AA2E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>
              <a:off x="3133725" y="5805289"/>
              <a:ext cx="64770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9" name="直接连接符 258">
              <a:extLst>
                <a:ext uri="{FF2B5EF4-FFF2-40B4-BE49-F238E27FC236}">
                  <a16:creationId xmlns:a16="http://schemas.microsoft.com/office/drawing/2014/main" id="{ACD9AB72-5AE2-4A2E-ADE4-93B5AF9E4088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 bwMode="auto">
            <a:xfrm>
              <a:off x="3133725" y="5337294"/>
              <a:ext cx="144145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0" name="直接连接符 259">
              <a:extLst>
                <a:ext uri="{FF2B5EF4-FFF2-40B4-BE49-F238E27FC236}">
                  <a16:creationId xmlns:a16="http://schemas.microsoft.com/office/drawing/2014/main" id="{E8F1287B-7278-49EE-9007-03AEE5E1D11C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 bwMode="auto">
            <a:xfrm>
              <a:off x="3133725" y="5589389"/>
              <a:ext cx="144145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1" name="直接连接符 260">
              <a:extLst>
                <a:ext uri="{FF2B5EF4-FFF2-40B4-BE49-F238E27FC236}">
                  <a16:creationId xmlns:a16="http://schemas.microsoft.com/office/drawing/2014/main" id="{6D412F97-FFDE-4E8D-8508-68D7990CB6A5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 bwMode="auto">
            <a:xfrm>
              <a:off x="3133725" y="5661144"/>
              <a:ext cx="107950" cy="144145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62" name="直接连接符 261">
              <a:extLst>
                <a:ext uri="{FF2B5EF4-FFF2-40B4-BE49-F238E27FC236}">
                  <a16:creationId xmlns:a16="http://schemas.microsoft.com/office/drawing/2014/main" id="{04E999E0-661E-4CB7-A0C1-22826BA043ED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>
              <a:off x="3241675" y="5661144"/>
              <a:ext cx="107950" cy="144145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63" name="直接连接符 262">
              <a:extLst>
                <a:ext uri="{FF2B5EF4-FFF2-40B4-BE49-F238E27FC236}">
                  <a16:creationId xmlns:a16="http://schemas.microsoft.com/office/drawing/2014/main" id="{FDE7647E-8013-485D-9AEB-C9DD78AE0604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>
              <a:off x="3349625" y="5661144"/>
              <a:ext cx="107950" cy="144145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8B1CBC93-046C-40B5-B97B-2A49C38B81F3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 bwMode="auto">
            <a:xfrm>
              <a:off x="3457575" y="5661144"/>
              <a:ext cx="107950" cy="144145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D80D2DD9-A8F9-4296-A6CF-335D641ED74E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 bwMode="auto">
            <a:xfrm>
              <a:off x="3565525" y="5661144"/>
              <a:ext cx="107950" cy="144145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40" name="直接连接符 339">
              <a:extLst>
                <a:ext uri="{FF2B5EF4-FFF2-40B4-BE49-F238E27FC236}">
                  <a16:creationId xmlns:a16="http://schemas.microsoft.com/office/drawing/2014/main" id="{96DA4091-BF42-480E-8CEE-9B84FAC3DC4E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 bwMode="auto">
            <a:xfrm>
              <a:off x="3673475" y="5661144"/>
              <a:ext cx="107950" cy="144145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41" name="直接连接符 340">
              <a:extLst>
                <a:ext uri="{FF2B5EF4-FFF2-40B4-BE49-F238E27FC236}">
                  <a16:creationId xmlns:a16="http://schemas.microsoft.com/office/drawing/2014/main" id="{3DCC49D8-9ED4-4375-A3AC-46A790E346CE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>
              <a:off x="3133725" y="5877044"/>
              <a:ext cx="64770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2" name="直接连接符 341">
              <a:extLst>
                <a:ext uri="{FF2B5EF4-FFF2-40B4-BE49-F238E27FC236}">
                  <a16:creationId xmlns:a16="http://schemas.microsoft.com/office/drawing/2014/main" id="{378AC276-FF8B-4027-9DE0-5C1B27686247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 bwMode="auto">
            <a:xfrm>
              <a:off x="3133725" y="6021189"/>
              <a:ext cx="64770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3" name="直接连接符 342">
              <a:extLst>
                <a:ext uri="{FF2B5EF4-FFF2-40B4-BE49-F238E27FC236}">
                  <a16:creationId xmlns:a16="http://schemas.microsoft.com/office/drawing/2014/main" id="{7AF15036-5497-40ED-B676-1F219C11EC6E}"/>
                </a:ext>
              </a:extLst>
            </p:cNvPr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3241675" y="5877044"/>
              <a:ext cx="107950" cy="144145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44" name="直接连接符 343">
              <a:extLst>
                <a:ext uri="{FF2B5EF4-FFF2-40B4-BE49-F238E27FC236}">
                  <a16:creationId xmlns:a16="http://schemas.microsoft.com/office/drawing/2014/main" id="{FFAE3344-4862-459F-8319-D0EB1DB6293A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3133725" y="5877044"/>
              <a:ext cx="107950" cy="144145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45" name="直接连接符 344">
              <a:extLst>
                <a:ext uri="{FF2B5EF4-FFF2-40B4-BE49-F238E27FC236}">
                  <a16:creationId xmlns:a16="http://schemas.microsoft.com/office/drawing/2014/main" id="{000543D1-594D-4D84-9BE0-EC7C158FEB14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3457575" y="5877044"/>
              <a:ext cx="107950" cy="144145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46" name="直接连接符 345">
              <a:extLst>
                <a:ext uri="{FF2B5EF4-FFF2-40B4-BE49-F238E27FC236}">
                  <a16:creationId xmlns:a16="http://schemas.microsoft.com/office/drawing/2014/main" id="{634425CF-4DA1-45AC-B406-B16972AD1E9A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3349625" y="5877044"/>
              <a:ext cx="107950" cy="144145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47" name="直接连接符 346">
              <a:extLst>
                <a:ext uri="{FF2B5EF4-FFF2-40B4-BE49-F238E27FC236}">
                  <a16:creationId xmlns:a16="http://schemas.microsoft.com/office/drawing/2014/main" id="{FF2E3277-5406-4DC6-A36D-6930D238AD6A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3673475" y="5877044"/>
              <a:ext cx="107950" cy="144145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48" name="直接连接符 347">
              <a:extLst>
                <a:ext uri="{FF2B5EF4-FFF2-40B4-BE49-F238E27FC236}">
                  <a16:creationId xmlns:a16="http://schemas.microsoft.com/office/drawing/2014/main" id="{559332E2-066F-4425-822B-1FDB901B3376}"/>
                </a:ext>
              </a:extLst>
            </p:cNvPr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3565525" y="5877044"/>
              <a:ext cx="107950" cy="144145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49" name="直接连接符 348">
              <a:extLst>
                <a:ext uri="{FF2B5EF4-FFF2-40B4-BE49-F238E27FC236}">
                  <a16:creationId xmlns:a16="http://schemas.microsoft.com/office/drawing/2014/main" id="{9C189808-5A50-4270-B039-91B3CDA5BC74}"/>
                </a:ext>
              </a:extLst>
            </p:cNvPr>
            <p:cNvCxnSpPr/>
            <p:nvPr>
              <p:custDataLst>
                <p:tags r:id="rId51"/>
              </p:custDataLst>
            </p:nvPr>
          </p:nvCxnSpPr>
          <p:spPr bwMode="auto">
            <a:xfrm>
              <a:off x="3133725" y="6237089"/>
              <a:ext cx="64770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0" name="直接连接符 349">
              <a:extLst>
                <a:ext uri="{FF2B5EF4-FFF2-40B4-BE49-F238E27FC236}">
                  <a16:creationId xmlns:a16="http://schemas.microsoft.com/office/drawing/2014/main" id="{6F461675-9143-416D-9294-06B335B1528C}"/>
                </a:ext>
              </a:extLst>
            </p:cNvPr>
            <p:cNvCxnSpPr/>
            <p:nvPr>
              <p:custDataLst>
                <p:tags r:id="rId52"/>
              </p:custDataLst>
            </p:nvPr>
          </p:nvCxnSpPr>
          <p:spPr bwMode="auto">
            <a:xfrm>
              <a:off x="3133725" y="6093579"/>
              <a:ext cx="107950" cy="144145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51" name="直接连接符 350">
              <a:extLst>
                <a:ext uri="{FF2B5EF4-FFF2-40B4-BE49-F238E27FC236}">
                  <a16:creationId xmlns:a16="http://schemas.microsoft.com/office/drawing/2014/main" id="{D9286299-AC4B-4F5A-B163-4CD362F74AC2}"/>
                </a:ext>
              </a:extLst>
            </p:cNvPr>
            <p:cNvCxnSpPr/>
            <p:nvPr>
              <p:custDataLst>
                <p:tags r:id="rId53"/>
              </p:custDataLst>
            </p:nvPr>
          </p:nvCxnSpPr>
          <p:spPr bwMode="auto">
            <a:xfrm>
              <a:off x="3241675" y="6093579"/>
              <a:ext cx="107950" cy="144145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52" name="直接连接符 351">
              <a:extLst>
                <a:ext uri="{FF2B5EF4-FFF2-40B4-BE49-F238E27FC236}">
                  <a16:creationId xmlns:a16="http://schemas.microsoft.com/office/drawing/2014/main" id="{2E1CB900-E589-42AA-BA18-F2E45C93A826}"/>
                </a:ext>
              </a:extLst>
            </p:cNvPr>
            <p:cNvCxnSpPr/>
            <p:nvPr>
              <p:custDataLst>
                <p:tags r:id="rId54"/>
              </p:custDataLst>
            </p:nvPr>
          </p:nvCxnSpPr>
          <p:spPr bwMode="auto">
            <a:xfrm>
              <a:off x="3349625" y="6093579"/>
              <a:ext cx="107950" cy="144145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53" name="直接连接符 352">
              <a:extLst>
                <a:ext uri="{FF2B5EF4-FFF2-40B4-BE49-F238E27FC236}">
                  <a16:creationId xmlns:a16="http://schemas.microsoft.com/office/drawing/2014/main" id="{B9448972-F12E-4A5D-A877-6A6E02A69EA9}"/>
                </a:ext>
              </a:extLst>
            </p:cNvPr>
            <p:cNvCxnSpPr/>
            <p:nvPr>
              <p:custDataLst>
                <p:tags r:id="rId55"/>
              </p:custDataLst>
            </p:nvPr>
          </p:nvCxnSpPr>
          <p:spPr bwMode="auto">
            <a:xfrm>
              <a:off x="3457575" y="6093579"/>
              <a:ext cx="107950" cy="144145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54" name="直接连接符 353">
              <a:extLst>
                <a:ext uri="{FF2B5EF4-FFF2-40B4-BE49-F238E27FC236}">
                  <a16:creationId xmlns:a16="http://schemas.microsoft.com/office/drawing/2014/main" id="{5798BC48-B6EE-4A96-83E8-9A6B4B361880}"/>
                </a:ext>
              </a:extLst>
            </p:cNvPr>
            <p:cNvCxnSpPr/>
            <p:nvPr>
              <p:custDataLst>
                <p:tags r:id="rId56"/>
              </p:custDataLst>
            </p:nvPr>
          </p:nvCxnSpPr>
          <p:spPr bwMode="auto">
            <a:xfrm>
              <a:off x="3565525" y="6093579"/>
              <a:ext cx="107950" cy="144145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55" name="直接连接符 354">
              <a:extLst>
                <a:ext uri="{FF2B5EF4-FFF2-40B4-BE49-F238E27FC236}">
                  <a16:creationId xmlns:a16="http://schemas.microsoft.com/office/drawing/2014/main" id="{59A3E2E8-1DCF-461F-A454-106A9CF714BF}"/>
                </a:ext>
              </a:extLst>
            </p:cNvPr>
            <p:cNvCxnSpPr/>
            <p:nvPr>
              <p:custDataLst>
                <p:tags r:id="rId57"/>
              </p:custDataLst>
            </p:nvPr>
          </p:nvCxnSpPr>
          <p:spPr bwMode="auto">
            <a:xfrm>
              <a:off x="3674110" y="6093579"/>
              <a:ext cx="107950" cy="144145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56" name="直接连接符 355">
              <a:extLst>
                <a:ext uri="{FF2B5EF4-FFF2-40B4-BE49-F238E27FC236}">
                  <a16:creationId xmlns:a16="http://schemas.microsoft.com/office/drawing/2014/main" id="{68B88576-D8D9-4DA3-8756-915D3A602A46}"/>
                </a:ext>
              </a:extLst>
            </p:cNvPr>
            <p:cNvCxnSpPr/>
            <p:nvPr>
              <p:custDataLst>
                <p:tags r:id="rId58"/>
              </p:custDataLst>
            </p:nvPr>
          </p:nvCxnSpPr>
          <p:spPr bwMode="auto">
            <a:xfrm>
              <a:off x="3133725" y="4653399"/>
              <a:ext cx="144145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7" name="直接连接符 356">
              <a:extLst>
                <a:ext uri="{FF2B5EF4-FFF2-40B4-BE49-F238E27FC236}">
                  <a16:creationId xmlns:a16="http://schemas.microsoft.com/office/drawing/2014/main" id="{F7A05C5D-5DCB-4AEC-81C3-3C9AE84A2BD8}"/>
                </a:ext>
              </a:extLst>
            </p:cNvPr>
            <p:cNvCxnSpPr/>
            <p:nvPr>
              <p:custDataLst>
                <p:tags r:id="rId59"/>
              </p:custDataLst>
            </p:nvPr>
          </p:nvCxnSpPr>
          <p:spPr bwMode="auto">
            <a:xfrm>
              <a:off x="3133725" y="4041259"/>
              <a:ext cx="144145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8" name="直接连接符 357">
              <a:extLst>
                <a:ext uri="{FF2B5EF4-FFF2-40B4-BE49-F238E27FC236}">
                  <a16:creationId xmlns:a16="http://schemas.microsoft.com/office/drawing/2014/main" id="{E0CC2B3A-8FA6-4854-B165-A7180E97B35E}"/>
                </a:ext>
              </a:extLst>
            </p:cNvPr>
            <p:cNvCxnSpPr/>
            <p:nvPr>
              <p:custDataLst>
                <p:tags r:id="rId60"/>
              </p:custDataLst>
            </p:nvPr>
          </p:nvCxnSpPr>
          <p:spPr bwMode="auto">
            <a:xfrm>
              <a:off x="3133725" y="4257159"/>
              <a:ext cx="144145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9" name="直接连接符 358">
              <a:extLst>
                <a:ext uri="{FF2B5EF4-FFF2-40B4-BE49-F238E27FC236}">
                  <a16:creationId xmlns:a16="http://schemas.microsoft.com/office/drawing/2014/main" id="{E519C30E-0689-4604-A633-AE73DEB9FACA}"/>
                </a:ext>
              </a:extLst>
            </p:cNvPr>
            <p:cNvCxnSpPr/>
            <p:nvPr>
              <p:custDataLst>
                <p:tags r:id="rId61"/>
              </p:custDataLst>
            </p:nvPr>
          </p:nvCxnSpPr>
          <p:spPr bwMode="auto">
            <a:xfrm>
              <a:off x="3133725" y="4473059"/>
              <a:ext cx="144145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0" name="直接连接符 359">
              <a:extLst>
                <a:ext uri="{FF2B5EF4-FFF2-40B4-BE49-F238E27FC236}">
                  <a16:creationId xmlns:a16="http://schemas.microsoft.com/office/drawing/2014/main" id="{C5892376-4495-42A8-9D4A-D66021D43A08}"/>
                </a:ext>
              </a:extLst>
            </p:cNvPr>
            <p:cNvCxnSpPr/>
            <p:nvPr>
              <p:custDataLst>
                <p:tags r:id="rId62"/>
              </p:custDataLst>
            </p:nvPr>
          </p:nvCxnSpPr>
          <p:spPr bwMode="auto">
            <a:xfrm>
              <a:off x="3133725" y="4941054"/>
              <a:ext cx="144145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1" name="直接连接符 360">
              <a:extLst>
                <a:ext uri="{FF2B5EF4-FFF2-40B4-BE49-F238E27FC236}">
                  <a16:creationId xmlns:a16="http://schemas.microsoft.com/office/drawing/2014/main" id="{B35CC026-BC6E-4649-8D3A-767E91EC107B}"/>
                </a:ext>
              </a:extLst>
            </p:cNvPr>
            <p:cNvCxnSpPr/>
            <p:nvPr>
              <p:custDataLst>
                <p:tags r:id="rId63"/>
              </p:custDataLst>
            </p:nvPr>
          </p:nvCxnSpPr>
          <p:spPr bwMode="auto">
            <a:xfrm>
              <a:off x="3277870" y="6273284"/>
              <a:ext cx="0" cy="17970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62" name="组合 361">
            <a:extLst>
              <a:ext uri="{FF2B5EF4-FFF2-40B4-BE49-F238E27FC236}">
                <a16:creationId xmlns:a16="http://schemas.microsoft.com/office/drawing/2014/main" id="{B05F29AC-EAEB-4FC7-BB06-8474024B9989}"/>
              </a:ext>
            </a:extLst>
          </p:cNvPr>
          <p:cNvGrpSpPr/>
          <p:nvPr/>
        </p:nvGrpSpPr>
        <p:grpSpPr>
          <a:xfrm>
            <a:off x="433705" y="4005064"/>
            <a:ext cx="2663825" cy="2411730"/>
            <a:chOff x="433705" y="4005064"/>
            <a:chExt cx="2663825" cy="2411730"/>
          </a:xfrm>
        </p:grpSpPr>
        <p:sp>
          <p:nvSpPr>
            <p:cNvPr id="363" name="Text Box 9">
              <a:extLst>
                <a:ext uri="{FF2B5EF4-FFF2-40B4-BE49-F238E27FC236}">
                  <a16:creationId xmlns:a16="http://schemas.microsoft.com/office/drawing/2014/main" id="{5C148CBD-9541-4C3E-8780-C03608FC683E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585595" y="4005064"/>
              <a:ext cx="1511935" cy="241173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0"/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请求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BR1</a:t>
              </a:r>
            </a:p>
            <a:p>
              <a:pPr algn="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2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请求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BR2</a:t>
              </a:r>
            </a:p>
            <a:p>
              <a:pPr algn="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允许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BG1</a:t>
              </a:r>
            </a:p>
            <a:p>
              <a:pPr algn="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2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允许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BG2</a:t>
              </a:r>
            </a:p>
            <a:p>
              <a:pPr algn="r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总线状态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忙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)BS</a:t>
              </a:r>
            </a:p>
            <a:p>
              <a:pPr algn="r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地址总线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数据总线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读命令线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RD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写命令写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WR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状态线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ACK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64" name="左大括号 363">
              <a:extLst>
                <a:ext uri="{FF2B5EF4-FFF2-40B4-BE49-F238E27FC236}">
                  <a16:creationId xmlns:a16="http://schemas.microsoft.com/office/drawing/2014/main" id="{5F5C6327-5B19-4D9A-8ED7-FC13F7D61A60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1550035" y="4076819"/>
              <a:ext cx="71755" cy="360045"/>
            </a:xfrm>
            <a:prstGeom prst="leftBrace">
              <a:avLst>
                <a:gd name="adj1" fmla="val 28175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365" name="左大括号 364">
              <a:extLst>
                <a:ext uri="{FF2B5EF4-FFF2-40B4-BE49-F238E27FC236}">
                  <a16:creationId xmlns:a16="http://schemas.microsoft.com/office/drawing/2014/main" id="{7DC06805-EE57-4F9E-AA8A-74C80AD08DFF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1550035" y="4544814"/>
              <a:ext cx="71755" cy="360045"/>
            </a:xfrm>
            <a:prstGeom prst="leftBrace">
              <a:avLst>
                <a:gd name="adj1" fmla="val 28175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366" name="Text Box 98">
              <a:extLst>
                <a:ext uri="{FF2B5EF4-FFF2-40B4-BE49-F238E27FC236}">
                  <a16:creationId xmlns:a16="http://schemas.microsoft.com/office/drawing/2014/main" id="{CE04CCA7-0297-4639-A20E-ED869B32AFBB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33705" y="4617204"/>
              <a:ext cx="108013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总线仲裁器</a:t>
              </a:r>
            </a:p>
          </p:txBody>
        </p:sp>
        <p:sp>
          <p:nvSpPr>
            <p:cNvPr id="367" name="Text Box 98">
              <a:extLst>
                <a:ext uri="{FF2B5EF4-FFF2-40B4-BE49-F238E27FC236}">
                  <a16:creationId xmlns:a16="http://schemas.microsoft.com/office/drawing/2014/main" id="{DE01E570-77FC-4A21-BB1D-EF8D98B5F994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829945" y="4149209"/>
              <a:ext cx="68389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主设备</a:t>
              </a:r>
            </a:p>
          </p:txBody>
        </p:sp>
        <p:sp>
          <p:nvSpPr>
            <p:cNvPr id="368" name="Text Box 98">
              <a:extLst>
                <a:ext uri="{FF2B5EF4-FFF2-40B4-BE49-F238E27FC236}">
                  <a16:creationId xmlns:a16="http://schemas.microsoft.com/office/drawing/2014/main" id="{EDEF1AC0-2897-44EF-9481-BF18E480AF38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49605" y="5481439"/>
              <a:ext cx="86423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系统总线</a:t>
              </a:r>
            </a:p>
          </p:txBody>
        </p:sp>
        <p:sp>
          <p:nvSpPr>
            <p:cNvPr id="369" name="左大括号 368">
              <a:extLst>
                <a:ext uri="{FF2B5EF4-FFF2-40B4-BE49-F238E27FC236}">
                  <a16:creationId xmlns:a16="http://schemas.microsoft.com/office/drawing/2014/main" id="{36D2D908-3A24-41C5-9790-DC86A26AE3D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1549400" y="4977249"/>
              <a:ext cx="71755" cy="1224280"/>
            </a:xfrm>
            <a:prstGeom prst="leftBrace">
              <a:avLst>
                <a:gd name="adj1" fmla="val 28175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370" name="直接连接符 369">
              <a:extLst>
                <a:ext uri="{FF2B5EF4-FFF2-40B4-BE49-F238E27FC236}">
                  <a16:creationId xmlns:a16="http://schemas.microsoft.com/office/drawing/2014/main" id="{9AA45E4A-B2C0-4D5C-B53F-D339307E66E7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>
              <a:off x="2879725" y="5643364"/>
              <a:ext cx="19812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1" name="直接连接符 370">
              <a:extLst>
                <a:ext uri="{FF2B5EF4-FFF2-40B4-BE49-F238E27FC236}">
                  <a16:creationId xmlns:a16="http://schemas.microsoft.com/office/drawing/2014/main" id="{F83FC998-8192-46F8-B08C-589078D8FE7D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>
              <a:off x="2879725" y="5859264"/>
              <a:ext cx="19812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" grpId="0" bldLvl="0" animBg="1"/>
      <p:bldP spid="251" grpId="0" bldLvl="0" animBg="1"/>
      <p:bldP spid="255" grpId="0" bldLvl="0" animBg="1"/>
      <p:bldP spid="3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483E3-1F2B-4276-987D-E0C0767C99F9}" type="slidenum">
              <a:rPr lang="en-US" altLang="zh-CN"/>
              <a:t>7</a:t>
            </a:fld>
            <a:endParaRPr lang="en-US" altLang="zh-CN"/>
          </a:p>
        </p:txBody>
      </p:sp>
      <p:sp>
        <p:nvSpPr>
          <p:cNvPr id="92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3240405" cy="544335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、总线的</a:t>
            </a:r>
            <a:r>
              <a:rPr 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性能指标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*总线宽度：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336800" indent="-2336800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*总线工作频率：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总线带宽：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总线传输方式：</a:t>
            </a:r>
          </a:p>
        </p:txBody>
      </p:sp>
      <p:sp>
        <p:nvSpPr>
          <p:cNvPr id="3" name="Text Box 20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71980" y="764456"/>
            <a:ext cx="7092315" cy="54284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指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数据总线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位数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，常用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bit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表示</a:t>
            </a:r>
          </a:p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指总线的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最大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数据传输次数</a:t>
            </a:r>
            <a:r>
              <a:rPr lang="en-US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秒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</a:p>
          <a:p>
            <a:pPr marL="2148205" indent="-2148205"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＝总线时钟频率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传输次数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时钟周期  </a:t>
            </a:r>
            <a:r>
              <a:rPr lang="zh-CN" altLang="en-US" sz="1600" b="1" dirty="0">
                <a:cs typeface="宋体" panose="02010600030101010101" pitchFamily="2" charset="-122"/>
                <a:sym typeface="+mn-ea"/>
              </a:rPr>
              <a:t>←同步总线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    </a:t>
            </a:r>
            <a:r>
              <a:rPr lang="zh-CN" altLang="en-US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CLK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en-US" sz="1600" b="1" dirty="0">
                <a:latin typeface="+mn-lt"/>
                <a:cs typeface="宋体" panose="02010600030101010101" pitchFamily="2" charset="-122"/>
                <a:sym typeface="+mn-ea"/>
              </a:rPr>
              <a:t>↑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及</a:t>
            </a:r>
            <a:r>
              <a:rPr lang="zh-CN" altLang="en-US" sz="1600" b="1" dirty="0">
                <a:latin typeface="+mn-lt"/>
                <a:cs typeface="宋体" panose="02010600030101010101" pitchFamily="2" charset="-122"/>
                <a:sym typeface="+mn-ea"/>
              </a:rPr>
              <a:t>↓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均传输时为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指总线的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最大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数据传输率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</a:p>
          <a:p>
            <a:pPr marL="2336800" indent="-2336800">
              <a:lnSpc>
                <a:spcPct val="90000"/>
              </a:lnSpc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</a:t>
            </a:r>
            <a:r>
              <a:rPr lang="zh-CN" altLang="en-US" sz="1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solidFill>
                  <a:srgbClr val="FF3399"/>
                </a:solidFill>
                <a:sym typeface="+mn-ea"/>
              </a:rPr>
              <a:t>不考虑</a:t>
            </a:r>
            <a:r>
              <a:rPr lang="zh-CN" altLang="en-US" sz="1800" b="1" u="sng" dirty="0">
                <a:sym typeface="+mn-ea"/>
              </a:rPr>
              <a:t>非数据传输</a:t>
            </a:r>
            <a:r>
              <a:rPr lang="zh-CN" altLang="en-US" sz="1800" b="1" dirty="0">
                <a:sym typeface="+mn-ea"/>
              </a:rPr>
              <a:t>的交互时间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如地址传送等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48205" indent="-2148205"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cs typeface="宋体" panose="02010600030101010101" pitchFamily="2" charset="-122"/>
                <a:sym typeface="+mn-ea"/>
              </a:rPr>
              <a:t>  ＝总线宽度</a:t>
            </a:r>
            <a:r>
              <a:rPr lang="en-US" altLang="zh-CN" sz="2200" b="1" dirty="0">
                <a:cs typeface="宋体" panose="02010600030101010101" pitchFamily="2" charset="-122"/>
                <a:sym typeface="+mn-ea"/>
              </a:rPr>
              <a:t>×</a:t>
            </a:r>
            <a:r>
              <a:rPr lang="zh-CN" altLang="zh-CN" sz="2200" b="1" dirty="0">
                <a:cs typeface="宋体" panose="02010600030101010101" pitchFamily="2" charset="-122"/>
                <a:sym typeface="+mn-ea"/>
              </a:rPr>
              <a:t>总线工作频率</a:t>
            </a:r>
            <a:r>
              <a:rPr lang="en-US" altLang="zh-CN" sz="2200" b="1" dirty="0">
                <a:cs typeface="宋体" panose="02010600030101010101" pitchFamily="2" charset="-122"/>
                <a:sym typeface="+mn-ea"/>
              </a:rPr>
              <a:t>               </a:t>
            </a:r>
            <a:r>
              <a:rPr lang="zh-CN" altLang="en-US" sz="1600" b="1" dirty="0">
                <a:cs typeface="宋体" panose="02010600030101010101" pitchFamily="2" charset="-122"/>
                <a:sym typeface="+mn-ea"/>
              </a:rPr>
              <a:t>←同步总线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48205" indent="-2148205"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cs typeface="宋体" panose="02010600030101010101" pitchFamily="2" charset="-122"/>
                <a:sym typeface="+mn-ea"/>
              </a:rPr>
              <a:t>  ＝总线宽度</a:t>
            </a:r>
            <a:r>
              <a:rPr lang="en-US" altLang="zh-CN" sz="2200" b="1" dirty="0">
                <a:cs typeface="宋体" panose="02010600030101010101" pitchFamily="2" charset="-122"/>
                <a:sym typeface="+mn-ea"/>
              </a:rPr>
              <a:t>×</a:t>
            </a:r>
            <a:r>
              <a:rPr lang="zh-CN" altLang="en-US" sz="2200" b="1" dirty="0">
                <a:cs typeface="宋体" panose="02010600030101010101" pitchFamily="2" charset="-122"/>
                <a:sym typeface="+mn-ea"/>
              </a:rPr>
              <a:t>总线时钟频率</a:t>
            </a:r>
            <a:r>
              <a:rPr lang="en-US" altLang="zh-CN" sz="2200" b="1" dirty="0">
                <a:cs typeface="宋体" panose="02010600030101010101" pitchFamily="2" charset="-122"/>
                <a:sym typeface="+mn-ea"/>
              </a:rPr>
              <a:t>×</a:t>
            </a:r>
            <a:r>
              <a:rPr lang="zh-CN" altLang="en-US" sz="2200" b="1" dirty="0">
                <a:cs typeface="宋体" panose="02010600030101010101" pitchFamily="2" charset="-122"/>
                <a:sym typeface="+mn-ea"/>
              </a:rPr>
              <a:t>传输次数</a:t>
            </a:r>
            <a:r>
              <a:rPr lang="en-US" altLang="zh-CN" sz="2200" b="1" dirty="0"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cs typeface="宋体" panose="02010600030101010101" pitchFamily="2" charset="-122"/>
                <a:sym typeface="+mn-ea"/>
              </a:rPr>
              <a:t>时钟周期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48205" indent="-2148205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指一个总线事务传输的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数据个数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泛指时钟周期个数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有常规传输、突发传输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Text Box 20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54530" y="3861048"/>
            <a:ext cx="7921926" cy="149415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542290" indent="-542290" eaLnBrk="0" hangingPunct="0">
              <a:lnSpc>
                <a:spcPct val="114000"/>
              </a:lnSpc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1—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某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32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位同步总线的时钟频率为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100MHz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，总线事务需要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个时钟周期，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总线事务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中仅用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个时钟周期可传输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个数据，则该总线的工作频率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数据传输率＝</a:t>
            </a:r>
            <a:r>
              <a:rPr lang="en-US" altLang="zh-CN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                     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，带宽＝</a:t>
            </a:r>
            <a:r>
              <a:rPr lang="en-US" altLang="zh-CN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                   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</p:txBody>
      </p:sp>
      <p:sp>
        <p:nvSpPr>
          <p:cNvPr id="56" name="Text Box 20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123728" y="4580736"/>
            <a:ext cx="6408712" cy="714368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 eaLnBrk="0" hangingPunct="0">
              <a:lnSpc>
                <a:spcPct val="114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800" b="1" dirty="0">
                <a:cs typeface="宋体" panose="02010600030101010101" pitchFamily="2" charset="-122"/>
                <a:sym typeface="+mn-ea"/>
              </a:rPr>
              <a:t>     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cs typeface="宋体" panose="02010600030101010101" pitchFamily="2" charset="-122"/>
              </a:rPr>
              <a:t>32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b×(100MHz/</a:t>
            </a:r>
            <a:r>
              <a:rPr lang="en-US" altLang="zh-CN" sz="1800" b="1" dirty="0">
                <a:cs typeface="宋体" panose="02010600030101010101" pitchFamily="2" charset="-122"/>
              </a:rPr>
              <a:t>4×2)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1600Mbps</a:t>
            </a:r>
          </a:p>
          <a:p>
            <a:pPr eaLnBrk="0" hangingPunct="0">
              <a:lnSpc>
                <a:spcPct val="114000"/>
              </a:lnSpc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32b</a:t>
            </a:r>
            <a:r>
              <a:rPr lang="en-US" altLang="zh-CN" sz="1800" b="1" dirty="0">
                <a:cs typeface="宋体" panose="02010600030101010101" pitchFamily="2" charset="-122"/>
              </a:rPr>
              <a:t>×(100MHz×2)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6.4Gbps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 Box 207">
            <a:extLst>
              <a:ext uri="{FF2B5EF4-FFF2-40B4-BE49-F238E27FC236}">
                <a16:creationId xmlns:a16="http://schemas.microsoft.com/office/drawing/2014/main" id="{CD2AFB39-57BD-4040-8805-9F6D0C3F9316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376000" y="4579200"/>
            <a:ext cx="936000" cy="33285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 eaLnBrk="0" hangingPunct="0">
              <a:lnSpc>
                <a:spcPct val="114000"/>
              </a:lnSpc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200MHz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A51B-A8E5-4E38-A74D-F6E7BEFB9955}" type="slidenum">
              <a:rPr lang="en-US" altLang="zh-CN" smtClean="0"/>
              <a:t>8</a:t>
            </a:fld>
            <a:endParaRPr lang="en-US" altLang="zh-CN"/>
          </a:p>
        </p:txBody>
      </p:sp>
      <p:sp>
        <p:nvSpPr>
          <p:cNvPr id="144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2800" b="1" dirty="0"/>
              <a:t>§6.2  </a:t>
            </a:r>
            <a:r>
              <a:rPr lang="zh-CN" altLang="en-US" sz="2800" b="1" dirty="0"/>
              <a:t>总线仲裁</a:t>
            </a:r>
          </a:p>
        </p:txBody>
      </p:sp>
      <p:sp>
        <p:nvSpPr>
          <p:cNvPr id="60" name="Text Box 52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764704"/>
            <a:ext cx="8856984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spc="-50" dirty="0">
                <a:latin typeface="+mn-ea"/>
                <a:ea typeface="+mn-ea"/>
              </a:rPr>
              <a:t>集中式仲裁</a:t>
            </a:r>
            <a:r>
              <a:rPr lang="en-US" altLang="zh-CN" sz="2000" b="1" spc="-50" dirty="0">
                <a:latin typeface="+mn-ea"/>
                <a:ea typeface="+mn-ea"/>
              </a:rPr>
              <a:t>(</a:t>
            </a:r>
            <a:r>
              <a:rPr lang="en-US" altLang="zh-CN" sz="2000" b="1" spc="-50" dirty="0">
                <a:latin typeface="+mn-ea"/>
                <a:ea typeface="+mn-ea"/>
                <a:sym typeface="+mn-ea"/>
              </a:rPr>
              <a:t>3</a:t>
            </a:r>
            <a:r>
              <a:rPr lang="zh-CN" altLang="en-US" sz="2000" b="1" spc="-50" dirty="0">
                <a:latin typeface="+mn-ea"/>
                <a:ea typeface="+mn-ea"/>
                <a:sym typeface="+mn-ea"/>
              </a:rPr>
              <a:t>种</a:t>
            </a:r>
            <a:r>
              <a:rPr lang="en-US" altLang="zh-CN" sz="2000" b="1" spc="-50" dirty="0">
                <a:latin typeface="+mn-ea"/>
                <a:ea typeface="+mn-ea"/>
              </a:rPr>
              <a:t>)</a:t>
            </a:r>
            <a:r>
              <a:rPr lang="zh-CN" altLang="en-US" sz="2000" b="1" spc="-50" dirty="0">
                <a:latin typeface="+mn-ea"/>
                <a:ea typeface="+mn-ea"/>
              </a:rPr>
              <a:t>的</a:t>
            </a:r>
            <a:r>
              <a:rPr lang="zh-CN" altLang="en-US" sz="2000" b="1" spc="-50" dirty="0"/>
              <a:t>基本思想、仲裁线连接、仲裁时机及方法</a:t>
            </a:r>
            <a:endParaRPr lang="zh-CN" altLang="en-US" sz="2000" b="1" spc="-50" dirty="0">
              <a:latin typeface="+mn-ea"/>
              <a:ea typeface="+mn-ea"/>
            </a:endParaRPr>
          </a:p>
        </p:txBody>
      </p:sp>
      <p:sp>
        <p:nvSpPr>
          <p:cNvPr id="61" name="Text Box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389" y="1196752"/>
            <a:ext cx="4392612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1" dirty="0">
                <a:solidFill>
                  <a:srgbClr val="FF3399"/>
                </a:solidFill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</a:rPr>
              <a:t>*仲裁时机回顾：</a:t>
            </a:r>
            <a:endParaRPr lang="en-US" altLang="zh-CN" sz="2200" b="1" dirty="0"/>
          </a:p>
          <a:p>
            <a:r>
              <a:rPr lang="en-US" altLang="zh-CN" sz="2200" b="1" dirty="0">
                <a:solidFill>
                  <a:srgbClr val="C00000"/>
                </a:solidFill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</a:rPr>
              <a:t>仲裁</a:t>
            </a:r>
            <a:r>
              <a:rPr lang="zh-CN" sz="2200" b="1" dirty="0">
                <a:solidFill>
                  <a:srgbClr val="C00000"/>
                </a:solidFill>
              </a:rPr>
              <a:t>方式：</a:t>
            </a:r>
            <a:endParaRPr lang="en-US" altLang="zh-CN" sz="2200" b="1" dirty="0">
              <a:solidFill>
                <a:srgbClr val="C00000"/>
              </a:solidFill>
            </a:endParaRPr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1834515" y="1196787"/>
            <a:ext cx="712025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1" dirty="0">
                <a:solidFill>
                  <a:schemeClr val="tx1"/>
                </a:solidFill>
              </a:rPr>
              <a:t>    </a:t>
            </a:r>
            <a:r>
              <a:rPr lang="zh-CN" sz="2200" b="1" dirty="0">
                <a:solidFill>
                  <a:schemeClr val="tx1"/>
                </a:solidFill>
              </a:rPr>
              <a:t>总线空闲、有请求时</a:t>
            </a:r>
            <a:r>
              <a:rPr lang="en-US" altLang="zh-CN" sz="2200" b="1" dirty="0">
                <a:solidFill>
                  <a:schemeClr val="tx1"/>
                </a:solidFill>
              </a:rPr>
              <a:t>        </a:t>
            </a:r>
            <a:r>
              <a:rPr lang="en-US" altLang="zh-CN" sz="1800" b="1" dirty="0">
                <a:solidFill>
                  <a:schemeClr val="tx1"/>
                </a:solidFill>
              </a:rPr>
              <a:t>←</a:t>
            </a:r>
            <a:r>
              <a:rPr lang="zh-CN" altLang="en-US" sz="1800" b="1" dirty="0">
                <a:solidFill>
                  <a:srgbClr val="0070C0"/>
                </a:solidFill>
              </a:rPr>
              <a:t>不能影响</a:t>
            </a:r>
            <a:r>
              <a:rPr lang="zh-CN" altLang="en-US" sz="1800" b="1" dirty="0">
                <a:solidFill>
                  <a:schemeClr val="tx1"/>
                </a:solidFill>
              </a:rPr>
              <a:t>当前总线事务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r>
              <a:rPr lang="zh-CN" sz="2200" b="1" dirty="0">
                <a:solidFill>
                  <a:schemeClr val="tx1"/>
                </a:solidFill>
              </a:rPr>
              <a:t>集中式</a:t>
            </a:r>
            <a:r>
              <a:rPr lang="en-US" altLang="zh-CN" sz="1600" b="1" dirty="0">
                <a:solidFill>
                  <a:schemeClr val="tx1"/>
                </a:solidFill>
              </a:rPr>
              <a:t>(</a:t>
            </a:r>
            <a:r>
              <a:rPr lang="zh-CN" altLang="en-US" sz="1600" b="1" dirty="0">
                <a:latin typeface="+mn-ea"/>
                <a:ea typeface="+mn-ea"/>
                <a:sym typeface="+mn-ea"/>
              </a:rPr>
              <a:t>有统一的仲裁器</a:t>
            </a:r>
            <a:r>
              <a:rPr lang="en-US" altLang="zh-CN" sz="1600" b="1" dirty="0">
                <a:solidFill>
                  <a:schemeClr val="tx1"/>
                </a:solidFill>
              </a:rPr>
              <a:t>)</a:t>
            </a:r>
            <a:r>
              <a:rPr lang="zh-CN" sz="2200" b="1" dirty="0">
                <a:solidFill>
                  <a:schemeClr val="tx1"/>
                </a:solidFill>
              </a:rPr>
              <a:t>，分布式</a:t>
            </a:r>
            <a:r>
              <a:rPr lang="en-US" altLang="zh-CN" sz="1600" b="1" dirty="0">
                <a:solidFill>
                  <a:schemeClr val="tx1"/>
                </a:solidFill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</a:rPr>
              <a:t>各主设备独立</a:t>
            </a:r>
            <a:r>
              <a:rPr lang="zh-CN" altLang="en-US" sz="1600" b="1" dirty="0">
                <a:latin typeface="+mn-ea"/>
                <a:ea typeface="+mn-ea"/>
                <a:sym typeface="+mn-ea"/>
              </a:rPr>
              <a:t>仲裁</a:t>
            </a:r>
            <a:r>
              <a:rPr lang="en-US" altLang="zh-CN" sz="1600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" name="Text Box 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9389" y="2060848"/>
            <a:ext cx="4392612" cy="43694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1" dirty="0">
                <a:solidFill>
                  <a:srgbClr val="FF3399"/>
                </a:solidFill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</a:rPr>
              <a:t>、链式查询方式</a:t>
            </a:r>
            <a:r>
              <a:rPr lang="en-US" altLang="zh-CN" sz="2200" b="1" dirty="0">
                <a:solidFill>
                  <a:srgbClr val="FF3399"/>
                </a:solidFill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</a:rPr>
              <a:t>集中式</a:t>
            </a:r>
            <a:r>
              <a:rPr lang="en-US" altLang="zh-CN" sz="1800" b="1" dirty="0">
                <a:solidFill>
                  <a:schemeClr val="tx1"/>
                </a:solidFill>
              </a:rPr>
              <a:t>)</a:t>
            </a:r>
            <a:endParaRPr lang="en-US" altLang="zh-CN" sz="2200" b="1" dirty="0">
              <a:solidFill>
                <a:srgbClr val="FF3399"/>
              </a:solidFill>
            </a:endParaRPr>
          </a:p>
          <a:p>
            <a:r>
              <a:rPr lang="en-US" altLang="zh-CN" sz="2200" b="1" dirty="0">
                <a:solidFill>
                  <a:srgbClr val="FF3399"/>
                </a:solidFill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</a:rPr>
              <a:t>*基本思想：</a:t>
            </a:r>
            <a:endParaRPr lang="en-US" altLang="zh-CN" sz="2200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800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</a:rPr>
              <a:t>仲裁线连接：</a:t>
            </a:r>
            <a:endParaRPr lang="en-US" altLang="zh-CN" sz="2200" b="1" dirty="0"/>
          </a:p>
          <a:p>
            <a:endParaRPr lang="en-US" altLang="zh-CN" sz="2200" b="1" dirty="0">
              <a:solidFill>
                <a:schemeClr val="accent2"/>
              </a:solidFill>
            </a:endParaRPr>
          </a:p>
          <a:p>
            <a:endParaRPr lang="en-US" altLang="zh-CN" sz="2200" b="1" dirty="0">
              <a:solidFill>
                <a:schemeClr val="accent2"/>
              </a:solidFill>
            </a:endParaRPr>
          </a:p>
          <a:p>
            <a:r>
              <a:rPr lang="en-US" altLang="zh-CN" sz="2200" b="1" dirty="0">
                <a:solidFill>
                  <a:srgbClr val="C00000"/>
                </a:solidFill>
              </a:rPr>
              <a:t> *</a:t>
            </a:r>
            <a:r>
              <a:rPr lang="zh-CN" sz="2200" b="1" dirty="0">
                <a:solidFill>
                  <a:srgbClr val="C00000"/>
                </a:solidFill>
              </a:rPr>
              <a:t>仲裁实现：</a:t>
            </a:r>
          </a:p>
          <a:p>
            <a:endParaRPr lang="zh-CN" sz="1800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</a:rPr>
              <a:t>特点：</a:t>
            </a: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7019980" y="4221542"/>
            <a:ext cx="1512000" cy="648000"/>
          </a:xfrm>
          <a:prstGeom prst="rect">
            <a:avLst/>
          </a:prstGeom>
          <a:ln w="12700">
            <a:solidFill>
              <a:srgbClr val="C00000"/>
            </a:solidFill>
            <a:prstDash val="sysDash"/>
          </a:ln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600" b="1" dirty="0"/>
              <a:t>BR—</a:t>
            </a:r>
            <a:r>
              <a:rPr lang="en-US" altLang="zh-CN" sz="1600" dirty="0">
                <a:latin typeface="+mn-lt"/>
              </a:rPr>
              <a:t>Bus Request</a:t>
            </a:r>
            <a:endParaRPr lang="en-US" altLang="zh-CN" sz="1600" b="1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altLang="zh-CN" sz="1600" b="1" dirty="0"/>
              <a:t>BG—</a:t>
            </a:r>
            <a:r>
              <a:rPr lang="en-US" altLang="zh-CN" sz="1600" dirty="0">
                <a:latin typeface="+mn-lt"/>
              </a:rPr>
              <a:t>Bus Grant</a:t>
            </a:r>
            <a:endParaRPr lang="en-US" altLang="zh-CN" sz="1600" b="1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altLang="zh-CN" sz="1600" b="1" dirty="0"/>
              <a:t>BS—</a:t>
            </a:r>
            <a:r>
              <a:rPr lang="en-US" altLang="zh-CN" sz="1600" dirty="0">
                <a:latin typeface="+mn-lt"/>
              </a:rPr>
              <a:t>Busy State</a:t>
            </a:r>
            <a:endParaRPr lang="zh-CN" altLang="en-US" sz="1600" dirty="0">
              <a:latin typeface="+mn-lt"/>
            </a:endParaRPr>
          </a:p>
        </p:txBody>
      </p:sp>
      <p:sp>
        <p:nvSpPr>
          <p:cNvPr id="114894" name="Text Box 206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73885" y="2492896"/>
            <a:ext cx="6928485" cy="7912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148205" indent="-2148205">
              <a:lnSpc>
                <a:spcPct val="125000"/>
              </a:lnSpc>
            </a:pP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自动轮询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各主设备，主设备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被询问时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可获得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使用权</a:t>
            </a:r>
          </a:p>
          <a:p>
            <a:pPr marL="2148205" indent="-2148205">
              <a:lnSpc>
                <a:spcPct val="90000"/>
              </a:lnSpc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1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类比：话筒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交给第一排，</a:t>
            </a:r>
            <a:r>
              <a:rPr lang="zh-CN" altLang="en-US" sz="18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未举手时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自动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向后传，</a:t>
            </a:r>
            <a:r>
              <a:rPr lang="zh-CN" altLang="en-US" sz="18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举手时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…</a:t>
            </a:r>
            <a:endParaRPr lang="en-US" altLang="zh-CN" sz="1800" b="1" u="none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256000" y="5589240"/>
            <a:ext cx="3780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BSi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BGi</a:t>
            </a:r>
            <a:r>
              <a:rPr lang="en-US" altLang="zh-CN" sz="1800" b="1" baseline="-18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</a:t>
            </a:r>
            <a:r>
              <a:rPr lang="zh-CN" altLang="en-US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•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BRi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BGi</a:t>
            </a:r>
            <a:r>
              <a:rPr lang="en-US" altLang="zh-CN" sz="1800" b="1" baseline="-18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OUT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BGi</a:t>
            </a:r>
            <a:r>
              <a:rPr lang="en-US" altLang="zh-CN" sz="1800" b="1" baseline="-18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</a:t>
            </a:r>
            <a:r>
              <a:rPr lang="zh-CN" altLang="en-US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•</a:t>
            </a:r>
            <a:r>
              <a:rPr lang="en-US" altLang="zh-CN" sz="1800" b="1" spc="-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~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BRi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1800" b="1" baseline="-180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50" name="Text Box 77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981225" y="5229200"/>
            <a:ext cx="3204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3525" indent="-263525"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sz="1800" b="1" dirty="0">
                <a:cs typeface="宋体" panose="02010600030101010101" pitchFamily="2" charset="-122"/>
                <a:sym typeface="+mn-ea"/>
              </a:rPr>
              <a:t>仲裁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何时开始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结束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？</a:t>
            </a:r>
            <a:endParaRPr lang="zh-CN" sz="1800" b="1" u="none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ext Box 77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256000" y="5229200"/>
            <a:ext cx="3780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36195" tIns="10800" rIns="36195" bIns="10800" anchor="ctr" anchorCtr="0">
            <a:noAutofit/>
          </a:bodyPr>
          <a:lstStyle/>
          <a:p>
            <a:pPr marL="263525" indent="-263525">
              <a:lnSpc>
                <a:spcPct val="100000"/>
              </a:lnSpc>
            </a:pPr>
            <a:r>
              <a:rPr lang="en-US" altLang="zh-CN" sz="1800" b="1" spc="-50" dirty="0">
                <a:cs typeface="宋体" panose="02010600030101010101" pitchFamily="2" charset="-122"/>
                <a:sym typeface="+mn-ea"/>
              </a:rPr>
              <a:t>BS</a:t>
            </a:r>
            <a:r>
              <a:rPr lang="en-US" altLang="zh-CN" sz="1800" b="1" dirty="0">
                <a:cs typeface="宋体" panose="02010600030101010101" pitchFamily="2" charset="-122"/>
                <a:sym typeface="+mn-ea"/>
              </a:rPr>
              <a:t>=0</a:t>
            </a:r>
            <a:r>
              <a:rPr lang="zh-CN" altLang="en-US" sz="1800" b="1" spc="-50" dirty="0"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spc="-50" dirty="0">
                <a:cs typeface="宋体" panose="02010600030101010101" pitchFamily="2" charset="-122"/>
                <a:sym typeface="+mn-ea"/>
              </a:rPr>
              <a:t>BR=1</a:t>
            </a:r>
            <a:r>
              <a:rPr lang="zh-CN" altLang="en-US" sz="1800" b="1" dirty="0">
                <a:cs typeface="宋体" panose="02010600030101010101" pitchFamily="2" charset="-122"/>
                <a:sym typeface="+mn-ea"/>
              </a:rPr>
              <a:t>时</a:t>
            </a:r>
            <a:r>
              <a:rPr lang="en-US" altLang="zh-CN" sz="1800" b="1" dirty="0">
                <a:cs typeface="宋体" panose="02010600030101010101" pitchFamily="2" charset="-122"/>
                <a:sym typeface="+mn-ea"/>
              </a:rPr>
              <a:t>(BG</a:t>
            </a:r>
            <a:r>
              <a:rPr lang="zh-CN" altLang="en-US" sz="1800" b="1" dirty="0"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spc="-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~</a:t>
            </a:r>
            <a:r>
              <a:rPr lang="en-US" altLang="zh-CN" sz="1800" b="1" spc="-50" dirty="0">
                <a:cs typeface="宋体" panose="02010600030101010101" pitchFamily="2" charset="-122"/>
                <a:sym typeface="+mn-ea"/>
              </a:rPr>
              <a:t>BS</a:t>
            </a:r>
            <a:r>
              <a:rPr lang="zh-CN" altLang="en-US" sz="1800" b="1" spc="-50" dirty="0">
                <a:cs typeface="宋体" panose="02010600030101010101" pitchFamily="2" charset="-122"/>
                <a:sym typeface="+mn-ea"/>
              </a:rPr>
              <a:t>•</a:t>
            </a:r>
            <a:r>
              <a:rPr lang="en-US" altLang="zh-CN" sz="1800" b="1" spc="-50" dirty="0">
                <a:cs typeface="宋体" panose="02010600030101010101" pitchFamily="2" charset="-122"/>
                <a:sym typeface="+mn-ea"/>
              </a:rPr>
              <a:t>BR)</a:t>
            </a:r>
            <a:r>
              <a:rPr lang="zh-CN" altLang="en-US" sz="1800" b="1" spc="-50" dirty="0"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spc="-50" dirty="0">
                <a:cs typeface="宋体" panose="02010600030101010101" pitchFamily="2" charset="-122"/>
                <a:sym typeface="+mn-ea"/>
              </a:rPr>
              <a:t>BS</a:t>
            </a:r>
            <a:r>
              <a:rPr lang="en-US" altLang="zh-CN" sz="1800" b="1" dirty="0">
                <a:cs typeface="宋体" panose="02010600030101010101" pitchFamily="2" charset="-122"/>
                <a:sym typeface="+mn-ea"/>
              </a:rPr>
              <a:t>=1</a:t>
            </a:r>
            <a:r>
              <a:rPr lang="zh-CN" altLang="en-US" sz="1800" b="1" dirty="0">
                <a:cs typeface="宋体" panose="02010600030101010101" pitchFamily="2" charset="-122"/>
                <a:sym typeface="+mn-ea"/>
              </a:rPr>
              <a:t>时</a:t>
            </a:r>
            <a:endParaRPr lang="zh-CN" altLang="en-US" sz="1800" b="1" u="none" spc="-5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8" name="Text Box 77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901064" y="3322792"/>
            <a:ext cx="7703383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3525" indent="-263525"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谁判断使用权归属？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仲裁器需几根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BR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BG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线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？</a:t>
            </a:r>
            <a:r>
              <a:rPr lang="zh-CN" sz="1800" b="1" dirty="0">
                <a:cs typeface="宋体" panose="02010600030101010101" pitchFamily="2" charset="-122"/>
                <a:sym typeface="+mn-ea"/>
              </a:rPr>
              <a:t>自动轮询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如何实现？</a:t>
            </a:r>
            <a:endParaRPr lang="zh-CN" sz="1800" b="1" u="none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Text Box 77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546135" y="5589240"/>
            <a:ext cx="3636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3525" indent="-263525"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思考③：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主设备的获得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传递逻辑？</a:t>
            </a:r>
            <a:endParaRPr lang="zh-CN" sz="1800" b="1" u="none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70" name="Text Box 77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989435" y="6021288"/>
            <a:ext cx="2340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3525" indent="-263525"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引子：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如何避免断链？</a:t>
            </a:r>
            <a:endParaRPr lang="zh-CN" sz="1800" b="1" u="none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2" name="Text Box 77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231872" y="3645024"/>
            <a:ext cx="1188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3525" indent="-263525">
              <a:lnSpc>
                <a:spcPct val="100000"/>
              </a:lnSpc>
            </a:pPr>
            <a:r>
              <a:rPr lang="zh-CN" altLang="en-US" sz="1800" b="1" dirty="0">
                <a:solidFill>
                  <a:schemeClr val="tx1"/>
                </a:solidFill>
                <a:sym typeface="+mn-ea"/>
              </a:rPr>
              <a:t>各主设备，</a:t>
            </a:r>
            <a:endParaRPr lang="en-US" altLang="zh-CN" sz="1800" b="1" u="none" spc="-50" baseline="-18000" dirty="0" err="1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27" name="Text Box 629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332230" y="5949280"/>
            <a:ext cx="4462780" cy="4464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200" b="1" dirty="0"/>
              <a:t>静态优先级策略，有断链现象</a:t>
            </a:r>
            <a:endParaRPr lang="en-US" altLang="zh-CN" sz="2200" b="1" dirty="0"/>
          </a:p>
        </p:txBody>
      </p:sp>
      <p:sp>
        <p:nvSpPr>
          <p:cNvPr id="23" name="Text Box 77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552980" y="3645024"/>
            <a:ext cx="240179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3525" indent="-263525">
              <a:lnSpc>
                <a:spcPct val="100000"/>
              </a:lnSpc>
            </a:pPr>
            <a:r>
              <a:rPr lang="zh-CN" altLang="en-US" sz="1800" b="1" dirty="0">
                <a:solidFill>
                  <a:schemeClr val="tx1"/>
                </a:solidFill>
                <a:sym typeface="+mn-ea"/>
              </a:rPr>
              <a:t>主设备有</a:t>
            </a:r>
            <a:r>
              <a:rPr lang="en-US" altLang="zh-CN" sz="1800" b="1" dirty="0">
                <a:solidFill>
                  <a:schemeClr val="tx1"/>
                </a:solidFill>
                <a:sym typeface="+mn-ea"/>
              </a:rPr>
              <a:t>BG</a:t>
            </a:r>
            <a:r>
              <a:rPr lang="en-US" altLang="zh-CN" sz="1800" b="1" baseline="-18000" dirty="0">
                <a:solidFill>
                  <a:schemeClr val="tx1"/>
                </a:solidFill>
                <a:sym typeface="+mn-ea"/>
              </a:rPr>
              <a:t>IN</a:t>
            </a:r>
            <a:r>
              <a:rPr lang="zh-CN" altLang="en-US" sz="1800" b="1" dirty="0">
                <a:solidFill>
                  <a:schemeClr val="tx1"/>
                </a:solidFill>
                <a:sym typeface="+mn-ea"/>
              </a:rPr>
              <a:t>及</a:t>
            </a:r>
            <a:r>
              <a:rPr lang="en-US" altLang="zh-CN" sz="1800" b="1" dirty="0">
                <a:solidFill>
                  <a:schemeClr val="tx1"/>
                </a:solidFill>
                <a:sym typeface="+mn-ea"/>
              </a:rPr>
              <a:t>BG</a:t>
            </a:r>
            <a:r>
              <a:rPr lang="en-US" altLang="zh-CN" sz="1800" b="1" baseline="-18000" dirty="0">
                <a:solidFill>
                  <a:schemeClr val="tx1"/>
                </a:solidFill>
                <a:sym typeface="+mn-ea"/>
              </a:rPr>
              <a:t>OUT</a:t>
            </a:r>
            <a:r>
              <a:rPr lang="zh-CN" altLang="en-US" sz="1800" b="1" dirty="0">
                <a:solidFill>
                  <a:schemeClr val="tx1"/>
                </a:solidFill>
                <a:sym typeface="+mn-ea"/>
              </a:rPr>
              <a:t>线</a:t>
            </a:r>
            <a:endParaRPr lang="en-US" altLang="zh-CN" sz="1800" b="1" u="none" spc="-50" dirty="0" err="1">
              <a:solidFill>
                <a:schemeClr val="tx1"/>
              </a:solidFill>
              <a:cs typeface="宋体" panose="02010600030101010101" pitchFamily="2" charset="-122"/>
              <a:sym typeface="+mn-ea"/>
            </a:endParaRPr>
          </a:p>
        </p:txBody>
      </p:sp>
      <p:sp>
        <p:nvSpPr>
          <p:cNvPr id="44" name="Text Box 77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420216" y="3645024"/>
            <a:ext cx="3096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3525" indent="-263525">
              <a:lnSpc>
                <a:spcPct val="100000"/>
              </a:lnSpc>
            </a:pPr>
            <a:r>
              <a:rPr lang="en-US" altLang="zh-CN" sz="1800" b="1" dirty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sym typeface="+mn-ea"/>
              </a:rPr>
              <a:t>根</a:t>
            </a:r>
            <a:r>
              <a:rPr lang="en-US" altLang="zh-CN" sz="1800" b="1" dirty="0">
                <a:solidFill>
                  <a:schemeClr val="tx1"/>
                </a:solidFill>
                <a:sym typeface="+mn-ea"/>
              </a:rPr>
              <a:t>BR</a:t>
            </a:r>
            <a:r>
              <a:rPr lang="zh-CN" altLang="en-US" sz="1800" b="1" dirty="0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sz="1800" b="1" dirty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sym typeface="+mn-ea"/>
              </a:rPr>
              <a:t>根</a:t>
            </a:r>
            <a:r>
              <a:rPr lang="en-US" altLang="zh-CN" sz="1800" b="1" dirty="0">
                <a:solidFill>
                  <a:schemeClr val="tx1"/>
                </a:solidFill>
                <a:sym typeface="+mn-ea"/>
              </a:rPr>
              <a:t>BG</a:t>
            </a:r>
            <a:r>
              <a:rPr lang="en-US" altLang="zh-CN" sz="1600" b="1" dirty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sym typeface="+mn-ea"/>
              </a:rPr>
              <a:t>无需区分给谁</a:t>
            </a:r>
            <a:r>
              <a:rPr lang="en-US" altLang="zh-CN" sz="1600" b="1" dirty="0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 sz="1800" b="1" dirty="0">
                <a:solidFill>
                  <a:schemeClr val="tx1"/>
                </a:solidFill>
                <a:sym typeface="+mn-ea"/>
              </a:rPr>
              <a:t>，</a:t>
            </a:r>
            <a:endParaRPr lang="en-US" altLang="zh-CN" sz="1800" b="1" u="none" spc="-50" baseline="-18000" dirty="0" err="1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3" name="AutoShape 335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 rot="10800000">
            <a:off x="406794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2299335" y="4078792"/>
            <a:ext cx="4248150" cy="1043940"/>
            <a:chOff x="3621" y="6566"/>
            <a:chExt cx="6690" cy="1644"/>
          </a:xfrm>
        </p:grpSpPr>
        <p:sp>
          <p:nvSpPr>
            <p:cNvPr id="24" name="Text Box 50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9631" y="6679"/>
              <a:ext cx="68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 err="1">
                  <a:latin typeface="宋体" panose="02010600030101010101" pitchFamily="2" charset="-122"/>
                </a:rPr>
                <a:t>CBus</a:t>
              </a:r>
            </a:p>
          </p:txBody>
        </p:sp>
        <p:cxnSp>
          <p:nvCxnSpPr>
            <p:cNvPr id="25" name="直接连接符 24"/>
            <p:cNvCxnSpPr/>
            <p:nvPr>
              <p:custDataLst>
                <p:tags r:id="rId38"/>
              </p:custDataLst>
            </p:nvPr>
          </p:nvCxnSpPr>
          <p:spPr bwMode="auto">
            <a:xfrm>
              <a:off x="4755" y="6566"/>
              <a:ext cx="4876" cy="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直接连接符 25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4755" y="6679"/>
              <a:ext cx="4876" cy="2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连接符 26"/>
            <p:cNvCxnSpPr/>
            <p:nvPr>
              <p:custDataLst>
                <p:tags r:id="rId40"/>
              </p:custDataLst>
            </p:nvPr>
          </p:nvCxnSpPr>
          <p:spPr bwMode="auto">
            <a:xfrm>
              <a:off x="4755" y="6793"/>
              <a:ext cx="4876" cy="2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/>
            <p:cNvCxnSpPr/>
            <p:nvPr>
              <p:custDataLst>
                <p:tags r:id="rId41"/>
              </p:custDataLst>
            </p:nvPr>
          </p:nvCxnSpPr>
          <p:spPr bwMode="auto">
            <a:xfrm flipH="1" flipV="1">
              <a:off x="4755" y="6906"/>
              <a:ext cx="4876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直接箭头连接符 28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5550" y="6679"/>
              <a:ext cx="0" cy="624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0" name="直接箭头连接符 29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5776" y="6793"/>
              <a:ext cx="0" cy="51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" name="直接箭头连接符 30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5379" y="6566"/>
              <a:ext cx="0" cy="737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2" name="直接箭头连接符 31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5889" y="6906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3" name="Text Box 52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7707" y="7416"/>
              <a:ext cx="567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5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34" name="Text Box 11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4866" y="7303"/>
              <a:ext cx="1247" cy="56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</a:p>
          </p:txBody>
        </p:sp>
        <p:sp>
          <p:nvSpPr>
            <p:cNvPr id="35" name="Text Box 11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6343" y="7303"/>
              <a:ext cx="1247" cy="56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2</a:t>
              </a:r>
            </a:p>
          </p:txBody>
        </p:sp>
        <p:sp>
          <p:nvSpPr>
            <p:cNvPr id="56" name="Text Box 11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8384" y="7303"/>
              <a:ext cx="1247" cy="56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n</a:t>
              </a:r>
            </a:p>
          </p:txBody>
        </p:sp>
        <p:cxnSp>
          <p:nvCxnSpPr>
            <p:cNvPr id="36" name="直接箭头连接符 35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7024" y="6679"/>
              <a:ext cx="0" cy="624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7" name="直接箭头连接符 36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7250" y="6793"/>
              <a:ext cx="0" cy="51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8" name="直接箭头连接符 37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6853" y="6566"/>
              <a:ext cx="0" cy="737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9" name="直接箭头连接符 38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7363" y="6906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0" name="直接箭头连接符 39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9065" y="6679"/>
              <a:ext cx="0" cy="624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9291" y="6793"/>
              <a:ext cx="0" cy="51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2" name="直接箭头连接符 41"/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8894" y="6566"/>
              <a:ext cx="0" cy="737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3" name="直接箭头连接符 42"/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9404" y="6906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" name="直接箭头连接符 9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5095" y="7076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直接箭头连接符 10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6569" y="7078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" name="直接箭头连接符 11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8610" y="7078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8" name="Text Box 9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3621" y="6566"/>
              <a:ext cx="454" cy="164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总线仲裁器</a:t>
              </a:r>
            </a:p>
          </p:txBody>
        </p:sp>
        <p:cxnSp>
          <p:nvCxnSpPr>
            <p:cNvPr id="48" name="直接连接符 47"/>
            <p:cNvCxnSpPr/>
            <p:nvPr>
              <p:custDataLst>
                <p:tags r:id="rId62"/>
              </p:custDataLst>
            </p:nvPr>
          </p:nvCxnSpPr>
          <p:spPr bwMode="auto">
            <a:xfrm flipH="1" flipV="1">
              <a:off x="4074" y="6906"/>
              <a:ext cx="680" cy="1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9" name="Text Box 10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4188" y="6623"/>
              <a:ext cx="453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BS</a:t>
              </a:r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18AB9F6F-DF23-423A-ADB0-B4C5B4EF1F47}"/>
              </a:ext>
            </a:extLst>
          </p:cNvPr>
          <p:cNvGrpSpPr/>
          <p:nvPr/>
        </p:nvGrpSpPr>
        <p:grpSpPr>
          <a:xfrm>
            <a:off x="2586990" y="4402792"/>
            <a:ext cx="431800" cy="648335"/>
            <a:chOff x="2586990" y="4402792"/>
            <a:chExt cx="431800" cy="648335"/>
          </a:xfrm>
        </p:grpSpPr>
        <p:sp>
          <p:nvSpPr>
            <p:cNvPr id="70" name="Text Box 10">
              <a:extLst>
                <a:ext uri="{FF2B5EF4-FFF2-40B4-BE49-F238E27FC236}">
                  <a16:creationId xmlns:a16="http://schemas.microsoft.com/office/drawing/2014/main" id="{6E3E02E5-2EFA-43D4-B34B-4ED22164949A}"/>
                </a:ext>
              </a:extLst>
            </p:cNvPr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2659380" y="4870787"/>
              <a:ext cx="287655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BG</a:t>
              </a:r>
            </a:p>
          </p:txBody>
        </p: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DAA5B467-CAB4-4A16-B4EE-B7ACF59DBB4D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2586990" y="4402792"/>
              <a:ext cx="43180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FF131760-1601-425E-A2D9-9ADC620692DE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 bwMode="auto">
            <a:xfrm>
              <a:off x="2586990" y="5051127"/>
              <a:ext cx="4318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3" name="Text Box 10">
              <a:extLst>
                <a:ext uri="{FF2B5EF4-FFF2-40B4-BE49-F238E27FC236}">
                  <a16:creationId xmlns:a16="http://schemas.microsoft.com/office/drawing/2014/main" id="{F0AC9BDC-5061-4429-BEC1-660822D9E7EF}"/>
                </a:ext>
              </a:extLst>
            </p:cNvPr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2659380" y="4402792"/>
              <a:ext cx="287655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BR</a:t>
              </a: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FF97719E-C176-4083-AC7A-8268D32E0A11}"/>
              </a:ext>
            </a:extLst>
          </p:cNvPr>
          <p:cNvGrpSpPr/>
          <p:nvPr/>
        </p:nvGrpSpPr>
        <p:grpSpPr>
          <a:xfrm>
            <a:off x="3307080" y="4799032"/>
            <a:ext cx="2594610" cy="252095"/>
            <a:chOff x="3307080" y="4799032"/>
            <a:chExt cx="2594610" cy="252095"/>
          </a:xfrm>
        </p:grpSpPr>
        <p:sp>
          <p:nvSpPr>
            <p:cNvPr id="75" name="Freeform 14">
              <a:extLst>
                <a:ext uri="{FF2B5EF4-FFF2-40B4-BE49-F238E27FC236}">
                  <a16:creationId xmlns:a16="http://schemas.microsoft.com/office/drawing/2014/main" id="{7D3FCC52-4275-43F4-92A1-C9B186E40109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auto">
            <a:xfrm>
              <a:off x="3307080" y="4799032"/>
              <a:ext cx="360045" cy="107950"/>
            </a:xfrm>
            <a:custGeom>
              <a:avLst/>
              <a:gdLst/>
              <a:ahLst/>
              <a:cxnLst>
                <a:cxn ang="0">
                  <a:pos x="0" y="101"/>
                </a:cxn>
                <a:cxn ang="0">
                  <a:pos x="58" y="30"/>
                </a:cxn>
                <a:cxn ang="0">
                  <a:pos x="136" y="0"/>
                </a:cxn>
                <a:cxn ang="0">
                  <a:pos x="220" y="30"/>
                </a:cxn>
                <a:cxn ang="0">
                  <a:pos x="273" y="101"/>
                </a:cxn>
              </a:cxnLst>
              <a:rect l="0" t="0" r="r" b="b"/>
              <a:pathLst>
                <a:path w="273" h="101">
                  <a:moveTo>
                    <a:pt x="0" y="101"/>
                  </a:moveTo>
                  <a:cubicBezTo>
                    <a:pt x="10" y="89"/>
                    <a:pt x="35" y="47"/>
                    <a:pt x="58" y="30"/>
                  </a:cubicBezTo>
                  <a:cubicBezTo>
                    <a:pt x="81" y="13"/>
                    <a:pt x="109" y="0"/>
                    <a:pt x="136" y="0"/>
                  </a:cubicBezTo>
                  <a:cubicBezTo>
                    <a:pt x="163" y="0"/>
                    <a:pt x="197" y="13"/>
                    <a:pt x="220" y="30"/>
                  </a:cubicBezTo>
                  <a:cubicBezTo>
                    <a:pt x="243" y="47"/>
                    <a:pt x="262" y="86"/>
                    <a:pt x="273" y="101"/>
                  </a:cubicBezTo>
                </a:path>
              </a:pathLst>
            </a:custGeom>
            <a:noFill/>
            <a:ln w="12700" cap="flat">
              <a:solidFill>
                <a:schemeClr val="accent2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BDE2EB39-1D81-41DE-B659-714063232EAF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3307080" y="4906982"/>
              <a:ext cx="0" cy="144145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FEB3637C-00B2-41F7-BF09-ADBB9636C255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>
              <a:off x="3667760" y="4906982"/>
              <a:ext cx="0" cy="144145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8" name="Freeform 14">
              <a:extLst>
                <a:ext uri="{FF2B5EF4-FFF2-40B4-BE49-F238E27FC236}">
                  <a16:creationId xmlns:a16="http://schemas.microsoft.com/office/drawing/2014/main" id="{BDC720DC-44AE-4640-B0ED-F32A18EC9C00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auto">
            <a:xfrm>
              <a:off x="4244975" y="4799032"/>
              <a:ext cx="360045" cy="107950"/>
            </a:xfrm>
            <a:custGeom>
              <a:avLst/>
              <a:gdLst/>
              <a:ahLst/>
              <a:cxnLst>
                <a:cxn ang="0">
                  <a:pos x="0" y="101"/>
                </a:cxn>
                <a:cxn ang="0">
                  <a:pos x="58" y="30"/>
                </a:cxn>
                <a:cxn ang="0">
                  <a:pos x="136" y="0"/>
                </a:cxn>
                <a:cxn ang="0">
                  <a:pos x="220" y="30"/>
                </a:cxn>
                <a:cxn ang="0">
                  <a:pos x="273" y="101"/>
                </a:cxn>
              </a:cxnLst>
              <a:rect l="0" t="0" r="r" b="b"/>
              <a:pathLst>
                <a:path w="273" h="101">
                  <a:moveTo>
                    <a:pt x="0" y="101"/>
                  </a:moveTo>
                  <a:cubicBezTo>
                    <a:pt x="10" y="89"/>
                    <a:pt x="35" y="47"/>
                    <a:pt x="58" y="30"/>
                  </a:cubicBezTo>
                  <a:cubicBezTo>
                    <a:pt x="81" y="13"/>
                    <a:pt x="109" y="0"/>
                    <a:pt x="136" y="0"/>
                  </a:cubicBezTo>
                  <a:cubicBezTo>
                    <a:pt x="163" y="0"/>
                    <a:pt x="197" y="13"/>
                    <a:pt x="220" y="30"/>
                  </a:cubicBezTo>
                  <a:cubicBezTo>
                    <a:pt x="243" y="47"/>
                    <a:pt x="262" y="86"/>
                    <a:pt x="273" y="101"/>
                  </a:cubicBezTo>
                </a:path>
              </a:pathLst>
            </a:custGeom>
            <a:noFill/>
            <a:ln w="12700" cap="flat">
              <a:solidFill>
                <a:schemeClr val="accent2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3B953975-EF94-4243-991A-8731896D3942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4244975" y="4906982"/>
              <a:ext cx="0" cy="144145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947BAEC5-1D1A-4066-BC6F-BF4E0FED2326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>
              <a:off x="4605655" y="4906982"/>
              <a:ext cx="0" cy="144145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1" name="Freeform 14">
              <a:extLst>
                <a:ext uri="{FF2B5EF4-FFF2-40B4-BE49-F238E27FC236}">
                  <a16:creationId xmlns:a16="http://schemas.microsoft.com/office/drawing/2014/main" id="{62AA7D45-3843-4301-ABC5-AB83CF1796A2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auto">
            <a:xfrm>
              <a:off x="5541010" y="4799032"/>
              <a:ext cx="360045" cy="107950"/>
            </a:xfrm>
            <a:custGeom>
              <a:avLst/>
              <a:gdLst/>
              <a:ahLst/>
              <a:cxnLst>
                <a:cxn ang="0">
                  <a:pos x="0" y="101"/>
                </a:cxn>
                <a:cxn ang="0">
                  <a:pos x="58" y="30"/>
                </a:cxn>
                <a:cxn ang="0">
                  <a:pos x="136" y="0"/>
                </a:cxn>
                <a:cxn ang="0">
                  <a:pos x="220" y="30"/>
                </a:cxn>
                <a:cxn ang="0">
                  <a:pos x="273" y="101"/>
                </a:cxn>
              </a:cxnLst>
              <a:rect l="0" t="0" r="r" b="b"/>
              <a:pathLst>
                <a:path w="273" h="101">
                  <a:moveTo>
                    <a:pt x="0" y="101"/>
                  </a:moveTo>
                  <a:cubicBezTo>
                    <a:pt x="10" y="89"/>
                    <a:pt x="35" y="47"/>
                    <a:pt x="58" y="30"/>
                  </a:cubicBezTo>
                  <a:cubicBezTo>
                    <a:pt x="81" y="13"/>
                    <a:pt x="109" y="0"/>
                    <a:pt x="136" y="0"/>
                  </a:cubicBezTo>
                  <a:cubicBezTo>
                    <a:pt x="163" y="0"/>
                    <a:pt x="197" y="13"/>
                    <a:pt x="220" y="30"/>
                  </a:cubicBezTo>
                  <a:cubicBezTo>
                    <a:pt x="243" y="47"/>
                    <a:pt x="262" y="86"/>
                    <a:pt x="273" y="101"/>
                  </a:cubicBezTo>
                </a:path>
              </a:pathLst>
            </a:custGeom>
            <a:noFill/>
            <a:ln w="12700" cap="flat">
              <a:solidFill>
                <a:schemeClr val="accent2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BE7F13F9-E120-40CF-9EAE-40A3FEC96D60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5541010" y="4906982"/>
              <a:ext cx="0" cy="144145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E046ECAD-7592-48FE-820C-C12D64472612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>
              <a:off x="5901690" y="4906982"/>
              <a:ext cx="0" cy="144145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06D0E917-3F83-486C-84E7-8B3EBE55E90D}"/>
              </a:ext>
            </a:extLst>
          </p:cNvPr>
          <p:cNvGrpSpPr/>
          <p:nvPr/>
        </p:nvGrpSpPr>
        <p:grpSpPr>
          <a:xfrm>
            <a:off x="3018155" y="4402792"/>
            <a:ext cx="3169285" cy="648335"/>
            <a:chOff x="3018155" y="4402792"/>
            <a:chExt cx="3169285" cy="648335"/>
          </a:xfrm>
        </p:grpSpPr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9DF4BCC9-0ECD-4E30-A8EB-4916FAAD7174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 flipH="1">
              <a:off x="3018155" y="4402792"/>
              <a:ext cx="2520315" cy="127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DA754439-F546-4182-B4DF-DC2E8086C33A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>
              <a:off x="3018790" y="5051127"/>
              <a:ext cx="28829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DFFB19BB-04C6-487C-A16A-2A16019521FC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>
              <a:off x="3667125" y="5051127"/>
              <a:ext cx="575945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CFD95004-28C9-4DCF-A6FC-BF8D8965803C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>
              <a:off x="4605655" y="5051127"/>
              <a:ext cx="28829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ADB2E11D-69B5-4617-A634-C2D775D2BA24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>
              <a:off x="5250815" y="5051127"/>
              <a:ext cx="28829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BCEACA72-30B4-4BEC-B026-FC6A95B6A88B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>
              <a:off x="5899150" y="5051127"/>
              <a:ext cx="28829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4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48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bldLvl="0" animBg="1"/>
      <p:bldP spid="4" grpId="0" bldLvl="0" animBg="1"/>
      <p:bldP spid="5" grpId="0" bldLvl="0" animBg="1"/>
      <p:bldP spid="250" grpId="0" bldLvl="0" animBg="1"/>
      <p:bldP spid="7" grpId="0" bldLvl="0" animBg="1"/>
      <p:bldP spid="8" grpId="0" bldLvl="0" animBg="1"/>
      <p:bldP spid="9" grpId="0" bldLvl="0" animBg="1"/>
      <p:bldP spid="170" grpId="0" bldLvl="0" animBg="1"/>
      <p:bldP spid="22" grpId="0" bldLvl="0" animBg="1"/>
      <p:bldP spid="127" grpId="0" bldLvl="0" animBg="1"/>
      <p:bldP spid="23" grpId="0" bldLvl="0" animBg="1"/>
      <p:bldP spid="44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A51B-A8E5-4E38-A74D-F6E7BEFB9955}" type="slidenum">
              <a:rPr lang="en-US" altLang="zh-CN" smtClean="0"/>
              <a:t>9</a:t>
            </a:fld>
            <a:endParaRPr lang="en-US" altLang="zh-CN"/>
          </a:p>
        </p:txBody>
      </p:sp>
      <p:sp>
        <p:nvSpPr>
          <p:cNvPr id="330" name="Text Box 46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4237355" cy="3638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1" dirty="0">
                <a:solidFill>
                  <a:srgbClr val="FF3399"/>
                </a:solidFill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</a:rPr>
              <a:t>、计数器定时查询方式 </a:t>
            </a:r>
            <a:r>
              <a:rPr lang="en-US" altLang="zh-CN" sz="1800" b="1" dirty="0">
                <a:solidFill>
                  <a:schemeClr val="tx1"/>
                </a:solidFill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</a:rPr>
              <a:t>集中式</a:t>
            </a:r>
            <a:r>
              <a:rPr lang="en-US" altLang="zh-CN" sz="1800" b="1" dirty="0">
                <a:solidFill>
                  <a:schemeClr val="tx1"/>
                </a:solidFill>
              </a:rPr>
              <a:t>)</a:t>
            </a:r>
            <a:endParaRPr lang="en-US" altLang="zh-CN" sz="2200" b="1" dirty="0"/>
          </a:p>
          <a:p>
            <a:r>
              <a:rPr lang="en-US" altLang="zh-CN" sz="2200" b="1" dirty="0">
                <a:solidFill>
                  <a:srgbClr val="C00000"/>
                </a:solidFill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</a:rPr>
              <a:t>*基本思想：</a:t>
            </a:r>
            <a:endParaRPr lang="zh-CN" altLang="en-US" sz="2200" b="1" u="sng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</a:pPr>
            <a:endParaRPr lang="zh-CN" altLang="en-US" sz="1800" b="1" u="sng" dirty="0">
              <a:solidFill>
                <a:srgbClr val="C00000"/>
              </a:solidFill>
            </a:endParaRPr>
          </a:p>
          <a:p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</a:rPr>
              <a:t>仲裁线连接：</a:t>
            </a:r>
          </a:p>
          <a:p>
            <a:endParaRPr lang="zh-CN" altLang="en-US" sz="2000" b="1" dirty="0"/>
          </a:p>
          <a:p>
            <a:pPr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sym typeface="+mn-ea"/>
              </a:rPr>
              <a:t> *</a:t>
            </a:r>
            <a:r>
              <a:rPr lang="zh-CN" sz="2200" b="1" dirty="0">
                <a:solidFill>
                  <a:srgbClr val="C00000"/>
                </a:solidFill>
                <a:sym typeface="+mn-ea"/>
              </a:rPr>
              <a:t>仲裁实现：</a:t>
            </a:r>
            <a:endParaRPr lang="zh-CN" sz="2200" b="1" dirty="0">
              <a:solidFill>
                <a:srgbClr val="C00000"/>
              </a:solidFill>
            </a:endParaRPr>
          </a:p>
          <a:p>
            <a:endParaRPr lang="zh-CN" sz="2000" b="1" dirty="0">
              <a:solidFill>
                <a:srgbClr val="C00000"/>
              </a:solidFill>
            </a:endParaRPr>
          </a:p>
          <a:p>
            <a:endParaRPr lang="zh-CN" sz="1800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sym typeface="+mn-ea"/>
              </a:rPr>
              <a:t>特点：</a:t>
            </a:r>
            <a:endParaRPr lang="zh-CN" altLang="en-US" sz="2200" b="1" dirty="0"/>
          </a:p>
        </p:txBody>
      </p:sp>
      <p:sp>
        <p:nvSpPr>
          <p:cNvPr id="110" name="Text Box 20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71980" y="764704"/>
            <a:ext cx="6755130" cy="7295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 marL="2148205" indent="-2148205">
              <a:lnSpc>
                <a:spcPct val="125000"/>
              </a:lnSpc>
            </a:pP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定时轮询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各主设备，主设备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被询问时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可获得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使用权</a:t>
            </a:r>
          </a:p>
          <a:p>
            <a:pPr marL="2148205" indent="-2148205">
              <a:lnSpc>
                <a:spcPct val="9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类比：不断地报学号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en-US" altLang="zh-CN" sz="1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设备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ID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＝接收的设备号</a:t>
            </a:r>
            <a:endParaRPr lang="zh-CN" altLang="en-US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69" name="组合 168"/>
          <p:cNvGrpSpPr/>
          <p:nvPr/>
        </p:nvGrpSpPr>
        <p:grpSpPr>
          <a:xfrm>
            <a:off x="2299355" y="1556656"/>
            <a:ext cx="4104015" cy="684000"/>
            <a:chOff x="3685" y="6633"/>
            <a:chExt cx="6463" cy="1077"/>
          </a:xfrm>
        </p:grpSpPr>
        <p:cxnSp>
          <p:nvCxnSpPr>
            <p:cNvPr id="123" name="直接连接符 122"/>
            <p:cNvCxnSpPr/>
            <p:nvPr>
              <p:custDataLst>
                <p:tags r:id="rId10"/>
              </p:custDataLst>
            </p:nvPr>
          </p:nvCxnSpPr>
          <p:spPr bwMode="auto">
            <a:xfrm flipH="1" flipV="1">
              <a:off x="5272" y="7654"/>
              <a:ext cx="4365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直接箭头连接符 126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6406" y="6690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32" name="Text Box 52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8224" y="7030"/>
              <a:ext cx="567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5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35" name="Text Box 1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383" y="7030"/>
              <a:ext cx="1247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</a:p>
          </p:txBody>
        </p:sp>
        <p:sp>
          <p:nvSpPr>
            <p:cNvPr id="136" name="Text Box 1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860" y="7030"/>
              <a:ext cx="1247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2</a:t>
              </a:r>
            </a:p>
          </p:txBody>
        </p:sp>
        <p:sp>
          <p:nvSpPr>
            <p:cNvPr id="137" name="Text Box 1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8901" y="7030"/>
              <a:ext cx="1247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n</a:t>
              </a:r>
            </a:p>
          </p:txBody>
        </p:sp>
        <p:cxnSp>
          <p:nvCxnSpPr>
            <p:cNvPr id="141" name="直接箭头连接符 140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7880" y="6690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5" name="直接箭头连接符 144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9921" y="6690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6" name="直接箭头连接符 145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5612" y="6803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7" name="直接箭头连接符 146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7086" y="6805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9" name="直接箭头连接符 148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9127" y="6805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0" name="直接箭头连接符 149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5925" y="7427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51" name="直接箭头连接符 150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7399" y="7427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52" name="直接箭头连接符 151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9440" y="7427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153" name="Text Box 9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685" y="6633"/>
              <a:ext cx="454" cy="107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仲裁器</a:t>
              </a:r>
            </a:p>
          </p:txBody>
        </p:sp>
        <p:sp>
          <p:nvSpPr>
            <p:cNvPr id="154" name="Text Box 10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4195" y="7313"/>
              <a:ext cx="107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7780" rIns="18000" bIns="0" anchor="ctr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设备号</a:t>
              </a:r>
            </a:p>
          </p:txBody>
        </p:sp>
        <p:cxnSp>
          <p:nvCxnSpPr>
            <p:cNvPr id="155" name="直接连接符 154"/>
            <p:cNvCxnSpPr/>
            <p:nvPr>
              <p:custDataLst>
                <p:tags r:id="rId26"/>
              </p:custDataLst>
            </p:nvPr>
          </p:nvCxnSpPr>
          <p:spPr bwMode="auto">
            <a:xfrm flipH="1">
              <a:off x="4139" y="6824"/>
              <a:ext cx="1134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6" name="直接箭头连接符 155"/>
            <p:cNvCxnSpPr/>
            <p:nvPr>
              <p:custDataLst>
                <p:tags r:id="rId27"/>
              </p:custDataLst>
            </p:nvPr>
          </p:nvCxnSpPr>
          <p:spPr bwMode="auto">
            <a:xfrm>
              <a:off x="4139" y="7654"/>
              <a:ext cx="1191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7" name="直接连接符 156"/>
            <p:cNvCxnSpPr/>
            <p:nvPr>
              <p:custDataLst>
                <p:tags r:id="rId28"/>
              </p:custDataLst>
            </p:nvPr>
          </p:nvCxnSpPr>
          <p:spPr bwMode="auto">
            <a:xfrm flipH="1">
              <a:off x="5272" y="6824"/>
              <a:ext cx="3969" cy="2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8" name="Text Box 10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479" y="6860"/>
              <a:ext cx="453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BR</a:t>
              </a:r>
            </a:p>
          </p:txBody>
        </p:sp>
        <p:cxnSp>
          <p:nvCxnSpPr>
            <p:cNvPr id="160" name="直接连接符 159"/>
            <p:cNvCxnSpPr/>
            <p:nvPr>
              <p:custDataLst>
                <p:tags r:id="rId30"/>
              </p:custDataLst>
            </p:nvPr>
          </p:nvCxnSpPr>
          <p:spPr bwMode="auto">
            <a:xfrm flipH="1">
              <a:off x="5272" y="6690"/>
              <a:ext cx="4876" cy="2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8" name="直接连接符 167"/>
            <p:cNvCxnSpPr/>
            <p:nvPr>
              <p:custDataLst>
                <p:tags r:id="rId31"/>
              </p:custDataLst>
            </p:nvPr>
          </p:nvCxnSpPr>
          <p:spPr bwMode="auto">
            <a:xfrm flipH="1">
              <a:off x="4139" y="6690"/>
              <a:ext cx="113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172" name="Text Box 7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77555" y="2755456"/>
            <a:ext cx="3600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3525" indent="-263525">
              <a:lnSpc>
                <a:spcPct val="10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</a:t>
            </a:r>
            <a:r>
              <a:rPr lang="zh-CN" altLang="en-US" sz="1800" b="1" dirty="0">
                <a:solidFill>
                  <a:srgbClr val="990099"/>
                </a:solidFill>
                <a:sym typeface="+mn-ea"/>
              </a:rPr>
              <a:t>①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sz="1800" b="1" dirty="0">
                <a:cs typeface="宋体" panose="02010600030101010101" pitchFamily="2" charset="-122"/>
                <a:sym typeface="+mn-ea"/>
              </a:rPr>
              <a:t>仲裁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开始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结束</a:t>
            </a:r>
            <a:r>
              <a:rPr lang="zh-CN" sz="1800" b="1" dirty="0">
                <a:cs typeface="宋体" panose="02010600030101010101" pitchFamily="2" charset="-122"/>
                <a:sym typeface="+mn-ea"/>
              </a:rPr>
              <a:t>如何表示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？</a:t>
            </a:r>
            <a:endParaRPr lang="zh-CN" sz="1800" b="1" u="none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73" name="Text Box 7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477555" y="3140968"/>
            <a:ext cx="3276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3525" indent="-263525">
              <a:lnSpc>
                <a:spcPct val="10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</a:t>
            </a:r>
            <a:r>
              <a:rPr lang="zh-CN" altLang="en-US" sz="1800" b="1" dirty="0">
                <a:solidFill>
                  <a:srgbClr val="990099"/>
                </a:solidFill>
                <a:sym typeface="+mn-ea"/>
              </a:rPr>
              <a:t>②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定时发设备号的原因？</a:t>
            </a:r>
            <a:endParaRPr lang="zh-CN" sz="1800" b="1" u="none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Text Box 20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72000" y="2276872"/>
            <a:ext cx="6755130" cy="4628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148205" indent="-2148205"/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开始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结束时机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同链式查询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spc="-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~</a:t>
            </a:r>
            <a:r>
              <a:rPr lang="en-US" altLang="zh-CN" sz="1800" b="1" spc="-50" dirty="0">
                <a:cs typeface="宋体" panose="02010600030101010101" pitchFamily="2" charset="-122"/>
                <a:sym typeface="+mn-ea"/>
              </a:rPr>
              <a:t>BS</a:t>
            </a:r>
            <a:r>
              <a:rPr lang="zh-CN" altLang="en-US" sz="1800" b="1" spc="-50" dirty="0">
                <a:cs typeface="宋体" panose="02010600030101010101" pitchFamily="2" charset="-122"/>
                <a:sym typeface="+mn-ea"/>
              </a:rPr>
              <a:t>•</a:t>
            </a:r>
            <a:r>
              <a:rPr lang="en-US" altLang="zh-CN" sz="1800" b="1" spc="-50" dirty="0">
                <a:cs typeface="宋体" panose="02010600030101010101" pitchFamily="2" charset="-122"/>
                <a:sym typeface="+mn-ea"/>
              </a:rPr>
              <a:t>BR</a:t>
            </a:r>
            <a:r>
              <a:rPr lang="zh-CN" altLang="en-US" sz="1800" b="1" spc="-50" dirty="0"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1800" b="1" dirty="0"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spc="-50" dirty="0">
                <a:cs typeface="宋体" panose="02010600030101010101" pitchFamily="2" charset="-122"/>
                <a:sym typeface="+mn-ea"/>
              </a:rPr>
              <a:t>BS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ext Box 7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181264" y="2755456"/>
            <a:ext cx="3855231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36195" tIns="10800" rIns="36195" bIns="10800" anchor="ctr" anchorCtr="0">
            <a:noAutofit/>
          </a:bodyPr>
          <a:lstStyle/>
          <a:p>
            <a:pPr marL="263525" indent="-263525">
              <a:lnSpc>
                <a:spcPct val="100000"/>
              </a:lnSpc>
            </a:pPr>
            <a:r>
              <a:rPr lang="zh-CN" altLang="en-US" sz="1800" b="1" dirty="0">
                <a:cs typeface="宋体" panose="02010600030101010101" pitchFamily="2" charset="-122"/>
                <a:sym typeface="+mn-ea"/>
              </a:rPr>
              <a:t>设备号＝</a:t>
            </a:r>
            <a:r>
              <a:rPr lang="zh-CN" altLang="en-US" sz="1800" b="1" dirty="0">
                <a:sym typeface="+mn-ea"/>
              </a:rPr>
              <a:t>有效值</a:t>
            </a:r>
            <a:r>
              <a:rPr lang="en-US" altLang="zh-CN" sz="1800" b="1" dirty="0">
                <a:sym typeface="+mn-ea"/>
              </a:rPr>
              <a:t>/</a:t>
            </a:r>
            <a:r>
              <a:rPr lang="zh-CN" altLang="en-US" sz="1800" b="1" dirty="0">
                <a:sym typeface="+mn-ea"/>
              </a:rPr>
              <a:t>无效值 </a:t>
            </a:r>
            <a:r>
              <a:rPr lang="en-US" altLang="zh-CN" sz="1800" b="1" dirty="0">
                <a:sym typeface="+mn-ea"/>
              </a:rPr>
              <a:t>(</a:t>
            </a:r>
            <a:r>
              <a:rPr lang="zh-CN" altLang="en-US" sz="1800" b="1" dirty="0">
                <a:sym typeface="+mn-ea"/>
              </a:rPr>
              <a:t>如</a:t>
            </a:r>
            <a:r>
              <a:rPr lang="zh-CN" altLang="en-US" sz="1800" b="1" dirty="0">
                <a:latin typeface="+mn-lt"/>
                <a:sym typeface="+mn-ea"/>
              </a:rPr>
              <a:t>≠</a:t>
            </a:r>
            <a:r>
              <a:rPr lang="en-US" altLang="zh-CN" sz="1800" b="1" dirty="0">
                <a:sym typeface="+mn-ea"/>
              </a:rPr>
              <a:t>0/=0)</a:t>
            </a:r>
            <a:endParaRPr lang="en-US" altLang="zh-CN" sz="1800" b="1" u="none" spc="-5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Text Box 77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825365" y="3140968"/>
            <a:ext cx="4283139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36195" tIns="10800" rIns="36195" bIns="10800" anchor="ctr" anchorCtr="0">
            <a:noAutofit/>
          </a:bodyPr>
          <a:lstStyle/>
          <a:p>
            <a:pPr marL="263525" indent="-263525">
              <a:lnSpc>
                <a:spcPct val="100000"/>
              </a:lnSpc>
            </a:pPr>
            <a:r>
              <a:rPr lang="zh-CN" altLang="en-US" sz="1800" b="1" dirty="0">
                <a:cs typeface="宋体" panose="02010600030101010101" pitchFamily="2" charset="-122"/>
                <a:sym typeface="+mn-ea"/>
              </a:rPr>
              <a:t>设备</a:t>
            </a:r>
            <a:r>
              <a:rPr lang="zh-CN" altLang="en-US" sz="1800" b="1" u="sng" dirty="0">
                <a:solidFill>
                  <a:schemeClr val="tx1"/>
                </a:solidFill>
                <a:sym typeface="+mn-ea"/>
              </a:rPr>
              <a:t>无请求</a:t>
            </a:r>
            <a:r>
              <a:rPr lang="zh-CN" altLang="en-US" sz="1800" b="1" u="sng" dirty="0">
                <a:sym typeface="+mn-ea"/>
              </a:rPr>
              <a:t>时不改变</a:t>
            </a:r>
            <a:r>
              <a:rPr lang="en-US" altLang="zh-CN" sz="1800" b="1" u="sng" dirty="0">
                <a:solidFill>
                  <a:schemeClr val="tx1"/>
                </a:solidFill>
                <a:sym typeface="+mn-ea"/>
              </a:rPr>
              <a:t>BS</a:t>
            </a:r>
            <a:r>
              <a:rPr lang="zh-CN" altLang="en-US" sz="1800" b="1" dirty="0">
                <a:solidFill>
                  <a:schemeClr val="tx1"/>
                </a:solidFill>
                <a:sym typeface="+mn-ea"/>
              </a:rPr>
              <a:t>，</a:t>
            </a:r>
            <a:r>
              <a:rPr lang="zh-CN" altLang="en-US" sz="1800" b="1" dirty="0">
                <a:sym typeface="+mn-ea"/>
              </a:rPr>
              <a:t>下一个</a:t>
            </a:r>
            <a:r>
              <a:rPr lang="zh-CN" altLang="en-US" sz="1800" b="1" dirty="0">
                <a:solidFill>
                  <a:schemeClr val="tx1"/>
                </a:solidFill>
                <a:sym typeface="+mn-ea"/>
              </a:rPr>
              <a:t>需主动问</a:t>
            </a:r>
            <a:endParaRPr lang="zh-CN" altLang="en-US" sz="1800" b="1" u="none" spc="-5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" name="Text Box 629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332230" y="3501008"/>
            <a:ext cx="6840170" cy="4065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200" b="1" dirty="0"/>
              <a:t>静态</a:t>
            </a:r>
            <a:r>
              <a:rPr lang="en-US" altLang="zh-CN" sz="2200" b="1" dirty="0"/>
              <a:t>/</a:t>
            </a:r>
            <a:r>
              <a:rPr lang="zh-CN" altLang="en-US" sz="2200" b="1" dirty="0"/>
              <a:t>循环优先级策略</a:t>
            </a:r>
            <a:r>
              <a:rPr lang="en-US" altLang="zh-CN" sz="1600" b="1" dirty="0"/>
              <a:t>(</a:t>
            </a:r>
            <a:r>
              <a:rPr lang="zh-CN" altLang="en-US" sz="1600" b="1" dirty="0"/>
              <a:t>每次从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或</a:t>
            </a:r>
            <a:r>
              <a:rPr lang="en-US" altLang="zh-CN" sz="1600" b="1" dirty="0"/>
              <a:t>k+1</a:t>
            </a:r>
            <a:r>
              <a:rPr lang="zh-CN" altLang="en-US" sz="1600" b="1" dirty="0"/>
              <a:t>开始</a:t>
            </a:r>
            <a:r>
              <a:rPr lang="en-US" altLang="zh-CN" sz="1600" b="1" dirty="0"/>
              <a:t>)</a:t>
            </a:r>
            <a:r>
              <a:rPr lang="zh-CN" altLang="en-US" sz="2200" b="1" dirty="0"/>
              <a:t>，无断链现象</a:t>
            </a:r>
          </a:p>
        </p:txBody>
      </p:sp>
      <p:sp>
        <p:nvSpPr>
          <p:cNvPr id="6" name="Text Box 461"/>
          <p:cNvSpPr txBox="1">
            <a:spLocks noChangeArrowheads="1"/>
          </p:cNvSpPr>
          <p:nvPr/>
        </p:nvSpPr>
        <p:spPr bwMode="auto">
          <a:xfrm>
            <a:off x="179705" y="4005064"/>
            <a:ext cx="3484245" cy="220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</a:rPr>
              <a:t>3</a:t>
            </a:r>
            <a:r>
              <a:rPr lang="zh-CN" altLang="en-US" sz="2200" b="1" dirty="0">
                <a:solidFill>
                  <a:srgbClr val="FF3399"/>
                </a:solidFill>
              </a:rPr>
              <a:t>、独立请求方式 </a:t>
            </a:r>
            <a:r>
              <a:rPr lang="en-US" altLang="zh-CN" sz="1800" b="1" dirty="0">
                <a:solidFill>
                  <a:schemeClr val="tx1"/>
                </a:solidFill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</a:rPr>
              <a:t>集中式</a:t>
            </a:r>
            <a:r>
              <a:rPr lang="en-US" altLang="zh-CN" sz="1800" b="1" dirty="0">
                <a:solidFill>
                  <a:schemeClr val="tx1"/>
                </a:solidFill>
              </a:rPr>
              <a:t>)</a:t>
            </a:r>
            <a:endParaRPr lang="en-US" altLang="zh-CN" sz="2200" b="1" dirty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</a:rPr>
              <a:t>*基本思想：</a:t>
            </a:r>
            <a:endParaRPr lang="zh-CN" altLang="en-US" sz="2200" b="1" u="sng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</a:rPr>
              <a:t>仲裁线连接：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sym typeface="+mn-ea"/>
              </a:rPr>
              <a:t> *</a:t>
            </a:r>
            <a:r>
              <a:rPr lang="zh-CN" sz="2200" b="1" dirty="0">
                <a:solidFill>
                  <a:srgbClr val="C00000"/>
                </a:solidFill>
                <a:sym typeface="+mn-ea"/>
              </a:rPr>
              <a:t>仲裁实现：</a:t>
            </a:r>
            <a:endParaRPr lang="zh-CN" sz="2200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sym typeface="+mn-ea"/>
              </a:rPr>
              <a:t>特点：</a:t>
            </a:r>
            <a:endParaRPr lang="zh-CN" altLang="en-US" sz="2200" b="1" dirty="0"/>
          </a:p>
        </p:txBody>
      </p:sp>
      <p:sp>
        <p:nvSpPr>
          <p:cNvPr id="281" name="Text Box 11"/>
          <p:cNvSpPr txBox="1">
            <a:spLocks noChangeArrowheads="1"/>
          </p:cNvSpPr>
          <p:nvPr/>
        </p:nvSpPr>
        <p:spPr bwMode="auto">
          <a:xfrm>
            <a:off x="1297940" y="4429244"/>
            <a:ext cx="7810564" cy="200670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336800" indent="-2336800"/>
            <a:r>
              <a:rPr lang="en-US" altLang="zh-CN" sz="2200" b="1" dirty="0"/>
              <a:t>    </a:t>
            </a:r>
            <a:r>
              <a:rPr lang="zh-CN" altLang="en-US" sz="2200" b="1" dirty="0"/>
              <a:t>各主设备</a:t>
            </a:r>
            <a:r>
              <a:rPr lang="zh-CN" altLang="en-US" sz="2200" b="1" dirty="0">
                <a:sym typeface="+mn-ea"/>
              </a:rPr>
              <a:t>请求</a:t>
            </a:r>
            <a:r>
              <a:rPr lang="zh-CN" altLang="en-US" sz="2200" b="1" u="sng" dirty="0">
                <a:solidFill>
                  <a:srgbClr val="0070C0"/>
                </a:solidFill>
                <a:sym typeface="+mn-ea"/>
              </a:rPr>
              <a:t>独立</a:t>
            </a:r>
            <a:r>
              <a:rPr lang="zh-CN" altLang="en-US" sz="2200" b="1" u="sng" dirty="0">
                <a:solidFill>
                  <a:srgbClr val="0070C0"/>
                </a:solidFill>
              </a:rPr>
              <a:t>连接</a:t>
            </a:r>
            <a:r>
              <a:rPr lang="zh-CN" altLang="en-US" sz="2200" b="1" dirty="0"/>
              <a:t>到仲裁器，根据</a:t>
            </a:r>
            <a:r>
              <a:rPr lang="zh-CN" altLang="en-US" sz="2200" b="1" u="sng" dirty="0">
                <a:solidFill>
                  <a:srgbClr val="0070C0"/>
                </a:solidFill>
              </a:rPr>
              <a:t>连接次序</a:t>
            </a:r>
            <a:r>
              <a:rPr lang="zh-CN" altLang="en-US" sz="2200" b="1" dirty="0"/>
              <a:t>仲裁</a:t>
            </a:r>
          </a:p>
          <a:p>
            <a:pPr marL="2336800" indent="-2336800"/>
            <a:r>
              <a:rPr lang="zh-CN" altLang="en-US" sz="2200" b="1" dirty="0"/>
              <a:t> </a:t>
            </a:r>
            <a:r>
              <a:rPr lang="en-US" altLang="zh-CN" sz="2200" b="1" dirty="0"/>
              <a:t>    </a:t>
            </a:r>
            <a:r>
              <a:rPr lang="zh-CN" altLang="en-US" sz="2200" b="1" dirty="0"/>
              <a:t> </a:t>
            </a:r>
            <a:r>
              <a:rPr lang="en-US" altLang="zh-CN" sz="2200" b="1" u="sng" dirty="0">
                <a:solidFill>
                  <a:srgbClr val="0070C0"/>
                </a:solidFill>
              </a:rPr>
              <a:t>n</a:t>
            </a:r>
            <a:r>
              <a:rPr lang="zh-CN" altLang="en-US" sz="2200" b="1" u="sng" dirty="0">
                <a:solidFill>
                  <a:srgbClr val="0070C0"/>
                </a:solidFill>
              </a:rPr>
              <a:t>对</a:t>
            </a:r>
            <a:r>
              <a:rPr lang="en-US" altLang="zh-CN" sz="2200" b="1" dirty="0"/>
              <a:t>BR</a:t>
            </a:r>
            <a:r>
              <a:rPr lang="zh-CN" altLang="en-US" sz="2200" b="1" dirty="0"/>
              <a:t>及</a:t>
            </a:r>
            <a:r>
              <a:rPr lang="en-US" altLang="zh-CN" sz="2200" b="1" dirty="0"/>
              <a:t>BG</a:t>
            </a:r>
          </a:p>
          <a:p>
            <a:pPr marL="2336800" indent="-2336800"/>
            <a:r>
              <a:rPr lang="en-US" altLang="zh-CN" sz="2200" b="1" dirty="0"/>
              <a:t>    </a:t>
            </a:r>
            <a:r>
              <a:rPr lang="zh-CN" altLang="en-US" sz="2200" b="1" dirty="0"/>
              <a:t>仲裁时机为</a:t>
            </a:r>
            <a:r>
              <a:rPr lang="en-US" altLang="zh-CN" sz="2200" b="1" u="sng" spc="-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~</a:t>
            </a:r>
            <a:r>
              <a:rPr lang="en-US" altLang="zh-CN" sz="2200" b="1" u="sng" spc="-50" dirty="0">
                <a:solidFill>
                  <a:srgbClr val="0070C0"/>
                </a:solidFill>
                <a:cs typeface="宋体" panose="02010600030101010101" pitchFamily="2" charset="-122"/>
                <a:sym typeface="+mn-ea"/>
              </a:rPr>
              <a:t>BS</a:t>
            </a:r>
            <a:r>
              <a:rPr lang="zh-CN" altLang="en-US" sz="2200" b="1" u="sng" spc="-50" dirty="0">
                <a:solidFill>
                  <a:srgbClr val="0070C0"/>
                </a:solidFill>
                <a:cs typeface="宋体" panose="02010600030101010101" pitchFamily="2" charset="-122"/>
                <a:sym typeface="+mn-ea"/>
              </a:rPr>
              <a:t>•</a:t>
            </a:r>
            <a:r>
              <a:rPr lang="en-US" altLang="zh-CN" sz="2200" b="1" u="sng" spc="-50" dirty="0">
                <a:solidFill>
                  <a:srgbClr val="0070C0"/>
                </a:solidFill>
                <a:cs typeface="宋体" panose="02010600030101010101" pitchFamily="2" charset="-122"/>
                <a:sym typeface="+mn-ea"/>
              </a:rPr>
              <a:t>∑BRi</a:t>
            </a:r>
            <a:r>
              <a:rPr lang="zh-CN" altLang="en-US" sz="2200" b="1" dirty="0"/>
              <a:t>，仲裁方法为</a:t>
            </a:r>
            <a:r>
              <a:rPr lang="zh-CN" altLang="en-US" sz="2200" b="1" u="sng" dirty="0">
                <a:solidFill>
                  <a:srgbClr val="0070C0"/>
                </a:solidFill>
              </a:rPr>
              <a:t>特定算法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仅</a:t>
            </a:r>
            <a:r>
              <a:rPr lang="en-US" altLang="zh-CN" sz="1800" b="1" dirty="0" err="1"/>
              <a:t>BGj</a:t>
            </a:r>
            <a:r>
              <a:rPr lang="zh-CN" altLang="en-US" sz="1800" b="1" dirty="0"/>
              <a:t>有效</a:t>
            </a:r>
            <a:r>
              <a:rPr lang="en-US" altLang="zh-CN" sz="1800" b="1" dirty="0"/>
              <a:t>)</a:t>
            </a:r>
          </a:p>
          <a:p>
            <a:pPr marL="2336800" indent="-2336800"/>
            <a:r>
              <a:rPr lang="zh-CN" altLang="en-US" sz="2200" b="1" dirty="0">
                <a:sym typeface="+mn-ea"/>
              </a:rPr>
              <a:t>动态优先级策略，仲裁时延固定</a:t>
            </a:r>
            <a:r>
              <a:rPr lang="en-US" altLang="zh-CN" sz="1800" b="1" dirty="0">
                <a:sym typeface="+mn-ea"/>
              </a:rPr>
              <a:t>(</a:t>
            </a:r>
            <a:r>
              <a:rPr lang="en-US" altLang="zh-CN" sz="1800" b="1" dirty="0">
                <a:solidFill>
                  <a:schemeClr val="tx1"/>
                </a:solidFill>
                <a:sym typeface="+mn-ea"/>
              </a:rPr>
              <a:t>→</a:t>
            </a:r>
            <a:r>
              <a:rPr lang="zh-CN" altLang="en-US" sz="1800" b="1" dirty="0">
                <a:solidFill>
                  <a:schemeClr val="tx1"/>
                </a:solidFill>
                <a:sym typeface="+mn-ea"/>
              </a:rPr>
              <a:t>可实现</a:t>
            </a:r>
            <a:r>
              <a:rPr lang="zh-CN" altLang="en-US" sz="1800" b="1" u="sng" dirty="0">
                <a:solidFill>
                  <a:srgbClr val="990099"/>
                </a:solidFill>
                <a:sym typeface="+mn-ea"/>
              </a:rPr>
              <a:t>隐藏式</a:t>
            </a:r>
            <a:r>
              <a:rPr lang="zh-CN" altLang="en-US" sz="1800" b="1" dirty="0">
                <a:sym typeface="+mn-ea"/>
              </a:rPr>
              <a:t>仲裁</a:t>
            </a:r>
            <a:r>
              <a:rPr lang="en-US" altLang="zh-CN" sz="1800" b="1" dirty="0">
                <a:sym typeface="+mn-ea"/>
              </a:rPr>
              <a:t>)</a:t>
            </a:r>
          </a:p>
          <a:p>
            <a:pPr marL="2336800" indent="-2336800">
              <a:lnSpc>
                <a:spcPct val="90000"/>
              </a:lnSpc>
            </a:pPr>
            <a:r>
              <a:rPr lang="en-US" altLang="zh-CN" sz="1600" b="1" dirty="0">
                <a:sym typeface="+mn-ea"/>
              </a:rPr>
              <a:t>                             </a:t>
            </a:r>
            <a:r>
              <a:rPr lang="zh-CN" altLang="en-US" sz="1600" b="1" dirty="0">
                <a:sym typeface="+mn-ea"/>
              </a:rPr>
              <a:t>传输周期</a:t>
            </a:r>
            <a:r>
              <a:rPr lang="zh-CN" altLang="en-US" sz="1600" b="1" u="sng" dirty="0">
                <a:solidFill>
                  <a:srgbClr val="0070C0"/>
                </a:solidFill>
                <a:sym typeface="+mn-ea"/>
              </a:rPr>
              <a:t>结束前</a:t>
            </a:r>
            <a:r>
              <a:rPr lang="zh-CN" altLang="en-US" sz="1600" b="1" dirty="0">
                <a:sym typeface="+mn-ea"/>
              </a:rPr>
              <a:t>仲裁→</a:t>
            </a:r>
            <a:r>
              <a:rPr sz="1600" dirty="0">
                <a:sym typeface="+mn-ea"/>
              </a:rPr>
              <a:t>┴</a:t>
            </a:r>
            <a:r>
              <a:rPr lang="zh-CN" altLang="en-US" sz="1600" dirty="0">
                <a:sym typeface="+mn-ea"/>
              </a:rPr>
              <a:t>→</a:t>
            </a:r>
            <a:r>
              <a:rPr lang="zh-CN" altLang="en-US" sz="1600" b="1" dirty="0">
                <a:sym typeface="+mn-ea"/>
              </a:rPr>
              <a:t>总线周期</a:t>
            </a:r>
            <a:r>
              <a:rPr lang="en-US" altLang="zh-CN" sz="1600" b="1" dirty="0">
                <a:solidFill>
                  <a:srgbClr val="0070C0"/>
                </a:solidFill>
                <a:highlight>
                  <a:srgbClr val="FFFF00"/>
                </a:highlight>
                <a:sym typeface="+mn-ea"/>
              </a:rPr>
              <a:t>=</a:t>
            </a:r>
            <a:r>
              <a:rPr lang="zh-CN" altLang="en-US" sz="1600" b="1" dirty="0">
                <a:sym typeface="+mn-ea"/>
              </a:rPr>
              <a:t>总线传输周期</a:t>
            </a:r>
          </a:p>
        </p:txBody>
      </p:sp>
      <p:sp>
        <p:nvSpPr>
          <p:cNvPr id="114" name="AutoShape 334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 rot="5400000">
            <a:off x="4067945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8" name="直接箭头连接符 7"/>
          <p:cNvCxnSpPr>
            <a:cxnSpLocks/>
          </p:cNvCxnSpPr>
          <p:nvPr/>
        </p:nvCxnSpPr>
        <p:spPr bwMode="auto">
          <a:xfrm flipH="1">
            <a:off x="4787932" y="4869160"/>
            <a:ext cx="2016316" cy="900088"/>
          </a:xfrm>
          <a:prstGeom prst="straightConnector1">
            <a:avLst/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triangle" w="med" len="sm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 bldLvl="0" animBg="1"/>
      <p:bldP spid="173" grpId="0" bldLvl="0" animBg="1"/>
      <p:bldP spid="7" grpId="0" bldLvl="0" animBg="1"/>
      <p:bldP spid="4" grpId="0" bldLvl="0" animBg="1"/>
      <p:bldP spid="5" grpId="0" bldLvl="0" animBg="1"/>
      <p:bldP spid="6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A51B-A8E5-4E38-A74D-F6E7BEFB9955}" type="slidenum">
              <a:rPr lang="en-US" altLang="zh-CN" smtClean="0"/>
              <a:t>10</a:t>
            </a:fld>
            <a:endParaRPr lang="en-US" altLang="zh-CN"/>
          </a:p>
        </p:txBody>
      </p:sp>
      <p:sp>
        <p:nvSpPr>
          <p:cNvPr id="4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2650959" cy="39770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1" dirty="0">
                <a:solidFill>
                  <a:srgbClr val="FF3399"/>
                </a:solidFill>
              </a:rPr>
              <a:t>4</a:t>
            </a:r>
            <a:r>
              <a:rPr lang="zh-CN" altLang="en-US" sz="2200" b="1" dirty="0">
                <a:solidFill>
                  <a:srgbClr val="FF3399"/>
                </a:solidFill>
              </a:rPr>
              <a:t>、自举式</a:t>
            </a:r>
            <a:r>
              <a:rPr lang="en-US" altLang="zh-CN" sz="2200" b="1" dirty="0">
                <a:solidFill>
                  <a:srgbClr val="FF3399"/>
                </a:solidFill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</a:rPr>
              <a:t>分布式</a:t>
            </a:r>
            <a:r>
              <a:rPr lang="en-US" altLang="zh-CN" sz="1800" b="1" dirty="0">
                <a:solidFill>
                  <a:schemeClr val="tx1"/>
                </a:solidFill>
              </a:rPr>
              <a:t>)</a:t>
            </a:r>
            <a:endParaRPr lang="en-US" altLang="zh-CN" sz="2200" b="1" dirty="0">
              <a:solidFill>
                <a:srgbClr val="FF3399"/>
              </a:solidFill>
            </a:endParaRPr>
          </a:p>
          <a:p>
            <a:r>
              <a:rPr lang="en-US" altLang="zh-CN" sz="2200" b="1" dirty="0">
                <a:solidFill>
                  <a:srgbClr val="C00000"/>
                </a:solidFill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</a:rPr>
              <a:t>*基本思想：</a:t>
            </a:r>
            <a:endParaRPr lang="en-US" altLang="zh-CN" sz="2200" b="1" dirty="0"/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</a:rPr>
              <a:t>仲裁线连接：</a:t>
            </a:r>
          </a:p>
          <a:p>
            <a:endParaRPr lang="en-US" altLang="zh-CN" sz="2200" b="1" dirty="0">
              <a:solidFill>
                <a:srgbClr val="C00000"/>
              </a:solidFill>
              <a:sym typeface="+mn-ea"/>
            </a:endParaRPr>
          </a:p>
          <a:p>
            <a:endParaRPr lang="en-US" altLang="zh-CN" sz="2200" b="1" dirty="0">
              <a:solidFill>
                <a:srgbClr val="C00000"/>
              </a:solidFill>
              <a:sym typeface="+mn-ea"/>
            </a:endParaRPr>
          </a:p>
          <a:p>
            <a:endParaRPr lang="en-US" altLang="zh-CN" sz="2200" b="1" dirty="0">
              <a:solidFill>
                <a:srgbClr val="C00000"/>
              </a:solidFill>
              <a:sym typeface="+mn-ea"/>
            </a:endParaRPr>
          </a:p>
          <a:p>
            <a:endParaRPr lang="en-US" altLang="zh-CN" sz="2200" b="1" dirty="0">
              <a:solidFill>
                <a:srgbClr val="C00000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sym typeface="+mn-ea"/>
              </a:rPr>
              <a:t>*仲裁实现：</a:t>
            </a:r>
            <a:endParaRPr lang="en-US" altLang="zh-CN" sz="2200" b="1" dirty="0">
              <a:solidFill>
                <a:srgbClr val="FF3399"/>
              </a:solidFill>
              <a:sym typeface="+mn-ea"/>
            </a:endParaRPr>
          </a:p>
        </p:txBody>
      </p:sp>
      <p:sp>
        <p:nvSpPr>
          <p:cNvPr id="36" name="Text Box 5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71980" y="3752611"/>
            <a:ext cx="7101205" cy="5473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200" b="1" spc="-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~</a:t>
            </a:r>
            <a:r>
              <a:rPr lang="en-US" altLang="zh-CN" sz="2200" b="1" spc="-50" dirty="0">
                <a:cs typeface="宋体" panose="02010600030101010101" pitchFamily="2" charset="-122"/>
                <a:sym typeface="+mn-ea"/>
              </a:rPr>
              <a:t>BS</a:t>
            </a:r>
            <a:r>
              <a:rPr lang="zh-CN" altLang="en-US" sz="2200" b="1" spc="-50" dirty="0">
                <a:cs typeface="宋体" panose="02010600030101010101" pitchFamily="2" charset="-122"/>
                <a:sym typeface="+mn-ea"/>
              </a:rPr>
              <a:t>•</a:t>
            </a:r>
            <a:r>
              <a:rPr lang="en-US" altLang="zh-CN" sz="2200" b="1" spc="-50" dirty="0">
                <a:cs typeface="宋体" panose="02010600030101010101" pitchFamily="2" charset="-122"/>
                <a:sym typeface="+mn-ea"/>
              </a:rPr>
              <a:t>BRi</a:t>
            </a:r>
            <a:r>
              <a:rPr lang="zh-CN" altLang="en-US" sz="2200" b="1" spc="-50" dirty="0"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spc="-50" dirty="0"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spc="-50" dirty="0">
                <a:cs typeface="宋体" panose="02010600030101010101" pitchFamily="2" charset="-122"/>
                <a:sym typeface="+mn-ea"/>
              </a:rPr>
              <a:t>时仲裁，</a:t>
            </a:r>
            <a:r>
              <a:rPr lang="en-US" altLang="zh-CN" sz="2200" b="1" spc="-50" dirty="0">
                <a:cs typeface="宋体" panose="02010600030101010101" pitchFamily="2" charset="-122"/>
                <a:sym typeface="+mn-ea"/>
              </a:rPr>
              <a:t>BS</a:t>
            </a:r>
            <a:r>
              <a:rPr lang="zh-CN" altLang="en-US" sz="2200" b="1" spc="-50" dirty="0"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spc="-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~</a:t>
            </a:r>
            <a:r>
              <a:rPr lang="en-US" altLang="zh-CN" sz="2200" b="1" spc="-50" dirty="0"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2200" b="1" spc="-100" dirty="0">
                <a:sym typeface="+mn-ea"/>
              </a:rPr>
              <a:t>∑</a:t>
            </a:r>
            <a:r>
              <a:rPr lang="en-US" altLang="zh-CN" sz="2200" b="1" spc="-100" dirty="0" err="1">
                <a:sym typeface="+mn-ea"/>
              </a:rPr>
              <a:t>BR</a:t>
            </a:r>
            <a:r>
              <a:rPr lang="en-US" altLang="zh-CN" sz="2200" i="1" spc="-100" dirty="0" err="1">
                <a:latin typeface="+mn-lt"/>
                <a:sym typeface="+mn-ea"/>
              </a:rPr>
              <a:t>k</a:t>
            </a:r>
            <a:r>
              <a:rPr lang="en-US" altLang="zh-CN" sz="2200" b="1" spc="-100" dirty="0" err="1">
                <a:sym typeface="+mn-ea"/>
              </a:rPr>
              <a:t>)</a:t>
            </a:r>
            <a:r>
              <a:rPr lang="zh-CN" altLang="en-US" sz="2200" b="1" spc="-50" dirty="0">
                <a:cs typeface="宋体" panose="02010600030101010101" pitchFamily="2" charset="-122"/>
                <a:sym typeface="+mn-ea"/>
              </a:rPr>
              <a:t>•</a:t>
            </a:r>
            <a:r>
              <a:rPr lang="en-US" altLang="zh-CN" sz="2200" b="1" spc="-50" dirty="0">
                <a:cs typeface="宋体" panose="02010600030101010101" pitchFamily="2" charset="-122"/>
                <a:sym typeface="+mn-ea"/>
              </a:rPr>
              <a:t>BRi   </a:t>
            </a:r>
            <a:r>
              <a:rPr lang="en-US" altLang="zh-CN" sz="1800" b="1" spc="-50" dirty="0"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800" i="1" spc="-100" dirty="0" err="1">
                <a:latin typeface="+mn-lt"/>
                <a:sym typeface="+mn-ea"/>
              </a:rPr>
              <a:t>k</a:t>
            </a:r>
            <a:r>
              <a:rPr lang="zh-CN" altLang="en-US" sz="1800" b="1" spc="-50" dirty="0">
                <a:cs typeface="宋体" panose="02010600030101010101" pitchFamily="2" charset="-122"/>
                <a:sym typeface="+mn-ea"/>
              </a:rPr>
              <a:t>为</a:t>
            </a:r>
            <a:r>
              <a:rPr lang="zh-CN" altLang="en-US" sz="1800" b="1" dirty="0">
                <a:solidFill>
                  <a:schemeClr val="tx1"/>
                </a:solidFill>
                <a:sym typeface="+mn-ea"/>
              </a:rPr>
              <a:t>所连</a:t>
            </a:r>
            <a:r>
              <a:rPr lang="zh-CN" altLang="en-US" sz="1800" b="1" dirty="0">
                <a:sym typeface="+mn-ea"/>
              </a:rPr>
              <a:t>仲裁线</a:t>
            </a:r>
            <a:endParaRPr lang="zh-CN" altLang="en-US" sz="1800" b="1" spc="-50" dirty="0">
              <a:cs typeface="宋体" panose="02010600030101010101" pitchFamily="2" charset="-122"/>
              <a:sym typeface="+mn-ea"/>
            </a:endParaRPr>
          </a:p>
        </p:txBody>
      </p:sp>
      <p:sp>
        <p:nvSpPr>
          <p:cNvPr id="144" name="Text Box 2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452320" y="2262127"/>
            <a:ext cx="1476000" cy="97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lIns="36195" tIns="10800" rIns="18000" bIns="10800" anchor="ctr"/>
          <a:lstStyle/>
          <a:p>
            <a:pPr>
              <a:lnSpc>
                <a:spcPct val="114000"/>
              </a:lnSpc>
            </a:pPr>
            <a:r>
              <a:rPr lang="zh-CN" altLang="en-US" sz="1800" b="1" dirty="0">
                <a:solidFill>
                  <a:srgbClr val="990099"/>
                </a:solidFill>
              </a:rPr>
              <a:t>思考：</a:t>
            </a:r>
            <a:r>
              <a:rPr lang="zh-CN" altLang="en-US" sz="1800" b="1" dirty="0">
                <a:solidFill>
                  <a:schemeClr val="tx1"/>
                </a:solidFill>
              </a:rPr>
              <a:t>图中</a:t>
            </a:r>
            <a:r>
              <a:rPr lang="zh-CN" altLang="en-US" sz="1800" b="1" dirty="0"/>
              <a:t>哪个主设备优先级最高？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864000" y="2059200"/>
            <a:ext cx="6341645" cy="1741593"/>
            <a:chOff x="822643" y="3031541"/>
            <a:chExt cx="6341645" cy="1741593"/>
          </a:xfrm>
        </p:grpSpPr>
        <p:sp>
          <p:nvSpPr>
            <p:cNvPr id="146" name="Text Box 20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951820" y="3319619"/>
              <a:ext cx="540060" cy="594146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14000"/>
                </a:lnSpc>
              </a:pPr>
              <a:endParaRPr lang="zh-CN" altLang="en-US" sz="2000" b="1" dirty="0"/>
            </a:p>
          </p:txBody>
        </p:sp>
        <p:sp>
          <p:nvSpPr>
            <p:cNvPr id="147" name="Text Box 20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463988" y="3319619"/>
              <a:ext cx="541485" cy="594146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14000"/>
                </a:lnSpc>
              </a:pPr>
              <a:endParaRPr lang="zh-CN" altLang="en-US" sz="2000" b="1" dirty="0"/>
            </a:p>
          </p:txBody>
        </p:sp>
        <p:sp>
          <p:nvSpPr>
            <p:cNvPr id="148" name="Text Box 20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480212" y="3319619"/>
              <a:ext cx="540060" cy="594146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14000"/>
                </a:lnSpc>
              </a:pPr>
              <a:endParaRPr lang="zh-CN" altLang="en-US" sz="2000" b="1" dirty="0"/>
            </a:p>
          </p:txBody>
        </p:sp>
        <p:sp>
          <p:nvSpPr>
            <p:cNvPr id="149" name="Text Box 36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267744" y="4077072"/>
              <a:ext cx="1368152" cy="69606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endParaRPr lang="en-US" altLang="zh-CN" sz="1800" b="1" dirty="0"/>
            </a:p>
            <a:p>
              <a:pPr algn="ctr">
                <a:lnSpc>
                  <a:spcPct val="100000"/>
                </a:lnSpc>
                <a:spcBef>
                  <a:spcPts val="1200"/>
                </a:spcBef>
              </a:pPr>
              <a:r>
                <a:rPr lang="zh-CN" altLang="en-US" sz="1800" b="1" dirty="0"/>
                <a:t>主设备</a:t>
              </a:r>
              <a:r>
                <a:rPr lang="en-US" altLang="zh-CN" sz="1800" b="1" dirty="0"/>
                <a:t>1</a:t>
              </a:r>
            </a:p>
          </p:txBody>
        </p:sp>
        <p:sp>
          <p:nvSpPr>
            <p:cNvPr id="150" name="Text Box 1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403003" y="3031541"/>
              <a:ext cx="720725" cy="93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/>
                <a:t>BS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/>
                <a:t>BR1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/>
                <a:t>…</a:t>
              </a:r>
            </a:p>
            <a:p>
              <a:pPr algn="ctr">
                <a:lnSpc>
                  <a:spcPct val="90000"/>
                </a:lnSpc>
                <a:spcBef>
                  <a:spcPts val="300"/>
                </a:spcBef>
              </a:pPr>
              <a:r>
                <a:rPr lang="en-US" altLang="zh-CN" sz="1600" b="1" dirty="0" err="1"/>
                <a:t>BRn</a:t>
              </a:r>
              <a:endParaRPr lang="en-US" altLang="zh-CN" sz="1600" b="1" dirty="0"/>
            </a:p>
          </p:txBody>
        </p:sp>
        <p:sp>
          <p:nvSpPr>
            <p:cNvPr id="151" name="Text Box 39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220072" y="4220541"/>
              <a:ext cx="576263" cy="3603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5000"/>
                </a:lnSpc>
              </a:pPr>
              <a:r>
                <a:rPr lang="en-US" altLang="zh-CN" sz="2000" b="1" dirty="0"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152" name="直接连接符 151"/>
            <p:cNvCxnSpPr/>
            <p:nvPr>
              <p:custDataLst>
                <p:tags r:id="rId12"/>
              </p:custDataLst>
            </p:nvPr>
          </p:nvCxnSpPr>
          <p:spPr bwMode="auto">
            <a:xfrm>
              <a:off x="2051795" y="3140968"/>
              <a:ext cx="5040485" cy="0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3" name="直接连接符 152"/>
            <p:cNvCxnSpPr/>
            <p:nvPr>
              <p:custDataLst>
                <p:tags r:id="rId13"/>
              </p:custDataLst>
            </p:nvPr>
          </p:nvCxnSpPr>
          <p:spPr bwMode="auto">
            <a:xfrm>
              <a:off x="2051720" y="3356992"/>
              <a:ext cx="504056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4" name="直接连接符 153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2390650" y="3356992"/>
              <a:ext cx="0" cy="72008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5" name="直接连接符 154"/>
            <p:cNvCxnSpPr/>
            <p:nvPr>
              <p:custDataLst>
                <p:tags r:id="rId15"/>
              </p:custDataLst>
            </p:nvPr>
          </p:nvCxnSpPr>
          <p:spPr bwMode="auto">
            <a:xfrm>
              <a:off x="2051720" y="3501008"/>
              <a:ext cx="504056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6" name="直接连接符 155"/>
            <p:cNvCxnSpPr/>
            <p:nvPr>
              <p:custDataLst>
                <p:tags r:id="rId16"/>
              </p:custDataLst>
            </p:nvPr>
          </p:nvCxnSpPr>
          <p:spPr bwMode="auto">
            <a:xfrm>
              <a:off x="2051720" y="3861048"/>
              <a:ext cx="504056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直接连接符 156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2555776" y="3140970"/>
              <a:ext cx="0" cy="936102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9" name="直接连接符 158"/>
            <p:cNvCxnSpPr/>
            <p:nvPr>
              <p:custDataLst>
                <p:tags r:id="rId18"/>
              </p:custDataLst>
            </p:nvPr>
          </p:nvCxnSpPr>
          <p:spPr bwMode="auto">
            <a:xfrm>
              <a:off x="3419872" y="3861941"/>
              <a:ext cx="0" cy="3586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160" name="Text Box 40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052414" y="3616692"/>
              <a:ext cx="287338" cy="24524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5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161" name="Text Box 40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5292774" y="3645024"/>
              <a:ext cx="287338" cy="2160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5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162" name="直接连接符 161"/>
            <p:cNvCxnSpPr/>
            <p:nvPr>
              <p:custDataLst>
                <p:tags r:id="rId21"/>
              </p:custDataLst>
            </p:nvPr>
          </p:nvCxnSpPr>
          <p:spPr bwMode="auto">
            <a:xfrm>
              <a:off x="2771800" y="3140968"/>
              <a:ext cx="0" cy="1080120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163" name="Rectangle 58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2710855" y="4221088"/>
              <a:ext cx="853033" cy="287821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/>
              <a:r>
                <a:rPr lang="zh-CN" altLang="en-US" sz="1600" b="1" dirty="0"/>
                <a:t>仲裁器</a:t>
              </a:r>
              <a:r>
                <a:rPr lang="en-US" altLang="zh-CN" sz="1600" b="1" dirty="0"/>
                <a:t>1</a:t>
              </a:r>
              <a:endParaRPr lang="zh-CN" altLang="en-US" sz="1600" b="1" dirty="0"/>
            </a:p>
          </p:txBody>
        </p:sp>
        <p:sp>
          <p:nvSpPr>
            <p:cNvPr id="164" name="Text Box 39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059833" y="3896891"/>
              <a:ext cx="360040" cy="180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5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165" name="直接连接符 46"/>
            <p:cNvCxnSpPr/>
            <p:nvPr>
              <p:custDataLst>
                <p:tags r:id="rId24"/>
              </p:custDataLst>
            </p:nvPr>
          </p:nvCxnSpPr>
          <p:spPr bwMode="auto">
            <a:xfrm rot="16200000" flipV="1">
              <a:off x="2489461" y="4143387"/>
              <a:ext cx="287710" cy="155080"/>
            </a:xfrm>
            <a:prstGeom prst="bentConnector3">
              <a:avLst>
                <a:gd name="adj1" fmla="val 1846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6" name="Text Box 36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779912" y="4077072"/>
              <a:ext cx="1368152" cy="69606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endParaRPr lang="en-US" altLang="zh-CN" sz="1800" b="1" dirty="0"/>
            </a:p>
            <a:p>
              <a:pPr algn="ctr">
                <a:lnSpc>
                  <a:spcPct val="100000"/>
                </a:lnSpc>
                <a:spcBef>
                  <a:spcPts val="1200"/>
                </a:spcBef>
              </a:pPr>
              <a:r>
                <a:rPr lang="zh-CN" altLang="en-US" sz="1800" b="1" dirty="0"/>
                <a:t>主设备</a:t>
              </a:r>
              <a:r>
                <a:rPr lang="en-US" altLang="zh-CN" sz="1800" b="1" dirty="0"/>
                <a:t>2</a:t>
              </a:r>
            </a:p>
          </p:txBody>
        </p:sp>
        <p:cxnSp>
          <p:nvCxnSpPr>
            <p:cNvPr id="167" name="直接连接符 166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3902818" y="3495506"/>
              <a:ext cx="0" cy="581566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68" name="直接连接符 167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4067944" y="3140970"/>
              <a:ext cx="0" cy="936102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69" name="直接连接符 168"/>
            <p:cNvCxnSpPr/>
            <p:nvPr>
              <p:custDataLst>
                <p:tags r:id="rId28"/>
              </p:custDataLst>
            </p:nvPr>
          </p:nvCxnSpPr>
          <p:spPr bwMode="auto">
            <a:xfrm>
              <a:off x="4572000" y="3645024"/>
              <a:ext cx="0" cy="57606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70" name="直接连接符 169"/>
            <p:cNvCxnSpPr/>
            <p:nvPr>
              <p:custDataLst>
                <p:tags r:id="rId29"/>
              </p:custDataLst>
            </p:nvPr>
          </p:nvCxnSpPr>
          <p:spPr bwMode="auto">
            <a:xfrm>
              <a:off x="4932040" y="3861941"/>
              <a:ext cx="0" cy="3586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71" name="直接连接符 170"/>
            <p:cNvCxnSpPr/>
            <p:nvPr>
              <p:custDataLst>
                <p:tags r:id="rId30"/>
              </p:custDataLst>
            </p:nvPr>
          </p:nvCxnSpPr>
          <p:spPr bwMode="auto">
            <a:xfrm>
              <a:off x="4283968" y="3140968"/>
              <a:ext cx="0" cy="1080120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172" name="Rectangle 58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4223023" y="4221088"/>
              <a:ext cx="853033" cy="287821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/>
              <a:r>
                <a:rPr lang="zh-CN" altLang="en-US" sz="1600" b="1" dirty="0"/>
                <a:t>仲裁器</a:t>
              </a:r>
              <a:r>
                <a:rPr lang="en-US" altLang="zh-CN" sz="1600" b="1" dirty="0"/>
                <a:t>2</a:t>
              </a:r>
              <a:endParaRPr lang="zh-CN" altLang="en-US" sz="1600" b="1" dirty="0"/>
            </a:p>
          </p:txBody>
        </p:sp>
        <p:sp>
          <p:nvSpPr>
            <p:cNvPr id="173" name="Text Box 39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4572000" y="3896891"/>
              <a:ext cx="360040" cy="180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5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174" name="直接连接符 60"/>
            <p:cNvCxnSpPr/>
            <p:nvPr>
              <p:custDataLst>
                <p:tags r:id="rId33"/>
              </p:custDataLst>
            </p:nvPr>
          </p:nvCxnSpPr>
          <p:spPr bwMode="auto">
            <a:xfrm rot="16200000" flipV="1">
              <a:off x="4001629" y="4143387"/>
              <a:ext cx="287710" cy="155080"/>
            </a:xfrm>
            <a:prstGeom prst="bentConnector3">
              <a:avLst>
                <a:gd name="adj1" fmla="val -2970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5" name="Text Box 36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5796136" y="4077072"/>
              <a:ext cx="1368152" cy="69606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endParaRPr lang="en-US" altLang="zh-CN" sz="1800" b="1" dirty="0"/>
            </a:p>
            <a:p>
              <a:pPr algn="ctr">
                <a:lnSpc>
                  <a:spcPct val="100000"/>
                </a:lnSpc>
                <a:spcBef>
                  <a:spcPts val="1200"/>
                </a:spcBef>
              </a:pPr>
              <a:r>
                <a:rPr lang="zh-CN" altLang="en-US" sz="1800" b="1" dirty="0"/>
                <a:t>主设备</a:t>
              </a:r>
              <a:r>
                <a:rPr lang="en-US" altLang="zh-CN" sz="1800" b="1" dirty="0"/>
                <a:t>n</a:t>
              </a:r>
            </a:p>
          </p:txBody>
        </p:sp>
        <p:cxnSp>
          <p:nvCxnSpPr>
            <p:cNvPr id="176" name="直接连接符 175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5919042" y="3861941"/>
              <a:ext cx="0" cy="215131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7" name="直接连接符 176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6084168" y="3140970"/>
              <a:ext cx="0" cy="936102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8" name="直接连接符 177"/>
            <p:cNvCxnSpPr/>
            <p:nvPr>
              <p:custDataLst>
                <p:tags r:id="rId37"/>
              </p:custDataLst>
            </p:nvPr>
          </p:nvCxnSpPr>
          <p:spPr bwMode="auto">
            <a:xfrm>
              <a:off x="6300192" y="3140968"/>
              <a:ext cx="0" cy="1080120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179" name="Rectangle 58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6239247" y="4221088"/>
              <a:ext cx="853033" cy="287821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/>
              <a:r>
                <a:rPr lang="zh-CN" altLang="en-US" sz="1600" b="1" dirty="0"/>
                <a:t>仲裁器</a:t>
              </a:r>
              <a:r>
                <a:rPr lang="en-US" altLang="zh-CN" sz="1600" b="1" dirty="0"/>
                <a:t>n</a:t>
              </a:r>
              <a:endParaRPr lang="zh-CN" altLang="en-US" sz="1600" b="1" dirty="0"/>
            </a:p>
          </p:txBody>
        </p:sp>
        <p:cxnSp>
          <p:nvCxnSpPr>
            <p:cNvPr id="180" name="直接连接符 60"/>
            <p:cNvCxnSpPr/>
            <p:nvPr>
              <p:custDataLst>
                <p:tags r:id="rId39"/>
              </p:custDataLst>
            </p:nvPr>
          </p:nvCxnSpPr>
          <p:spPr bwMode="auto">
            <a:xfrm rot="16200000" flipV="1">
              <a:off x="6017853" y="4143387"/>
              <a:ext cx="287710" cy="155080"/>
            </a:xfrm>
            <a:prstGeom prst="bentConnector3">
              <a:avLst>
                <a:gd name="adj1" fmla="val -2970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1" name="直接连接符 180"/>
            <p:cNvCxnSpPr/>
            <p:nvPr>
              <p:custDataLst>
                <p:tags r:id="rId40"/>
              </p:custDataLst>
            </p:nvPr>
          </p:nvCxnSpPr>
          <p:spPr bwMode="auto">
            <a:xfrm>
              <a:off x="3059832" y="3501008"/>
              <a:ext cx="0" cy="72008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182" name="左大括号 181"/>
            <p:cNvSpPr/>
            <p:nvPr>
              <p:custDataLst>
                <p:tags r:id="rId41"/>
              </p:custDataLst>
            </p:nvPr>
          </p:nvSpPr>
          <p:spPr bwMode="auto">
            <a:xfrm>
              <a:off x="1470643" y="3132341"/>
              <a:ext cx="72330" cy="772797"/>
            </a:xfrm>
            <a:prstGeom prst="leftBrace">
              <a:avLst>
                <a:gd name="adj1" fmla="val 30023"/>
                <a:gd name="adj2" fmla="val 5000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3" name="Text Box 10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822643" y="3260966"/>
              <a:ext cx="653005" cy="53410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5000"/>
                </a:lnSpc>
              </a:pPr>
              <a:r>
                <a:rPr lang="zh-CN" altLang="en-US" sz="1800" b="1" dirty="0"/>
                <a:t>仲裁总线</a:t>
              </a:r>
              <a:endParaRPr lang="en-US" altLang="zh-CN" sz="1800" b="1" dirty="0"/>
            </a:p>
          </p:txBody>
        </p:sp>
        <p:cxnSp>
          <p:nvCxnSpPr>
            <p:cNvPr id="54" name="直接连接符 53"/>
            <p:cNvCxnSpPr/>
            <p:nvPr>
              <p:custDataLst>
                <p:tags r:id="rId43"/>
              </p:custDataLst>
            </p:nvPr>
          </p:nvCxnSpPr>
          <p:spPr bwMode="auto">
            <a:xfrm>
              <a:off x="2051720" y="3645024"/>
              <a:ext cx="504056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1871980" y="764704"/>
            <a:ext cx="6983095" cy="12575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/>
              <a:t>总裁线</a:t>
            </a:r>
            <a:r>
              <a:rPr lang="zh-CN" altLang="en-US" sz="2200" b="1" dirty="0"/>
              <a:t>有</a:t>
            </a:r>
            <a:r>
              <a:rPr lang="en-US" altLang="zh-CN" sz="2200" b="1" dirty="0"/>
              <a:t>N</a:t>
            </a:r>
            <a:r>
              <a:rPr lang="zh-CN" altLang="en-US" sz="2200" b="1" dirty="0"/>
              <a:t>根、不同信号线的</a:t>
            </a:r>
            <a:r>
              <a:rPr lang="zh-CN" altLang="en-US" sz="2200" b="1" dirty="0">
                <a:sym typeface="+mn-ea"/>
              </a:rPr>
              <a:t>优先级</a:t>
            </a:r>
            <a:r>
              <a:rPr lang="zh-CN" altLang="en-US" sz="2200" b="1" dirty="0"/>
              <a:t>不同；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/>
              <a:t>仲裁时</a:t>
            </a:r>
            <a:r>
              <a:rPr lang="zh-CN" altLang="en-US" sz="2200" b="1" dirty="0"/>
              <a:t>只检侧</a:t>
            </a:r>
            <a:r>
              <a:rPr lang="zh-CN" altLang="en-US" sz="2200" b="1" dirty="0">
                <a:solidFill>
                  <a:srgbClr val="990099"/>
                </a:solidFill>
              </a:rPr>
              <a:t>高优先级</a:t>
            </a:r>
            <a:r>
              <a:rPr lang="zh-CN" altLang="en-US" sz="2200" b="1" dirty="0">
                <a:solidFill>
                  <a:schemeClr val="tx1"/>
                </a:solidFill>
              </a:rPr>
              <a:t>仲裁</a:t>
            </a:r>
            <a:r>
              <a:rPr lang="zh-CN" altLang="en-US" sz="2200" b="1" dirty="0"/>
              <a:t>线</a:t>
            </a:r>
            <a:endParaRPr lang="en-US" altLang="zh-CN" sz="2200" b="1" dirty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rgbClr val="C00000"/>
                </a:solidFill>
              </a:rPr>
              <a:t>  </a:t>
            </a:r>
            <a:r>
              <a:rPr lang="zh-CN" altLang="en-US" sz="2200" b="1" dirty="0"/>
              <a:t>各主设备</a:t>
            </a:r>
            <a:r>
              <a:rPr lang="en-US" altLang="zh-CN" sz="2200" b="1" dirty="0"/>
              <a:t>(</a:t>
            </a:r>
            <a:r>
              <a:rPr lang="zh-CN" altLang="en-US" sz="2200" b="1" dirty="0"/>
              <a:t>≤</a:t>
            </a:r>
            <a:r>
              <a:rPr lang="en-US" altLang="zh-CN" sz="2200" b="1" dirty="0"/>
              <a:t>N</a:t>
            </a:r>
            <a:r>
              <a:rPr lang="zh-CN" altLang="en-US" sz="2200" b="1" dirty="0"/>
              <a:t>个</a:t>
            </a:r>
            <a:r>
              <a:rPr lang="en-US" altLang="zh-CN" sz="2200" b="1" dirty="0"/>
              <a:t>)</a:t>
            </a:r>
            <a:r>
              <a:rPr lang="zh-CN" altLang="en-US" sz="2200" b="1" dirty="0"/>
              <a:t>只连接</a:t>
            </a:r>
            <a:r>
              <a:rPr lang="en-US" altLang="zh-CN" sz="2200" b="1" dirty="0">
                <a:solidFill>
                  <a:srgbClr val="990099"/>
                </a:solidFill>
              </a:rPr>
              <a:t>≥</a:t>
            </a:r>
            <a:r>
              <a:rPr lang="zh-CN" altLang="en-US" sz="2200" b="1" dirty="0">
                <a:solidFill>
                  <a:srgbClr val="990099"/>
                </a:solidFill>
              </a:rPr>
              <a:t>自身优先级</a:t>
            </a:r>
            <a:r>
              <a:rPr lang="zh-CN" altLang="en-US" sz="2200" b="1" dirty="0">
                <a:solidFill>
                  <a:schemeClr val="tx1"/>
                </a:solidFill>
              </a:rPr>
              <a:t>的</a:t>
            </a:r>
            <a:r>
              <a:rPr lang="zh-CN" altLang="en-US" sz="2200" b="1" dirty="0"/>
              <a:t>仲裁线</a:t>
            </a:r>
          </a:p>
        </p:txBody>
      </p:sp>
      <p:sp>
        <p:nvSpPr>
          <p:cNvPr id="5" name="Text Box 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9705" y="4293096"/>
            <a:ext cx="5657850" cy="220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</a:rPr>
              <a:t>5</a:t>
            </a:r>
            <a:r>
              <a:rPr lang="zh-CN" altLang="en-US" sz="2200" b="1" dirty="0">
                <a:solidFill>
                  <a:srgbClr val="FF3399"/>
                </a:solidFill>
              </a:rPr>
              <a:t>、</a:t>
            </a:r>
            <a:r>
              <a:rPr lang="zh-CN" altLang="en-US" sz="2200" b="1" dirty="0">
                <a:solidFill>
                  <a:srgbClr val="FF3399"/>
                </a:solidFill>
                <a:sym typeface="+mn-ea"/>
              </a:rPr>
              <a:t>竞争式</a:t>
            </a:r>
            <a:r>
              <a:rPr lang="en-US" altLang="zh-CN" sz="2200" b="1" dirty="0">
                <a:solidFill>
                  <a:srgbClr val="FF3399"/>
                </a:solidFill>
                <a:sym typeface="+mn-ea"/>
              </a:rPr>
              <a:t> </a:t>
            </a:r>
            <a:r>
              <a:rPr lang="en-US" altLang="zh-CN" sz="1800" b="1" dirty="0">
                <a:sym typeface="+mn-ea"/>
              </a:rPr>
              <a:t>(</a:t>
            </a:r>
            <a:r>
              <a:rPr lang="zh-CN" altLang="en-US" sz="1800" b="1" dirty="0">
                <a:sym typeface="+mn-ea"/>
              </a:rPr>
              <a:t>分布式</a:t>
            </a:r>
            <a:r>
              <a:rPr lang="en-US" altLang="zh-CN" sz="1800" b="1" dirty="0">
                <a:sym typeface="+mn-ea"/>
              </a:rPr>
              <a:t>)    </a:t>
            </a:r>
            <a:r>
              <a:rPr lang="en-US" altLang="zh-CN" sz="1800" b="1" dirty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如网络仲裁</a:t>
            </a:r>
            <a:r>
              <a:rPr lang="en-US" altLang="zh-CN" sz="1800" b="1" dirty="0">
                <a:sym typeface="+mn-ea"/>
              </a:rPr>
              <a:t> 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sym typeface="+mn-ea"/>
              </a:rPr>
              <a:t>*基本思想：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dirty="0">
              <a:solidFill>
                <a:srgbClr val="C00000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rgbClr val="C00000"/>
                </a:solidFill>
                <a:sym typeface="+mn-ea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sym typeface="+mn-ea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sym typeface="+mn-ea"/>
              </a:rPr>
              <a:t>仲裁线连接：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sym typeface="+mn-ea"/>
              </a:rPr>
              <a:t>*仲裁实现：</a:t>
            </a:r>
            <a:endParaRPr lang="en-US" altLang="zh-CN" sz="2200" b="1" dirty="0">
              <a:solidFill>
                <a:srgbClr val="FF3399"/>
              </a:solidFill>
              <a:sym typeface="+mn-ea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835785" y="4702671"/>
            <a:ext cx="7018655" cy="178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/>
              <a:t>总裁线</a:t>
            </a:r>
            <a:r>
              <a:rPr lang="zh-CN" altLang="en-US" sz="2200" b="1" dirty="0"/>
              <a:t>有</a:t>
            </a:r>
            <a:r>
              <a:rPr lang="en-US" altLang="zh-CN" sz="2200" b="1" dirty="0"/>
              <a:t>n</a:t>
            </a:r>
            <a:r>
              <a:rPr lang="zh-CN" altLang="en-US" sz="2200" b="1" dirty="0"/>
              <a:t>根，用</a:t>
            </a:r>
            <a:r>
              <a:rPr lang="zh-CN" altLang="en-US" sz="2200" b="1" u="sng" dirty="0"/>
              <a:t>信号线编码</a:t>
            </a:r>
            <a:r>
              <a:rPr lang="zh-CN" altLang="en-US" sz="2200" b="1" dirty="0"/>
              <a:t>表示不同的</a:t>
            </a:r>
            <a:r>
              <a:rPr lang="zh-CN" altLang="en-US" sz="2200" b="1" dirty="0">
                <a:sym typeface="+mn-ea"/>
              </a:rPr>
              <a:t>优先级</a:t>
            </a:r>
            <a:r>
              <a:rPr lang="zh-CN" altLang="en-US" sz="2200" b="1" dirty="0"/>
              <a:t>；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/>
              <a:t>仲裁时</a:t>
            </a:r>
            <a:r>
              <a:rPr lang="zh-CN" altLang="en-US" sz="2200" b="1" dirty="0">
                <a:solidFill>
                  <a:srgbClr val="990099"/>
                </a:solidFill>
                <a:sym typeface="+mn-ea"/>
              </a:rPr>
              <a:t>逐位</a:t>
            </a:r>
            <a:r>
              <a:rPr lang="zh-CN" altLang="en-US" sz="2200" b="1" dirty="0">
                <a:sym typeface="+mn-ea"/>
              </a:rPr>
              <a:t>竞争、败者退出</a:t>
            </a:r>
            <a:endParaRPr lang="en-US" altLang="zh-CN" sz="2200" b="1" dirty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rgbClr val="C00000"/>
                </a:solidFill>
              </a:rPr>
              <a:t>  </a:t>
            </a:r>
            <a:r>
              <a:rPr lang="zh-CN" altLang="en-US" sz="2200" b="1" dirty="0"/>
              <a:t>各主设备</a:t>
            </a:r>
            <a:r>
              <a:rPr lang="en-US" altLang="zh-CN" sz="2200" b="1" dirty="0"/>
              <a:t>(</a:t>
            </a:r>
            <a:r>
              <a:rPr lang="zh-CN" altLang="en-US" sz="2200" b="1" dirty="0"/>
              <a:t>≤</a:t>
            </a:r>
            <a:r>
              <a:rPr lang="en-US" altLang="zh-CN" sz="2200" b="1" dirty="0"/>
              <a:t>2</a:t>
            </a:r>
            <a:r>
              <a:rPr lang="en-US" altLang="zh-CN" sz="2200" b="1" baseline="50000" dirty="0">
                <a:solidFill>
                  <a:schemeClr val="tx1"/>
                </a:solidFill>
                <a:uFillTx/>
              </a:rPr>
              <a:t>n</a:t>
            </a:r>
            <a:r>
              <a:rPr lang="zh-CN" altLang="en-US" sz="2200" b="1" dirty="0"/>
              <a:t>个</a:t>
            </a:r>
            <a:r>
              <a:rPr lang="en-US" altLang="zh-CN" sz="2200" b="1" dirty="0"/>
              <a:t>)</a:t>
            </a:r>
            <a:r>
              <a:rPr lang="zh-CN" altLang="en-US" sz="2200" b="1" dirty="0"/>
              <a:t>连接</a:t>
            </a:r>
            <a:r>
              <a:rPr lang="zh-CN" sz="2200" b="1" dirty="0">
                <a:solidFill>
                  <a:srgbClr val="990099"/>
                </a:solidFill>
              </a:rPr>
              <a:t>所有</a:t>
            </a:r>
            <a:r>
              <a:rPr lang="zh-CN" altLang="en-US" sz="2200" b="1" dirty="0"/>
              <a:t>仲裁线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cs typeface="宋体" panose="02010600030101010101" pitchFamily="2" charset="-122"/>
                <a:sym typeface="+mn-ea"/>
              </a:rPr>
              <a:t>BRi</a:t>
            </a:r>
            <a:r>
              <a:rPr lang="zh-CN" altLang="en-US" sz="2200" b="1" dirty="0"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sym typeface="+mn-ea"/>
              </a:rPr>
              <a:t>1</a:t>
            </a:r>
            <a:r>
              <a:rPr lang="zh-CN" altLang="en-US" sz="2200" b="1" dirty="0">
                <a:sym typeface="+mn-ea"/>
              </a:rPr>
              <a:t>时</a:t>
            </a:r>
            <a:r>
              <a:rPr lang="zh-CN" altLang="en-US" sz="2200" b="1" u="sng" dirty="0">
                <a:solidFill>
                  <a:srgbClr val="990099"/>
                </a:solidFill>
                <a:sym typeface="+mn-ea"/>
              </a:rPr>
              <a:t>逐位发送</a:t>
            </a:r>
            <a:r>
              <a:rPr lang="en-US" altLang="zh-CN" sz="2200" b="1" dirty="0" err="1">
                <a:sym typeface="+mn-ea"/>
              </a:rPr>
              <a:t>IDj</a:t>
            </a:r>
            <a:r>
              <a:rPr lang="en-US" altLang="zh-CN" sz="2200" b="1" u="sng" dirty="0" err="1">
                <a:solidFill>
                  <a:srgbClr val="990099"/>
                </a:solidFill>
                <a:sym typeface="+mn-ea"/>
              </a:rPr>
              <a:t>&amp;</a:t>
            </a:r>
            <a:r>
              <a:rPr lang="zh-CN" altLang="en-US" sz="2200" b="1" u="sng" dirty="0">
                <a:solidFill>
                  <a:srgbClr val="990099"/>
                </a:solidFill>
                <a:sym typeface="+mn-ea"/>
              </a:rPr>
              <a:t>接收</a:t>
            </a:r>
            <a:r>
              <a:rPr lang="en-US" altLang="zh-CN" sz="2200" b="1" dirty="0">
                <a:sym typeface="+mn-ea"/>
              </a:rPr>
              <a:t>BUSj</a:t>
            </a:r>
            <a:r>
              <a:rPr lang="zh-CN" altLang="en-US" sz="2200" b="1" dirty="0">
                <a:sym typeface="+mn-ea"/>
              </a:rPr>
              <a:t>，</a:t>
            </a:r>
            <a:r>
              <a:rPr lang="en-US" altLang="zh-CN" sz="2200" b="1" dirty="0">
                <a:sym typeface="+mn-ea"/>
              </a:rPr>
              <a:t>BS</a:t>
            </a:r>
            <a:r>
              <a:rPr lang="zh-CN" altLang="en-US" sz="2200" b="1" dirty="0"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sym typeface="+mn-ea"/>
              </a:rPr>
              <a:t>∏(</a:t>
            </a:r>
            <a:r>
              <a:rPr lang="en-US" altLang="zh-CN" sz="2200" b="1" dirty="0" err="1">
                <a:sym typeface="+mn-ea"/>
              </a:rPr>
              <a:t>IDj=</a:t>
            </a:r>
            <a:r>
              <a:rPr lang="en-US" altLang="zh-CN" sz="2200" b="1" dirty="0">
                <a:sym typeface="+mn-ea"/>
              </a:rPr>
              <a:t>BUSj</a:t>
            </a:r>
            <a:r>
              <a:rPr lang="en-US" altLang="zh-CN" sz="2200" b="1" dirty="0" err="1">
                <a:sym typeface="+mn-ea"/>
              </a:rPr>
              <a:t>)</a:t>
            </a:r>
            <a:endParaRPr lang="zh-CN" altLang="en-US" sz="2200" b="1" dirty="0"/>
          </a:p>
        </p:txBody>
      </p:sp>
      <p:sp>
        <p:nvSpPr>
          <p:cNvPr id="121" name="AutoShape 62">
            <a:hlinkClick r:id="rId46" action="ppaction://hlinksldjump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6200000">
            <a:off x="7452669" y="6236070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ldLvl="0" animBg="1"/>
      <p:bldP spid="144" grpId="0" bldLvl="0" animBg="1"/>
      <p:bldP spid="5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A51B-A8E5-4E38-A74D-F6E7BEFB9955}" type="slidenum">
              <a:rPr lang="en-US" altLang="zh-CN" smtClean="0"/>
              <a:t>11</a:t>
            </a:fld>
            <a:endParaRPr lang="en-US" altLang="zh-CN"/>
          </a:p>
        </p:txBody>
      </p:sp>
      <p:sp>
        <p:nvSpPr>
          <p:cNvPr id="83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38200" y="260648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2800" b="1" dirty="0"/>
              <a:t>§6.3  </a:t>
            </a:r>
            <a:r>
              <a:rPr lang="zh-CN" altLang="en-US" sz="2800" b="1" dirty="0"/>
              <a:t>总线传输与定时</a:t>
            </a:r>
          </a:p>
        </p:txBody>
      </p:sp>
      <p:sp>
        <p:nvSpPr>
          <p:cNvPr id="94" name="Text Box 52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705" y="836712"/>
            <a:ext cx="8758555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dirty="0"/>
              <a:t>总线事务类型，传输过程、</a:t>
            </a:r>
            <a:r>
              <a:rPr lang="zh-CN" altLang="en-US" sz="2000" b="1" dirty="0">
                <a:latin typeface="+mn-ea"/>
                <a:ea typeface="+mn-ea"/>
              </a:rPr>
              <a:t>定时方式</a:t>
            </a:r>
            <a:r>
              <a:rPr lang="zh-CN" altLang="en-US" sz="2000" b="1" dirty="0"/>
              <a:t>，总线标准</a:t>
            </a:r>
            <a:r>
              <a:rPr lang="en-US" altLang="zh-CN" sz="1800" b="1" dirty="0"/>
              <a:t>(×)</a:t>
            </a:r>
            <a:endParaRPr lang="en-US" altLang="zh-CN" sz="1800" b="1" dirty="0">
              <a:latin typeface="+mn-ea"/>
              <a:ea typeface="+mn-ea"/>
            </a:endParaRPr>
          </a:p>
        </p:txBody>
      </p:sp>
      <p:sp>
        <p:nvSpPr>
          <p:cNvPr id="92" name="Text Box 4"/>
          <p:cNvSpPr txBox="1">
            <a:spLocks noChangeArrowheads="1"/>
          </p:cNvSpPr>
          <p:nvPr/>
        </p:nvSpPr>
        <p:spPr bwMode="auto">
          <a:xfrm>
            <a:off x="179705" y="1340768"/>
            <a:ext cx="8773795" cy="242824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、总线事务类型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</a:t>
            </a:r>
            <a:r>
              <a:rPr lang="zh-CN" altLang="en-US" sz="1800" b="1" dirty="0">
                <a:cs typeface="宋体" panose="02010600030101010101" pitchFamily="2" charset="-122"/>
                <a:sym typeface="+mn-ea"/>
              </a:rPr>
              <a:t>所支持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传输功能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总线事务</a:t>
            </a:r>
            <a:r>
              <a:rPr lang="zh-CN" altLang="en-US" sz="2200" b="1" dirty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功能的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属性：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ym typeface="+mn-ea"/>
              </a:rPr>
              <a:t>    </a:t>
            </a:r>
            <a:r>
              <a:rPr lang="zh-CN" altLang="en-US" sz="2200" b="1" dirty="0">
                <a:sym typeface="+mn-ea"/>
              </a:rPr>
              <a:t>设备个数、传送功能</a:t>
            </a:r>
            <a:r>
              <a:rPr lang="en-US" altLang="zh-CN" sz="1600" b="1" dirty="0">
                <a:sym typeface="+mn-ea"/>
              </a:rPr>
              <a:t>(</a:t>
            </a:r>
            <a:r>
              <a:rPr lang="zh-CN" altLang="en-US" sz="1600" b="1" dirty="0">
                <a:sym typeface="+mn-ea"/>
              </a:rPr>
              <a:t>读</a:t>
            </a:r>
            <a:r>
              <a:rPr lang="en-US" altLang="zh-CN" sz="1600" b="1" dirty="0">
                <a:sym typeface="+mn-ea"/>
              </a:rPr>
              <a:t>/</a:t>
            </a:r>
            <a:r>
              <a:rPr lang="zh-CN" altLang="en-US" sz="1600" b="1" dirty="0">
                <a:sym typeface="+mn-ea"/>
              </a:rPr>
              <a:t>写</a:t>
            </a:r>
            <a:r>
              <a:rPr lang="en-US" altLang="zh-CN" sz="1600" b="1" dirty="0">
                <a:sym typeface="+mn-ea"/>
              </a:rPr>
              <a:t>/</a:t>
            </a:r>
            <a:r>
              <a:rPr lang="zh-CN" altLang="en-US" sz="1600" b="1" dirty="0">
                <a:sym typeface="+mn-ea"/>
              </a:rPr>
              <a:t>读改写</a:t>
            </a:r>
            <a:r>
              <a:rPr lang="en-US" altLang="zh-CN" sz="1600" b="1" dirty="0">
                <a:sym typeface="+mn-ea"/>
              </a:rPr>
              <a:t>)</a:t>
            </a:r>
            <a:r>
              <a:rPr lang="zh-CN" altLang="en-US" sz="2200" b="1" dirty="0">
                <a:sym typeface="+mn-ea"/>
              </a:rPr>
              <a:t>、数据个数</a:t>
            </a:r>
            <a:r>
              <a:rPr lang="en-US" altLang="zh-CN" sz="1600" b="1" dirty="0">
                <a:sym typeface="+mn-ea"/>
              </a:rPr>
              <a:t>(</a:t>
            </a:r>
            <a:r>
              <a:rPr lang="zh-CN" altLang="en-US" sz="1600" b="1" dirty="0">
                <a:sym typeface="+mn-ea"/>
              </a:rPr>
              <a:t>常规</a:t>
            </a:r>
            <a:r>
              <a:rPr lang="en-US" altLang="zh-CN" sz="1600" b="1" dirty="0">
                <a:sym typeface="+mn-ea"/>
              </a:rPr>
              <a:t>/</a:t>
            </a:r>
            <a:r>
              <a:rPr lang="zh-CN" altLang="en-US" sz="1600" b="1" dirty="0">
                <a:sym typeface="+mn-ea"/>
              </a:rPr>
              <a:t>突发</a:t>
            </a:r>
            <a:r>
              <a:rPr lang="en-US" altLang="zh-CN" sz="1600" b="1" dirty="0">
                <a:sym typeface="+mn-ea"/>
              </a:rPr>
              <a:t>)</a:t>
            </a:r>
            <a:r>
              <a:rPr lang="zh-CN" altLang="en-US" sz="2200" b="1" dirty="0">
                <a:sym typeface="+mn-ea"/>
              </a:rPr>
              <a:t>、寻址范围</a:t>
            </a:r>
            <a:endParaRPr lang="en-US" altLang="zh-CN" sz="2200" b="1" dirty="0"/>
          </a:p>
          <a:p>
            <a:pPr>
              <a:lnSpc>
                <a:spcPct val="90000"/>
              </a:lnSpc>
            </a:pPr>
            <a:r>
              <a:rPr lang="en-US" altLang="zh-CN" sz="1600" b="1" dirty="0">
                <a:sym typeface="+mn-ea"/>
              </a:rPr>
              <a:t>         </a:t>
            </a:r>
            <a:r>
              <a:rPr lang="en-US" altLang="zh-CN" sz="1600" dirty="0">
                <a:sym typeface="+mn-ea"/>
              </a:rPr>
              <a:t>└</a:t>
            </a:r>
            <a:r>
              <a:rPr lang="en-US" altLang="zh-CN" sz="1600" b="1" dirty="0">
                <a:sym typeface="+mn-ea"/>
              </a:rPr>
              <a:t>←</a:t>
            </a:r>
            <a:r>
              <a:rPr lang="zh-CN" altLang="en-US" sz="1600" b="1" dirty="0">
                <a:sym typeface="+mn-ea"/>
              </a:rPr>
              <a:t>目标设备为一</a:t>
            </a:r>
            <a:r>
              <a:rPr lang="en-US" altLang="zh-CN" sz="1600" b="1" dirty="0">
                <a:sym typeface="+mn-ea"/>
              </a:rPr>
              <a:t>/</a:t>
            </a:r>
            <a:r>
              <a:rPr lang="zh-CN" altLang="en-US" sz="1600" b="1" dirty="0">
                <a:sym typeface="+mn-ea"/>
              </a:rPr>
              <a:t>多个</a:t>
            </a:r>
            <a:r>
              <a:rPr lang="en-US" altLang="zh-CN" sz="1600" b="1" dirty="0">
                <a:sym typeface="+mn-ea"/>
              </a:rPr>
              <a:t>                </a:t>
            </a:r>
            <a:r>
              <a:rPr lang="zh-CN" altLang="en-US" sz="1600" b="1" dirty="0">
                <a:sym typeface="+mn-ea"/>
              </a:rPr>
              <a:t>发送</a:t>
            </a:r>
            <a:r>
              <a:rPr lang="en-US" altLang="zh-CN" sz="1600" b="1" dirty="0">
                <a:sym typeface="+mn-ea"/>
              </a:rPr>
              <a:t>1/2</a:t>
            </a:r>
            <a:r>
              <a:rPr lang="zh-CN" altLang="en-US" sz="1600" b="1" dirty="0">
                <a:sym typeface="+mn-ea"/>
              </a:rPr>
              <a:t>次地址</a:t>
            </a:r>
            <a:r>
              <a:rPr lang="en-US" altLang="zh-CN" sz="1600" b="1" dirty="0">
                <a:sym typeface="+mn-ea"/>
              </a:rPr>
              <a:t>(</a:t>
            </a:r>
            <a:r>
              <a:rPr lang="zh-CN" altLang="en-US" sz="1600" b="1" dirty="0">
                <a:sym typeface="+mn-ea"/>
              </a:rPr>
              <a:t>扩展地址线空间</a:t>
            </a:r>
            <a:r>
              <a:rPr lang="en-US" altLang="zh-CN" sz="1600" b="1" dirty="0">
                <a:sym typeface="+mn-ea"/>
              </a:rPr>
              <a:t>)→</a:t>
            </a:r>
            <a:r>
              <a:rPr lang="en-US" altLang="zh-CN" sz="1600" dirty="0">
                <a:sym typeface="+mn-ea"/>
              </a:rPr>
              <a:t>┘</a:t>
            </a:r>
            <a:r>
              <a:rPr lang="en-US" altLang="zh-CN" sz="1600" b="1" dirty="0">
                <a:sym typeface="+mn-ea"/>
              </a:rPr>
              <a:t> </a:t>
            </a:r>
            <a:endParaRPr lang="zh-CN" altLang="en-US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总线事务的类型：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支持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多种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事务，</a:t>
            </a:r>
            <a:r>
              <a:rPr lang="zh-CN" altLang="en-US" sz="2200" b="1" dirty="0">
                <a:sym typeface="+mn-ea"/>
              </a:rPr>
              <a:t>每种事务对应</a:t>
            </a:r>
            <a:r>
              <a:rPr lang="zh-CN" altLang="en-US" sz="2200" b="1" u="sng" dirty="0">
                <a:sym typeface="+mn-ea"/>
              </a:rPr>
              <a:t>一种传输</a:t>
            </a:r>
            <a:r>
              <a:rPr lang="zh-CN" altLang="en-US" sz="2200" b="1" dirty="0">
                <a:sym typeface="+mn-ea"/>
              </a:rPr>
              <a:t>功能</a:t>
            </a:r>
            <a:r>
              <a:rPr lang="en-US" altLang="zh-CN" sz="2200" b="1" dirty="0">
                <a:sym typeface="+mn-ea"/>
              </a:rPr>
              <a:t>  </a:t>
            </a:r>
            <a:r>
              <a:rPr lang="zh-CN" altLang="en-US" sz="1600" b="1" dirty="0">
                <a:sym typeface="+mn-ea"/>
              </a:rPr>
              <a:t>←取决于设计</a:t>
            </a:r>
            <a:r>
              <a:rPr lang="en-US" altLang="zh-CN" sz="1600" b="1" dirty="0">
                <a:sym typeface="+mn-ea"/>
              </a:rPr>
              <a:t>(</a:t>
            </a:r>
            <a:r>
              <a:rPr lang="zh-CN" altLang="en-US" sz="1600" b="1" dirty="0">
                <a:sym typeface="+mn-ea"/>
              </a:rPr>
              <a:t>需求</a:t>
            </a:r>
            <a:r>
              <a:rPr lang="en-US" altLang="zh-CN" sz="1600" b="1" dirty="0">
                <a:sym typeface="+mn-ea"/>
              </a:rPr>
              <a:t>/</a:t>
            </a:r>
            <a:r>
              <a:rPr lang="zh-CN" altLang="en-US" sz="1600" b="1" dirty="0">
                <a:sym typeface="+mn-ea"/>
              </a:rPr>
              <a:t>成本</a:t>
            </a:r>
            <a:r>
              <a:rPr lang="en-US" altLang="zh-CN" sz="1600" b="1" dirty="0">
                <a:sym typeface="+mn-ea"/>
              </a:rPr>
              <a:t>)</a:t>
            </a:r>
          </a:p>
        </p:txBody>
      </p:sp>
      <p:graphicFrame>
        <p:nvGraphicFramePr>
          <p:cNvPr id="182" name="表格 181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241641288"/>
              </p:ext>
            </p:extLst>
          </p:nvPr>
        </p:nvGraphicFramePr>
        <p:xfrm>
          <a:off x="827584" y="3789040"/>
          <a:ext cx="8064896" cy="2498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4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22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PCI</a:t>
                      </a:r>
                      <a:r>
                        <a:rPr lang="zh-CN" altLang="en-US" sz="1800" b="1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总线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的事务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类型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18000" marB="18000" vert="eaVert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MEM</a:t>
                      </a:r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读、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MEM</a:t>
                      </a:r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写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—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访问</a:t>
                      </a:r>
                      <a:r>
                        <a:rPr lang="en-US" altLang="zh-CN" sz="18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MEM</a:t>
                      </a:r>
                      <a:r>
                        <a:rPr lang="zh-CN" altLang="en-US" sz="18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空间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的</a:t>
                      </a:r>
                      <a:r>
                        <a:rPr lang="zh-CN" altLang="en-US" sz="1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≥</a:t>
                      </a:r>
                      <a:r>
                        <a:rPr lang="en-US" altLang="zh-CN" sz="1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个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数据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(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支持突发传输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)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I/O</a:t>
                      </a:r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读、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I/O</a:t>
                      </a:r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写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—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访问</a:t>
                      </a:r>
                      <a:r>
                        <a:rPr lang="en-US" altLang="zh-CN" sz="1800" b="1" u="sng" dirty="0">
                          <a:solidFill>
                            <a:srgbClr val="CC3300"/>
                          </a:solidFill>
                          <a:latin typeface="+mn-ea"/>
                          <a:ea typeface="+mn-ea"/>
                        </a:rPr>
                        <a:t>I/O</a:t>
                      </a:r>
                      <a:r>
                        <a:rPr lang="zh-CN" altLang="en-US" sz="1800" b="1" u="sng" dirty="0">
                          <a:solidFill>
                            <a:srgbClr val="CC3300"/>
                          </a:solidFill>
                          <a:latin typeface="+mn-ea"/>
                          <a:ea typeface="+mn-ea"/>
                        </a:rPr>
                        <a:t>空间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的</a:t>
                      </a:r>
                      <a:r>
                        <a:rPr lang="zh-CN" altLang="en-US" sz="1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≥</a:t>
                      </a:r>
                      <a:r>
                        <a:rPr lang="en-US" altLang="zh-CN" sz="1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个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数据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配置读、配置写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—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访问</a:t>
                      </a:r>
                      <a:r>
                        <a:rPr lang="zh-CN" altLang="en-US" sz="1800" b="1" u="sng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配置空间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的</a:t>
                      </a:r>
                      <a:r>
                        <a:rPr lang="en-US" altLang="zh-CN" sz="1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个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数据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支持即插即用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MEM</a:t>
                      </a:r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行读、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MEM</a:t>
                      </a:r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多行读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—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访问</a:t>
                      </a:r>
                      <a:r>
                        <a:rPr lang="en-US" altLang="zh-CN" sz="18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MEM</a:t>
                      </a:r>
                      <a:r>
                        <a:rPr lang="zh-CN" altLang="en-US" sz="18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空间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的</a:t>
                      </a:r>
                      <a:r>
                        <a:rPr lang="zh-CN" altLang="en-US" sz="1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≥</a:t>
                      </a:r>
                      <a:r>
                        <a:rPr lang="en-US" altLang="zh-CN" sz="1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个</a:t>
                      </a:r>
                      <a:r>
                        <a:rPr lang="zh-CN" altLang="en-US" sz="1800" b="1" baseline="0" dirty="0">
                          <a:solidFill>
                            <a:schemeClr val="tx1"/>
                          </a:solidFill>
                          <a:highlight>
                            <a:srgbClr val="CCFFFF"/>
                          </a:highlight>
                          <a:latin typeface="+mn-ea"/>
                          <a:ea typeface="+mn-ea"/>
                        </a:rPr>
                        <a:t>主存块</a:t>
                      </a:r>
                      <a:r>
                        <a:rPr lang="zh-CN" altLang="en-US" sz="1800" b="1" spc="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如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Cache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调入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/DMA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传送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MEM</a:t>
                      </a:r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写并无效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—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访问</a:t>
                      </a:r>
                      <a:r>
                        <a:rPr lang="en-US" altLang="zh-CN" sz="18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MEM</a:t>
                      </a:r>
                      <a:r>
                        <a:rPr lang="zh-CN" altLang="en-US" sz="18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空间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的</a:t>
                      </a:r>
                      <a:r>
                        <a:rPr lang="en-US" altLang="zh-CN" sz="1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个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highlight>
                            <a:srgbClr val="CCFFFF"/>
                          </a:highlight>
                          <a:latin typeface="+mn-ea"/>
                          <a:ea typeface="+mn-ea"/>
                        </a:rPr>
                        <a:t>主存块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，并通知其他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CPU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的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Cache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作废该块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中断响应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—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取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I/O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接口的中断类型号，地址无效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各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I/O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接口自行处理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特殊周期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—</a:t>
                      </a:r>
                      <a:r>
                        <a:rPr lang="zh-CN" altLang="en-US" sz="1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向外设通报</a:t>
                      </a:r>
                      <a:r>
                        <a:rPr lang="en-US" altLang="zh-CN" sz="1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CPU</a:t>
                      </a:r>
                      <a:r>
                        <a:rPr lang="zh-CN" altLang="en-US" sz="1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的工作状态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，地址无效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广播模式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双地址周期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—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地址分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次发送，命令分别为双地址、操作类型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9" name="AutoShape 335">
            <a:hlinkClick r:id="rId7" action="ppaction://hlinksldjump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4428000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线形标注 2 2">
            <a:extLst>
              <a:ext uri="{FF2B5EF4-FFF2-40B4-BE49-F238E27FC236}">
                <a16:creationId xmlns:a16="http://schemas.microsoft.com/office/drawing/2014/main" id="{55DC70FD-EC4D-4B63-AFD7-8787F57F28EA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2195736" y="6381328"/>
            <a:ext cx="1368152" cy="216024"/>
          </a:xfrm>
          <a:prstGeom prst="borderCallout2">
            <a:avLst>
              <a:gd name="adj1" fmla="val 48481"/>
              <a:gd name="adj2" fmla="val -750"/>
              <a:gd name="adj3" fmla="val 48710"/>
              <a:gd name="adj4" fmla="val -18068"/>
              <a:gd name="adj5" fmla="val -353089"/>
              <a:gd name="adj6" fmla="val -37889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105000"/>
              </a:lnSpc>
            </a:pPr>
            <a:r>
              <a:rPr lang="zh-CN" altLang="en-US" sz="1600" b="1" dirty="0">
                <a:latin typeface="+mn-ea"/>
                <a:ea typeface="+mn-ea"/>
              </a:rPr>
              <a:t>见</a:t>
            </a:r>
            <a:r>
              <a:rPr lang="en-US" altLang="zh-CN" sz="1600" b="1" dirty="0">
                <a:latin typeface="+mn-ea"/>
                <a:ea typeface="+mn-ea"/>
              </a:rPr>
              <a:t>P217</a:t>
            </a:r>
            <a:r>
              <a:rPr lang="zh-CN" altLang="en-US" sz="1600" b="1" dirty="0">
                <a:latin typeface="+mn-ea"/>
                <a:ea typeface="+mn-ea"/>
              </a:rPr>
              <a:t>图</a:t>
            </a:r>
            <a:r>
              <a:rPr lang="en-US" altLang="zh-CN" sz="1600" b="1" dirty="0">
                <a:latin typeface="+mn-ea"/>
                <a:ea typeface="+mn-ea"/>
              </a:rPr>
              <a:t>5.49</a:t>
            </a:r>
            <a:endParaRPr lang="zh-CN" altLang="en-US" sz="1600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A51B-A8E5-4E38-A74D-F6E7BEFB9955}" type="slidenum">
              <a:rPr lang="en-US" altLang="zh-CN" smtClean="0"/>
              <a:t>12</a:t>
            </a:fld>
            <a:endParaRPr lang="en-US" altLang="zh-CN"/>
          </a:p>
        </p:txBody>
      </p:sp>
      <p:sp>
        <p:nvSpPr>
          <p:cNvPr id="5" name="Text Box 71"/>
          <p:cNvSpPr txBox="1">
            <a:spLocks noChangeArrowheads="1"/>
          </p:cNvSpPr>
          <p:nvPr/>
        </p:nvSpPr>
        <p:spPr bwMode="auto">
          <a:xfrm>
            <a:off x="179512" y="332656"/>
            <a:ext cx="8785100" cy="20067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1" dirty="0">
                <a:solidFill>
                  <a:srgbClr val="FF3399"/>
                </a:solidFill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</a:rPr>
              <a:t>、总线传输与定时</a:t>
            </a:r>
          </a:p>
          <a:p>
            <a:r>
              <a:rPr lang="en-US" altLang="zh-CN" sz="2200" b="1" dirty="0">
                <a:solidFill>
                  <a:srgbClr val="C00000"/>
                </a:solidFill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</a:rPr>
              <a:t>总线传输过程： 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  <a:cs typeface="Times New Roman" panose="02020603050405020304" pitchFamily="18" charset="0"/>
              </a:rPr>
              <a:t>传输功能的</a:t>
            </a:r>
            <a:r>
              <a:rPr lang="zh-CN" altLang="en-US" sz="1800" b="1" u="sng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步骤约定</a:t>
            </a:r>
            <a:r>
              <a:rPr lang="en-US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en-US" altLang="zh-CN" sz="2200" b="1" dirty="0">
                <a:solidFill>
                  <a:srgbClr val="C00000"/>
                </a:solidFill>
              </a:rPr>
              <a:t>    </a:t>
            </a:r>
            <a:r>
              <a:rPr lang="zh-CN" altLang="en-US" sz="2200" b="1" dirty="0"/>
              <a:t>用</a:t>
            </a:r>
            <a:r>
              <a:rPr lang="zh-CN" altLang="en-US" sz="2200" b="1" u="sng" dirty="0">
                <a:solidFill>
                  <a:srgbClr val="990099"/>
                </a:solidFill>
              </a:rPr>
              <a:t>传输协议</a:t>
            </a:r>
            <a:r>
              <a:rPr lang="zh-CN" altLang="en-US" sz="2200" b="1" dirty="0"/>
              <a:t>表示，不同事务的</a:t>
            </a:r>
            <a:r>
              <a:rPr lang="zh-CN" altLang="en-US" sz="2200" b="1" u="sng" dirty="0">
                <a:solidFill>
                  <a:schemeClr val="tx1"/>
                </a:solidFill>
              </a:rPr>
              <a:t>交互步骤</a:t>
            </a:r>
            <a:r>
              <a:rPr lang="zh-CN" altLang="en-US" sz="2200" b="1" dirty="0"/>
              <a:t>不同       </a:t>
            </a:r>
            <a:r>
              <a:rPr lang="zh-CN" altLang="en-US" sz="1800" b="1" dirty="0"/>
              <a:t>←传输功能不同</a:t>
            </a:r>
            <a:endParaRPr lang="en-US" altLang="zh-CN" sz="2200" b="1" dirty="0"/>
          </a:p>
          <a:p>
            <a:pPr>
              <a:spcBef>
                <a:spcPts val="0"/>
              </a:spcBef>
            </a:pPr>
            <a:r>
              <a:rPr lang="en-US" altLang="zh-CN" sz="1800" b="1" dirty="0">
                <a:solidFill>
                  <a:schemeClr val="tx1"/>
                </a:solidFill>
              </a:rPr>
              <a:t>      </a:t>
            </a:r>
            <a:r>
              <a:rPr lang="zh-CN" altLang="en-US" sz="1800" b="1" dirty="0">
                <a:solidFill>
                  <a:schemeClr val="tx1"/>
                </a:solidFill>
              </a:rPr>
              <a:t>例：</a:t>
            </a:r>
            <a:r>
              <a:rPr lang="en-US" altLang="zh-CN" sz="1800" b="1" dirty="0"/>
              <a:t>MEM</a:t>
            </a:r>
            <a:r>
              <a:rPr lang="zh-CN" altLang="en-US" sz="1800" b="1" dirty="0"/>
              <a:t>读事务＝</a:t>
            </a:r>
            <a:r>
              <a:rPr lang="zh-CN" altLang="en-US" sz="1800" b="1" dirty="0">
                <a:solidFill>
                  <a:srgbClr val="0070C0"/>
                </a:solidFill>
              </a:rPr>
              <a:t>发送地址</a:t>
            </a:r>
            <a:r>
              <a:rPr lang="en-US" altLang="zh-CN" sz="1800" b="1" dirty="0">
                <a:solidFill>
                  <a:srgbClr val="0070C0"/>
                </a:solidFill>
              </a:rPr>
              <a:t>/</a:t>
            </a:r>
            <a:r>
              <a:rPr lang="zh-CN" altLang="en-US" sz="1800" b="1" dirty="0">
                <a:solidFill>
                  <a:srgbClr val="0070C0"/>
                </a:solidFill>
              </a:rPr>
              <a:t>命令</a:t>
            </a:r>
            <a:r>
              <a:rPr lang="zh-CN" altLang="en-US" sz="1800" b="1" dirty="0"/>
              <a:t>＋等待</a:t>
            </a:r>
            <a:r>
              <a:rPr lang="en-US" altLang="zh-CN" sz="1800" b="1" dirty="0"/>
              <a:t>MEM</a:t>
            </a:r>
            <a:r>
              <a:rPr lang="zh-CN" altLang="en-US" sz="1800" b="1" dirty="0"/>
              <a:t>响应＋</a:t>
            </a:r>
            <a:r>
              <a:rPr lang="zh-CN" altLang="en-US" sz="1800" b="1" dirty="0">
                <a:solidFill>
                  <a:srgbClr val="0070C0"/>
                </a:solidFill>
              </a:rPr>
              <a:t>传送数据</a:t>
            </a:r>
            <a:r>
              <a:rPr lang="zh-CN" altLang="en-US" sz="1800" b="1" dirty="0"/>
              <a:t>＋结束</a:t>
            </a:r>
            <a:endParaRPr lang="en-US" altLang="zh-CN" sz="1800" b="1" dirty="0"/>
          </a:p>
          <a:p>
            <a:r>
              <a:rPr lang="en-US" altLang="zh-CN" sz="1800" b="1" dirty="0"/>
              <a:t>          MEM</a:t>
            </a:r>
            <a:r>
              <a:rPr lang="zh-CN" altLang="en-US" sz="1800" b="1" dirty="0"/>
              <a:t>写事务＝</a:t>
            </a:r>
            <a:r>
              <a:rPr lang="zh-CN" altLang="en-US" sz="1800" b="1" dirty="0">
                <a:solidFill>
                  <a:srgbClr val="0070C0"/>
                </a:solidFill>
              </a:rPr>
              <a:t>发送地址</a:t>
            </a:r>
            <a:r>
              <a:rPr lang="en-US" altLang="zh-CN" sz="1800" b="1" dirty="0">
                <a:solidFill>
                  <a:srgbClr val="0070C0"/>
                </a:solidFill>
              </a:rPr>
              <a:t>/</a:t>
            </a:r>
            <a:r>
              <a:rPr lang="zh-CN" altLang="en-US" sz="1800" b="1" dirty="0">
                <a:solidFill>
                  <a:srgbClr val="0070C0"/>
                </a:solidFill>
              </a:rPr>
              <a:t>命令</a:t>
            </a:r>
            <a:r>
              <a:rPr lang="zh-CN" altLang="en-US" sz="1800" b="1" dirty="0"/>
              <a:t>＋</a:t>
            </a:r>
            <a:r>
              <a:rPr lang="zh-CN" altLang="en-US" sz="1800" b="1" dirty="0">
                <a:solidFill>
                  <a:srgbClr val="0070C0"/>
                </a:solidFill>
              </a:rPr>
              <a:t>传送数据</a:t>
            </a:r>
            <a:r>
              <a:rPr lang="zh-CN" altLang="en-US" sz="1800" b="1" dirty="0"/>
              <a:t>＋等待</a:t>
            </a:r>
            <a:r>
              <a:rPr lang="en-US" altLang="zh-CN" sz="1800" b="1" dirty="0"/>
              <a:t>MEM</a:t>
            </a:r>
            <a:r>
              <a:rPr lang="zh-CN" altLang="en-US" sz="1800" b="1" dirty="0"/>
              <a:t>响应＋结束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332000" y="2348880"/>
            <a:ext cx="3384550" cy="1368425"/>
            <a:chOff x="2492" y="3855"/>
            <a:chExt cx="5330" cy="2155"/>
          </a:xfrm>
        </p:grpSpPr>
        <p:cxnSp>
          <p:nvCxnSpPr>
            <p:cNvPr id="92" name="直接连接符 91"/>
            <p:cNvCxnSpPr/>
            <p:nvPr>
              <p:custDataLst>
                <p:tags r:id="rId79"/>
              </p:custDataLst>
            </p:nvPr>
          </p:nvCxnSpPr>
          <p:spPr bwMode="auto">
            <a:xfrm>
              <a:off x="5613" y="4139"/>
              <a:ext cx="1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3" name="直接连接符 92"/>
            <p:cNvCxnSpPr/>
            <p:nvPr>
              <p:custDataLst>
                <p:tags r:id="rId80"/>
              </p:custDataLst>
            </p:nvPr>
          </p:nvCxnSpPr>
          <p:spPr bwMode="auto">
            <a:xfrm>
              <a:off x="4930" y="3855"/>
              <a:ext cx="1" cy="215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4" name="直接连接符 93"/>
            <p:cNvCxnSpPr/>
            <p:nvPr>
              <p:custDataLst>
                <p:tags r:id="rId81"/>
              </p:custDataLst>
            </p:nvPr>
          </p:nvCxnSpPr>
          <p:spPr bwMode="auto">
            <a:xfrm flipH="1">
              <a:off x="4248" y="3855"/>
              <a:ext cx="1" cy="215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5" name="Text Box 161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4420" y="3855"/>
              <a:ext cx="3118" cy="283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17780" tIns="17780" rIns="18000" bIns="0" anchor="ctr" anchorCtr="0"/>
            <a:lstStyle/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  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   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4</a:t>
              </a:r>
            </a:p>
          </p:txBody>
        </p:sp>
        <p:sp>
          <p:nvSpPr>
            <p:cNvPr id="96" name="AutoShape 215"/>
            <p:cNvSpPr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4250" y="4535"/>
              <a:ext cx="3231" cy="283"/>
            </a:xfrm>
            <a:prstGeom prst="hexagon">
              <a:avLst>
                <a:gd name="adj" fmla="val 63269"/>
                <a:gd name="vf" fmla="val 115470"/>
              </a:avLst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A1</a:t>
              </a:r>
            </a:p>
          </p:txBody>
        </p:sp>
        <p:cxnSp>
          <p:nvCxnSpPr>
            <p:cNvPr id="97" name="直接连接符 96"/>
            <p:cNvCxnSpPr/>
            <p:nvPr>
              <p:custDataLst>
                <p:tags r:id="rId84"/>
              </p:custDataLst>
            </p:nvPr>
          </p:nvCxnSpPr>
          <p:spPr bwMode="auto">
            <a:xfrm>
              <a:off x="4080" y="4422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8" name="直接连接符 97"/>
            <p:cNvCxnSpPr/>
            <p:nvPr>
              <p:custDataLst>
                <p:tags r:id="rId85"/>
              </p:custDataLst>
            </p:nvPr>
          </p:nvCxnSpPr>
          <p:spPr bwMode="auto">
            <a:xfrm flipV="1">
              <a:off x="4250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直接连接符 98"/>
            <p:cNvCxnSpPr/>
            <p:nvPr>
              <p:custDataLst>
                <p:tags r:id="rId86"/>
              </p:custDataLst>
            </p:nvPr>
          </p:nvCxnSpPr>
          <p:spPr bwMode="auto">
            <a:xfrm>
              <a:off x="4250" y="413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直接连接符 99"/>
            <p:cNvCxnSpPr/>
            <p:nvPr>
              <p:custDataLst>
                <p:tags r:id="rId87"/>
              </p:custDataLst>
            </p:nvPr>
          </p:nvCxnSpPr>
          <p:spPr bwMode="auto">
            <a:xfrm flipV="1">
              <a:off x="4590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直接连接符 100"/>
            <p:cNvCxnSpPr/>
            <p:nvPr>
              <p:custDataLst>
                <p:tags r:id="rId88"/>
              </p:custDataLst>
            </p:nvPr>
          </p:nvCxnSpPr>
          <p:spPr bwMode="auto">
            <a:xfrm>
              <a:off x="4590" y="4422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接连接符 101"/>
            <p:cNvCxnSpPr/>
            <p:nvPr>
              <p:custDataLst>
                <p:tags r:id="rId89"/>
              </p:custDataLst>
            </p:nvPr>
          </p:nvCxnSpPr>
          <p:spPr bwMode="auto">
            <a:xfrm flipV="1">
              <a:off x="4932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" name="直接连接符 102"/>
            <p:cNvCxnSpPr/>
            <p:nvPr>
              <p:custDataLst>
                <p:tags r:id="rId90"/>
              </p:custDataLst>
            </p:nvPr>
          </p:nvCxnSpPr>
          <p:spPr bwMode="auto">
            <a:xfrm>
              <a:off x="4930" y="413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直接连接符 103"/>
            <p:cNvCxnSpPr/>
            <p:nvPr>
              <p:custDataLst>
                <p:tags r:id="rId91"/>
              </p:custDataLst>
            </p:nvPr>
          </p:nvCxnSpPr>
          <p:spPr bwMode="auto">
            <a:xfrm flipV="1">
              <a:off x="5271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直接连接符 104"/>
            <p:cNvCxnSpPr/>
            <p:nvPr>
              <p:custDataLst>
                <p:tags r:id="rId92"/>
              </p:custDataLst>
            </p:nvPr>
          </p:nvCxnSpPr>
          <p:spPr bwMode="auto">
            <a:xfrm>
              <a:off x="5280" y="4422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6" name="直接连接符 105"/>
            <p:cNvCxnSpPr/>
            <p:nvPr>
              <p:custDataLst>
                <p:tags r:id="rId93"/>
              </p:custDataLst>
            </p:nvPr>
          </p:nvCxnSpPr>
          <p:spPr bwMode="auto">
            <a:xfrm>
              <a:off x="4080" y="4677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直接连接符 106"/>
            <p:cNvCxnSpPr/>
            <p:nvPr>
              <p:custDataLst>
                <p:tags r:id="rId94"/>
              </p:custDataLst>
            </p:nvPr>
          </p:nvCxnSpPr>
          <p:spPr bwMode="auto">
            <a:xfrm>
              <a:off x="4080" y="5074"/>
              <a:ext cx="2211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直接连接符 107"/>
            <p:cNvCxnSpPr/>
            <p:nvPr>
              <p:custDataLst>
                <p:tags r:id="rId95"/>
              </p:custDataLst>
            </p:nvPr>
          </p:nvCxnSpPr>
          <p:spPr bwMode="auto">
            <a:xfrm flipV="1">
              <a:off x="4080" y="5329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9" name="直接连接符 108"/>
            <p:cNvCxnSpPr/>
            <p:nvPr>
              <p:custDataLst>
                <p:tags r:id="rId96"/>
              </p:custDataLst>
            </p:nvPr>
          </p:nvCxnSpPr>
          <p:spPr bwMode="auto">
            <a:xfrm flipV="1">
              <a:off x="4590" y="5329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直接连接符 109"/>
            <p:cNvCxnSpPr/>
            <p:nvPr>
              <p:custDataLst>
                <p:tags r:id="rId97"/>
              </p:custDataLst>
            </p:nvPr>
          </p:nvCxnSpPr>
          <p:spPr bwMode="auto">
            <a:xfrm>
              <a:off x="4590" y="5613"/>
              <a:ext cx="272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1" name="直接连接符 110"/>
            <p:cNvCxnSpPr/>
            <p:nvPr>
              <p:custDataLst>
                <p:tags r:id="rId98"/>
              </p:custDataLst>
            </p:nvPr>
          </p:nvCxnSpPr>
          <p:spPr bwMode="auto">
            <a:xfrm flipV="1">
              <a:off x="4080" y="5726"/>
              <a:ext cx="3742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2" name="Text Box 148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2492" y="4082"/>
              <a:ext cx="1531" cy="192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时钟线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CLK</a:t>
              </a: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地址总线</a:t>
              </a: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数据总线</a:t>
              </a: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RD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WR</a:t>
              </a:r>
            </a:p>
          </p:txBody>
        </p:sp>
        <p:cxnSp>
          <p:nvCxnSpPr>
            <p:cNvPr id="113" name="直接连接符 112"/>
            <p:cNvCxnSpPr/>
            <p:nvPr>
              <p:custDataLst>
                <p:tags r:id="rId100"/>
              </p:custDataLst>
            </p:nvPr>
          </p:nvCxnSpPr>
          <p:spPr bwMode="auto">
            <a:xfrm>
              <a:off x="4080" y="6009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直接连接符 113"/>
            <p:cNvCxnSpPr/>
            <p:nvPr>
              <p:custDataLst>
                <p:tags r:id="rId101"/>
              </p:custDataLst>
            </p:nvPr>
          </p:nvCxnSpPr>
          <p:spPr bwMode="auto">
            <a:xfrm>
              <a:off x="3654" y="5289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5" name="直接连接符 114"/>
            <p:cNvCxnSpPr/>
            <p:nvPr>
              <p:custDataLst>
                <p:tags r:id="rId102"/>
              </p:custDataLst>
            </p:nvPr>
          </p:nvCxnSpPr>
          <p:spPr bwMode="auto">
            <a:xfrm>
              <a:off x="3654" y="5697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6" name="直接连接符 115"/>
            <p:cNvCxnSpPr/>
            <p:nvPr>
              <p:custDataLst>
                <p:tags r:id="rId103"/>
              </p:custDataLst>
            </p:nvPr>
          </p:nvCxnSpPr>
          <p:spPr bwMode="auto">
            <a:xfrm>
              <a:off x="6288" y="3855"/>
              <a:ext cx="0" cy="215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7" name="直接连接符 116"/>
            <p:cNvCxnSpPr/>
            <p:nvPr>
              <p:custDataLst>
                <p:tags r:id="rId104"/>
              </p:custDataLst>
            </p:nvPr>
          </p:nvCxnSpPr>
          <p:spPr bwMode="auto">
            <a:xfrm>
              <a:off x="6969" y="3855"/>
              <a:ext cx="0" cy="215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8" name="直接连接符 117"/>
            <p:cNvCxnSpPr/>
            <p:nvPr>
              <p:custDataLst>
                <p:tags r:id="rId105"/>
              </p:custDataLst>
            </p:nvPr>
          </p:nvCxnSpPr>
          <p:spPr bwMode="auto">
            <a:xfrm flipH="1">
              <a:off x="7649" y="3855"/>
              <a:ext cx="1" cy="215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9" name="直接连接符 118"/>
            <p:cNvCxnSpPr/>
            <p:nvPr>
              <p:custDataLst>
                <p:tags r:id="rId106"/>
              </p:custDataLst>
            </p:nvPr>
          </p:nvCxnSpPr>
          <p:spPr bwMode="auto">
            <a:xfrm>
              <a:off x="7479" y="4677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0" name="AutoShape 215"/>
            <p:cNvSpPr>
              <a:spLocks noChangeArrowheads="1"/>
            </p:cNvSpPr>
            <p:nvPr>
              <p:custDataLst>
                <p:tags r:id="rId107"/>
              </p:custDataLst>
            </p:nvPr>
          </p:nvSpPr>
          <p:spPr bwMode="auto">
            <a:xfrm>
              <a:off x="6288" y="4932"/>
              <a:ext cx="1191" cy="283"/>
            </a:xfrm>
            <a:prstGeom prst="hexagon">
              <a:avLst>
                <a:gd name="adj" fmla="val 63047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D1</a:t>
              </a:r>
            </a:p>
          </p:txBody>
        </p:sp>
        <p:cxnSp>
          <p:nvCxnSpPr>
            <p:cNvPr id="121" name="直接连接符 120"/>
            <p:cNvCxnSpPr/>
            <p:nvPr>
              <p:custDataLst>
                <p:tags r:id="rId108"/>
              </p:custDataLst>
            </p:nvPr>
          </p:nvCxnSpPr>
          <p:spPr bwMode="auto">
            <a:xfrm>
              <a:off x="7479" y="5074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2" name="直接连接符 121"/>
            <p:cNvCxnSpPr/>
            <p:nvPr>
              <p:custDataLst>
                <p:tags r:id="rId109"/>
              </p:custDataLst>
            </p:nvPr>
          </p:nvCxnSpPr>
          <p:spPr bwMode="auto">
            <a:xfrm>
              <a:off x="7309" y="5329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3" name="直接连接符 122"/>
            <p:cNvCxnSpPr/>
            <p:nvPr>
              <p:custDataLst>
                <p:tags r:id="rId110"/>
              </p:custDataLst>
            </p:nvPr>
          </p:nvCxnSpPr>
          <p:spPr bwMode="auto">
            <a:xfrm flipV="1">
              <a:off x="7309" y="5329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4" name="直接连接符 123"/>
            <p:cNvCxnSpPr/>
            <p:nvPr>
              <p:custDataLst>
                <p:tags r:id="rId111"/>
              </p:custDataLst>
            </p:nvPr>
          </p:nvCxnSpPr>
          <p:spPr bwMode="auto">
            <a:xfrm flipV="1">
              <a:off x="7649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5" name="直接连接符 124"/>
            <p:cNvCxnSpPr/>
            <p:nvPr>
              <p:custDataLst>
                <p:tags r:id="rId112"/>
              </p:custDataLst>
            </p:nvPr>
          </p:nvCxnSpPr>
          <p:spPr bwMode="auto">
            <a:xfrm>
              <a:off x="7649" y="4138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6" name="直接连接符 125"/>
            <p:cNvCxnSpPr/>
            <p:nvPr>
              <p:custDataLst>
                <p:tags r:id="rId113"/>
              </p:custDataLst>
            </p:nvPr>
          </p:nvCxnSpPr>
          <p:spPr bwMode="auto">
            <a:xfrm flipV="1">
              <a:off x="6288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直接连接符 126"/>
            <p:cNvCxnSpPr/>
            <p:nvPr>
              <p:custDataLst>
                <p:tags r:id="rId114"/>
              </p:custDataLst>
            </p:nvPr>
          </p:nvCxnSpPr>
          <p:spPr bwMode="auto">
            <a:xfrm>
              <a:off x="6288" y="413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8" name="直接连接符 127"/>
            <p:cNvCxnSpPr/>
            <p:nvPr>
              <p:custDataLst>
                <p:tags r:id="rId115"/>
              </p:custDataLst>
            </p:nvPr>
          </p:nvCxnSpPr>
          <p:spPr bwMode="auto">
            <a:xfrm flipV="1">
              <a:off x="6628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9" name="直接连接符 128"/>
            <p:cNvCxnSpPr/>
            <p:nvPr>
              <p:custDataLst>
                <p:tags r:id="rId116"/>
              </p:custDataLst>
            </p:nvPr>
          </p:nvCxnSpPr>
          <p:spPr bwMode="auto">
            <a:xfrm>
              <a:off x="6628" y="4422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0" name="直接连接符 129"/>
            <p:cNvCxnSpPr/>
            <p:nvPr>
              <p:custDataLst>
                <p:tags r:id="rId117"/>
              </p:custDataLst>
            </p:nvPr>
          </p:nvCxnSpPr>
          <p:spPr bwMode="auto">
            <a:xfrm flipV="1">
              <a:off x="6970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1" name="直接连接符 130"/>
            <p:cNvCxnSpPr/>
            <p:nvPr>
              <p:custDataLst>
                <p:tags r:id="rId118"/>
              </p:custDataLst>
            </p:nvPr>
          </p:nvCxnSpPr>
          <p:spPr bwMode="auto">
            <a:xfrm>
              <a:off x="6968" y="413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2" name="直接连接符 131"/>
            <p:cNvCxnSpPr/>
            <p:nvPr>
              <p:custDataLst>
                <p:tags r:id="rId119"/>
              </p:custDataLst>
            </p:nvPr>
          </p:nvCxnSpPr>
          <p:spPr bwMode="auto">
            <a:xfrm flipV="1">
              <a:off x="7309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3" name="直接连接符 132"/>
            <p:cNvCxnSpPr/>
            <p:nvPr>
              <p:custDataLst>
                <p:tags r:id="rId120"/>
              </p:custDataLst>
            </p:nvPr>
          </p:nvCxnSpPr>
          <p:spPr bwMode="auto">
            <a:xfrm>
              <a:off x="7318" y="4422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4" name="直接连接符 133"/>
            <p:cNvCxnSpPr/>
            <p:nvPr>
              <p:custDataLst>
                <p:tags r:id="rId121"/>
              </p:custDataLst>
            </p:nvPr>
          </p:nvCxnSpPr>
          <p:spPr bwMode="auto">
            <a:xfrm flipV="1">
              <a:off x="5615" y="4139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5" name="直接连接符 134"/>
            <p:cNvCxnSpPr/>
            <p:nvPr>
              <p:custDataLst>
                <p:tags r:id="rId122"/>
              </p:custDataLst>
            </p:nvPr>
          </p:nvCxnSpPr>
          <p:spPr bwMode="auto">
            <a:xfrm>
              <a:off x="5613" y="413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6" name="直接连接符 135"/>
            <p:cNvCxnSpPr/>
            <p:nvPr>
              <p:custDataLst>
                <p:tags r:id="rId123"/>
              </p:custDataLst>
            </p:nvPr>
          </p:nvCxnSpPr>
          <p:spPr bwMode="auto">
            <a:xfrm flipV="1">
              <a:off x="5954" y="4139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7" name="直接连接符 136"/>
            <p:cNvCxnSpPr/>
            <p:nvPr>
              <p:custDataLst>
                <p:tags r:id="rId124"/>
              </p:custDataLst>
            </p:nvPr>
          </p:nvCxnSpPr>
          <p:spPr bwMode="auto">
            <a:xfrm>
              <a:off x="5963" y="4423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8" name="组合 137"/>
          <p:cNvGrpSpPr/>
          <p:nvPr/>
        </p:nvGrpSpPr>
        <p:grpSpPr>
          <a:xfrm>
            <a:off x="4968000" y="2348880"/>
            <a:ext cx="3384550" cy="1368425"/>
            <a:chOff x="8220" y="3855"/>
            <a:chExt cx="5330" cy="2155"/>
          </a:xfrm>
        </p:grpSpPr>
        <p:cxnSp>
          <p:nvCxnSpPr>
            <p:cNvPr id="139" name="直接连接符 138"/>
            <p:cNvCxnSpPr/>
            <p:nvPr>
              <p:custDataLst>
                <p:tags r:id="rId33"/>
              </p:custDataLst>
            </p:nvPr>
          </p:nvCxnSpPr>
          <p:spPr bwMode="auto">
            <a:xfrm>
              <a:off x="12019" y="4139"/>
              <a:ext cx="0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0" name="直接连接符 139"/>
            <p:cNvCxnSpPr/>
            <p:nvPr>
              <p:custDataLst>
                <p:tags r:id="rId34"/>
              </p:custDataLst>
            </p:nvPr>
          </p:nvCxnSpPr>
          <p:spPr bwMode="auto">
            <a:xfrm>
              <a:off x="10658" y="3855"/>
              <a:ext cx="1" cy="215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直接连接符 140"/>
            <p:cNvCxnSpPr/>
            <p:nvPr>
              <p:custDataLst>
                <p:tags r:id="rId35"/>
              </p:custDataLst>
            </p:nvPr>
          </p:nvCxnSpPr>
          <p:spPr bwMode="auto">
            <a:xfrm>
              <a:off x="11338" y="3855"/>
              <a:ext cx="0" cy="215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2" name="直接连接符 141"/>
            <p:cNvCxnSpPr/>
            <p:nvPr>
              <p:custDataLst>
                <p:tags r:id="rId36"/>
              </p:custDataLst>
            </p:nvPr>
          </p:nvCxnSpPr>
          <p:spPr bwMode="auto">
            <a:xfrm flipH="1">
              <a:off x="9976" y="3855"/>
              <a:ext cx="1" cy="215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3" name="Text Box 161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0148" y="3855"/>
              <a:ext cx="3118" cy="283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17780" tIns="17780" rIns="18000" bIns="0" anchor="ctr" anchorCtr="0"/>
            <a:lstStyle/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   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  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4</a:t>
              </a:r>
            </a:p>
          </p:txBody>
        </p:sp>
        <p:sp>
          <p:nvSpPr>
            <p:cNvPr id="144" name="AutoShape 215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9978" y="4535"/>
              <a:ext cx="3231" cy="283"/>
            </a:xfrm>
            <a:prstGeom prst="hexagon">
              <a:avLst>
                <a:gd name="adj" fmla="val 63269"/>
                <a:gd name="vf" fmla="val 115470"/>
              </a:avLst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A1</a:t>
              </a:r>
            </a:p>
          </p:txBody>
        </p:sp>
        <p:cxnSp>
          <p:nvCxnSpPr>
            <p:cNvPr id="145" name="直接连接符 144"/>
            <p:cNvCxnSpPr/>
            <p:nvPr>
              <p:custDataLst>
                <p:tags r:id="rId39"/>
              </p:custDataLst>
            </p:nvPr>
          </p:nvCxnSpPr>
          <p:spPr bwMode="auto">
            <a:xfrm>
              <a:off x="9808" y="4422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直接连接符 145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9978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直接连接符 146"/>
            <p:cNvCxnSpPr/>
            <p:nvPr>
              <p:custDataLst>
                <p:tags r:id="rId41"/>
              </p:custDataLst>
            </p:nvPr>
          </p:nvCxnSpPr>
          <p:spPr bwMode="auto">
            <a:xfrm>
              <a:off x="9978" y="413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直接连接符 147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10318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直接连接符 148"/>
            <p:cNvCxnSpPr/>
            <p:nvPr>
              <p:custDataLst>
                <p:tags r:id="rId43"/>
              </p:custDataLst>
            </p:nvPr>
          </p:nvCxnSpPr>
          <p:spPr bwMode="auto">
            <a:xfrm>
              <a:off x="10318" y="4422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0" name="直接连接符 149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10660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1" name="直接连接符 150"/>
            <p:cNvCxnSpPr/>
            <p:nvPr>
              <p:custDataLst>
                <p:tags r:id="rId45"/>
              </p:custDataLst>
            </p:nvPr>
          </p:nvCxnSpPr>
          <p:spPr bwMode="auto">
            <a:xfrm>
              <a:off x="10658" y="413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2" name="直接连接符 151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10999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3" name="直接连接符 152"/>
            <p:cNvCxnSpPr/>
            <p:nvPr>
              <p:custDataLst>
                <p:tags r:id="rId47"/>
              </p:custDataLst>
            </p:nvPr>
          </p:nvCxnSpPr>
          <p:spPr bwMode="auto">
            <a:xfrm>
              <a:off x="11008" y="4422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4" name="直接连接符 153"/>
            <p:cNvCxnSpPr/>
            <p:nvPr>
              <p:custDataLst>
                <p:tags r:id="rId48"/>
              </p:custDataLst>
            </p:nvPr>
          </p:nvCxnSpPr>
          <p:spPr bwMode="auto">
            <a:xfrm>
              <a:off x="9808" y="4677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5" name="AutoShape 215"/>
            <p:cNvSpPr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10658" y="4932"/>
              <a:ext cx="2551" cy="283"/>
            </a:xfrm>
            <a:prstGeom prst="hexagon">
              <a:avLst>
                <a:gd name="adj" fmla="val 63047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D1</a:t>
              </a:r>
            </a:p>
          </p:txBody>
        </p:sp>
        <p:cxnSp>
          <p:nvCxnSpPr>
            <p:cNvPr id="156" name="直接连接符 155"/>
            <p:cNvCxnSpPr/>
            <p:nvPr>
              <p:custDataLst>
                <p:tags r:id="rId50"/>
              </p:custDataLst>
            </p:nvPr>
          </p:nvCxnSpPr>
          <p:spPr bwMode="auto">
            <a:xfrm>
              <a:off x="9808" y="5074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直接连接符 156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9808" y="5726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直接连接符 157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10318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9" name="直接连接符 158"/>
            <p:cNvCxnSpPr/>
            <p:nvPr>
              <p:custDataLst>
                <p:tags r:id="rId53"/>
              </p:custDataLst>
            </p:nvPr>
          </p:nvCxnSpPr>
          <p:spPr bwMode="auto">
            <a:xfrm>
              <a:off x="10318" y="6009"/>
              <a:ext cx="272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0" name="直接连接符 159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9808" y="5329"/>
              <a:ext cx="3742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1" name="Text Box 148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8220" y="4082"/>
              <a:ext cx="1531" cy="192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时钟线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CLK</a:t>
              </a: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地址总线</a:t>
              </a: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数据总线</a:t>
              </a: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RD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WR</a:t>
              </a:r>
            </a:p>
          </p:txBody>
        </p:sp>
        <p:cxnSp>
          <p:nvCxnSpPr>
            <p:cNvPr id="162" name="直接连接符 161"/>
            <p:cNvCxnSpPr/>
            <p:nvPr>
              <p:custDataLst>
                <p:tags r:id="rId56"/>
              </p:custDataLst>
            </p:nvPr>
          </p:nvCxnSpPr>
          <p:spPr bwMode="auto">
            <a:xfrm>
              <a:off x="9808" y="5612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3" name="直接连接符 162"/>
            <p:cNvCxnSpPr/>
            <p:nvPr>
              <p:custDataLst>
                <p:tags r:id="rId57"/>
              </p:custDataLst>
            </p:nvPr>
          </p:nvCxnSpPr>
          <p:spPr bwMode="auto">
            <a:xfrm>
              <a:off x="9382" y="5289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4" name="直接连接符 163"/>
            <p:cNvCxnSpPr/>
            <p:nvPr>
              <p:custDataLst>
                <p:tags r:id="rId58"/>
              </p:custDataLst>
            </p:nvPr>
          </p:nvCxnSpPr>
          <p:spPr bwMode="auto">
            <a:xfrm>
              <a:off x="9382" y="5697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5" name="直接连接符 164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11338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6" name="直接连接符 165"/>
            <p:cNvCxnSpPr/>
            <p:nvPr>
              <p:custDataLst>
                <p:tags r:id="rId60"/>
              </p:custDataLst>
            </p:nvPr>
          </p:nvCxnSpPr>
          <p:spPr bwMode="auto">
            <a:xfrm>
              <a:off x="11338" y="413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7" name="直接连接符 166"/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11678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8" name="直接连接符 167"/>
            <p:cNvCxnSpPr/>
            <p:nvPr>
              <p:custDataLst>
                <p:tags r:id="rId62"/>
              </p:custDataLst>
            </p:nvPr>
          </p:nvCxnSpPr>
          <p:spPr bwMode="auto">
            <a:xfrm>
              <a:off x="11678" y="4422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4" name="直接连接符 173"/>
            <p:cNvCxnSpPr/>
            <p:nvPr>
              <p:custDataLst>
                <p:tags r:id="rId63"/>
              </p:custDataLst>
            </p:nvPr>
          </p:nvCxnSpPr>
          <p:spPr bwMode="auto">
            <a:xfrm>
              <a:off x="12697" y="3855"/>
              <a:ext cx="0" cy="215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5" name="直接连接符 174"/>
            <p:cNvCxnSpPr/>
            <p:nvPr>
              <p:custDataLst>
                <p:tags r:id="rId64"/>
              </p:custDataLst>
            </p:nvPr>
          </p:nvCxnSpPr>
          <p:spPr bwMode="auto">
            <a:xfrm flipH="1">
              <a:off x="13377" y="3855"/>
              <a:ext cx="1" cy="215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6" name="直接连接符 175"/>
            <p:cNvCxnSpPr/>
            <p:nvPr>
              <p:custDataLst>
                <p:tags r:id="rId65"/>
              </p:custDataLst>
            </p:nvPr>
          </p:nvCxnSpPr>
          <p:spPr bwMode="auto">
            <a:xfrm>
              <a:off x="13207" y="4677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7" name="直接连接符 176"/>
            <p:cNvCxnSpPr/>
            <p:nvPr>
              <p:custDataLst>
                <p:tags r:id="rId66"/>
              </p:custDataLst>
            </p:nvPr>
          </p:nvCxnSpPr>
          <p:spPr bwMode="auto">
            <a:xfrm>
              <a:off x="13207" y="5074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8" name="直接连接符 177"/>
            <p:cNvCxnSpPr/>
            <p:nvPr>
              <p:custDataLst>
                <p:tags r:id="rId67"/>
              </p:custDataLst>
            </p:nvPr>
          </p:nvCxnSpPr>
          <p:spPr bwMode="auto">
            <a:xfrm>
              <a:off x="13037" y="5726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直接连接符 178"/>
            <p:cNvCxnSpPr/>
            <p:nvPr>
              <p:custDataLst>
                <p:tags r:id="rId68"/>
              </p:custDataLst>
            </p:nvPr>
          </p:nvCxnSpPr>
          <p:spPr bwMode="auto">
            <a:xfrm flipV="1">
              <a:off x="13037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8" name="直接连接符 257"/>
            <p:cNvCxnSpPr/>
            <p:nvPr>
              <p:custDataLst>
                <p:tags r:id="rId69"/>
              </p:custDataLst>
            </p:nvPr>
          </p:nvCxnSpPr>
          <p:spPr bwMode="auto">
            <a:xfrm flipV="1">
              <a:off x="13377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9" name="直接连接符 258"/>
            <p:cNvCxnSpPr/>
            <p:nvPr>
              <p:custDataLst>
                <p:tags r:id="rId70"/>
              </p:custDataLst>
            </p:nvPr>
          </p:nvCxnSpPr>
          <p:spPr bwMode="auto">
            <a:xfrm>
              <a:off x="13377" y="4138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0" name="直接连接符 259"/>
            <p:cNvCxnSpPr/>
            <p:nvPr>
              <p:custDataLst>
                <p:tags r:id="rId71"/>
              </p:custDataLst>
            </p:nvPr>
          </p:nvCxnSpPr>
          <p:spPr bwMode="auto">
            <a:xfrm flipV="1">
              <a:off x="12698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1" name="直接连接符 260"/>
            <p:cNvCxnSpPr/>
            <p:nvPr>
              <p:custDataLst>
                <p:tags r:id="rId72"/>
              </p:custDataLst>
            </p:nvPr>
          </p:nvCxnSpPr>
          <p:spPr bwMode="auto">
            <a:xfrm>
              <a:off x="12696" y="413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2" name="直接连接符 261"/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13037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3" name="直接连接符 262"/>
            <p:cNvCxnSpPr/>
            <p:nvPr>
              <p:custDataLst>
                <p:tags r:id="rId74"/>
              </p:custDataLst>
            </p:nvPr>
          </p:nvCxnSpPr>
          <p:spPr bwMode="auto">
            <a:xfrm>
              <a:off x="13046" y="4422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4" name="直接连接符 263"/>
            <p:cNvCxnSpPr/>
            <p:nvPr>
              <p:custDataLst>
                <p:tags r:id="rId75"/>
              </p:custDataLst>
            </p:nvPr>
          </p:nvCxnSpPr>
          <p:spPr bwMode="auto">
            <a:xfrm flipV="1">
              <a:off x="12019" y="4139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5" name="直接连接符 264"/>
            <p:cNvCxnSpPr/>
            <p:nvPr>
              <p:custDataLst>
                <p:tags r:id="rId76"/>
              </p:custDataLst>
            </p:nvPr>
          </p:nvCxnSpPr>
          <p:spPr bwMode="auto">
            <a:xfrm>
              <a:off x="12019" y="413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6" name="直接连接符 265"/>
            <p:cNvCxnSpPr/>
            <p:nvPr>
              <p:custDataLst>
                <p:tags r:id="rId77"/>
              </p:custDataLst>
            </p:nvPr>
          </p:nvCxnSpPr>
          <p:spPr bwMode="auto">
            <a:xfrm flipV="1">
              <a:off x="12359" y="4139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7" name="直接连接符 266"/>
            <p:cNvCxnSpPr/>
            <p:nvPr>
              <p:custDataLst>
                <p:tags r:id="rId78"/>
              </p:custDataLst>
            </p:nvPr>
          </p:nvCxnSpPr>
          <p:spPr bwMode="auto">
            <a:xfrm>
              <a:off x="12359" y="4423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68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789040"/>
            <a:ext cx="4970145" cy="273459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总线定时方式：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交互步骤的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时长约定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同步方式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异步方式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半同步方式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</p:txBody>
      </p:sp>
      <p:sp>
        <p:nvSpPr>
          <p:cNvPr id="269" name="Text Box 1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60270" y="4220840"/>
            <a:ext cx="6983730" cy="22729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设置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统一的时钟信号</a:t>
            </a:r>
            <a:r>
              <a:rPr lang="en-US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CLK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，步骤时长＝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2200" b="1" dirty="0">
                <a:latin typeface="+mn-ea"/>
                <a:ea typeface="+mn-ea"/>
                <a:cs typeface="宋体" panose="02010600030101010101" pitchFamily="2" charset="-122"/>
                <a:sym typeface="+mn-ea"/>
              </a:rPr>
              <a:t>*CLK</a:t>
            </a:r>
            <a:r>
              <a:rPr lang="en-US" altLang="zh-CN" sz="1600" b="1" dirty="0">
                <a:latin typeface="+mn-ea"/>
                <a:ea typeface="+mn-ea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600" b="1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en-US" sz="1600" b="1" dirty="0">
                <a:cs typeface="宋体" panose="02010600030101010101" pitchFamily="2" charset="-122"/>
                <a:sym typeface="+mn-ea"/>
              </a:rPr>
              <a:t>为常量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同一事务</a:t>
            </a:r>
            <a:r>
              <a:rPr lang="zh-CN" altLang="en-US" sz="1600" b="1" dirty="0">
                <a:highlight>
                  <a:srgbClr val="CCCC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不同步骤可不同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zh-CN" altLang="en-US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┘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设置</a:t>
            </a:r>
            <a:r>
              <a:rPr lang="zh-CN" altLang="en-US" sz="2200" b="1" u="sng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联络信号</a:t>
            </a:r>
            <a:r>
              <a:rPr lang="en-US" altLang="zh-CN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</a:t>
            </a:r>
            <a:r>
              <a:rPr lang="en-US" altLang="zh-CN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Ack)</a:t>
            </a:r>
            <a:r>
              <a:rPr lang="zh-CN" altLang="en-US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，步骤时长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＝握手时延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可变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与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CLK</a:t>
            </a:r>
            <a:r>
              <a:rPr lang="zh-CN" altLang="en-US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无关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spc="-5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设置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时钟信号</a:t>
            </a:r>
            <a:r>
              <a:rPr lang="en-US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联络信号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，步骤时长＝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2200" b="1" dirty="0">
                <a:latin typeface="+mn-ea"/>
                <a:ea typeface="+mn-ea"/>
                <a:cs typeface="宋体" panose="02010600030101010101" pitchFamily="2" charset="-122"/>
                <a:sym typeface="+mn-ea"/>
              </a:rPr>
              <a:t>*CLK</a:t>
            </a:r>
            <a:r>
              <a:rPr lang="en-US" altLang="zh-CN" sz="1600" b="1" dirty="0">
                <a:latin typeface="+mn-ea"/>
                <a:ea typeface="+mn-ea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600" b="1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为变量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600" b="1" spc="-5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96" name="AutoShape 335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0800000">
            <a:off x="2987824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" name="Text Box 7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615850" y="3824955"/>
            <a:ext cx="3240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3525" indent="-263525">
              <a:lnSpc>
                <a:spcPct val="90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>
                <a:sym typeface="+mn-ea"/>
              </a:rPr>
              <a:t>谁决定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写事务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18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1800" b="1" dirty="0"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时长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？</a:t>
            </a:r>
            <a:endParaRPr lang="zh-CN" sz="1800" b="1" u="none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线形标注 2 2"/>
          <p:cNvSpPr/>
          <p:nvPr>
            <p:custDataLst>
              <p:tags r:id="rId5"/>
            </p:custDataLst>
          </p:nvPr>
        </p:nvSpPr>
        <p:spPr bwMode="auto">
          <a:xfrm>
            <a:off x="899592" y="5481256"/>
            <a:ext cx="1584000" cy="252000"/>
          </a:xfrm>
          <a:prstGeom prst="borderCallout2">
            <a:avLst>
              <a:gd name="adj1" fmla="val 55843"/>
              <a:gd name="adj2" fmla="val 99793"/>
              <a:gd name="adj3" fmla="val 59752"/>
              <a:gd name="adj4" fmla="val 111533"/>
              <a:gd name="adj5" fmla="val -14460"/>
              <a:gd name="adj6" fmla="val 121933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105000"/>
              </a:lnSpc>
            </a:pPr>
            <a:r>
              <a:rPr lang="zh-CN" altLang="en-US" sz="1600" b="1" dirty="0">
                <a:solidFill>
                  <a:srgbClr val="0070C0"/>
                </a:solidFill>
                <a:latin typeface="+mn-lt"/>
                <a:ea typeface="+mn-ea"/>
              </a:rPr>
              <a:t>常</a:t>
            </a:r>
            <a:r>
              <a:rPr lang="zh-CN" altLang="en-US" sz="1600" b="1" dirty="0">
                <a:latin typeface="+mn-lt"/>
                <a:ea typeface="+mn-ea"/>
              </a:rPr>
              <a:t>用</a:t>
            </a:r>
            <a:r>
              <a:rPr lang="zh-CN" altLang="en-US" sz="1600" b="1" u="sng" dirty="0">
                <a:solidFill>
                  <a:srgbClr val="FF3399"/>
                </a:solidFill>
                <a:latin typeface="+mn-lt"/>
                <a:ea typeface="+mn-ea"/>
              </a:rPr>
              <a:t>命令线</a:t>
            </a:r>
            <a:r>
              <a:rPr lang="zh-CN" altLang="en-US" sz="1600" b="1" dirty="0">
                <a:latin typeface="+mn-lt"/>
                <a:ea typeface="+mn-ea"/>
              </a:rPr>
              <a:t>代替</a:t>
            </a:r>
          </a:p>
        </p:txBody>
      </p: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3AF09180-6740-4D4A-8841-7A8DF43D173F}"/>
              </a:ext>
            </a:extLst>
          </p:cNvPr>
          <p:cNvGrpSpPr/>
          <p:nvPr/>
        </p:nvGrpSpPr>
        <p:grpSpPr>
          <a:xfrm>
            <a:off x="2843808" y="5347448"/>
            <a:ext cx="5328592" cy="721995"/>
            <a:chOff x="2843808" y="5301208"/>
            <a:chExt cx="5328592" cy="721995"/>
          </a:xfrm>
        </p:grpSpPr>
        <p:sp>
          <p:nvSpPr>
            <p:cNvPr id="170" name="Text Box 527">
              <a:extLst>
                <a:ext uri="{FF2B5EF4-FFF2-40B4-BE49-F238E27FC236}">
                  <a16:creationId xmlns:a16="http://schemas.microsoft.com/office/drawing/2014/main" id="{5357308B-414B-4738-97DF-3191D380D372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225508" y="5589240"/>
              <a:ext cx="47455" cy="217170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/>
            </a:p>
          </p:txBody>
        </p:sp>
        <p:sp>
          <p:nvSpPr>
            <p:cNvPr id="171" name="Text Box 527">
              <a:extLst>
                <a:ext uri="{FF2B5EF4-FFF2-40B4-BE49-F238E27FC236}">
                  <a16:creationId xmlns:a16="http://schemas.microsoft.com/office/drawing/2014/main" id="{CEA3D8D1-ECF6-41ED-969E-D07F07FE62F7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859893" y="5301208"/>
              <a:ext cx="140330" cy="21717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/>
            </a:p>
          </p:txBody>
        </p:sp>
        <p:sp>
          <p:nvSpPr>
            <p:cNvPr id="172" name="Text Box 527">
              <a:extLst>
                <a:ext uri="{FF2B5EF4-FFF2-40B4-BE49-F238E27FC236}">
                  <a16:creationId xmlns:a16="http://schemas.microsoft.com/office/drawing/2014/main" id="{E78E038B-6B88-4FCD-BBFD-B4697CCA51C2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035558" y="5589240"/>
              <a:ext cx="608450" cy="217170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/>
            </a:p>
          </p:txBody>
        </p:sp>
        <p:sp>
          <p:nvSpPr>
            <p:cNvPr id="173" name="Text Box 522">
              <a:extLst>
                <a:ext uri="{FF2B5EF4-FFF2-40B4-BE49-F238E27FC236}">
                  <a16:creationId xmlns:a16="http://schemas.microsoft.com/office/drawing/2014/main" id="{ADE6D29D-C28E-40E5-870E-911669BBB5C8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843808" y="5301843"/>
              <a:ext cx="864235" cy="5397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dirty="0"/>
                <a:t>请求</a:t>
              </a:r>
              <a:r>
                <a:rPr lang="en-US" altLang="zh-CN" sz="1800" b="1" dirty="0" err="1"/>
                <a:t>Req</a:t>
              </a:r>
              <a:endParaRPr lang="en-US" altLang="zh-CN" sz="1800" b="1" dirty="0"/>
            </a:p>
            <a:p>
              <a:pPr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zh-CN" altLang="en-US" sz="1800" b="1" dirty="0"/>
                <a:t>应答</a:t>
              </a:r>
              <a:r>
                <a:rPr lang="en-US" altLang="zh-CN" sz="1800" b="1" dirty="0" err="1"/>
                <a:t>Ack</a:t>
              </a:r>
              <a:endParaRPr lang="en-US" altLang="zh-CN" sz="1800" b="1" dirty="0"/>
            </a:p>
          </p:txBody>
        </p:sp>
        <p:sp>
          <p:nvSpPr>
            <p:cNvPr id="180" name="Text Box 527">
              <a:extLst>
                <a:ext uri="{FF2B5EF4-FFF2-40B4-BE49-F238E27FC236}">
                  <a16:creationId xmlns:a16="http://schemas.microsoft.com/office/drawing/2014/main" id="{5F7E367D-1399-48C7-AF16-FF823A620B69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815854" y="5806033"/>
              <a:ext cx="215900" cy="21717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①</a:t>
              </a:r>
            </a:p>
          </p:txBody>
        </p: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BF2842E6-8C42-4EFE-A9DF-98CB560C5176}"/>
                </a:ext>
              </a:extLst>
            </p:cNvPr>
            <p:cNvCxnSpPr>
              <a:cxnSpLocks/>
            </p:cNvCxnSpPr>
            <p:nvPr>
              <p:custDataLst>
                <p:tags r:id="rId11"/>
              </p:custDataLst>
            </p:nvPr>
          </p:nvCxnSpPr>
          <p:spPr bwMode="auto">
            <a:xfrm flipV="1">
              <a:off x="3707904" y="5518378"/>
              <a:ext cx="10795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B0D9857C-313A-4FCA-8ACE-F9E0FCC1F77C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3816489" y="5301208"/>
              <a:ext cx="215900" cy="2159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4FB212D4-2C27-4607-850C-E50A94B836B3}"/>
                </a:ext>
              </a:extLst>
            </p:cNvPr>
            <p:cNvCxnSpPr>
              <a:cxnSpLocks/>
            </p:cNvCxnSpPr>
            <p:nvPr>
              <p:custDataLst>
                <p:tags r:id="rId13"/>
              </p:custDataLst>
            </p:nvPr>
          </p:nvCxnSpPr>
          <p:spPr bwMode="auto">
            <a:xfrm>
              <a:off x="4031754" y="5301208"/>
              <a:ext cx="972185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BBE14213-FAF0-45D5-ABBE-50BAA9184CBF}"/>
                </a:ext>
              </a:extLst>
            </p:cNvPr>
            <p:cNvCxnSpPr>
              <a:cxnSpLocks/>
            </p:cNvCxnSpPr>
            <p:nvPr>
              <p:custDataLst>
                <p:tags r:id="rId14"/>
              </p:custDataLst>
            </p:nvPr>
          </p:nvCxnSpPr>
          <p:spPr bwMode="auto">
            <a:xfrm>
              <a:off x="3707904" y="5806033"/>
              <a:ext cx="93599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B89DCBF1-9862-4D19-8531-DA018DB3E9DE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>
              <a:off x="3816489" y="5301208"/>
              <a:ext cx="0" cy="720090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6" name="直接连接符 185">
              <a:extLst>
                <a:ext uri="{FF2B5EF4-FFF2-40B4-BE49-F238E27FC236}">
                  <a16:creationId xmlns:a16="http://schemas.microsoft.com/office/drawing/2014/main" id="{B06489C1-B079-4637-AA05-DCECF4900E88}"/>
                </a:ext>
              </a:extLst>
            </p:cNvPr>
            <p:cNvCxnSpPr>
              <a:cxnSpLocks/>
            </p:cNvCxnSpPr>
            <p:nvPr>
              <p:custDataLst>
                <p:tags r:id="rId16"/>
              </p:custDataLst>
            </p:nvPr>
          </p:nvCxnSpPr>
          <p:spPr bwMode="auto">
            <a:xfrm>
              <a:off x="4859794" y="5590133"/>
              <a:ext cx="395833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7" name="直接连接符 186">
              <a:extLst>
                <a:ext uri="{FF2B5EF4-FFF2-40B4-BE49-F238E27FC236}">
                  <a16:creationId xmlns:a16="http://schemas.microsoft.com/office/drawing/2014/main" id="{681C74B1-4C9C-4F3B-AF31-952490F33CC1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4643894" y="5590133"/>
              <a:ext cx="215900" cy="21590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4472417B-A61E-4C39-B9CB-274226D9B342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>
              <a:off x="4031754" y="5301208"/>
              <a:ext cx="0" cy="72009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9" name="直接连接符 188">
              <a:extLst>
                <a:ext uri="{FF2B5EF4-FFF2-40B4-BE49-F238E27FC236}">
                  <a16:creationId xmlns:a16="http://schemas.microsoft.com/office/drawing/2014/main" id="{43FE9304-95D1-4066-8AFA-89158607899A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>
              <a:off x="4859794" y="5301208"/>
              <a:ext cx="0" cy="72009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0" name="直接连接符 189">
              <a:extLst>
                <a:ext uri="{FF2B5EF4-FFF2-40B4-BE49-F238E27FC236}">
                  <a16:creationId xmlns:a16="http://schemas.microsoft.com/office/drawing/2014/main" id="{B25FBCBC-9E93-41BD-9DB3-D95DBBAE9E58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>
              <a:off x="5004033" y="5301843"/>
              <a:ext cx="215900" cy="2159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6760103E-5FE0-4358-8BF1-F2536BCD4D47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>
              <a:off x="5220067" y="5518378"/>
              <a:ext cx="360045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2" name="直接连接符 191">
              <a:extLst>
                <a:ext uri="{FF2B5EF4-FFF2-40B4-BE49-F238E27FC236}">
                  <a16:creationId xmlns:a16="http://schemas.microsoft.com/office/drawing/2014/main" id="{9DEA1701-E3AE-4A77-8687-734A37C801D7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>
              <a:off x="5220067" y="5301208"/>
              <a:ext cx="635" cy="72009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DAB42740-9E5E-49B4-B14E-E1C0694085C1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>
              <a:off x="5472162" y="5301208"/>
              <a:ext cx="0" cy="720090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0B5C8E4C-4EE5-4A0A-B46E-87F5D27F1CA0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>
              <a:off x="5255627" y="5590133"/>
              <a:ext cx="215900" cy="21590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462141F9-4EBA-4608-AC26-A8EE9FE51E70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auto">
            <a:xfrm>
              <a:off x="5472162" y="5804763"/>
              <a:ext cx="107950" cy="127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6" name="Text Box 527">
              <a:extLst>
                <a:ext uri="{FF2B5EF4-FFF2-40B4-BE49-F238E27FC236}">
                  <a16:creationId xmlns:a16="http://schemas.microsoft.com/office/drawing/2014/main" id="{A84ABA83-FE2E-4724-A985-F20A881F8049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319409" y="5806033"/>
              <a:ext cx="215900" cy="21717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②</a:t>
              </a:r>
              <a:endParaRPr lang="en-US" altLang="zh-CN" sz="1600" b="1" dirty="0"/>
            </a:p>
          </p:txBody>
        </p:sp>
        <p:sp>
          <p:nvSpPr>
            <p:cNvPr id="197" name="Text Box 527">
              <a:extLst>
                <a:ext uri="{FF2B5EF4-FFF2-40B4-BE49-F238E27FC236}">
                  <a16:creationId xmlns:a16="http://schemas.microsoft.com/office/drawing/2014/main" id="{FDF7EB05-54A6-4E78-A835-ACBF3C12091B}"/>
                </a:ext>
              </a:extLst>
            </p:cNvPr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889914" y="5806033"/>
              <a:ext cx="294222" cy="21717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③</a:t>
              </a:r>
              <a:endParaRPr lang="en-US" altLang="zh-CN" sz="1600" b="1" dirty="0"/>
            </a:p>
          </p:txBody>
        </p:sp>
        <p:sp>
          <p:nvSpPr>
            <p:cNvPr id="198" name="Text Box 527">
              <a:extLst>
                <a:ext uri="{FF2B5EF4-FFF2-40B4-BE49-F238E27FC236}">
                  <a16:creationId xmlns:a16="http://schemas.microsoft.com/office/drawing/2014/main" id="{37DA994F-587A-4C9B-B5C8-05AB7F59F77C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223877" y="5806033"/>
              <a:ext cx="252095" cy="21717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④</a:t>
              </a:r>
              <a:endParaRPr lang="en-US" altLang="zh-CN" sz="1600" b="1" dirty="0"/>
            </a:p>
          </p:txBody>
        </p:sp>
        <p:sp>
          <p:nvSpPr>
            <p:cNvPr id="199" name="任意多边形 291">
              <a:extLst>
                <a:ext uri="{FF2B5EF4-FFF2-40B4-BE49-F238E27FC236}">
                  <a16:creationId xmlns:a16="http://schemas.microsoft.com/office/drawing/2014/main" id="{B7BCD200-085C-4CF7-B510-6B8635F87D66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auto">
            <a:xfrm>
              <a:off x="4715648" y="5410428"/>
              <a:ext cx="392427" cy="288290"/>
            </a:xfrm>
            <a:custGeom>
              <a:avLst/>
              <a:gdLst>
                <a:gd name="connsiteX0" fmla="*/ 0 w 522514"/>
                <a:gd name="connsiteY0" fmla="*/ 473528 h 473528"/>
                <a:gd name="connsiteX1" fmla="*/ 43543 w 522514"/>
                <a:gd name="connsiteY1" fmla="*/ 255814 h 473528"/>
                <a:gd name="connsiteX2" fmla="*/ 261257 w 522514"/>
                <a:gd name="connsiteY2" fmla="*/ 81643 h 473528"/>
                <a:gd name="connsiteX3" fmla="*/ 522514 w 522514"/>
                <a:gd name="connsiteY3" fmla="*/ 0 h 473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514" h="473528">
                  <a:moveTo>
                    <a:pt x="0" y="473528"/>
                  </a:moveTo>
                  <a:cubicBezTo>
                    <a:pt x="0" y="397328"/>
                    <a:pt x="0" y="321128"/>
                    <a:pt x="43543" y="255814"/>
                  </a:cubicBezTo>
                  <a:cubicBezTo>
                    <a:pt x="87086" y="190500"/>
                    <a:pt x="181429" y="124279"/>
                    <a:pt x="261257" y="81643"/>
                  </a:cubicBezTo>
                  <a:cubicBezTo>
                    <a:pt x="341086" y="39007"/>
                    <a:pt x="431800" y="19503"/>
                    <a:pt x="522514" y="0"/>
                  </a:cubicBezTo>
                </a:path>
              </a:pathLst>
            </a:cu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0" name="任意多边形 292">
              <a:extLst>
                <a:ext uri="{FF2B5EF4-FFF2-40B4-BE49-F238E27FC236}">
                  <a16:creationId xmlns:a16="http://schemas.microsoft.com/office/drawing/2014/main" id="{3D5AD320-F6CC-481B-9767-1A4890EA3B69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auto">
            <a:xfrm>
              <a:off x="3923804" y="5410428"/>
              <a:ext cx="791845" cy="323850"/>
            </a:xfrm>
            <a:custGeom>
              <a:avLst/>
              <a:gdLst>
                <a:gd name="connsiteX0" fmla="*/ 0 w 1279071"/>
                <a:gd name="connsiteY0" fmla="*/ 0 h 484414"/>
                <a:gd name="connsiteX1" fmla="*/ 81643 w 1279071"/>
                <a:gd name="connsiteY1" fmla="*/ 201386 h 484414"/>
                <a:gd name="connsiteX2" fmla="*/ 266700 w 1279071"/>
                <a:gd name="connsiteY2" fmla="*/ 402771 h 484414"/>
                <a:gd name="connsiteX3" fmla="*/ 1279071 w 1279071"/>
                <a:gd name="connsiteY3" fmla="*/ 484414 h 48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9071" h="484414">
                  <a:moveTo>
                    <a:pt x="0" y="0"/>
                  </a:moveTo>
                  <a:cubicBezTo>
                    <a:pt x="18596" y="67129"/>
                    <a:pt x="37193" y="134258"/>
                    <a:pt x="81643" y="201386"/>
                  </a:cubicBezTo>
                  <a:cubicBezTo>
                    <a:pt x="126093" y="268515"/>
                    <a:pt x="67129" y="355600"/>
                    <a:pt x="266700" y="402771"/>
                  </a:cubicBezTo>
                  <a:cubicBezTo>
                    <a:pt x="466271" y="449942"/>
                    <a:pt x="872671" y="467178"/>
                    <a:pt x="1279071" y="484414"/>
                  </a:cubicBezTo>
                </a:path>
              </a:pathLst>
            </a:cu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1" name="任意多边形 293">
              <a:extLst>
                <a:ext uri="{FF2B5EF4-FFF2-40B4-BE49-F238E27FC236}">
                  <a16:creationId xmlns:a16="http://schemas.microsoft.com/office/drawing/2014/main" id="{D1D8669B-7DF9-47E3-A5DE-ED4F8597FAA1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auto">
            <a:xfrm>
              <a:off x="5111993" y="5410428"/>
              <a:ext cx="252095" cy="288290"/>
            </a:xfrm>
            <a:custGeom>
              <a:avLst/>
              <a:gdLst>
                <a:gd name="connsiteX0" fmla="*/ 0 w 609600"/>
                <a:gd name="connsiteY0" fmla="*/ 0 h 440871"/>
                <a:gd name="connsiteX1" fmla="*/ 266700 w 609600"/>
                <a:gd name="connsiteY1" fmla="*/ 48986 h 440871"/>
                <a:gd name="connsiteX2" fmla="*/ 533400 w 609600"/>
                <a:gd name="connsiteY2" fmla="*/ 201386 h 440871"/>
                <a:gd name="connsiteX3" fmla="*/ 609600 w 609600"/>
                <a:gd name="connsiteY3" fmla="*/ 440871 h 44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40871">
                  <a:moveTo>
                    <a:pt x="0" y="0"/>
                  </a:moveTo>
                  <a:cubicBezTo>
                    <a:pt x="88900" y="7711"/>
                    <a:pt x="177800" y="15422"/>
                    <a:pt x="266700" y="48986"/>
                  </a:cubicBezTo>
                  <a:cubicBezTo>
                    <a:pt x="355600" y="82550"/>
                    <a:pt x="476250" y="136072"/>
                    <a:pt x="533400" y="201386"/>
                  </a:cubicBezTo>
                  <a:cubicBezTo>
                    <a:pt x="590550" y="266700"/>
                    <a:pt x="600075" y="353785"/>
                    <a:pt x="609600" y="440871"/>
                  </a:cubicBezTo>
                </a:path>
              </a:pathLst>
            </a:cu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2" name="Text Box 522">
              <a:extLst>
                <a:ext uri="{FF2B5EF4-FFF2-40B4-BE49-F238E27FC236}">
                  <a16:creationId xmlns:a16="http://schemas.microsoft.com/office/drawing/2014/main" id="{E4D79563-2AB2-4859-ABA8-B757C9143D5F}"/>
                </a:ext>
              </a:extLst>
            </p:cNvPr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795595" y="5374233"/>
              <a:ext cx="2376805" cy="6121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/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spc="-100" dirty="0">
                  <a:sym typeface="+mn-ea"/>
                </a:rPr>
                <a:t>①请求</a:t>
              </a:r>
              <a:r>
                <a:rPr lang="en-US" altLang="zh-CN" sz="1800" b="1" spc="-100" dirty="0">
                  <a:sym typeface="+mn-ea"/>
                </a:rPr>
                <a:t>     </a:t>
              </a:r>
              <a:r>
                <a:rPr lang="zh-CN" altLang="en-US" sz="1800" b="1" spc="-100" dirty="0">
                  <a:sym typeface="+mn-ea"/>
                </a:rPr>
                <a:t>②响应</a:t>
              </a:r>
              <a:endParaRPr lang="en-US" altLang="zh-CN" sz="1800" b="1" dirty="0"/>
            </a:p>
            <a:p>
              <a:pPr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zh-CN" altLang="en-US" sz="1800" b="1" spc="-100" dirty="0">
                  <a:sym typeface="+mn-ea"/>
                </a:rPr>
                <a:t>③撤消请求</a:t>
              </a:r>
              <a:r>
                <a:rPr lang="en-US" altLang="zh-CN" sz="1800" b="1" spc="-100" dirty="0">
                  <a:sym typeface="+mn-ea"/>
                </a:rPr>
                <a:t> </a:t>
              </a:r>
              <a:r>
                <a:rPr lang="zh-CN" altLang="en-US" sz="1800" b="1" spc="-100" dirty="0">
                  <a:sym typeface="+mn-ea"/>
                </a:rPr>
                <a:t>④撤消响应</a:t>
              </a:r>
              <a:endParaRPr lang="en-US" altLang="zh-CN" sz="18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" grpId="0" bldLvl="0" animBg="1"/>
      <p:bldP spid="3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圆角矩形 652"/>
          <p:cNvSpPr/>
          <p:nvPr/>
        </p:nvSpPr>
        <p:spPr>
          <a:xfrm>
            <a:off x="2769870" y="4509135"/>
            <a:ext cx="360045" cy="612000"/>
          </a:xfrm>
          <a:prstGeom prst="roundRect">
            <a:avLst/>
          </a:prstGeom>
          <a:solidFill>
            <a:srgbClr val="CCFFFF"/>
          </a:solidFill>
          <a:ln w="9525" cap="flat" cmpd="sng" algn="ctr">
            <a:solidFill>
              <a:srgbClr val="0070C0"/>
            </a:solidFill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2336800" marR="0" indent="-233680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A51B-A8E5-4E38-A74D-F6E7BEFB9955}" type="slidenum">
              <a:rPr lang="en-US" altLang="zh-CN" smtClean="0"/>
              <a:t>13</a:t>
            </a:fld>
            <a:endParaRPr lang="en-US" altLang="zh-CN"/>
          </a:p>
        </p:txBody>
      </p:sp>
      <p:sp>
        <p:nvSpPr>
          <p:cNvPr id="268" name="Text Box 4"/>
          <p:cNvSpPr txBox="1">
            <a:spLocks noChangeArrowheads="1"/>
          </p:cNvSpPr>
          <p:nvPr/>
        </p:nvSpPr>
        <p:spPr bwMode="auto">
          <a:xfrm>
            <a:off x="179705" y="332656"/>
            <a:ext cx="8790305" cy="267208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※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半同步定时示例：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命令线</a:t>
            </a:r>
            <a:r>
              <a:rPr lang="zh-CN" altLang="en-US" sz="1800" b="1" u="sng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均用作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请求线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sz="2200" b="1" dirty="0">
                <a:solidFill>
                  <a:srgbClr val="990099"/>
                </a:solidFill>
                <a:cs typeface="宋体" panose="02010600030101010101" pitchFamily="2" charset="-122"/>
                <a:sym typeface="+mn-ea"/>
              </a:rPr>
              <a:t>※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异步定时的应答方式类型：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ym typeface="+mn-ea"/>
              </a:rPr>
              <a:t>传输速度、可靠性不同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</p:txBody>
      </p:sp>
      <p:grpSp>
        <p:nvGrpSpPr>
          <p:cNvPr id="327" name="组合 326"/>
          <p:cNvGrpSpPr/>
          <p:nvPr/>
        </p:nvGrpSpPr>
        <p:grpSpPr>
          <a:xfrm>
            <a:off x="1296035" y="836712"/>
            <a:ext cx="5976380" cy="1620690"/>
            <a:chOff x="2041" y="3742"/>
            <a:chExt cx="9412" cy="2552"/>
          </a:xfrm>
        </p:grpSpPr>
        <p:sp>
          <p:nvSpPr>
            <p:cNvPr id="325" name="Rectangle 213"/>
            <p:cNvSpPr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4481" y="6009"/>
              <a:ext cx="1134" cy="283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64" name="直接连接符 63"/>
            <p:cNvCxnSpPr/>
            <p:nvPr>
              <p:custDataLst>
                <p:tags r:id="rId101"/>
              </p:custDataLst>
            </p:nvPr>
          </p:nvCxnSpPr>
          <p:spPr bwMode="auto">
            <a:xfrm>
              <a:off x="5162" y="4026"/>
              <a:ext cx="1" cy="2268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6" name="Rectangle 213"/>
            <p:cNvSpPr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7880" y="6010"/>
              <a:ext cx="1644" cy="283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324" name="直接连接符 323"/>
            <p:cNvCxnSpPr/>
            <p:nvPr>
              <p:custDataLst>
                <p:tags r:id="rId103"/>
              </p:custDataLst>
            </p:nvPr>
          </p:nvCxnSpPr>
          <p:spPr bwMode="auto">
            <a:xfrm flipH="1">
              <a:off x="11282" y="3742"/>
              <a:ext cx="1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3" name="直接连接符 322"/>
            <p:cNvCxnSpPr/>
            <p:nvPr>
              <p:custDataLst>
                <p:tags r:id="rId104"/>
              </p:custDataLst>
            </p:nvPr>
          </p:nvCxnSpPr>
          <p:spPr bwMode="auto">
            <a:xfrm>
              <a:off x="10602" y="3742"/>
              <a:ext cx="0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7" name="直接连接符 306"/>
            <p:cNvCxnSpPr/>
            <p:nvPr>
              <p:custDataLst>
                <p:tags r:id="rId105"/>
              </p:custDataLst>
            </p:nvPr>
          </p:nvCxnSpPr>
          <p:spPr bwMode="auto">
            <a:xfrm>
              <a:off x="8561" y="4025"/>
              <a:ext cx="1" cy="2268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8" name="直接连接符 307"/>
            <p:cNvCxnSpPr/>
            <p:nvPr>
              <p:custDataLst>
                <p:tags r:id="rId106"/>
              </p:custDataLst>
            </p:nvPr>
          </p:nvCxnSpPr>
          <p:spPr bwMode="auto">
            <a:xfrm>
              <a:off x="7880" y="3742"/>
              <a:ext cx="1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9" name="直接连接符 308"/>
            <p:cNvCxnSpPr/>
            <p:nvPr>
              <p:custDataLst>
                <p:tags r:id="rId107"/>
              </p:custDataLst>
            </p:nvPr>
          </p:nvCxnSpPr>
          <p:spPr bwMode="auto">
            <a:xfrm>
              <a:off x="9241" y="4025"/>
              <a:ext cx="0" cy="2268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0" name="直接连接符 309"/>
            <p:cNvCxnSpPr/>
            <p:nvPr>
              <p:custDataLst>
                <p:tags r:id="rId108"/>
              </p:custDataLst>
            </p:nvPr>
          </p:nvCxnSpPr>
          <p:spPr bwMode="auto">
            <a:xfrm>
              <a:off x="9921" y="3742"/>
              <a:ext cx="0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>
              <p:custDataLst>
                <p:tags r:id="rId109"/>
              </p:custDataLst>
            </p:nvPr>
          </p:nvCxnSpPr>
          <p:spPr bwMode="auto">
            <a:xfrm>
              <a:off x="4479" y="3742"/>
              <a:ext cx="1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直接连接符 65"/>
            <p:cNvCxnSpPr/>
            <p:nvPr>
              <p:custDataLst>
                <p:tags r:id="rId110"/>
              </p:custDataLst>
            </p:nvPr>
          </p:nvCxnSpPr>
          <p:spPr bwMode="auto">
            <a:xfrm flipH="1">
              <a:off x="3797" y="3742"/>
              <a:ext cx="1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5" name="Text Box 161"/>
            <p:cNvSpPr txBox="1">
              <a:spLocks noChangeArrowheads="1"/>
            </p:cNvSpPr>
            <p:nvPr>
              <p:custDataLst>
                <p:tags r:id="rId111"/>
              </p:custDataLst>
            </p:nvPr>
          </p:nvSpPr>
          <p:spPr bwMode="auto">
            <a:xfrm>
              <a:off x="3969" y="3742"/>
              <a:ext cx="7296" cy="283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17780" tIns="17780" rIns="18000" bIns="0" anchor="ctr" anchorCtr="0"/>
            <a:lstStyle/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  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   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4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 </a:t>
              </a:r>
              <a:r>
                <a:rPr lang="en-US" altLang="zh-CN" sz="1600" b="1" dirty="0">
                  <a:sym typeface="+mn-ea"/>
                </a:rPr>
                <a:t>T</a:t>
              </a:r>
              <a:r>
                <a:rPr lang="en-US" altLang="zh-CN" sz="1600" b="1" baseline="-18000" dirty="0">
                  <a:sym typeface="+mn-ea"/>
                </a:rPr>
                <a:t>1</a:t>
              </a:r>
              <a:r>
                <a:rPr lang="en-US" altLang="zh-CN" sz="1600" b="1" baseline="-25000" dirty="0">
                  <a:sym typeface="+mn-ea"/>
                </a:rPr>
                <a:t> </a:t>
              </a:r>
              <a:r>
                <a:rPr lang="en-US" altLang="zh-CN" sz="1600" b="1" dirty="0">
                  <a:sym typeface="+mn-ea"/>
                </a:rPr>
                <a:t>     T</a:t>
              </a:r>
              <a:r>
                <a:rPr lang="en-US" altLang="zh-CN" sz="1600" b="1" baseline="-18000" dirty="0">
                  <a:sym typeface="+mn-ea"/>
                </a:rPr>
                <a:t>2</a:t>
              </a:r>
              <a:r>
                <a:rPr lang="en-US" altLang="zh-CN" sz="1600" b="1" baseline="-25000" dirty="0">
                  <a:sym typeface="+mn-ea"/>
                </a:rPr>
                <a:t>  </a:t>
              </a:r>
              <a:r>
                <a:rPr lang="en-US" altLang="zh-CN" sz="1600" b="1" dirty="0">
                  <a:sym typeface="+mn-ea"/>
                </a:rPr>
                <a:t> (</a:t>
              </a:r>
              <a:r>
                <a:rPr lang="en-US" altLang="zh-CN" sz="1600" b="1" dirty="0">
                  <a:solidFill>
                    <a:srgbClr val="FF3399"/>
                  </a:solidFill>
                  <a:sym typeface="+mn-ea"/>
                </a:rPr>
                <a:t>T</a:t>
              </a:r>
              <a:r>
                <a:rPr lang="en-US" altLang="zh-CN" sz="1600" b="1" baseline="-18000" dirty="0">
                  <a:solidFill>
                    <a:srgbClr val="FF3399"/>
                  </a:solidFill>
                  <a:sym typeface="+mn-ea"/>
                </a:rPr>
                <a:t>w</a:t>
              </a:r>
              <a:r>
                <a:rPr lang="en-US" altLang="zh-CN" sz="1600" b="1" dirty="0">
                  <a:sym typeface="+mn-ea"/>
                </a:rPr>
                <a:t>)  T</a:t>
              </a:r>
              <a:r>
                <a:rPr lang="en-US" altLang="zh-CN" sz="1600" b="1" baseline="-18000" dirty="0">
                  <a:sym typeface="+mn-ea"/>
                </a:rPr>
                <a:t>3</a:t>
              </a:r>
              <a:r>
                <a:rPr lang="en-US" altLang="zh-CN" sz="1600" b="1" dirty="0">
                  <a:sym typeface="+mn-ea"/>
                </a:rPr>
                <a:t>  T</a:t>
              </a:r>
              <a:r>
                <a:rPr lang="en-US" altLang="zh-CN" sz="1600" b="1" baseline="-18000" dirty="0">
                  <a:sym typeface="+mn-ea"/>
                </a:rPr>
                <a:t>4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7" name="直接连接符 96"/>
            <p:cNvCxnSpPr/>
            <p:nvPr>
              <p:custDataLst>
                <p:tags r:id="rId112"/>
              </p:custDataLst>
            </p:nvPr>
          </p:nvCxnSpPr>
          <p:spPr bwMode="auto">
            <a:xfrm>
              <a:off x="3629" y="4309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直接连接符 73"/>
            <p:cNvCxnSpPr/>
            <p:nvPr>
              <p:custDataLst>
                <p:tags r:id="rId113"/>
              </p:custDataLst>
            </p:nvPr>
          </p:nvCxnSpPr>
          <p:spPr bwMode="auto">
            <a:xfrm>
              <a:off x="3629" y="4564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5" name="直接连接符 74"/>
            <p:cNvCxnSpPr/>
            <p:nvPr>
              <p:custDataLst>
                <p:tags r:id="rId114"/>
              </p:custDataLst>
            </p:nvPr>
          </p:nvCxnSpPr>
          <p:spPr bwMode="auto">
            <a:xfrm>
              <a:off x="3629" y="4961"/>
              <a:ext cx="2211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直接连接符 75"/>
            <p:cNvCxnSpPr/>
            <p:nvPr>
              <p:custDataLst>
                <p:tags r:id="rId115"/>
              </p:custDataLst>
            </p:nvPr>
          </p:nvCxnSpPr>
          <p:spPr bwMode="auto">
            <a:xfrm flipV="1">
              <a:off x="3629" y="5216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直接连接符 78"/>
            <p:cNvCxnSpPr/>
            <p:nvPr>
              <p:custDataLst>
                <p:tags r:id="rId116"/>
              </p:custDataLst>
            </p:nvPr>
          </p:nvCxnSpPr>
          <p:spPr bwMode="auto">
            <a:xfrm flipV="1">
              <a:off x="3629" y="5613"/>
              <a:ext cx="7824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0" name="Text Box 148"/>
            <p:cNvSpPr txBox="1">
              <a:spLocks noChangeArrowheads="1"/>
            </p:cNvSpPr>
            <p:nvPr>
              <p:custDataLst>
                <p:tags r:id="rId117"/>
              </p:custDataLst>
            </p:nvPr>
          </p:nvSpPr>
          <p:spPr bwMode="auto">
            <a:xfrm>
              <a:off x="2041" y="3969"/>
              <a:ext cx="1531" cy="23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时钟线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CLK</a:t>
              </a: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地址总线</a:t>
              </a: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数据总线</a:t>
              </a: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RD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WR</a:t>
              </a: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就绪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Ready</a:t>
              </a:r>
            </a:p>
          </p:txBody>
        </p:sp>
        <p:cxnSp>
          <p:nvCxnSpPr>
            <p:cNvPr id="81" name="直接连接符 80"/>
            <p:cNvCxnSpPr/>
            <p:nvPr>
              <p:custDataLst>
                <p:tags r:id="rId118"/>
              </p:custDataLst>
            </p:nvPr>
          </p:nvCxnSpPr>
          <p:spPr bwMode="auto">
            <a:xfrm>
              <a:off x="3629" y="5896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直接连接符 81"/>
            <p:cNvCxnSpPr/>
            <p:nvPr>
              <p:custDataLst>
                <p:tags r:id="rId119"/>
              </p:custDataLst>
            </p:nvPr>
          </p:nvCxnSpPr>
          <p:spPr bwMode="auto">
            <a:xfrm>
              <a:off x="3203" y="5176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" name="直接连接符 83"/>
            <p:cNvCxnSpPr/>
            <p:nvPr>
              <p:custDataLst>
                <p:tags r:id="rId120"/>
              </p:custDataLst>
            </p:nvPr>
          </p:nvCxnSpPr>
          <p:spPr bwMode="auto">
            <a:xfrm>
              <a:off x="3203" y="5584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5" name="直接连接符 84"/>
            <p:cNvCxnSpPr/>
            <p:nvPr>
              <p:custDataLst>
                <p:tags r:id="rId121"/>
              </p:custDataLst>
            </p:nvPr>
          </p:nvCxnSpPr>
          <p:spPr bwMode="auto">
            <a:xfrm>
              <a:off x="5837" y="3742"/>
              <a:ext cx="0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直接连接符 85"/>
            <p:cNvCxnSpPr/>
            <p:nvPr>
              <p:custDataLst>
                <p:tags r:id="rId122"/>
              </p:custDataLst>
            </p:nvPr>
          </p:nvCxnSpPr>
          <p:spPr bwMode="auto">
            <a:xfrm>
              <a:off x="6518" y="3742"/>
              <a:ext cx="0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直接连接符 86"/>
            <p:cNvCxnSpPr/>
            <p:nvPr>
              <p:custDataLst>
                <p:tags r:id="rId123"/>
              </p:custDataLst>
            </p:nvPr>
          </p:nvCxnSpPr>
          <p:spPr bwMode="auto">
            <a:xfrm flipH="1">
              <a:off x="7198" y="3742"/>
              <a:ext cx="1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0" name="直接连接符 259"/>
            <p:cNvCxnSpPr/>
            <p:nvPr>
              <p:custDataLst>
                <p:tags r:id="rId124"/>
              </p:custDataLst>
            </p:nvPr>
          </p:nvCxnSpPr>
          <p:spPr bwMode="auto">
            <a:xfrm>
              <a:off x="11266" y="4025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6" name="AutoShape 215"/>
            <p:cNvSpPr>
              <a:spLocks noChangeArrowheads="1"/>
            </p:cNvSpPr>
            <p:nvPr>
              <p:custDataLst>
                <p:tags r:id="rId125"/>
              </p:custDataLst>
            </p:nvPr>
          </p:nvSpPr>
          <p:spPr bwMode="auto">
            <a:xfrm>
              <a:off x="3799" y="4422"/>
              <a:ext cx="3231" cy="283"/>
            </a:xfrm>
            <a:prstGeom prst="hexagon">
              <a:avLst>
                <a:gd name="adj" fmla="val 63269"/>
                <a:gd name="vf" fmla="val 115470"/>
              </a:avLst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A1</a:t>
              </a:r>
            </a:p>
          </p:txBody>
        </p:sp>
        <p:cxnSp>
          <p:nvCxnSpPr>
            <p:cNvPr id="98" name="直接连接符 97"/>
            <p:cNvCxnSpPr/>
            <p:nvPr>
              <p:custDataLst>
                <p:tags r:id="rId126"/>
              </p:custDataLst>
            </p:nvPr>
          </p:nvCxnSpPr>
          <p:spPr bwMode="auto">
            <a:xfrm flipV="1">
              <a:off x="3799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直接连接符 66"/>
            <p:cNvCxnSpPr/>
            <p:nvPr>
              <p:custDataLst>
                <p:tags r:id="rId127"/>
              </p:custDataLst>
            </p:nvPr>
          </p:nvCxnSpPr>
          <p:spPr bwMode="auto">
            <a:xfrm>
              <a:off x="3799" y="402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直接连接符 67"/>
            <p:cNvCxnSpPr/>
            <p:nvPr>
              <p:custDataLst>
                <p:tags r:id="rId128"/>
              </p:custDataLst>
            </p:nvPr>
          </p:nvCxnSpPr>
          <p:spPr bwMode="auto">
            <a:xfrm flipV="1">
              <a:off x="4139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直接连接符 68"/>
            <p:cNvCxnSpPr/>
            <p:nvPr>
              <p:custDataLst>
                <p:tags r:id="rId129"/>
              </p:custDataLst>
            </p:nvPr>
          </p:nvCxnSpPr>
          <p:spPr bwMode="auto">
            <a:xfrm>
              <a:off x="4139" y="430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130"/>
              </p:custDataLst>
            </p:nvPr>
          </p:nvCxnSpPr>
          <p:spPr bwMode="auto">
            <a:xfrm flipV="1">
              <a:off x="4481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直接连接符 70"/>
            <p:cNvCxnSpPr/>
            <p:nvPr>
              <p:custDataLst>
                <p:tags r:id="rId131"/>
              </p:custDataLst>
            </p:nvPr>
          </p:nvCxnSpPr>
          <p:spPr bwMode="auto">
            <a:xfrm>
              <a:off x="4479" y="402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直接连接符 71"/>
            <p:cNvCxnSpPr/>
            <p:nvPr>
              <p:custDataLst>
                <p:tags r:id="rId132"/>
              </p:custDataLst>
            </p:nvPr>
          </p:nvCxnSpPr>
          <p:spPr bwMode="auto">
            <a:xfrm flipV="1">
              <a:off x="4820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直接连接符 72"/>
            <p:cNvCxnSpPr/>
            <p:nvPr>
              <p:custDataLst>
                <p:tags r:id="rId133"/>
              </p:custDataLst>
            </p:nvPr>
          </p:nvCxnSpPr>
          <p:spPr bwMode="auto">
            <a:xfrm>
              <a:off x="4829" y="430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134"/>
              </p:custDataLst>
            </p:nvPr>
          </p:nvCxnSpPr>
          <p:spPr bwMode="auto">
            <a:xfrm flipV="1">
              <a:off x="4139" y="521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直接连接符 77"/>
            <p:cNvCxnSpPr/>
            <p:nvPr>
              <p:custDataLst>
                <p:tags r:id="rId135"/>
              </p:custDataLst>
            </p:nvPr>
          </p:nvCxnSpPr>
          <p:spPr bwMode="auto">
            <a:xfrm>
              <a:off x="4139" y="5500"/>
              <a:ext cx="272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8" name="直接连接符 87"/>
            <p:cNvCxnSpPr/>
            <p:nvPr>
              <p:custDataLst>
                <p:tags r:id="rId136"/>
              </p:custDataLst>
            </p:nvPr>
          </p:nvCxnSpPr>
          <p:spPr bwMode="auto">
            <a:xfrm>
              <a:off x="7028" y="4564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9" name="AutoShape 215"/>
            <p:cNvSpPr>
              <a:spLocks noChangeArrowheads="1"/>
            </p:cNvSpPr>
            <p:nvPr>
              <p:custDataLst>
                <p:tags r:id="rId137"/>
              </p:custDataLst>
            </p:nvPr>
          </p:nvSpPr>
          <p:spPr bwMode="auto">
            <a:xfrm>
              <a:off x="5837" y="4819"/>
              <a:ext cx="1191" cy="283"/>
            </a:xfrm>
            <a:prstGeom prst="hexagon">
              <a:avLst>
                <a:gd name="adj" fmla="val 63047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D1</a:t>
              </a:r>
            </a:p>
          </p:txBody>
        </p:sp>
        <p:cxnSp>
          <p:nvCxnSpPr>
            <p:cNvPr id="90" name="直接连接符 89"/>
            <p:cNvCxnSpPr/>
            <p:nvPr>
              <p:custDataLst>
                <p:tags r:id="rId138"/>
              </p:custDataLst>
            </p:nvPr>
          </p:nvCxnSpPr>
          <p:spPr bwMode="auto">
            <a:xfrm>
              <a:off x="7028" y="4961"/>
              <a:ext cx="2891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直接连接符 178"/>
            <p:cNvCxnSpPr/>
            <p:nvPr>
              <p:custDataLst>
                <p:tags r:id="rId139"/>
              </p:custDataLst>
            </p:nvPr>
          </p:nvCxnSpPr>
          <p:spPr bwMode="auto">
            <a:xfrm>
              <a:off x="6858" y="5216"/>
              <a:ext cx="68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8" name="直接连接符 257"/>
            <p:cNvCxnSpPr/>
            <p:nvPr>
              <p:custDataLst>
                <p:tags r:id="rId140"/>
              </p:custDataLst>
            </p:nvPr>
          </p:nvCxnSpPr>
          <p:spPr bwMode="auto">
            <a:xfrm flipV="1">
              <a:off x="6858" y="521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9" name="直接连接符 258"/>
            <p:cNvCxnSpPr/>
            <p:nvPr>
              <p:custDataLst>
                <p:tags r:id="rId141"/>
              </p:custDataLst>
            </p:nvPr>
          </p:nvCxnSpPr>
          <p:spPr bwMode="auto">
            <a:xfrm flipV="1">
              <a:off x="7198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1" name="直接连接符 260"/>
            <p:cNvCxnSpPr/>
            <p:nvPr>
              <p:custDataLst>
                <p:tags r:id="rId142"/>
              </p:custDataLst>
            </p:nvPr>
          </p:nvCxnSpPr>
          <p:spPr bwMode="auto">
            <a:xfrm flipV="1">
              <a:off x="5837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2" name="直接连接符 261"/>
            <p:cNvCxnSpPr/>
            <p:nvPr>
              <p:custDataLst>
                <p:tags r:id="rId143"/>
              </p:custDataLst>
            </p:nvPr>
          </p:nvCxnSpPr>
          <p:spPr bwMode="auto">
            <a:xfrm>
              <a:off x="5837" y="402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3" name="直接连接符 262"/>
            <p:cNvCxnSpPr/>
            <p:nvPr>
              <p:custDataLst>
                <p:tags r:id="rId144"/>
              </p:custDataLst>
            </p:nvPr>
          </p:nvCxnSpPr>
          <p:spPr bwMode="auto">
            <a:xfrm flipV="1">
              <a:off x="6177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4" name="直接连接符 263"/>
            <p:cNvCxnSpPr/>
            <p:nvPr>
              <p:custDataLst>
                <p:tags r:id="rId145"/>
              </p:custDataLst>
            </p:nvPr>
          </p:nvCxnSpPr>
          <p:spPr bwMode="auto">
            <a:xfrm>
              <a:off x="6177" y="430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5" name="直接连接符 264"/>
            <p:cNvCxnSpPr/>
            <p:nvPr>
              <p:custDataLst>
                <p:tags r:id="rId146"/>
              </p:custDataLst>
            </p:nvPr>
          </p:nvCxnSpPr>
          <p:spPr bwMode="auto">
            <a:xfrm flipV="1">
              <a:off x="6519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6" name="直接连接符 265"/>
            <p:cNvCxnSpPr/>
            <p:nvPr>
              <p:custDataLst>
                <p:tags r:id="rId147"/>
              </p:custDataLst>
            </p:nvPr>
          </p:nvCxnSpPr>
          <p:spPr bwMode="auto">
            <a:xfrm>
              <a:off x="6517" y="402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7" name="直接连接符 266"/>
            <p:cNvCxnSpPr/>
            <p:nvPr>
              <p:custDataLst>
                <p:tags r:id="rId148"/>
              </p:custDataLst>
            </p:nvPr>
          </p:nvCxnSpPr>
          <p:spPr bwMode="auto">
            <a:xfrm flipV="1">
              <a:off x="6858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9" name="直接连接符 268"/>
            <p:cNvCxnSpPr/>
            <p:nvPr>
              <p:custDataLst>
                <p:tags r:id="rId149"/>
              </p:custDataLst>
            </p:nvPr>
          </p:nvCxnSpPr>
          <p:spPr bwMode="auto">
            <a:xfrm>
              <a:off x="6867" y="430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0" name="直接连接符 269"/>
            <p:cNvCxnSpPr/>
            <p:nvPr>
              <p:custDataLst>
                <p:tags r:id="rId150"/>
              </p:custDataLst>
            </p:nvPr>
          </p:nvCxnSpPr>
          <p:spPr bwMode="auto">
            <a:xfrm flipV="1">
              <a:off x="5164" y="40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1" name="直接连接符 270"/>
            <p:cNvCxnSpPr/>
            <p:nvPr>
              <p:custDataLst>
                <p:tags r:id="rId151"/>
              </p:custDataLst>
            </p:nvPr>
          </p:nvCxnSpPr>
          <p:spPr bwMode="auto">
            <a:xfrm>
              <a:off x="5162" y="402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2" name="直接连接符 271"/>
            <p:cNvCxnSpPr/>
            <p:nvPr>
              <p:custDataLst>
                <p:tags r:id="rId152"/>
              </p:custDataLst>
            </p:nvPr>
          </p:nvCxnSpPr>
          <p:spPr bwMode="auto">
            <a:xfrm flipV="1">
              <a:off x="5503" y="40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3" name="直接连接符 272"/>
            <p:cNvCxnSpPr/>
            <p:nvPr>
              <p:custDataLst>
                <p:tags r:id="rId153"/>
              </p:custDataLst>
            </p:nvPr>
          </p:nvCxnSpPr>
          <p:spPr bwMode="auto">
            <a:xfrm>
              <a:off x="5512" y="4310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4" name="直接连接符 273"/>
            <p:cNvCxnSpPr/>
            <p:nvPr>
              <p:custDataLst>
                <p:tags r:id="rId154"/>
              </p:custDataLst>
            </p:nvPr>
          </p:nvCxnSpPr>
          <p:spPr bwMode="auto">
            <a:xfrm flipV="1">
              <a:off x="3628" y="6009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5" name="直接连接符 274"/>
            <p:cNvCxnSpPr/>
            <p:nvPr>
              <p:custDataLst>
                <p:tags r:id="rId155"/>
              </p:custDataLst>
            </p:nvPr>
          </p:nvCxnSpPr>
          <p:spPr bwMode="auto">
            <a:xfrm>
              <a:off x="3628" y="6293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8" name="AutoShape 215"/>
            <p:cNvSpPr>
              <a:spLocks noChangeArrowheads="1"/>
            </p:cNvSpPr>
            <p:nvPr>
              <p:custDataLst>
                <p:tags r:id="rId156"/>
              </p:custDataLst>
            </p:nvPr>
          </p:nvSpPr>
          <p:spPr bwMode="auto">
            <a:xfrm>
              <a:off x="7200" y="4422"/>
              <a:ext cx="3912" cy="283"/>
            </a:xfrm>
            <a:prstGeom prst="hexagon">
              <a:avLst>
                <a:gd name="adj" fmla="val 63269"/>
                <a:gd name="vf" fmla="val 115470"/>
              </a:avLst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A1</a:t>
              </a:r>
            </a:p>
          </p:txBody>
        </p:sp>
        <p:cxnSp>
          <p:nvCxnSpPr>
            <p:cNvPr id="280" name="直接连接符 279"/>
            <p:cNvCxnSpPr/>
            <p:nvPr>
              <p:custDataLst>
                <p:tags r:id="rId157"/>
              </p:custDataLst>
            </p:nvPr>
          </p:nvCxnSpPr>
          <p:spPr bwMode="auto">
            <a:xfrm>
              <a:off x="7200" y="402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1" name="直接连接符 280"/>
            <p:cNvCxnSpPr/>
            <p:nvPr>
              <p:custDataLst>
                <p:tags r:id="rId158"/>
              </p:custDataLst>
            </p:nvPr>
          </p:nvCxnSpPr>
          <p:spPr bwMode="auto">
            <a:xfrm flipV="1">
              <a:off x="7540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2" name="直接连接符 281"/>
            <p:cNvCxnSpPr/>
            <p:nvPr>
              <p:custDataLst>
                <p:tags r:id="rId159"/>
              </p:custDataLst>
            </p:nvPr>
          </p:nvCxnSpPr>
          <p:spPr bwMode="auto">
            <a:xfrm>
              <a:off x="7540" y="430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3" name="直接连接符 282"/>
            <p:cNvCxnSpPr/>
            <p:nvPr>
              <p:custDataLst>
                <p:tags r:id="rId160"/>
              </p:custDataLst>
            </p:nvPr>
          </p:nvCxnSpPr>
          <p:spPr bwMode="auto">
            <a:xfrm flipV="1">
              <a:off x="7882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4" name="直接连接符 283"/>
            <p:cNvCxnSpPr/>
            <p:nvPr>
              <p:custDataLst>
                <p:tags r:id="rId161"/>
              </p:custDataLst>
            </p:nvPr>
          </p:nvCxnSpPr>
          <p:spPr bwMode="auto">
            <a:xfrm>
              <a:off x="7880" y="402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5" name="直接连接符 284"/>
            <p:cNvCxnSpPr/>
            <p:nvPr>
              <p:custDataLst>
                <p:tags r:id="rId162"/>
              </p:custDataLst>
            </p:nvPr>
          </p:nvCxnSpPr>
          <p:spPr bwMode="auto">
            <a:xfrm flipV="1">
              <a:off x="8221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6" name="直接连接符 285"/>
            <p:cNvCxnSpPr/>
            <p:nvPr>
              <p:custDataLst>
                <p:tags r:id="rId163"/>
              </p:custDataLst>
            </p:nvPr>
          </p:nvCxnSpPr>
          <p:spPr bwMode="auto">
            <a:xfrm>
              <a:off x="8230" y="430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7" name="直接连接符 286"/>
            <p:cNvCxnSpPr/>
            <p:nvPr>
              <p:custDataLst>
                <p:tags r:id="rId164"/>
              </p:custDataLst>
            </p:nvPr>
          </p:nvCxnSpPr>
          <p:spPr bwMode="auto">
            <a:xfrm flipV="1">
              <a:off x="7540" y="521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8" name="直接连接符 287"/>
            <p:cNvCxnSpPr/>
            <p:nvPr>
              <p:custDataLst>
                <p:tags r:id="rId165"/>
              </p:custDataLst>
            </p:nvPr>
          </p:nvCxnSpPr>
          <p:spPr bwMode="auto">
            <a:xfrm>
              <a:off x="7540" y="5500"/>
              <a:ext cx="3402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9" name="直接连接符 288"/>
            <p:cNvCxnSpPr/>
            <p:nvPr>
              <p:custDataLst>
                <p:tags r:id="rId166"/>
              </p:custDataLst>
            </p:nvPr>
          </p:nvCxnSpPr>
          <p:spPr bwMode="auto">
            <a:xfrm>
              <a:off x="11112" y="4564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0" name="AutoShape 215"/>
            <p:cNvSpPr>
              <a:spLocks noChangeArrowheads="1"/>
            </p:cNvSpPr>
            <p:nvPr>
              <p:custDataLst>
                <p:tags r:id="rId167"/>
              </p:custDataLst>
            </p:nvPr>
          </p:nvSpPr>
          <p:spPr bwMode="auto">
            <a:xfrm>
              <a:off x="9916" y="4819"/>
              <a:ext cx="1191" cy="283"/>
            </a:xfrm>
            <a:prstGeom prst="hexagon">
              <a:avLst>
                <a:gd name="adj" fmla="val 63047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D1</a:t>
              </a:r>
            </a:p>
          </p:txBody>
        </p:sp>
        <p:cxnSp>
          <p:nvCxnSpPr>
            <p:cNvPr id="291" name="直接连接符 290"/>
            <p:cNvCxnSpPr/>
            <p:nvPr>
              <p:custDataLst>
                <p:tags r:id="rId168"/>
              </p:custDataLst>
            </p:nvPr>
          </p:nvCxnSpPr>
          <p:spPr bwMode="auto">
            <a:xfrm>
              <a:off x="11107" y="496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2" name="直接连接符 291"/>
            <p:cNvCxnSpPr/>
            <p:nvPr>
              <p:custDataLst>
                <p:tags r:id="rId169"/>
              </p:custDataLst>
            </p:nvPr>
          </p:nvCxnSpPr>
          <p:spPr bwMode="auto">
            <a:xfrm>
              <a:off x="10942" y="5216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3" name="直接连接符 292"/>
            <p:cNvCxnSpPr/>
            <p:nvPr>
              <p:custDataLst>
                <p:tags r:id="rId170"/>
              </p:custDataLst>
            </p:nvPr>
          </p:nvCxnSpPr>
          <p:spPr bwMode="auto">
            <a:xfrm flipV="1">
              <a:off x="10942" y="521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4" name="直接连接符 293"/>
            <p:cNvCxnSpPr/>
            <p:nvPr>
              <p:custDataLst>
                <p:tags r:id="rId171"/>
              </p:custDataLst>
            </p:nvPr>
          </p:nvCxnSpPr>
          <p:spPr bwMode="auto">
            <a:xfrm flipV="1">
              <a:off x="10599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5" name="直接连接符 294"/>
            <p:cNvCxnSpPr/>
            <p:nvPr>
              <p:custDataLst>
                <p:tags r:id="rId172"/>
              </p:custDataLst>
            </p:nvPr>
          </p:nvCxnSpPr>
          <p:spPr bwMode="auto">
            <a:xfrm flipV="1">
              <a:off x="9238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6" name="直接连接符 295"/>
            <p:cNvCxnSpPr/>
            <p:nvPr>
              <p:custDataLst>
                <p:tags r:id="rId173"/>
              </p:custDataLst>
            </p:nvPr>
          </p:nvCxnSpPr>
          <p:spPr bwMode="auto">
            <a:xfrm>
              <a:off x="9238" y="402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7" name="直接连接符 296"/>
            <p:cNvCxnSpPr/>
            <p:nvPr>
              <p:custDataLst>
                <p:tags r:id="rId174"/>
              </p:custDataLst>
            </p:nvPr>
          </p:nvCxnSpPr>
          <p:spPr bwMode="auto">
            <a:xfrm flipV="1">
              <a:off x="9578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8" name="直接连接符 297"/>
            <p:cNvCxnSpPr/>
            <p:nvPr>
              <p:custDataLst>
                <p:tags r:id="rId175"/>
              </p:custDataLst>
            </p:nvPr>
          </p:nvCxnSpPr>
          <p:spPr bwMode="auto">
            <a:xfrm>
              <a:off x="9578" y="430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9" name="直接连接符 298"/>
            <p:cNvCxnSpPr/>
            <p:nvPr>
              <p:custDataLst>
                <p:tags r:id="rId176"/>
              </p:custDataLst>
            </p:nvPr>
          </p:nvCxnSpPr>
          <p:spPr bwMode="auto">
            <a:xfrm flipV="1">
              <a:off x="9920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0" name="直接连接符 299"/>
            <p:cNvCxnSpPr/>
            <p:nvPr>
              <p:custDataLst>
                <p:tags r:id="rId177"/>
              </p:custDataLst>
            </p:nvPr>
          </p:nvCxnSpPr>
          <p:spPr bwMode="auto">
            <a:xfrm>
              <a:off x="9918" y="402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1" name="直接连接符 300"/>
            <p:cNvCxnSpPr/>
            <p:nvPr>
              <p:custDataLst>
                <p:tags r:id="rId178"/>
              </p:custDataLst>
            </p:nvPr>
          </p:nvCxnSpPr>
          <p:spPr bwMode="auto">
            <a:xfrm flipV="1">
              <a:off x="10259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2" name="直接连接符 301"/>
            <p:cNvCxnSpPr/>
            <p:nvPr>
              <p:custDataLst>
                <p:tags r:id="rId179"/>
              </p:custDataLst>
            </p:nvPr>
          </p:nvCxnSpPr>
          <p:spPr bwMode="auto">
            <a:xfrm>
              <a:off x="10268" y="430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3" name="直接连接符 302"/>
            <p:cNvCxnSpPr/>
            <p:nvPr>
              <p:custDataLst>
                <p:tags r:id="rId180"/>
              </p:custDataLst>
            </p:nvPr>
          </p:nvCxnSpPr>
          <p:spPr bwMode="auto">
            <a:xfrm flipV="1">
              <a:off x="8565" y="40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4" name="直接连接符 303"/>
            <p:cNvCxnSpPr/>
            <p:nvPr>
              <p:custDataLst>
                <p:tags r:id="rId181"/>
              </p:custDataLst>
            </p:nvPr>
          </p:nvCxnSpPr>
          <p:spPr bwMode="auto">
            <a:xfrm>
              <a:off x="8563" y="402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5" name="直接连接符 304"/>
            <p:cNvCxnSpPr/>
            <p:nvPr>
              <p:custDataLst>
                <p:tags r:id="rId182"/>
              </p:custDataLst>
            </p:nvPr>
          </p:nvCxnSpPr>
          <p:spPr bwMode="auto">
            <a:xfrm flipV="1">
              <a:off x="8904" y="40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6" name="直接连接符 305"/>
            <p:cNvCxnSpPr/>
            <p:nvPr>
              <p:custDataLst>
                <p:tags r:id="rId183"/>
              </p:custDataLst>
            </p:nvPr>
          </p:nvCxnSpPr>
          <p:spPr bwMode="auto">
            <a:xfrm>
              <a:off x="8913" y="4310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1" name="直接连接符 310"/>
            <p:cNvCxnSpPr/>
            <p:nvPr>
              <p:custDataLst>
                <p:tags r:id="rId184"/>
              </p:custDataLst>
            </p:nvPr>
          </p:nvCxnSpPr>
          <p:spPr bwMode="auto">
            <a:xfrm flipV="1">
              <a:off x="4479" y="6009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2" name="直接连接符 311"/>
            <p:cNvCxnSpPr/>
            <p:nvPr>
              <p:custDataLst>
                <p:tags r:id="rId185"/>
              </p:custDataLst>
            </p:nvPr>
          </p:nvCxnSpPr>
          <p:spPr bwMode="auto">
            <a:xfrm>
              <a:off x="4479" y="6293"/>
              <a:ext cx="113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3" name="直接连接符 312"/>
            <p:cNvCxnSpPr/>
            <p:nvPr>
              <p:custDataLst>
                <p:tags r:id="rId186"/>
              </p:custDataLst>
            </p:nvPr>
          </p:nvCxnSpPr>
          <p:spPr bwMode="auto">
            <a:xfrm flipV="1">
              <a:off x="5613" y="6009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4" name="直接连接符 313"/>
            <p:cNvCxnSpPr/>
            <p:nvPr>
              <p:custDataLst>
                <p:tags r:id="rId187"/>
              </p:custDataLst>
            </p:nvPr>
          </p:nvCxnSpPr>
          <p:spPr bwMode="auto">
            <a:xfrm flipV="1">
              <a:off x="5613" y="6009"/>
              <a:ext cx="2268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5" name="直接连接符 314"/>
            <p:cNvCxnSpPr/>
            <p:nvPr>
              <p:custDataLst>
                <p:tags r:id="rId188"/>
              </p:custDataLst>
            </p:nvPr>
          </p:nvCxnSpPr>
          <p:spPr bwMode="auto">
            <a:xfrm flipV="1">
              <a:off x="7880" y="6009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6" name="直接连接符 315"/>
            <p:cNvCxnSpPr/>
            <p:nvPr>
              <p:custDataLst>
                <p:tags r:id="rId189"/>
              </p:custDataLst>
            </p:nvPr>
          </p:nvCxnSpPr>
          <p:spPr bwMode="auto">
            <a:xfrm>
              <a:off x="7880" y="6293"/>
              <a:ext cx="164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7" name="直接连接符 316"/>
            <p:cNvCxnSpPr/>
            <p:nvPr>
              <p:custDataLst>
                <p:tags r:id="rId190"/>
              </p:custDataLst>
            </p:nvPr>
          </p:nvCxnSpPr>
          <p:spPr bwMode="auto">
            <a:xfrm flipV="1">
              <a:off x="9524" y="6009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8" name="直接连接符 317"/>
            <p:cNvCxnSpPr/>
            <p:nvPr>
              <p:custDataLst>
                <p:tags r:id="rId191"/>
              </p:custDataLst>
            </p:nvPr>
          </p:nvCxnSpPr>
          <p:spPr bwMode="auto">
            <a:xfrm flipV="1">
              <a:off x="9524" y="6009"/>
              <a:ext cx="1928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9" name="直接连接符 318"/>
            <p:cNvCxnSpPr/>
            <p:nvPr>
              <p:custDataLst>
                <p:tags r:id="rId192"/>
              </p:custDataLst>
            </p:nvPr>
          </p:nvCxnSpPr>
          <p:spPr bwMode="auto">
            <a:xfrm flipV="1">
              <a:off x="11282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0" name="直接连接符 319"/>
            <p:cNvCxnSpPr/>
            <p:nvPr>
              <p:custDataLst>
                <p:tags r:id="rId193"/>
              </p:custDataLst>
            </p:nvPr>
          </p:nvCxnSpPr>
          <p:spPr bwMode="auto">
            <a:xfrm>
              <a:off x="10602" y="402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1" name="直接连接符 320"/>
            <p:cNvCxnSpPr/>
            <p:nvPr>
              <p:custDataLst>
                <p:tags r:id="rId194"/>
              </p:custDataLst>
            </p:nvPr>
          </p:nvCxnSpPr>
          <p:spPr bwMode="auto">
            <a:xfrm flipV="1">
              <a:off x="10942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2" name="直接连接符 321"/>
            <p:cNvCxnSpPr/>
            <p:nvPr>
              <p:custDataLst>
                <p:tags r:id="rId195"/>
              </p:custDataLst>
            </p:nvPr>
          </p:nvCxnSpPr>
          <p:spPr bwMode="auto">
            <a:xfrm>
              <a:off x="10942" y="430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90" name="组合 389"/>
          <p:cNvGrpSpPr/>
          <p:nvPr/>
        </p:nvGrpSpPr>
        <p:grpSpPr>
          <a:xfrm>
            <a:off x="5544000" y="3572707"/>
            <a:ext cx="1044000" cy="504000"/>
            <a:chOff x="6258488" y="2250913"/>
            <a:chExt cx="1044000" cy="549719"/>
          </a:xfrm>
        </p:grpSpPr>
        <p:sp>
          <p:nvSpPr>
            <p:cNvPr id="391" name="Text Box 223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6582488" y="2250913"/>
              <a:ext cx="720000" cy="549719"/>
            </a:xfrm>
            <a:prstGeom prst="rect">
              <a:avLst/>
            </a:prstGeom>
            <a:noFill/>
            <a:ln w="12700">
              <a:solidFill>
                <a:srgbClr val="CC3300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约定的时延</a:t>
              </a:r>
              <a:endParaRPr lang="zh-CN" altLang="en-US" sz="1600" b="1" baseline="-14000" dirty="0"/>
            </a:p>
          </p:txBody>
        </p:sp>
        <p:cxnSp>
          <p:nvCxnSpPr>
            <p:cNvPr id="392" name="直接箭头连接符 391"/>
            <p:cNvCxnSpPr>
              <a:stCxn id="391" idx="1"/>
            </p:cNvCxnSpPr>
            <p:nvPr>
              <p:custDataLst>
                <p:tags r:id="rId99"/>
              </p:custDataLst>
            </p:nvPr>
          </p:nvCxnSpPr>
          <p:spPr bwMode="auto">
            <a:xfrm flipH="1" flipV="1">
              <a:off x="6258488" y="2368710"/>
              <a:ext cx="324000" cy="274859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</p:grpSp>
      <p:cxnSp>
        <p:nvCxnSpPr>
          <p:cNvPr id="393" name="直接箭头连接符 392"/>
          <p:cNvCxnSpPr/>
          <p:nvPr>
            <p:custDataLst>
              <p:tags r:id="rId1"/>
            </p:custDataLst>
          </p:nvPr>
        </p:nvCxnSpPr>
        <p:spPr bwMode="auto">
          <a:xfrm flipV="1">
            <a:off x="6587999" y="3680952"/>
            <a:ext cx="396000" cy="252000"/>
          </a:xfrm>
          <a:prstGeom prst="straightConnector1">
            <a:avLst/>
          </a:prstGeom>
          <a:noFill/>
          <a:ln w="12700" cap="flat" cmpd="sng" algn="ctr">
            <a:solidFill>
              <a:srgbClr val="CC3300"/>
            </a:solidFill>
            <a:prstDash val="sysDash"/>
            <a:round/>
            <a:headEnd type="none" w="med" len="med"/>
            <a:tailEnd type="arrow" w="sm" len="sm"/>
          </a:ln>
          <a:effectLst/>
        </p:spPr>
      </p:cxnSp>
      <p:grpSp>
        <p:nvGrpSpPr>
          <p:cNvPr id="473" name="组合 472"/>
          <p:cNvGrpSpPr/>
          <p:nvPr/>
        </p:nvGrpSpPr>
        <p:grpSpPr>
          <a:xfrm>
            <a:off x="1296000" y="2996952"/>
            <a:ext cx="2196465" cy="1008285"/>
            <a:chOff x="2268" y="5329"/>
            <a:chExt cx="3459" cy="1588"/>
          </a:xfrm>
        </p:grpSpPr>
        <p:sp>
          <p:nvSpPr>
            <p:cNvPr id="395" name="Text Box 522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2268" y="5330"/>
              <a:ext cx="680" cy="8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 err="1"/>
                <a:t>Req</a:t>
              </a:r>
              <a:endParaRPr lang="en-US" altLang="zh-CN" sz="1800" b="1" dirty="0"/>
            </a:p>
            <a:p>
              <a:pPr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en-US" altLang="zh-CN" sz="1800" b="1" dirty="0" err="1"/>
                <a:t>Ack</a:t>
              </a:r>
              <a:endParaRPr lang="en-US" altLang="zh-CN" sz="1800" b="1" dirty="0"/>
            </a:p>
          </p:txBody>
        </p:sp>
        <p:cxnSp>
          <p:nvCxnSpPr>
            <p:cNvPr id="397" name="直接连接符 396"/>
            <p:cNvCxnSpPr/>
            <p:nvPr>
              <p:custDataLst>
                <p:tags r:id="rId81"/>
              </p:custDataLst>
            </p:nvPr>
          </p:nvCxnSpPr>
          <p:spPr bwMode="auto">
            <a:xfrm flipV="1">
              <a:off x="2949" y="5671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8" name="直接连接符 397"/>
            <p:cNvCxnSpPr/>
            <p:nvPr>
              <p:custDataLst>
                <p:tags r:id="rId82"/>
              </p:custDataLst>
            </p:nvPr>
          </p:nvCxnSpPr>
          <p:spPr bwMode="auto">
            <a:xfrm flipV="1">
              <a:off x="3120" y="5329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99" name="直接连接符 398"/>
            <p:cNvCxnSpPr/>
            <p:nvPr>
              <p:custDataLst>
                <p:tags r:id="rId83"/>
              </p:custDataLst>
            </p:nvPr>
          </p:nvCxnSpPr>
          <p:spPr bwMode="auto">
            <a:xfrm>
              <a:off x="3459" y="5329"/>
              <a:ext cx="1361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0" name="直接连接符 399"/>
            <p:cNvCxnSpPr/>
            <p:nvPr>
              <p:custDataLst>
                <p:tags r:id="rId84"/>
              </p:custDataLst>
            </p:nvPr>
          </p:nvCxnSpPr>
          <p:spPr bwMode="auto">
            <a:xfrm>
              <a:off x="2949" y="6124"/>
              <a:ext cx="147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1" name="直接连接符 400"/>
            <p:cNvCxnSpPr/>
            <p:nvPr>
              <p:custDataLst>
                <p:tags r:id="rId85"/>
              </p:custDataLst>
            </p:nvPr>
          </p:nvCxnSpPr>
          <p:spPr bwMode="auto">
            <a:xfrm>
              <a:off x="3120" y="5329"/>
              <a:ext cx="0" cy="1134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2" name="直接连接符 401"/>
            <p:cNvCxnSpPr/>
            <p:nvPr>
              <p:custDataLst>
                <p:tags r:id="rId86"/>
              </p:custDataLst>
            </p:nvPr>
          </p:nvCxnSpPr>
          <p:spPr bwMode="auto">
            <a:xfrm>
              <a:off x="4763" y="5784"/>
              <a:ext cx="45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3" name="直接连接符 402"/>
            <p:cNvCxnSpPr/>
            <p:nvPr>
              <p:custDataLst>
                <p:tags r:id="rId87"/>
              </p:custDataLst>
            </p:nvPr>
          </p:nvCxnSpPr>
          <p:spPr bwMode="auto">
            <a:xfrm flipV="1">
              <a:off x="4423" y="5784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06" name="直接连接符 405"/>
            <p:cNvCxnSpPr/>
            <p:nvPr>
              <p:custDataLst>
                <p:tags r:id="rId88"/>
              </p:custDataLst>
            </p:nvPr>
          </p:nvCxnSpPr>
          <p:spPr bwMode="auto">
            <a:xfrm>
              <a:off x="4820" y="5330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07" name="直接连接符 406"/>
            <p:cNvCxnSpPr/>
            <p:nvPr>
              <p:custDataLst>
                <p:tags r:id="rId89"/>
              </p:custDataLst>
            </p:nvPr>
          </p:nvCxnSpPr>
          <p:spPr bwMode="auto">
            <a:xfrm>
              <a:off x="5160" y="5671"/>
              <a:ext cx="567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9" name="直接连接符 408"/>
            <p:cNvCxnSpPr/>
            <p:nvPr>
              <p:custDataLst>
                <p:tags r:id="rId90"/>
              </p:custDataLst>
            </p:nvPr>
          </p:nvCxnSpPr>
          <p:spPr bwMode="auto">
            <a:xfrm>
              <a:off x="5557" y="5329"/>
              <a:ext cx="0" cy="1134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0" name="直接连接符 409"/>
            <p:cNvCxnSpPr/>
            <p:nvPr>
              <p:custDataLst>
                <p:tags r:id="rId91"/>
              </p:custDataLst>
            </p:nvPr>
          </p:nvCxnSpPr>
          <p:spPr bwMode="auto">
            <a:xfrm>
              <a:off x="5216" y="5784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415" name="任意多边形 414"/>
            <p:cNvSpPr/>
            <p:nvPr>
              <p:custDataLst>
                <p:tags r:id="rId92"/>
              </p:custDataLst>
            </p:nvPr>
          </p:nvSpPr>
          <p:spPr bwMode="auto">
            <a:xfrm>
              <a:off x="4536" y="5501"/>
              <a:ext cx="454" cy="454"/>
            </a:xfrm>
            <a:custGeom>
              <a:avLst/>
              <a:gdLst>
                <a:gd name="connsiteX0" fmla="*/ 0 w 522514"/>
                <a:gd name="connsiteY0" fmla="*/ 473528 h 473528"/>
                <a:gd name="connsiteX1" fmla="*/ 43543 w 522514"/>
                <a:gd name="connsiteY1" fmla="*/ 255814 h 473528"/>
                <a:gd name="connsiteX2" fmla="*/ 261257 w 522514"/>
                <a:gd name="connsiteY2" fmla="*/ 81643 h 473528"/>
                <a:gd name="connsiteX3" fmla="*/ 522514 w 522514"/>
                <a:gd name="connsiteY3" fmla="*/ 0 h 473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514" h="473528">
                  <a:moveTo>
                    <a:pt x="0" y="473528"/>
                  </a:moveTo>
                  <a:cubicBezTo>
                    <a:pt x="0" y="397328"/>
                    <a:pt x="0" y="321128"/>
                    <a:pt x="43543" y="255814"/>
                  </a:cubicBezTo>
                  <a:cubicBezTo>
                    <a:pt x="87086" y="190500"/>
                    <a:pt x="181429" y="124279"/>
                    <a:pt x="261257" y="81643"/>
                  </a:cubicBezTo>
                  <a:cubicBezTo>
                    <a:pt x="341086" y="39007"/>
                    <a:pt x="431800" y="19503"/>
                    <a:pt x="522514" y="0"/>
                  </a:cubicBezTo>
                </a:path>
              </a:pathLst>
            </a:cu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6" name="任意多边形 415"/>
            <p:cNvSpPr/>
            <p:nvPr>
              <p:custDataLst>
                <p:tags r:id="rId93"/>
              </p:custDataLst>
            </p:nvPr>
          </p:nvSpPr>
          <p:spPr bwMode="auto">
            <a:xfrm>
              <a:off x="3289" y="5501"/>
              <a:ext cx="1247" cy="510"/>
            </a:xfrm>
            <a:custGeom>
              <a:avLst/>
              <a:gdLst>
                <a:gd name="connsiteX0" fmla="*/ 0 w 1279071"/>
                <a:gd name="connsiteY0" fmla="*/ 0 h 484414"/>
                <a:gd name="connsiteX1" fmla="*/ 81643 w 1279071"/>
                <a:gd name="connsiteY1" fmla="*/ 201386 h 484414"/>
                <a:gd name="connsiteX2" fmla="*/ 266700 w 1279071"/>
                <a:gd name="connsiteY2" fmla="*/ 402771 h 484414"/>
                <a:gd name="connsiteX3" fmla="*/ 1279071 w 1279071"/>
                <a:gd name="connsiteY3" fmla="*/ 484414 h 48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9071" h="484414">
                  <a:moveTo>
                    <a:pt x="0" y="0"/>
                  </a:moveTo>
                  <a:cubicBezTo>
                    <a:pt x="18596" y="67129"/>
                    <a:pt x="37193" y="134258"/>
                    <a:pt x="81643" y="201386"/>
                  </a:cubicBezTo>
                  <a:cubicBezTo>
                    <a:pt x="126093" y="268515"/>
                    <a:pt x="67129" y="355600"/>
                    <a:pt x="266700" y="402771"/>
                  </a:cubicBezTo>
                  <a:cubicBezTo>
                    <a:pt x="466271" y="449942"/>
                    <a:pt x="872671" y="467178"/>
                    <a:pt x="1279071" y="484414"/>
                  </a:cubicBezTo>
                </a:path>
              </a:pathLst>
            </a:cu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7" name="任意多边形 416"/>
            <p:cNvSpPr/>
            <p:nvPr>
              <p:custDataLst>
                <p:tags r:id="rId94"/>
              </p:custDataLst>
            </p:nvPr>
          </p:nvSpPr>
          <p:spPr bwMode="auto">
            <a:xfrm>
              <a:off x="4990" y="5501"/>
              <a:ext cx="397" cy="454"/>
            </a:xfrm>
            <a:custGeom>
              <a:avLst/>
              <a:gdLst>
                <a:gd name="connsiteX0" fmla="*/ 0 w 609600"/>
                <a:gd name="connsiteY0" fmla="*/ 0 h 440871"/>
                <a:gd name="connsiteX1" fmla="*/ 266700 w 609600"/>
                <a:gd name="connsiteY1" fmla="*/ 48986 h 440871"/>
                <a:gd name="connsiteX2" fmla="*/ 533400 w 609600"/>
                <a:gd name="connsiteY2" fmla="*/ 201386 h 440871"/>
                <a:gd name="connsiteX3" fmla="*/ 609600 w 609600"/>
                <a:gd name="connsiteY3" fmla="*/ 440871 h 44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40871">
                  <a:moveTo>
                    <a:pt x="0" y="0"/>
                  </a:moveTo>
                  <a:cubicBezTo>
                    <a:pt x="88900" y="7711"/>
                    <a:pt x="177800" y="15422"/>
                    <a:pt x="266700" y="48986"/>
                  </a:cubicBezTo>
                  <a:cubicBezTo>
                    <a:pt x="355600" y="82550"/>
                    <a:pt x="476250" y="136072"/>
                    <a:pt x="533400" y="201386"/>
                  </a:cubicBezTo>
                  <a:cubicBezTo>
                    <a:pt x="590550" y="266700"/>
                    <a:pt x="600075" y="353785"/>
                    <a:pt x="609600" y="440871"/>
                  </a:cubicBezTo>
                </a:path>
              </a:pathLst>
            </a:cu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419" name="直接连接符 418"/>
            <p:cNvCxnSpPr/>
            <p:nvPr>
              <p:custDataLst>
                <p:tags r:id="rId95"/>
              </p:custDataLst>
            </p:nvPr>
          </p:nvCxnSpPr>
          <p:spPr bwMode="auto">
            <a:xfrm>
              <a:off x="5557" y="6122"/>
              <a:ext cx="170" cy="2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0" name="直接连接符 419"/>
            <p:cNvCxnSpPr/>
            <p:nvPr>
              <p:custDataLst>
                <p:tags r:id="rId96"/>
              </p:custDataLst>
            </p:nvPr>
          </p:nvCxnSpPr>
          <p:spPr bwMode="auto">
            <a:xfrm flipV="1">
              <a:off x="3120" y="6307"/>
              <a:ext cx="2438" cy="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470" name="Text Box 223"/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3231" y="6520"/>
              <a:ext cx="1928" cy="397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5000"/>
                </a:lnSpc>
              </a:pPr>
              <a:r>
                <a:rPr lang="zh-CN" altLang="en-US" sz="1800" b="1" dirty="0"/>
                <a:t>全互锁方式</a:t>
              </a:r>
            </a:p>
          </p:txBody>
        </p:sp>
      </p:grpSp>
      <p:grpSp>
        <p:nvGrpSpPr>
          <p:cNvPr id="474" name="组合 473"/>
          <p:cNvGrpSpPr/>
          <p:nvPr/>
        </p:nvGrpSpPr>
        <p:grpSpPr>
          <a:xfrm>
            <a:off x="3780000" y="2996952"/>
            <a:ext cx="2087880" cy="1008285"/>
            <a:chOff x="6180" y="5329"/>
            <a:chExt cx="3288" cy="1588"/>
          </a:xfrm>
        </p:grpSpPr>
        <p:sp>
          <p:nvSpPr>
            <p:cNvPr id="423" name="Text Box 522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6180" y="5330"/>
              <a:ext cx="680" cy="8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 err="1"/>
                <a:t>Req</a:t>
              </a:r>
              <a:endParaRPr lang="en-US" altLang="zh-CN" sz="1800" b="1" dirty="0"/>
            </a:p>
            <a:p>
              <a:pPr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en-US" altLang="zh-CN" sz="1800" b="1" dirty="0" err="1"/>
                <a:t>Ack</a:t>
              </a:r>
              <a:endParaRPr lang="en-US" altLang="zh-CN" sz="1800" b="1" dirty="0"/>
            </a:p>
          </p:txBody>
        </p:sp>
        <p:cxnSp>
          <p:nvCxnSpPr>
            <p:cNvPr id="424" name="直接连接符 423"/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6861" y="5671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5" name="直接连接符 424"/>
            <p:cNvCxnSpPr/>
            <p:nvPr>
              <p:custDataLst>
                <p:tags r:id="rId62"/>
              </p:custDataLst>
            </p:nvPr>
          </p:nvCxnSpPr>
          <p:spPr bwMode="auto">
            <a:xfrm flipV="1">
              <a:off x="7032" y="5329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26" name="直接连接符 425"/>
            <p:cNvCxnSpPr/>
            <p:nvPr>
              <p:custDataLst>
                <p:tags r:id="rId63"/>
              </p:custDataLst>
            </p:nvPr>
          </p:nvCxnSpPr>
          <p:spPr bwMode="auto">
            <a:xfrm>
              <a:off x="7371" y="5329"/>
              <a:ext cx="1361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7" name="直接连接符 426"/>
            <p:cNvCxnSpPr/>
            <p:nvPr>
              <p:custDataLst>
                <p:tags r:id="rId64"/>
              </p:custDataLst>
            </p:nvPr>
          </p:nvCxnSpPr>
          <p:spPr bwMode="auto">
            <a:xfrm>
              <a:off x="6861" y="6124"/>
              <a:ext cx="147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8" name="直接连接符 427"/>
            <p:cNvCxnSpPr/>
            <p:nvPr>
              <p:custDataLst>
                <p:tags r:id="rId65"/>
              </p:custDataLst>
            </p:nvPr>
          </p:nvCxnSpPr>
          <p:spPr bwMode="auto">
            <a:xfrm>
              <a:off x="7032" y="5329"/>
              <a:ext cx="0" cy="1134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9" name="直接连接符 428"/>
            <p:cNvCxnSpPr/>
            <p:nvPr>
              <p:custDataLst>
                <p:tags r:id="rId66"/>
              </p:custDataLst>
            </p:nvPr>
          </p:nvCxnSpPr>
          <p:spPr bwMode="auto">
            <a:xfrm>
              <a:off x="8675" y="5784"/>
              <a:ext cx="283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0" name="直接连接符 429"/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8335" y="5784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31" name="直接连接符 430"/>
            <p:cNvCxnSpPr/>
            <p:nvPr>
              <p:custDataLst>
                <p:tags r:id="rId68"/>
              </p:custDataLst>
            </p:nvPr>
          </p:nvCxnSpPr>
          <p:spPr bwMode="auto">
            <a:xfrm>
              <a:off x="8732" y="5330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32" name="直接连接符 431"/>
            <p:cNvCxnSpPr/>
            <p:nvPr>
              <p:custDataLst>
                <p:tags r:id="rId69"/>
              </p:custDataLst>
            </p:nvPr>
          </p:nvCxnSpPr>
          <p:spPr bwMode="auto">
            <a:xfrm>
              <a:off x="9071" y="5671"/>
              <a:ext cx="397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3" name="直接连接符 432"/>
            <p:cNvCxnSpPr/>
            <p:nvPr>
              <p:custDataLst>
                <p:tags r:id="rId70"/>
              </p:custDataLst>
            </p:nvPr>
          </p:nvCxnSpPr>
          <p:spPr bwMode="auto">
            <a:xfrm>
              <a:off x="9298" y="5329"/>
              <a:ext cx="0" cy="1134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4" name="直接连接符 433"/>
            <p:cNvCxnSpPr/>
            <p:nvPr>
              <p:custDataLst>
                <p:tags r:id="rId71"/>
              </p:custDataLst>
            </p:nvPr>
          </p:nvCxnSpPr>
          <p:spPr bwMode="auto">
            <a:xfrm>
              <a:off x="8958" y="5784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435" name="任意多边形 434"/>
            <p:cNvSpPr/>
            <p:nvPr>
              <p:custDataLst>
                <p:tags r:id="rId72"/>
              </p:custDataLst>
            </p:nvPr>
          </p:nvSpPr>
          <p:spPr bwMode="auto">
            <a:xfrm>
              <a:off x="8448" y="5501"/>
              <a:ext cx="454" cy="454"/>
            </a:xfrm>
            <a:custGeom>
              <a:avLst/>
              <a:gdLst>
                <a:gd name="connsiteX0" fmla="*/ 0 w 522514"/>
                <a:gd name="connsiteY0" fmla="*/ 473528 h 473528"/>
                <a:gd name="connsiteX1" fmla="*/ 43543 w 522514"/>
                <a:gd name="connsiteY1" fmla="*/ 255814 h 473528"/>
                <a:gd name="connsiteX2" fmla="*/ 261257 w 522514"/>
                <a:gd name="connsiteY2" fmla="*/ 81643 h 473528"/>
                <a:gd name="connsiteX3" fmla="*/ 522514 w 522514"/>
                <a:gd name="connsiteY3" fmla="*/ 0 h 473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514" h="473528">
                  <a:moveTo>
                    <a:pt x="0" y="473528"/>
                  </a:moveTo>
                  <a:cubicBezTo>
                    <a:pt x="0" y="397328"/>
                    <a:pt x="0" y="321128"/>
                    <a:pt x="43543" y="255814"/>
                  </a:cubicBezTo>
                  <a:cubicBezTo>
                    <a:pt x="87086" y="190500"/>
                    <a:pt x="181429" y="124279"/>
                    <a:pt x="261257" y="81643"/>
                  </a:cubicBezTo>
                  <a:cubicBezTo>
                    <a:pt x="341086" y="39007"/>
                    <a:pt x="431800" y="19503"/>
                    <a:pt x="522514" y="0"/>
                  </a:cubicBezTo>
                </a:path>
              </a:pathLst>
            </a:cu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36" name="任意多边形 435"/>
            <p:cNvSpPr/>
            <p:nvPr>
              <p:custDataLst>
                <p:tags r:id="rId73"/>
              </p:custDataLst>
            </p:nvPr>
          </p:nvSpPr>
          <p:spPr bwMode="auto">
            <a:xfrm>
              <a:off x="7201" y="5501"/>
              <a:ext cx="1247" cy="510"/>
            </a:xfrm>
            <a:custGeom>
              <a:avLst/>
              <a:gdLst>
                <a:gd name="connsiteX0" fmla="*/ 0 w 1279071"/>
                <a:gd name="connsiteY0" fmla="*/ 0 h 484414"/>
                <a:gd name="connsiteX1" fmla="*/ 81643 w 1279071"/>
                <a:gd name="connsiteY1" fmla="*/ 201386 h 484414"/>
                <a:gd name="connsiteX2" fmla="*/ 266700 w 1279071"/>
                <a:gd name="connsiteY2" fmla="*/ 402771 h 484414"/>
                <a:gd name="connsiteX3" fmla="*/ 1279071 w 1279071"/>
                <a:gd name="connsiteY3" fmla="*/ 484414 h 48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9071" h="484414">
                  <a:moveTo>
                    <a:pt x="0" y="0"/>
                  </a:moveTo>
                  <a:cubicBezTo>
                    <a:pt x="18596" y="67129"/>
                    <a:pt x="37193" y="134258"/>
                    <a:pt x="81643" y="201386"/>
                  </a:cubicBezTo>
                  <a:cubicBezTo>
                    <a:pt x="126093" y="268515"/>
                    <a:pt x="67129" y="355600"/>
                    <a:pt x="266700" y="402771"/>
                  </a:cubicBezTo>
                  <a:cubicBezTo>
                    <a:pt x="466271" y="449942"/>
                    <a:pt x="872671" y="467178"/>
                    <a:pt x="1279071" y="484414"/>
                  </a:cubicBezTo>
                </a:path>
              </a:pathLst>
            </a:cu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438" name="直接连接符 437"/>
            <p:cNvCxnSpPr/>
            <p:nvPr>
              <p:custDataLst>
                <p:tags r:id="rId74"/>
              </p:custDataLst>
            </p:nvPr>
          </p:nvCxnSpPr>
          <p:spPr bwMode="auto">
            <a:xfrm>
              <a:off x="9298" y="6122"/>
              <a:ext cx="170" cy="2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9" name="直接连接符 438"/>
            <p:cNvCxnSpPr/>
            <p:nvPr>
              <p:custDataLst>
                <p:tags r:id="rId75"/>
              </p:custDataLst>
            </p:nvPr>
          </p:nvCxnSpPr>
          <p:spPr bwMode="auto">
            <a:xfrm flipV="1">
              <a:off x="9014" y="6293"/>
              <a:ext cx="283" cy="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40" name="Text Box 527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8617" y="6121"/>
              <a:ext cx="397" cy="34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①</a:t>
              </a:r>
            </a:p>
          </p:txBody>
        </p:sp>
        <p:cxnSp>
          <p:nvCxnSpPr>
            <p:cNvPr id="442" name="直接连接符 441"/>
            <p:cNvCxnSpPr/>
            <p:nvPr>
              <p:custDataLst>
                <p:tags r:id="rId77"/>
              </p:custDataLst>
            </p:nvPr>
          </p:nvCxnSpPr>
          <p:spPr bwMode="auto">
            <a:xfrm>
              <a:off x="8334" y="6122"/>
              <a:ext cx="0" cy="283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3" name="直接连接符 442"/>
            <p:cNvCxnSpPr/>
            <p:nvPr>
              <p:custDataLst>
                <p:tags r:id="rId78"/>
              </p:custDataLst>
            </p:nvPr>
          </p:nvCxnSpPr>
          <p:spPr bwMode="auto">
            <a:xfrm flipH="1" flipV="1">
              <a:off x="8335" y="6293"/>
              <a:ext cx="283" cy="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71" name="Text Box 223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7030" y="6520"/>
              <a:ext cx="1928" cy="397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5000"/>
                </a:lnSpc>
              </a:pPr>
              <a:r>
                <a:rPr lang="zh-CN" altLang="en-US" sz="1800" b="1" dirty="0"/>
                <a:t>半互锁方式</a:t>
              </a:r>
            </a:p>
          </p:txBody>
        </p:sp>
      </p:grpSp>
      <p:grpSp>
        <p:nvGrpSpPr>
          <p:cNvPr id="475" name="组合 474"/>
          <p:cNvGrpSpPr/>
          <p:nvPr/>
        </p:nvGrpSpPr>
        <p:grpSpPr>
          <a:xfrm>
            <a:off x="6336000" y="2996952"/>
            <a:ext cx="1943735" cy="1007745"/>
            <a:chOff x="10205" y="5329"/>
            <a:chExt cx="3061" cy="1587"/>
          </a:xfrm>
        </p:grpSpPr>
        <p:sp>
          <p:nvSpPr>
            <p:cNvPr id="446" name="Text Box 522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0205" y="5330"/>
              <a:ext cx="680" cy="8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 err="1"/>
                <a:t>Req</a:t>
              </a:r>
              <a:endParaRPr lang="en-US" altLang="zh-CN" sz="1800" b="1" dirty="0"/>
            </a:p>
            <a:p>
              <a:pPr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en-US" altLang="zh-CN" sz="1800" b="1" dirty="0" err="1"/>
                <a:t>Ack</a:t>
              </a:r>
              <a:endParaRPr lang="en-US" altLang="zh-CN" sz="1800" b="1" dirty="0"/>
            </a:p>
          </p:txBody>
        </p:sp>
        <p:cxnSp>
          <p:nvCxnSpPr>
            <p:cNvPr id="447" name="直接连接符 446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10886" y="5671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8" name="直接连接符 447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11057" y="5329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49" name="直接连接符 448"/>
            <p:cNvCxnSpPr/>
            <p:nvPr>
              <p:custDataLst>
                <p:tags r:id="rId45"/>
              </p:custDataLst>
            </p:nvPr>
          </p:nvCxnSpPr>
          <p:spPr bwMode="auto">
            <a:xfrm>
              <a:off x="11396" y="5329"/>
              <a:ext cx="1361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0" name="直接连接符 449"/>
            <p:cNvCxnSpPr/>
            <p:nvPr>
              <p:custDataLst>
                <p:tags r:id="rId46"/>
              </p:custDataLst>
            </p:nvPr>
          </p:nvCxnSpPr>
          <p:spPr bwMode="auto">
            <a:xfrm>
              <a:off x="10886" y="6124"/>
              <a:ext cx="147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1" name="直接连接符 450"/>
            <p:cNvCxnSpPr/>
            <p:nvPr>
              <p:custDataLst>
                <p:tags r:id="rId47"/>
              </p:custDataLst>
            </p:nvPr>
          </p:nvCxnSpPr>
          <p:spPr bwMode="auto">
            <a:xfrm>
              <a:off x="11057" y="5329"/>
              <a:ext cx="0" cy="1077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2" name="直接连接符 451"/>
            <p:cNvCxnSpPr/>
            <p:nvPr>
              <p:custDataLst>
                <p:tags r:id="rId48"/>
              </p:custDataLst>
            </p:nvPr>
          </p:nvCxnSpPr>
          <p:spPr bwMode="auto">
            <a:xfrm>
              <a:off x="12700" y="5784"/>
              <a:ext cx="57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3" name="直接连接符 452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12360" y="5784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54" name="直接连接符 453"/>
            <p:cNvCxnSpPr/>
            <p:nvPr>
              <p:custDataLst>
                <p:tags r:id="rId50"/>
              </p:custDataLst>
            </p:nvPr>
          </p:nvCxnSpPr>
          <p:spPr bwMode="auto">
            <a:xfrm>
              <a:off x="12757" y="5330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55" name="直接连接符 454"/>
            <p:cNvCxnSpPr/>
            <p:nvPr>
              <p:custDataLst>
                <p:tags r:id="rId51"/>
              </p:custDataLst>
            </p:nvPr>
          </p:nvCxnSpPr>
          <p:spPr bwMode="auto">
            <a:xfrm>
              <a:off x="13096" y="5671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6" name="直接连接符 455"/>
            <p:cNvCxnSpPr/>
            <p:nvPr>
              <p:custDataLst>
                <p:tags r:id="rId52"/>
              </p:custDataLst>
            </p:nvPr>
          </p:nvCxnSpPr>
          <p:spPr bwMode="auto">
            <a:xfrm>
              <a:off x="13096" y="5329"/>
              <a:ext cx="0" cy="1134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7" name="直接连接符 456"/>
            <p:cNvCxnSpPr/>
            <p:nvPr>
              <p:custDataLst>
                <p:tags r:id="rId53"/>
              </p:custDataLst>
            </p:nvPr>
          </p:nvCxnSpPr>
          <p:spPr bwMode="auto">
            <a:xfrm>
              <a:off x="12756" y="5784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459" name="任意多边形 458"/>
            <p:cNvSpPr/>
            <p:nvPr>
              <p:custDataLst>
                <p:tags r:id="rId54"/>
              </p:custDataLst>
            </p:nvPr>
          </p:nvSpPr>
          <p:spPr bwMode="auto">
            <a:xfrm>
              <a:off x="11226" y="5501"/>
              <a:ext cx="1247" cy="510"/>
            </a:xfrm>
            <a:custGeom>
              <a:avLst/>
              <a:gdLst>
                <a:gd name="connsiteX0" fmla="*/ 0 w 1279071"/>
                <a:gd name="connsiteY0" fmla="*/ 0 h 484414"/>
                <a:gd name="connsiteX1" fmla="*/ 81643 w 1279071"/>
                <a:gd name="connsiteY1" fmla="*/ 201386 h 484414"/>
                <a:gd name="connsiteX2" fmla="*/ 266700 w 1279071"/>
                <a:gd name="connsiteY2" fmla="*/ 402771 h 484414"/>
                <a:gd name="connsiteX3" fmla="*/ 1279071 w 1279071"/>
                <a:gd name="connsiteY3" fmla="*/ 484414 h 48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9071" h="484414">
                  <a:moveTo>
                    <a:pt x="0" y="0"/>
                  </a:moveTo>
                  <a:cubicBezTo>
                    <a:pt x="18596" y="67129"/>
                    <a:pt x="37193" y="134258"/>
                    <a:pt x="81643" y="201386"/>
                  </a:cubicBezTo>
                  <a:cubicBezTo>
                    <a:pt x="126093" y="268515"/>
                    <a:pt x="67129" y="355600"/>
                    <a:pt x="266700" y="402771"/>
                  </a:cubicBezTo>
                  <a:cubicBezTo>
                    <a:pt x="466271" y="449942"/>
                    <a:pt x="872671" y="467178"/>
                    <a:pt x="1279071" y="484414"/>
                  </a:cubicBezTo>
                </a:path>
              </a:pathLst>
            </a:cu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460" name="直接连接符 459"/>
            <p:cNvCxnSpPr/>
            <p:nvPr>
              <p:custDataLst>
                <p:tags r:id="rId55"/>
              </p:custDataLst>
            </p:nvPr>
          </p:nvCxnSpPr>
          <p:spPr bwMode="auto">
            <a:xfrm>
              <a:off x="13096" y="6122"/>
              <a:ext cx="170" cy="2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5" name="直接连接符 464"/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12302" y="6293"/>
              <a:ext cx="794" cy="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66" name="Text Box 527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11906" y="6123"/>
              <a:ext cx="340" cy="34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①</a:t>
              </a:r>
            </a:p>
          </p:txBody>
        </p:sp>
        <p:cxnSp>
          <p:nvCxnSpPr>
            <p:cNvPr id="468" name="直接连接符 467"/>
            <p:cNvCxnSpPr/>
            <p:nvPr>
              <p:custDataLst>
                <p:tags r:id="rId58"/>
              </p:custDataLst>
            </p:nvPr>
          </p:nvCxnSpPr>
          <p:spPr bwMode="auto">
            <a:xfrm flipH="1" flipV="1">
              <a:off x="11055" y="6293"/>
              <a:ext cx="794" cy="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72" name="Text Box 223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10998" y="6520"/>
              <a:ext cx="1928" cy="397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5000"/>
                </a:lnSpc>
              </a:pPr>
              <a:r>
                <a:rPr lang="zh-CN" altLang="en-US" sz="1800" b="1" dirty="0"/>
                <a:t>不互锁方式</a:t>
              </a:r>
            </a:p>
          </p:txBody>
        </p:sp>
      </p:grpSp>
      <p:sp>
        <p:nvSpPr>
          <p:cNvPr id="476" name="Text Box 22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40765" y="4077072"/>
            <a:ext cx="8103235" cy="10550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336800" indent="-2336800"/>
            <a:r>
              <a:rPr lang="zh-CN" altLang="en-US" sz="2000" b="1" dirty="0">
                <a:solidFill>
                  <a:schemeClr val="accent2"/>
                </a:solidFill>
              </a:rPr>
              <a:t>示例</a:t>
            </a:r>
            <a:r>
              <a:rPr lang="en-US" altLang="zh-CN" sz="2000" b="1" dirty="0">
                <a:solidFill>
                  <a:schemeClr val="accent2"/>
                </a:solidFill>
              </a:rPr>
              <a:t>—</a:t>
            </a:r>
            <a:r>
              <a:rPr lang="zh-CN" altLang="en-US" sz="2000" b="1" u="sng" dirty="0">
                <a:sym typeface="+mn-ea"/>
              </a:rPr>
              <a:t>串行通信</a:t>
            </a:r>
            <a:r>
              <a:rPr lang="zh-CN" altLang="en-US" sz="2000" b="1" dirty="0">
                <a:sym typeface="+mn-ea"/>
              </a:rPr>
              <a:t>每次传输</a:t>
            </a:r>
            <a:r>
              <a:rPr lang="en-US" altLang="zh-CN" sz="2000" b="1" u="sng" dirty="0">
                <a:solidFill>
                  <a:srgbClr val="0070C0"/>
                </a:solidFill>
                <a:sym typeface="+mn-ea"/>
              </a:rPr>
              <a:t>1</a:t>
            </a:r>
            <a:r>
              <a:rPr lang="zh-CN" altLang="en-US" sz="2000" b="1" u="sng" dirty="0">
                <a:solidFill>
                  <a:srgbClr val="0070C0"/>
                </a:solidFill>
                <a:sym typeface="+mn-ea"/>
              </a:rPr>
              <a:t>个帧</a:t>
            </a:r>
            <a:r>
              <a:rPr lang="zh-CN" altLang="en-US" sz="2000" b="1" dirty="0">
                <a:sym typeface="+mn-ea"/>
              </a:rPr>
              <a:t>，均</a:t>
            </a:r>
            <a:r>
              <a:rPr lang="zh-CN" altLang="en-US" sz="2000" b="1" u="sng" dirty="0">
                <a:solidFill>
                  <a:srgbClr val="0070C0"/>
                </a:solidFill>
                <a:sym typeface="+mn-ea"/>
              </a:rPr>
              <a:t>缺省</a:t>
            </a:r>
            <a:r>
              <a:rPr lang="zh-CN" altLang="en-US" sz="2000" b="1" dirty="0">
                <a:sym typeface="+mn-ea"/>
              </a:rPr>
              <a:t>联络信号线</a:t>
            </a:r>
            <a:r>
              <a:rPr lang="en-US" altLang="zh-CN" sz="1600" b="1" dirty="0">
                <a:sym typeface="+mn-ea"/>
              </a:rPr>
              <a:t>(</a:t>
            </a:r>
            <a:r>
              <a:rPr lang="zh-CN" altLang="en-US" sz="1600" b="1" dirty="0">
                <a:sym typeface="+mn-ea"/>
              </a:rPr>
              <a:t>效率↑</a:t>
            </a:r>
            <a:r>
              <a:rPr lang="en-US" altLang="zh-CN" sz="1600" b="1" dirty="0">
                <a:sym typeface="+mn-ea"/>
              </a:rPr>
              <a:t>[1</a:t>
            </a:r>
            <a:r>
              <a:rPr lang="zh-CN" altLang="en-US" sz="1600" b="1" dirty="0">
                <a:sym typeface="+mn-ea"/>
              </a:rPr>
              <a:t>根数据线</a:t>
            </a:r>
            <a:r>
              <a:rPr lang="en-US" altLang="zh-CN" sz="1600" b="1" dirty="0">
                <a:sym typeface="+mn-ea"/>
              </a:rPr>
              <a:t>])</a:t>
            </a:r>
            <a:r>
              <a:rPr lang="zh-CN" altLang="en-US" sz="2000" b="1" dirty="0">
                <a:sym typeface="+mn-ea"/>
              </a:rPr>
              <a:t>；</a:t>
            </a:r>
          </a:p>
          <a:p>
            <a:pPr marL="2336800" indent="-2336800">
              <a:lnSpc>
                <a:spcPct val="100000"/>
              </a:lnSpc>
            </a:pPr>
            <a:r>
              <a:rPr lang="en-US" altLang="zh-CN" sz="1600" b="1" dirty="0">
                <a:sym typeface="+mn-ea"/>
              </a:rPr>
              <a:t>           </a:t>
            </a:r>
            <a:r>
              <a:rPr lang="zh-CN" altLang="en-US" sz="1600" b="1" dirty="0">
                <a:sym typeface="+mn-ea"/>
              </a:rPr>
              <a:t>含</a:t>
            </a:r>
            <a:r>
              <a:rPr lang="en-US" altLang="zh-CN" sz="1600" b="1" dirty="0">
                <a:sym typeface="+mn-ea"/>
              </a:rPr>
              <a:t>1</a:t>
            </a:r>
            <a:r>
              <a:rPr lang="zh-CN" altLang="en-US" sz="1600" b="1" dirty="0">
                <a:sym typeface="+mn-ea"/>
              </a:rPr>
              <a:t>个字符</a:t>
            </a:r>
            <a:r>
              <a:rPr lang="en-US" altLang="zh-CN" sz="1600" b="1" dirty="0">
                <a:sym typeface="+mn-ea"/>
              </a:rPr>
              <a:t>/</a:t>
            </a:r>
            <a:r>
              <a:rPr lang="zh-CN" altLang="en-US" sz="1600" b="1" dirty="0">
                <a:sym typeface="+mn-ea"/>
              </a:rPr>
              <a:t>数据块→</a:t>
            </a:r>
            <a:r>
              <a:rPr lang="zh-CN" altLang="en-US" sz="1600" dirty="0">
                <a:sym typeface="+mn-ea"/>
              </a:rPr>
              <a:t>┘</a:t>
            </a:r>
            <a:r>
              <a:rPr lang="en-US" altLang="zh-CN" sz="1600" b="1" dirty="0">
                <a:sym typeface="+mn-ea"/>
              </a:rPr>
              <a:t>         </a:t>
            </a:r>
            <a:r>
              <a:rPr lang="zh-CN" altLang="en-US" sz="1600" dirty="0">
                <a:sym typeface="+mn-ea"/>
              </a:rPr>
              <a:t>└</a:t>
            </a:r>
            <a:r>
              <a:rPr lang="en-US" altLang="zh-CN" sz="1600" b="1" dirty="0">
                <a:sym typeface="+mn-ea"/>
              </a:rPr>
              <a:t>→</a:t>
            </a:r>
            <a:r>
              <a:rPr lang="zh-CN" altLang="en-US" sz="1600" b="1" dirty="0">
                <a:sym typeface="+mn-ea"/>
              </a:rPr>
              <a:t>用</a:t>
            </a:r>
            <a:r>
              <a:rPr lang="zh-CN" altLang="en-US" sz="1600" b="1" u="sng" dirty="0">
                <a:sym typeface="+mn-ea"/>
              </a:rPr>
              <a:t>不互锁</a:t>
            </a:r>
            <a:r>
              <a:rPr lang="zh-CN" altLang="en-US" sz="1600" b="1" dirty="0">
                <a:sym typeface="+mn-ea"/>
              </a:rPr>
              <a:t>方式定时→约定</a:t>
            </a:r>
            <a:r>
              <a:rPr lang="zh-CN" altLang="en-US" sz="1600" b="1" u="sng" dirty="0">
                <a:sym typeface="+mn-ea"/>
              </a:rPr>
              <a:t>波特率</a:t>
            </a:r>
            <a:endParaRPr lang="zh-CN" altLang="en-US" sz="1600" b="1" dirty="0">
              <a:sym typeface="+mn-ea"/>
            </a:endParaRPr>
          </a:p>
          <a:p>
            <a:pPr marL="2336800" indent="-2336800"/>
            <a:r>
              <a:rPr lang="en-US" altLang="zh-CN" sz="2000" b="1" dirty="0"/>
              <a:t>      </a:t>
            </a:r>
            <a:r>
              <a:rPr lang="zh-CN" altLang="en-US" sz="2000" b="1" u="sng" dirty="0"/>
              <a:t>起止式</a:t>
            </a:r>
            <a:r>
              <a:rPr lang="zh-CN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b="1" u="sng" dirty="0"/>
              <a:t>异步串行</a:t>
            </a:r>
            <a:r>
              <a:rPr lang="zh-CN" altLang="en-US" sz="2000" b="1" dirty="0"/>
              <a:t>通信协议如下</a:t>
            </a:r>
            <a:r>
              <a:rPr lang="en-US" altLang="zh-CN" sz="2000" b="1" dirty="0"/>
              <a:t>  </a:t>
            </a:r>
            <a:r>
              <a:rPr lang="en-US" altLang="zh-CN" sz="1600" b="1" dirty="0"/>
              <a:t>←</a:t>
            </a:r>
            <a:r>
              <a:rPr lang="zh-CN" altLang="en-US" sz="1600" b="1" u="sng" dirty="0"/>
              <a:t>帧的同步头</a:t>
            </a:r>
            <a:r>
              <a:rPr lang="en-US" altLang="zh-CN" sz="1600" b="1" u="sng" dirty="0"/>
              <a:t>&amp;</a:t>
            </a:r>
            <a:r>
              <a:rPr lang="zh-CN" altLang="en-US" sz="1600" b="1" u="sng" dirty="0"/>
              <a:t>同步尾</a:t>
            </a:r>
            <a:r>
              <a:rPr lang="zh-CN" altLang="en-US" sz="1600" b="1" dirty="0">
                <a:sym typeface="+mn-ea"/>
              </a:rPr>
              <a:t>为起始位</a:t>
            </a:r>
            <a:r>
              <a:rPr lang="en-US" altLang="zh-CN" sz="1600" b="1" dirty="0">
                <a:sym typeface="+mn-ea"/>
              </a:rPr>
              <a:t>&amp;</a:t>
            </a:r>
            <a:r>
              <a:rPr lang="zh-CN" altLang="en-US" sz="1600" b="1" dirty="0">
                <a:sym typeface="+mn-ea"/>
              </a:rPr>
              <a:t>停止位</a:t>
            </a:r>
            <a:endParaRPr lang="zh-CN" altLang="en-US" sz="1600" b="1" dirty="0"/>
          </a:p>
        </p:txBody>
      </p:sp>
      <p:grpSp>
        <p:nvGrpSpPr>
          <p:cNvPr id="620" name="组合 619"/>
          <p:cNvGrpSpPr/>
          <p:nvPr/>
        </p:nvGrpSpPr>
        <p:grpSpPr>
          <a:xfrm>
            <a:off x="1800000" y="5184000"/>
            <a:ext cx="6624320" cy="1259840"/>
            <a:chOff x="1587" y="4422"/>
            <a:chExt cx="10432" cy="1984"/>
          </a:xfrm>
        </p:grpSpPr>
        <p:sp>
          <p:nvSpPr>
            <p:cNvPr id="621" name="Text Box 287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9694" y="4932"/>
              <a:ext cx="680" cy="397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FFCCFF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b="1"/>
                <a:t>1</a:t>
              </a:r>
            </a:p>
          </p:txBody>
        </p:sp>
        <p:sp>
          <p:nvSpPr>
            <p:cNvPr id="622" name="Text Box 293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0375" y="4932"/>
              <a:ext cx="964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71755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 b="1"/>
                <a:t>1…1</a:t>
              </a:r>
            </a:p>
          </p:txBody>
        </p:sp>
        <p:sp>
          <p:nvSpPr>
            <p:cNvPr id="623" name="Text Box 287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551" y="4932"/>
              <a:ext cx="680" cy="397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FFCCFF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b="1"/>
                <a:t>0</a:t>
              </a:r>
            </a:p>
          </p:txBody>
        </p:sp>
        <p:sp>
          <p:nvSpPr>
            <p:cNvPr id="624" name="Text Box 292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87" y="4932"/>
              <a:ext cx="964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71755" bIns="10800" anchor="ctr"/>
            <a:lstStyle/>
            <a:p>
              <a:pPr algn="r">
                <a:lnSpc>
                  <a:spcPct val="100000"/>
                </a:lnSpc>
              </a:pPr>
              <a:r>
                <a:rPr lang="en-US" altLang="zh-CN" sz="1800" b="1" dirty="0"/>
                <a:t>1  1</a:t>
              </a:r>
            </a:p>
          </p:txBody>
        </p:sp>
        <p:sp>
          <p:nvSpPr>
            <p:cNvPr id="625" name="Text Box 268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231" y="4932"/>
              <a:ext cx="5783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36195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/>
                <a:t>0/1 0/1 0/1 0/1 0/1 0/1 0/1 0/1</a:t>
              </a:r>
            </a:p>
          </p:txBody>
        </p:sp>
        <p:sp>
          <p:nvSpPr>
            <p:cNvPr id="626" name="Text Box 269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896" y="4422"/>
              <a:ext cx="289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帧格式</a:t>
              </a:r>
              <a:r>
                <a:rPr lang="en-US" altLang="zh-CN" sz="1600" b="1" dirty="0"/>
                <a:t>(</a:t>
              </a:r>
              <a:r>
                <a:rPr lang="zh-CN" altLang="en-US" sz="1600" b="1" dirty="0"/>
                <a:t>含</a:t>
              </a:r>
              <a:r>
                <a:rPr lang="en-US" altLang="zh-CN" sz="1600" b="1" dirty="0"/>
                <a:t>1</a:t>
              </a:r>
              <a:r>
                <a:rPr lang="zh-CN" altLang="en-US" sz="1600" b="1" dirty="0"/>
                <a:t>个字符</a:t>
              </a:r>
              <a:r>
                <a:rPr lang="en-US" altLang="zh-CN" sz="1600" b="1" dirty="0"/>
                <a:t>)</a:t>
              </a:r>
            </a:p>
          </p:txBody>
        </p:sp>
        <p:sp>
          <p:nvSpPr>
            <p:cNvPr id="627" name="Text Box 274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644" y="5386"/>
              <a:ext cx="794" cy="10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空闲位停止或</a:t>
              </a:r>
            </a:p>
          </p:txBody>
        </p:sp>
        <p:sp>
          <p:nvSpPr>
            <p:cNvPr id="628" name="Text Box 277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665" y="5386"/>
              <a:ext cx="454" cy="10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起始位</a:t>
              </a:r>
            </a:p>
          </p:txBody>
        </p:sp>
        <p:sp>
          <p:nvSpPr>
            <p:cNvPr id="629" name="Text Box 278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128" y="5386"/>
              <a:ext cx="454" cy="10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校验位</a:t>
              </a:r>
            </a:p>
          </p:txBody>
        </p:sp>
        <p:sp>
          <p:nvSpPr>
            <p:cNvPr id="630" name="Text Box 279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808" y="5386"/>
              <a:ext cx="454" cy="10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停止位</a:t>
              </a:r>
            </a:p>
          </p:txBody>
        </p:sp>
        <p:sp>
          <p:nvSpPr>
            <p:cNvPr id="631" name="Text Box 280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422" y="5556"/>
              <a:ext cx="3515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b="1" dirty="0"/>
                <a:t>(</a:t>
              </a:r>
              <a:r>
                <a:rPr lang="zh-CN" altLang="en-US" sz="1600" b="1" dirty="0"/>
                <a:t>低</a:t>
              </a:r>
              <a:r>
                <a:rPr lang="en-US" altLang="zh-CN" sz="1600" b="1" dirty="0"/>
                <a:t>) </a:t>
              </a:r>
              <a:r>
                <a:rPr lang="zh-CN" altLang="en-US" sz="1600" b="1" dirty="0"/>
                <a:t>数据位 </a:t>
              </a:r>
              <a:r>
                <a:rPr lang="en-US" altLang="zh-CN" sz="1600" b="1" dirty="0"/>
                <a:t>(</a:t>
              </a:r>
              <a:r>
                <a:rPr lang="zh-CN" altLang="en-US" sz="1600" b="1" dirty="0"/>
                <a:t>高</a:t>
              </a:r>
              <a:r>
                <a:rPr lang="en-US" altLang="zh-CN" sz="1600" b="1" dirty="0"/>
                <a:t>)</a:t>
              </a:r>
            </a:p>
          </p:txBody>
        </p:sp>
        <p:sp>
          <p:nvSpPr>
            <p:cNvPr id="632" name="Text Box 295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9014" y="4932"/>
              <a:ext cx="680" cy="39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b="1" dirty="0"/>
                <a:t>0/1</a:t>
              </a:r>
            </a:p>
          </p:txBody>
        </p:sp>
        <p:sp>
          <p:nvSpPr>
            <p:cNvPr id="633" name="Text Box 30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0602" y="5386"/>
              <a:ext cx="454" cy="10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空闲位</a:t>
              </a:r>
            </a:p>
          </p:txBody>
        </p:sp>
        <p:sp>
          <p:nvSpPr>
            <p:cNvPr id="634" name="左大括号 633"/>
            <p:cNvSpPr/>
            <p:nvPr>
              <p:custDataLst>
                <p:tags r:id="rId23"/>
              </p:custDataLst>
            </p:nvPr>
          </p:nvSpPr>
          <p:spPr bwMode="auto">
            <a:xfrm rot="16200000">
              <a:off x="6046" y="2608"/>
              <a:ext cx="122" cy="5726"/>
            </a:xfrm>
            <a:prstGeom prst="leftBrace">
              <a:avLst>
                <a:gd name="adj1" fmla="val 27996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635" name="直接连接符 634"/>
            <p:cNvCxnSpPr/>
            <p:nvPr>
              <p:custDataLst>
                <p:tags r:id="rId24"/>
              </p:custDataLst>
            </p:nvPr>
          </p:nvCxnSpPr>
          <p:spPr bwMode="auto">
            <a:xfrm>
              <a:off x="3912" y="4932"/>
              <a:ext cx="0" cy="39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6" name="直接连接符 635"/>
            <p:cNvCxnSpPr/>
            <p:nvPr>
              <p:custDataLst>
                <p:tags r:id="rId25"/>
              </p:custDataLst>
            </p:nvPr>
          </p:nvCxnSpPr>
          <p:spPr bwMode="auto">
            <a:xfrm>
              <a:off x="4649" y="4932"/>
              <a:ext cx="0" cy="39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7" name="直接连接符 636"/>
            <p:cNvCxnSpPr/>
            <p:nvPr>
              <p:custDataLst>
                <p:tags r:id="rId26"/>
              </p:custDataLst>
            </p:nvPr>
          </p:nvCxnSpPr>
          <p:spPr bwMode="auto">
            <a:xfrm>
              <a:off x="5386" y="4932"/>
              <a:ext cx="0" cy="39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8" name="直接连接符 637"/>
            <p:cNvCxnSpPr/>
            <p:nvPr>
              <p:custDataLst>
                <p:tags r:id="rId27"/>
              </p:custDataLst>
            </p:nvPr>
          </p:nvCxnSpPr>
          <p:spPr bwMode="auto">
            <a:xfrm>
              <a:off x="6123" y="4932"/>
              <a:ext cx="0" cy="39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9" name="直接连接符 638"/>
            <p:cNvCxnSpPr/>
            <p:nvPr>
              <p:custDataLst>
                <p:tags r:id="rId28"/>
              </p:custDataLst>
            </p:nvPr>
          </p:nvCxnSpPr>
          <p:spPr bwMode="auto">
            <a:xfrm>
              <a:off x="6803" y="4933"/>
              <a:ext cx="0" cy="39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0" name="直接连接符 639"/>
            <p:cNvCxnSpPr/>
            <p:nvPr>
              <p:custDataLst>
                <p:tags r:id="rId29"/>
              </p:custDataLst>
            </p:nvPr>
          </p:nvCxnSpPr>
          <p:spPr bwMode="auto">
            <a:xfrm>
              <a:off x="7540" y="4933"/>
              <a:ext cx="0" cy="39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1" name="直接连接符 640"/>
            <p:cNvCxnSpPr/>
            <p:nvPr>
              <p:custDataLst>
                <p:tags r:id="rId30"/>
              </p:custDataLst>
            </p:nvPr>
          </p:nvCxnSpPr>
          <p:spPr bwMode="auto">
            <a:xfrm>
              <a:off x="8277" y="4933"/>
              <a:ext cx="0" cy="39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2" name="直接连接符 641"/>
            <p:cNvCxnSpPr/>
            <p:nvPr>
              <p:custDataLst>
                <p:tags r:id="rId31"/>
              </p:custDataLst>
            </p:nvPr>
          </p:nvCxnSpPr>
          <p:spPr bwMode="auto">
            <a:xfrm>
              <a:off x="2551" y="4932"/>
              <a:ext cx="0" cy="39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3" name="直接连接符 642"/>
            <p:cNvCxnSpPr/>
            <p:nvPr>
              <p:custDataLst>
                <p:tags r:id="rId32"/>
              </p:custDataLst>
            </p:nvPr>
          </p:nvCxnSpPr>
          <p:spPr bwMode="auto">
            <a:xfrm>
              <a:off x="1587" y="4932"/>
              <a:ext cx="96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4" name="直接连接符 643"/>
            <p:cNvCxnSpPr/>
            <p:nvPr>
              <p:custDataLst>
                <p:tags r:id="rId33"/>
              </p:custDataLst>
            </p:nvPr>
          </p:nvCxnSpPr>
          <p:spPr bwMode="auto">
            <a:xfrm>
              <a:off x="2551" y="5329"/>
              <a:ext cx="68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5" name="直接连接符 644"/>
            <p:cNvCxnSpPr/>
            <p:nvPr>
              <p:custDataLst>
                <p:tags r:id="rId34"/>
              </p:custDataLst>
            </p:nvPr>
          </p:nvCxnSpPr>
          <p:spPr bwMode="auto">
            <a:xfrm>
              <a:off x="9694" y="4932"/>
              <a:ext cx="164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6" name="直接连接符 645"/>
            <p:cNvCxnSpPr/>
            <p:nvPr>
              <p:custDataLst>
                <p:tags r:id="rId35"/>
              </p:custDataLst>
            </p:nvPr>
          </p:nvCxnSpPr>
          <p:spPr bwMode="auto">
            <a:xfrm>
              <a:off x="2551" y="5329"/>
              <a:ext cx="0" cy="1020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7" name="直接连接符 646"/>
            <p:cNvCxnSpPr/>
            <p:nvPr>
              <p:custDataLst>
                <p:tags r:id="rId36"/>
              </p:custDataLst>
            </p:nvPr>
          </p:nvCxnSpPr>
          <p:spPr bwMode="auto">
            <a:xfrm>
              <a:off x="10375" y="5329"/>
              <a:ext cx="0" cy="1020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48" name="Text Box 287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1339" y="4932"/>
              <a:ext cx="680" cy="397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FFCCFF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b="1"/>
                <a:t>0</a:t>
              </a:r>
            </a:p>
          </p:txBody>
        </p:sp>
        <p:cxnSp>
          <p:nvCxnSpPr>
            <p:cNvPr id="649" name="直接连接符 648"/>
            <p:cNvCxnSpPr/>
            <p:nvPr>
              <p:custDataLst>
                <p:tags r:id="rId38"/>
              </p:custDataLst>
            </p:nvPr>
          </p:nvCxnSpPr>
          <p:spPr bwMode="auto">
            <a:xfrm>
              <a:off x="11339" y="4932"/>
              <a:ext cx="0" cy="39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0" name="直接连接符 649"/>
            <p:cNvCxnSpPr/>
            <p:nvPr>
              <p:custDataLst>
                <p:tags r:id="rId39"/>
              </p:custDataLst>
            </p:nvPr>
          </p:nvCxnSpPr>
          <p:spPr bwMode="auto">
            <a:xfrm>
              <a:off x="11339" y="5329"/>
              <a:ext cx="68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1" name="直接连接符 650"/>
            <p:cNvCxnSpPr/>
            <p:nvPr>
              <p:custDataLst>
                <p:tags r:id="rId40"/>
              </p:custDataLst>
            </p:nvPr>
          </p:nvCxnSpPr>
          <p:spPr bwMode="auto">
            <a:xfrm>
              <a:off x="11339" y="5329"/>
              <a:ext cx="0" cy="1020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52" name="左大括号 651"/>
            <p:cNvSpPr/>
            <p:nvPr>
              <p:custDataLst>
                <p:tags r:id="rId41"/>
              </p:custDataLst>
            </p:nvPr>
          </p:nvSpPr>
          <p:spPr bwMode="auto">
            <a:xfrm rot="5400000">
              <a:off x="6406" y="964"/>
              <a:ext cx="170" cy="7767"/>
            </a:xfrm>
            <a:prstGeom prst="leftBrace">
              <a:avLst>
                <a:gd name="adj1" fmla="val 27996"/>
                <a:gd name="adj2" fmla="val 49978"/>
              </a:avLst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658" name="组合 657"/>
          <p:cNvGrpSpPr/>
          <p:nvPr/>
        </p:nvGrpSpPr>
        <p:grpSpPr>
          <a:xfrm>
            <a:off x="6948170" y="4762609"/>
            <a:ext cx="1115695" cy="610870"/>
            <a:chOff x="10942" y="7542"/>
            <a:chExt cx="1757" cy="962"/>
          </a:xfrm>
        </p:grpSpPr>
        <p:cxnSp>
          <p:nvCxnSpPr>
            <p:cNvPr id="654" name="直接连接符 653"/>
            <p:cNvCxnSpPr/>
            <p:nvPr>
              <p:custDataLst>
                <p:tags r:id="rId6"/>
              </p:custDataLst>
            </p:nvPr>
          </p:nvCxnSpPr>
          <p:spPr bwMode="auto">
            <a:xfrm>
              <a:off x="10942" y="8164"/>
              <a:ext cx="0" cy="34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5" name="直接连接符 654"/>
            <p:cNvCxnSpPr/>
            <p:nvPr>
              <p:custDataLst>
                <p:tags r:id="rId7"/>
              </p:custDataLst>
            </p:nvPr>
          </p:nvCxnSpPr>
          <p:spPr bwMode="auto">
            <a:xfrm>
              <a:off x="11622" y="8164"/>
              <a:ext cx="0" cy="34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6" name="直接连接符 655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10942" y="8334"/>
              <a:ext cx="68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657" name="直接连接符 656"/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11225" y="7542"/>
              <a:ext cx="1474" cy="737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659" name="AutoShape 335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0800000">
            <a:off x="4428000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0" name="AutoShape 334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5400000">
            <a:off x="2987825" y="6525343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" name="线形标注 2 2">
            <a:extLst>
              <a:ext uri="{FF2B5EF4-FFF2-40B4-BE49-F238E27FC236}">
                <a16:creationId xmlns:a16="http://schemas.microsoft.com/office/drawing/2014/main" id="{DF570556-53B5-4EFA-80EC-496F34F67D1C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7530627" y="1916832"/>
            <a:ext cx="1224000" cy="540000"/>
          </a:xfrm>
          <a:prstGeom prst="borderCallout2">
            <a:avLst>
              <a:gd name="adj1" fmla="val 48951"/>
              <a:gd name="adj2" fmla="val -221"/>
              <a:gd name="adj3" fmla="val 47790"/>
              <a:gd name="adj4" fmla="val -16266"/>
              <a:gd name="adj5" fmla="val -29884"/>
              <a:gd name="adj6" fmla="val -79768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105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Ready</a:t>
            </a:r>
            <a:r>
              <a: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有效时</a:t>
            </a:r>
            <a:r>
              <a:rPr lang="zh-CN" altLang="en-US" sz="1600" b="1" dirty="0">
                <a:solidFill>
                  <a:srgbClr val="000000"/>
                </a:solidFill>
              </a:rPr>
              <a:t>才</a:t>
            </a:r>
            <a:r>
              <a: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传送数据</a:t>
            </a:r>
            <a:endParaRPr 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10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10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10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A51B-A8E5-4E38-A74D-F6E7BEFB9955}" type="slidenum">
              <a:rPr lang="en-US" altLang="zh-CN" smtClean="0"/>
              <a:t>14</a:t>
            </a:fld>
            <a:endParaRPr lang="en-US" altLang="zh-CN"/>
          </a:p>
        </p:txBody>
      </p:sp>
      <p:sp>
        <p:nvSpPr>
          <p:cNvPr id="30" name="Text Box 20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96240"/>
            <a:ext cx="8804910" cy="3155672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1—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某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32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位半同步总线的时钟频率为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100MHz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MEM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读事务的传输协议包含传送地址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命令、等待响应、传送数据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个阶段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，支持突发传输模式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突发长度≤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4)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，每个时钟周期可传送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个地址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命令或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个数据</a:t>
            </a:r>
            <a:r>
              <a:rPr lang="zh-CN" altLang="en-US" sz="2000" b="1" dirty="0">
                <a:solidFill>
                  <a:srgbClr val="000000"/>
                </a:solidFill>
                <a:cs typeface="宋体" panose="02010600030101010101" pitchFamily="2" charset="-122"/>
              </a:rPr>
              <a:t>。</a:t>
            </a:r>
            <a:r>
              <a:rPr lang="en-US" altLang="zh-CN" sz="2000" b="1" dirty="0">
                <a:solidFill>
                  <a:srgbClr val="000000"/>
                </a:solidFill>
                <a:cs typeface="宋体" panose="02010600030101010101" pitchFamily="2" charset="-122"/>
              </a:rPr>
              <a:t>SRAM</a:t>
            </a:r>
            <a:r>
              <a:rPr lang="zh-CN" altLang="en-US" sz="2000" b="1" dirty="0">
                <a:solidFill>
                  <a:srgbClr val="000000"/>
                </a:solidFill>
                <a:cs typeface="宋体" panose="02010600030101010101" pitchFamily="2" charset="-122"/>
              </a:rPr>
              <a:t>的存储周期为</a:t>
            </a:r>
            <a:r>
              <a:rPr lang="en-US" altLang="zh-CN" sz="2000" b="1" dirty="0">
                <a:solidFill>
                  <a:srgbClr val="000000"/>
                </a:solidFill>
                <a:cs typeface="宋体" panose="02010600030101010101" pitchFamily="2" charset="-122"/>
              </a:rPr>
              <a:t>36ns</a:t>
            </a:r>
            <a:r>
              <a:rPr lang="zh-CN" altLang="en-US" sz="2000" b="1" dirty="0">
                <a:solidFill>
                  <a:srgbClr val="000000"/>
                </a:solidFill>
                <a:cs typeface="宋体" panose="02010600030101010101" pitchFamily="2" charset="-122"/>
              </a:rPr>
              <a:t>。⑴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若主存由单体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SRAM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构成，则通过总线从主存读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4B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数据需多少时间？⑵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若主存由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体交叉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SRAM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组成，则通过该总线读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16B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</a:t>
            </a:r>
            <a:r>
              <a:rPr lang="zh-CN" altLang="en-US" sz="2000" b="1" u="sng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最少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要多少时间？</a:t>
            </a:r>
          </a:p>
          <a:p>
            <a:pPr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解：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⑴</a:t>
            </a:r>
            <a:r>
              <a:rPr lang="zh-CN" altLang="en-US" sz="2000" b="1" spc="-1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主存数据引脚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r>
              <a:rPr lang="zh-CN" altLang="en-US" sz="2000" b="1" u="sng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位；</a:t>
            </a:r>
            <a:r>
              <a:rPr lang="zh-CN" altLang="en-US" sz="2000" b="1" spc="-1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总线访问时</a:t>
            </a:r>
            <a:r>
              <a:rPr lang="en-US" altLang="zh-CN" sz="2000" b="1" i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2000" b="1" baseline="-180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响应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sz="2000" b="1" u="sng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ns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lang="en-US" altLang="zh-CN" sz="2000" b="1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读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4B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</a:t>
            </a:r>
            <a:r>
              <a:rPr lang="en-US" altLang="zh-CN" sz="2000" b="1" i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000" b="1" baseline="-180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MEM</a:t>
            </a:r>
            <a:r>
              <a:rPr lang="zh-CN" altLang="en-US" sz="2000" b="1" baseline="-180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读事务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sz="2000" b="1" u="sng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ns</a:t>
            </a:r>
            <a:endParaRPr lang="zh-CN" altLang="en-US" sz="2000" b="1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⑵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主存访问≤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个数据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次；传送间隔＝启动间隔＝</a:t>
            </a:r>
            <a:r>
              <a:rPr lang="en-US" altLang="zh-CN" sz="2000" b="1" i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ns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读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16B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</a:t>
            </a:r>
            <a:r>
              <a:rPr lang="en-US" altLang="zh-CN" sz="2000" b="1" i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0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MEM</a:t>
            </a:r>
            <a:r>
              <a:rPr lang="zh-CN" altLang="en-US" sz="20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读事务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 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ns</a:t>
            </a:r>
            <a:endParaRPr lang="en-US" altLang="zh-CN" sz="2000" b="1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Text Box 20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240000" y="2097553"/>
            <a:ext cx="5191760" cy="78676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 lIns="36195" tIns="0" rIns="36195" bIns="0">
            <a:noAutofit/>
          </a:bodyPr>
          <a:lstStyle/>
          <a:p>
            <a:pPr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                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36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/T</a:t>
            </a:r>
            <a:r>
              <a:rPr lang="en-US" altLang="zh-CN" sz="2000" b="1" baseline="-18000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CLK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*T</a:t>
            </a:r>
            <a:r>
              <a:rPr lang="en-US" altLang="zh-CN" sz="2000" b="1" baseline="-18000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CLK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40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 </a:t>
            </a:r>
            <a:endParaRPr lang="en-US" altLang="zh-CN" sz="2000" b="1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{1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36/T</a:t>
            </a:r>
            <a:r>
              <a:rPr lang="en-US" altLang="zh-CN" sz="2000" b="1" baseline="-180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CLK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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＋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1}*T</a:t>
            </a:r>
            <a:r>
              <a:rPr lang="en-US" altLang="zh-CN" sz="2000" b="1" baseline="-180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CLK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60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Text Box 20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49830" y="2817008"/>
            <a:ext cx="6292215" cy="68400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 lIns="36195" tIns="0" rIns="36195" bIns="0">
            <a:noAutofit/>
          </a:bodyPr>
          <a:lstStyle/>
          <a:p>
            <a:pPr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                      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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9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/T</a:t>
            </a:r>
            <a:r>
              <a:rPr lang="en-US" altLang="zh-CN" sz="2000" b="1" baseline="-18000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CLK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*T</a:t>
            </a:r>
            <a:r>
              <a:rPr lang="en-US" altLang="zh-CN" sz="2000" b="1" baseline="-18000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CLK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10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{1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36/T</a:t>
            </a:r>
            <a:r>
              <a:rPr lang="en-US" altLang="zh-CN" sz="20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CLK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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＋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*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9/T</a:t>
            </a:r>
            <a:r>
              <a:rPr lang="en-US" altLang="zh-CN" sz="20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CLK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</a:t>
            </a:r>
            <a:r>
              <a:rPr lang="en-US" altLang="zh-CN" sz="20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}*T</a:t>
            </a:r>
            <a:r>
              <a:rPr lang="en-US" altLang="zh-CN" sz="20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CLK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90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1330960" y="3573016"/>
            <a:ext cx="6089015" cy="2736215"/>
            <a:chOff x="2096" y="5501"/>
            <a:chExt cx="9589" cy="4309"/>
          </a:xfrm>
        </p:grpSpPr>
        <p:sp>
          <p:nvSpPr>
            <p:cNvPr id="67" name="Text Box 148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2890" y="5721"/>
              <a:ext cx="2154" cy="40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时钟线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CLK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地址总线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(16b)</a:t>
              </a:r>
              <a:endPara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数据总线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(32b)</a:t>
              </a:r>
              <a:endPara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RD</a:t>
              </a:r>
              <a:endPara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就绪线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Ready</a:t>
              </a:r>
              <a:endPara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数据引脚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(32b)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控制引脚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WE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片选引脚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CS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M0 CS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M1 CS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M2 CS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M3 CS</a:t>
              </a:r>
              <a:endPara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9" name="Text Box 161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5554" y="5501"/>
              <a:ext cx="5839" cy="283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54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400" b="1" baseline="-18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 T</a:t>
              </a:r>
              <a:r>
                <a:rPr lang="en-US" altLang="zh-CN" sz="1400" b="1" baseline="-18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w</a:t>
              </a: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400" b="1" baseline="-18000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w</a:t>
              </a: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400" b="1" baseline="-18000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w</a:t>
              </a: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400" b="1" baseline="-18000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w</a:t>
              </a:r>
              <a:r>
                <a:rPr lang="en-US" altLang="zh-CN" sz="14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 T</a:t>
              </a:r>
              <a:r>
                <a:rPr lang="en-US" altLang="zh-CN" sz="1400" b="1" baseline="-18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400" b="1" baseline="-18000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400" b="1" baseline="-18000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400" b="1" baseline="-18000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400" b="1" baseline="-20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</a:p>
          </p:txBody>
        </p:sp>
        <p:cxnSp>
          <p:nvCxnSpPr>
            <p:cNvPr id="70" name="直接连接符 69"/>
            <p:cNvCxnSpPr/>
            <p:nvPr>
              <p:custDataLst>
                <p:tags r:id="rId66"/>
              </p:custDataLst>
            </p:nvPr>
          </p:nvCxnSpPr>
          <p:spPr bwMode="auto">
            <a:xfrm flipH="1">
              <a:off x="8786" y="5501"/>
              <a:ext cx="1" cy="43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直接连接符 70"/>
            <p:cNvCxnSpPr/>
            <p:nvPr>
              <p:custDataLst>
                <p:tags r:id="rId67"/>
              </p:custDataLst>
            </p:nvPr>
          </p:nvCxnSpPr>
          <p:spPr bwMode="auto">
            <a:xfrm flipH="1">
              <a:off x="9468" y="5501"/>
              <a:ext cx="0" cy="43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直接连接符 71"/>
            <p:cNvCxnSpPr/>
            <p:nvPr>
              <p:custDataLst>
                <p:tags r:id="rId68"/>
              </p:custDataLst>
            </p:nvPr>
          </p:nvCxnSpPr>
          <p:spPr bwMode="auto">
            <a:xfrm flipH="1">
              <a:off x="10152" y="5501"/>
              <a:ext cx="0" cy="43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直接连接符 72"/>
            <p:cNvCxnSpPr/>
            <p:nvPr>
              <p:custDataLst>
                <p:tags r:id="rId69"/>
              </p:custDataLst>
            </p:nvPr>
          </p:nvCxnSpPr>
          <p:spPr bwMode="auto">
            <a:xfrm flipH="1">
              <a:off x="10827" y="5501"/>
              <a:ext cx="0" cy="43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直接连接符 73"/>
            <p:cNvCxnSpPr/>
            <p:nvPr>
              <p:custDataLst>
                <p:tags r:id="rId70"/>
              </p:custDataLst>
            </p:nvPr>
          </p:nvCxnSpPr>
          <p:spPr bwMode="auto">
            <a:xfrm>
              <a:off x="6065" y="5501"/>
              <a:ext cx="0" cy="43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5" name="直接连接符 74"/>
            <p:cNvCxnSpPr/>
            <p:nvPr>
              <p:custDataLst>
                <p:tags r:id="rId71"/>
              </p:custDataLst>
            </p:nvPr>
          </p:nvCxnSpPr>
          <p:spPr bwMode="auto">
            <a:xfrm>
              <a:off x="6745" y="5501"/>
              <a:ext cx="0" cy="43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直接连接符 75"/>
            <p:cNvCxnSpPr/>
            <p:nvPr>
              <p:custDataLst>
                <p:tags r:id="rId72"/>
              </p:custDataLst>
            </p:nvPr>
          </p:nvCxnSpPr>
          <p:spPr bwMode="auto">
            <a:xfrm flipH="1">
              <a:off x="7425" y="5501"/>
              <a:ext cx="1" cy="43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73"/>
              </p:custDataLst>
            </p:nvPr>
          </p:nvCxnSpPr>
          <p:spPr bwMode="auto">
            <a:xfrm flipH="1">
              <a:off x="8106" y="5501"/>
              <a:ext cx="0" cy="43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直接连接符 77"/>
            <p:cNvCxnSpPr/>
            <p:nvPr>
              <p:custDataLst>
                <p:tags r:id="rId74"/>
              </p:custDataLst>
            </p:nvPr>
          </p:nvCxnSpPr>
          <p:spPr bwMode="auto">
            <a:xfrm flipH="1">
              <a:off x="5384" y="5501"/>
              <a:ext cx="0" cy="43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9" name="AutoShape 215"/>
            <p:cNvSpPr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5384" y="6181"/>
              <a:ext cx="5953" cy="227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A1</a:t>
              </a:r>
            </a:p>
          </p:txBody>
        </p:sp>
        <p:cxnSp>
          <p:nvCxnSpPr>
            <p:cNvPr id="80" name="直接连接符 79"/>
            <p:cNvCxnSpPr/>
            <p:nvPr>
              <p:custDataLst>
                <p:tags r:id="rId76"/>
              </p:custDataLst>
            </p:nvPr>
          </p:nvCxnSpPr>
          <p:spPr bwMode="auto">
            <a:xfrm>
              <a:off x="5214" y="6294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直接连接符 80"/>
            <p:cNvCxnSpPr/>
            <p:nvPr>
              <p:custDataLst>
                <p:tags r:id="rId77"/>
              </p:custDataLst>
            </p:nvPr>
          </p:nvCxnSpPr>
          <p:spPr bwMode="auto">
            <a:xfrm>
              <a:off x="11337" y="6294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直接连接符 32"/>
            <p:cNvCxnSpPr/>
            <p:nvPr>
              <p:custDataLst>
                <p:tags r:id="rId78"/>
              </p:custDataLst>
            </p:nvPr>
          </p:nvCxnSpPr>
          <p:spPr bwMode="auto">
            <a:xfrm>
              <a:off x="5214" y="6634"/>
              <a:ext cx="3685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直接连接符 33"/>
            <p:cNvCxnSpPr/>
            <p:nvPr>
              <p:custDataLst>
                <p:tags r:id="rId79"/>
              </p:custDataLst>
            </p:nvPr>
          </p:nvCxnSpPr>
          <p:spPr bwMode="auto">
            <a:xfrm>
              <a:off x="5214" y="6861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/>
            <p:cNvCxnSpPr/>
            <p:nvPr>
              <p:custDataLst>
                <p:tags r:id="rId80"/>
              </p:custDataLst>
            </p:nvPr>
          </p:nvCxnSpPr>
          <p:spPr bwMode="auto">
            <a:xfrm flipH="1" flipV="1">
              <a:off x="5724" y="6861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直接连接符 35"/>
            <p:cNvCxnSpPr/>
            <p:nvPr>
              <p:custDataLst>
                <p:tags r:id="rId81"/>
              </p:custDataLst>
            </p:nvPr>
          </p:nvCxnSpPr>
          <p:spPr bwMode="auto">
            <a:xfrm>
              <a:off x="5838" y="7088"/>
              <a:ext cx="5329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" name="左大括号 36"/>
            <p:cNvSpPr/>
            <p:nvPr>
              <p:custDataLst>
                <p:tags r:id="rId82"/>
              </p:custDataLst>
            </p:nvPr>
          </p:nvSpPr>
          <p:spPr bwMode="auto">
            <a:xfrm>
              <a:off x="2720" y="5841"/>
              <a:ext cx="170" cy="1417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2336800" indent="-2336800"/>
              <a:endParaRPr lang="zh-CN" altLang="en-US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8" name="左大括号 37"/>
            <p:cNvSpPr/>
            <p:nvPr>
              <p:custDataLst>
                <p:tags r:id="rId83"/>
              </p:custDataLst>
            </p:nvPr>
          </p:nvSpPr>
          <p:spPr bwMode="auto">
            <a:xfrm>
              <a:off x="2721" y="7313"/>
              <a:ext cx="170" cy="2438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2336800" indent="-2336800"/>
              <a:endParaRPr lang="zh-CN" altLang="en-US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9" name="直接连接符 38"/>
            <p:cNvCxnSpPr/>
            <p:nvPr>
              <p:custDataLst>
                <p:tags r:id="rId84"/>
              </p:custDataLst>
            </p:nvPr>
          </p:nvCxnSpPr>
          <p:spPr bwMode="auto">
            <a:xfrm>
              <a:off x="11507" y="5501"/>
              <a:ext cx="14" cy="43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1" name="Text Box 161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2096" y="6294"/>
              <a:ext cx="624" cy="340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54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BUS</a:t>
              </a:r>
              <a:endParaRPr lang="en-US" altLang="zh-CN" sz="1600" b="1" baseline="-18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" name="Text Box 161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2096" y="8277"/>
              <a:ext cx="624" cy="340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54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  <p:cxnSp>
          <p:nvCxnSpPr>
            <p:cNvPr id="140" name="直接连接符 139"/>
            <p:cNvCxnSpPr/>
            <p:nvPr>
              <p:custDataLst>
                <p:tags r:id="rId87"/>
              </p:custDataLst>
            </p:nvPr>
          </p:nvCxnSpPr>
          <p:spPr bwMode="auto">
            <a:xfrm>
              <a:off x="5214" y="6068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直接连接符 140"/>
            <p:cNvCxnSpPr/>
            <p:nvPr>
              <p:custDataLst>
                <p:tags r:id="rId88"/>
              </p:custDataLst>
            </p:nvPr>
          </p:nvCxnSpPr>
          <p:spPr bwMode="auto">
            <a:xfrm flipV="1">
              <a:off x="5384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1" name="直接连接符 170"/>
            <p:cNvCxnSpPr/>
            <p:nvPr>
              <p:custDataLst>
                <p:tags r:id="rId89"/>
              </p:custDataLst>
            </p:nvPr>
          </p:nvCxnSpPr>
          <p:spPr bwMode="auto">
            <a:xfrm>
              <a:off x="5384" y="584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直接连接符 178"/>
            <p:cNvCxnSpPr/>
            <p:nvPr>
              <p:custDataLst>
                <p:tags r:id="rId90"/>
              </p:custDataLst>
            </p:nvPr>
          </p:nvCxnSpPr>
          <p:spPr bwMode="auto">
            <a:xfrm flipV="1">
              <a:off x="5724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0" name="直接连接符 179"/>
            <p:cNvCxnSpPr/>
            <p:nvPr>
              <p:custDataLst>
                <p:tags r:id="rId91"/>
              </p:custDataLst>
            </p:nvPr>
          </p:nvCxnSpPr>
          <p:spPr bwMode="auto">
            <a:xfrm>
              <a:off x="5724" y="606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1" name="直接连接符 180"/>
            <p:cNvCxnSpPr/>
            <p:nvPr>
              <p:custDataLst>
                <p:tags r:id="rId92"/>
              </p:custDataLst>
            </p:nvPr>
          </p:nvCxnSpPr>
          <p:spPr bwMode="auto">
            <a:xfrm flipV="1">
              <a:off x="6066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2" name="直接连接符 181"/>
            <p:cNvCxnSpPr/>
            <p:nvPr>
              <p:custDataLst>
                <p:tags r:id="rId93"/>
              </p:custDataLst>
            </p:nvPr>
          </p:nvCxnSpPr>
          <p:spPr bwMode="auto">
            <a:xfrm>
              <a:off x="6064" y="584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3" name="直接连接符 182"/>
            <p:cNvCxnSpPr/>
            <p:nvPr>
              <p:custDataLst>
                <p:tags r:id="rId94"/>
              </p:custDataLst>
            </p:nvPr>
          </p:nvCxnSpPr>
          <p:spPr bwMode="auto">
            <a:xfrm flipV="1">
              <a:off x="6405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4" name="直接连接符 183"/>
            <p:cNvCxnSpPr/>
            <p:nvPr>
              <p:custDataLst>
                <p:tags r:id="rId95"/>
              </p:custDataLst>
            </p:nvPr>
          </p:nvCxnSpPr>
          <p:spPr bwMode="auto">
            <a:xfrm>
              <a:off x="6414" y="606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5" name="直接连接符 184"/>
            <p:cNvCxnSpPr/>
            <p:nvPr>
              <p:custDataLst>
                <p:tags r:id="rId96"/>
              </p:custDataLst>
            </p:nvPr>
          </p:nvCxnSpPr>
          <p:spPr bwMode="auto">
            <a:xfrm flipV="1">
              <a:off x="6744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6" name="直接连接符 185"/>
            <p:cNvCxnSpPr/>
            <p:nvPr>
              <p:custDataLst>
                <p:tags r:id="rId97"/>
              </p:custDataLst>
            </p:nvPr>
          </p:nvCxnSpPr>
          <p:spPr bwMode="auto">
            <a:xfrm>
              <a:off x="6744" y="584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7" name="直接连接符 186"/>
            <p:cNvCxnSpPr/>
            <p:nvPr>
              <p:custDataLst>
                <p:tags r:id="rId98"/>
              </p:custDataLst>
            </p:nvPr>
          </p:nvCxnSpPr>
          <p:spPr bwMode="auto">
            <a:xfrm flipV="1">
              <a:off x="7084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8" name="直接连接符 187"/>
            <p:cNvCxnSpPr/>
            <p:nvPr>
              <p:custDataLst>
                <p:tags r:id="rId99"/>
              </p:custDataLst>
            </p:nvPr>
          </p:nvCxnSpPr>
          <p:spPr bwMode="auto">
            <a:xfrm>
              <a:off x="7084" y="606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9" name="直接连接符 188"/>
            <p:cNvCxnSpPr/>
            <p:nvPr>
              <p:custDataLst>
                <p:tags r:id="rId100"/>
              </p:custDataLst>
            </p:nvPr>
          </p:nvCxnSpPr>
          <p:spPr bwMode="auto">
            <a:xfrm flipV="1">
              <a:off x="7426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0" name="直接连接符 189"/>
            <p:cNvCxnSpPr/>
            <p:nvPr>
              <p:custDataLst>
                <p:tags r:id="rId101"/>
              </p:custDataLst>
            </p:nvPr>
          </p:nvCxnSpPr>
          <p:spPr bwMode="auto">
            <a:xfrm>
              <a:off x="7424" y="584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1" name="直接连接符 190"/>
            <p:cNvCxnSpPr/>
            <p:nvPr>
              <p:custDataLst>
                <p:tags r:id="rId102"/>
              </p:custDataLst>
            </p:nvPr>
          </p:nvCxnSpPr>
          <p:spPr bwMode="auto">
            <a:xfrm flipV="1">
              <a:off x="7765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2" name="直接连接符 191"/>
            <p:cNvCxnSpPr/>
            <p:nvPr>
              <p:custDataLst>
                <p:tags r:id="rId103"/>
              </p:custDataLst>
            </p:nvPr>
          </p:nvCxnSpPr>
          <p:spPr bwMode="auto">
            <a:xfrm>
              <a:off x="7765" y="606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3" name="直接连接符 192"/>
            <p:cNvCxnSpPr/>
            <p:nvPr>
              <p:custDataLst>
                <p:tags r:id="rId104"/>
              </p:custDataLst>
            </p:nvPr>
          </p:nvCxnSpPr>
          <p:spPr bwMode="auto">
            <a:xfrm flipV="1">
              <a:off x="8107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4" name="直接连接符 193"/>
            <p:cNvCxnSpPr/>
            <p:nvPr>
              <p:custDataLst>
                <p:tags r:id="rId105"/>
              </p:custDataLst>
            </p:nvPr>
          </p:nvCxnSpPr>
          <p:spPr bwMode="auto">
            <a:xfrm>
              <a:off x="8105" y="584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5" name="直接连接符 194"/>
            <p:cNvCxnSpPr/>
            <p:nvPr>
              <p:custDataLst>
                <p:tags r:id="rId106"/>
              </p:custDataLst>
            </p:nvPr>
          </p:nvCxnSpPr>
          <p:spPr bwMode="auto">
            <a:xfrm flipV="1">
              <a:off x="8446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6" name="直接连接符 195"/>
            <p:cNvCxnSpPr/>
            <p:nvPr>
              <p:custDataLst>
                <p:tags r:id="rId107"/>
              </p:custDataLst>
            </p:nvPr>
          </p:nvCxnSpPr>
          <p:spPr bwMode="auto">
            <a:xfrm>
              <a:off x="8455" y="606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7" name="直接连接符 196"/>
            <p:cNvCxnSpPr/>
            <p:nvPr>
              <p:custDataLst>
                <p:tags r:id="rId108"/>
              </p:custDataLst>
            </p:nvPr>
          </p:nvCxnSpPr>
          <p:spPr bwMode="auto">
            <a:xfrm flipV="1">
              <a:off x="8785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8" name="直接连接符 197"/>
            <p:cNvCxnSpPr/>
            <p:nvPr>
              <p:custDataLst>
                <p:tags r:id="rId109"/>
              </p:custDataLst>
            </p:nvPr>
          </p:nvCxnSpPr>
          <p:spPr bwMode="auto">
            <a:xfrm>
              <a:off x="8785" y="584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9" name="直接连接符 198"/>
            <p:cNvCxnSpPr/>
            <p:nvPr>
              <p:custDataLst>
                <p:tags r:id="rId110"/>
              </p:custDataLst>
            </p:nvPr>
          </p:nvCxnSpPr>
          <p:spPr bwMode="auto">
            <a:xfrm flipV="1">
              <a:off x="9125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0" name="直接连接符 199"/>
            <p:cNvCxnSpPr/>
            <p:nvPr>
              <p:custDataLst>
                <p:tags r:id="rId111"/>
              </p:custDataLst>
            </p:nvPr>
          </p:nvCxnSpPr>
          <p:spPr bwMode="auto">
            <a:xfrm>
              <a:off x="9125" y="606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1" name="直接连接符 200"/>
            <p:cNvCxnSpPr/>
            <p:nvPr>
              <p:custDataLst>
                <p:tags r:id="rId112"/>
              </p:custDataLst>
            </p:nvPr>
          </p:nvCxnSpPr>
          <p:spPr bwMode="auto">
            <a:xfrm flipV="1">
              <a:off x="9467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2" name="直接连接符 201"/>
            <p:cNvCxnSpPr/>
            <p:nvPr>
              <p:custDataLst>
                <p:tags r:id="rId113"/>
              </p:custDataLst>
            </p:nvPr>
          </p:nvCxnSpPr>
          <p:spPr bwMode="auto">
            <a:xfrm>
              <a:off x="9465" y="584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3" name="直接连接符 202"/>
            <p:cNvCxnSpPr/>
            <p:nvPr>
              <p:custDataLst>
                <p:tags r:id="rId114"/>
              </p:custDataLst>
            </p:nvPr>
          </p:nvCxnSpPr>
          <p:spPr bwMode="auto">
            <a:xfrm flipV="1">
              <a:off x="9806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4" name="直接连接符 203"/>
            <p:cNvCxnSpPr/>
            <p:nvPr>
              <p:custDataLst>
                <p:tags r:id="rId115"/>
              </p:custDataLst>
            </p:nvPr>
          </p:nvCxnSpPr>
          <p:spPr bwMode="auto">
            <a:xfrm>
              <a:off x="9806" y="606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5" name="直接连接符 204"/>
            <p:cNvCxnSpPr/>
            <p:nvPr>
              <p:custDataLst>
                <p:tags r:id="rId116"/>
              </p:custDataLst>
            </p:nvPr>
          </p:nvCxnSpPr>
          <p:spPr bwMode="auto">
            <a:xfrm flipV="1">
              <a:off x="10148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6" name="直接连接符 205"/>
            <p:cNvCxnSpPr/>
            <p:nvPr>
              <p:custDataLst>
                <p:tags r:id="rId117"/>
              </p:custDataLst>
            </p:nvPr>
          </p:nvCxnSpPr>
          <p:spPr bwMode="auto">
            <a:xfrm>
              <a:off x="10146" y="584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7" name="直接连接符 206"/>
            <p:cNvCxnSpPr/>
            <p:nvPr>
              <p:custDataLst>
                <p:tags r:id="rId118"/>
              </p:custDataLst>
            </p:nvPr>
          </p:nvCxnSpPr>
          <p:spPr bwMode="auto">
            <a:xfrm flipV="1">
              <a:off x="10487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8" name="直接连接符 207"/>
            <p:cNvCxnSpPr/>
            <p:nvPr>
              <p:custDataLst>
                <p:tags r:id="rId119"/>
              </p:custDataLst>
            </p:nvPr>
          </p:nvCxnSpPr>
          <p:spPr bwMode="auto">
            <a:xfrm>
              <a:off x="10496" y="606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9" name="直接连接符 208"/>
            <p:cNvCxnSpPr/>
            <p:nvPr>
              <p:custDataLst>
                <p:tags r:id="rId120"/>
              </p:custDataLst>
            </p:nvPr>
          </p:nvCxnSpPr>
          <p:spPr bwMode="auto">
            <a:xfrm flipV="1">
              <a:off x="10826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0" name="直接连接符 209"/>
            <p:cNvCxnSpPr/>
            <p:nvPr>
              <p:custDataLst>
                <p:tags r:id="rId121"/>
              </p:custDataLst>
            </p:nvPr>
          </p:nvCxnSpPr>
          <p:spPr bwMode="auto">
            <a:xfrm>
              <a:off x="10826" y="584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1" name="直接连接符 210"/>
            <p:cNvCxnSpPr/>
            <p:nvPr>
              <p:custDataLst>
                <p:tags r:id="rId122"/>
              </p:custDataLst>
            </p:nvPr>
          </p:nvCxnSpPr>
          <p:spPr bwMode="auto">
            <a:xfrm flipV="1">
              <a:off x="11166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2" name="直接连接符 211"/>
            <p:cNvCxnSpPr/>
            <p:nvPr>
              <p:custDataLst>
                <p:tags r:id="rId123"/>
              </p:custDataLst>
            </p:nvPr>
          </p:nvCxnSpPr>
          <p:spPr bwMode="auto">
            <a:xfrm>
              <a:off x="11166" y="606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3" name="直接连接符 212"/>
            <p:cNvCxnSpPr/>
            <p:nvPr>
              <p:custDataLst>
                <p:tags r:id="rId124"/>
              </p:custDataLst>
            </p:nvPr>
          </p:nvCxnSpPr>
          <p:spPr bwMode="auto">
            <a:xfrm flipV="1">
              <a:off x="11508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4" name="直接连接符 213"/>
            <p:cNvCxnSpPr/>
            <p:nvPr>
              <p:custDataLst>
                <p:tags r:id="rId125"/>
              </p:custDataLst>
            </p:nvPr>
          </p:nvCxnSpPr>
          <p:spPr bwMode="auto">
            <a:xfrm>
              <a:off x="11506" y="5841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3" name="直接连接符 252"/>
            <p:cNvCxnSpPr/>
            <p:nvPr>
              <p:custDataLst>
                <p:tags r:id="rId126"/>
              </p:custDataLst>
            </p:nvPr>
          </p:nvCxnSpPr>
          <p:spPr bwMode="auto">
            <a:xfrm>
              <a:off x="5724" y="6402"/>
              <a:ext cx="0" cy="454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8" name="直接连接符 337"/>
            <p:cNvCxnSpPr/>
            <p:nvPr>
              <p:custDataLst>
                <p:tags r:id="rId127"/>
              </p:custDataLst>
            </p:nvPr>
          </p:nvCxnSpPr>
          <p:spPr bwMode="auto">
            <a:xfrm>
              <a:off x="4705" y="6775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直接连接符 42"/>
            <p:cNvCxnSpPr/>
            <p:nvPr>
              <p:custDataLst>
                <p:tags r:id="rId128"/>
              </p:custDataLst>
            </p:nvPr>
          </p:nvCxnSpPr>
          <p:spPr bwMode="auto">
            <a:xfrm>
              <a:off x="5214" y="8221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9" name="直接连接符 88"/>
            <p:cNvCxnSpPr/>
            <p:nvPr>
              <p:custDataLst>
                <p:tags r:id="rId129"/>
              </p:custDataLst>
            </p:nvPr>
          </p:nvCxnSpPr>
          <p:spPr bwMode="auto">
            <a:xfrm flipH="1" flipV="1">
              <a:off x="6065" y="8221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直接连接符 43"/>
            <p:cNvCxnSpPr/>
            <p:nvPr>
              <p:custDataLst>
                <p:tags r:id="rId130"/>
              </p:custDataLst>
            </p:nvPr>
          </p:nvCxnSpPr>
          <p:spPr bwMode="auto">
            <a:xfrm>
              <a:off x="6178" y="8447"/>
              <a:ext cx="5216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接连接符 44"/>
            <p:cNvCxnSpPr/>
            <p:nvPr>
              <p:custDataLst>
                <p:tags r:id="rId131"/>
              </p:custDataLst>
            </p:nvPr>
          </p:nvCxnSpPr>
          <p:spPr bwMode="auto">
            <a:xfrm>
              <a:off x="5165" y="7881"/>
              <a:ext cx="652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接连接符 45"/>
            <p:cNvCxnSpPr/>
            <p:nvPr>
              <p:custDataLst>
                <p:tags r:id="rId132"/>
              </p:custDataLst>
            </p:nvPr>
          </p:nvCxnSpPr>
          <p:spPr bwMode="auto">
            <a:xfrm>
              <a:off x="5165" y="8107"/>
              <a:ext cx="23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接连接符 46"/>
            <p:cNvCxnSpPr/>
            <p:nvPr>
              <p:custDataLst>
                <p:tags r:id="rId133"/>
              </p:custDataLst>
            </p:nvPr>
          </p:nvCxnSpPr>
          <p:spPr bwMode="auto">
            <a:xfrm>
              <a:off x="5214" y="7654"/>
              <a:ext cx="357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4" name="直接连接符 273"/>
            <p:cNvCxnSpPr/>
            <p:nvPr>
              <p:custDataLst>
                <p:tags r:id="rId134"/>
              </p:custDataLst>
            </p:nvPr>
          </p:nvCxnSpPr>
          <p:spPr bwMode="auto">
            <a:xfrm>
              <a:off x="4677" y="7789"/>
              <a:ext cx="34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5" name="直接连接符 274"/>
            <p:cNvCxnSpPr/>
            <p:nvPr>
              <p:custDataLst>
                <p:tags r:id="rId135"/>
              </p:custDataLst>
            </p:nvPr>
          </p:nvCxnSpPr>
          <p:spPr bwMode="auto">
            <a:xfrm>
              <a:off x="4707" y="8140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6" name="直接连接符 275"/>
            <p:cNvCxnSpPr/>
            <p:nvPr>
              <p:custDataLst>
                <p:tags r:id="rId136"/>
              </p:custDataLst>
            </p:nvPr>
          </p:nvCxnSpPr>
          <p:spPr bwMode="auto">
            <a:xfrm>
              <a:off x="4706" y="8493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7" name="直接连接符 276"/>
            <p:cNvCxnSpPr/>
            <p:nvPr>
              <p:custDataLst>
                <p:tags r:id="rId137"/>
              </p:custDataLst>
            </p:nvPr>
          </p:nvCxnSpPr>
          <p:spPr bwMode="auto">
            <a:xfrm>
              <a:off x="4681" y="8834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8" name="直接连接符 277"/>
            <p:cNvCxnSpPr/>
            <p:nvPr>
              <p:custDataLst>
                <p:tags r:id="rId138"/>
              </p:custDataLst>
            </p:nvPr>
          </p:nvCxnSpPr>
          <p:spPr bwMode="auto">
            <a:xfrm>
              <a:off x="4680" y="9181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9" name="直接连接符 278"/>
            <p:cNvCxnSpPr/>
            <p:nvPr>
              <p:custDataLst>
                <p:tags r:id="rId139"/>
              </p:custDataLst>
            </p:nvPr>
          </p:nvCxnSpPr>
          <p:spPr bwMode="auto">
            <a:xfrm>
              <a:off x="4706" y="9522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直接连接符 47"/>
            <p:cNvCxnSpPr/>
            <p:nvPr>
              <p:custDataLst>
                <p:tags r:id="rId140"/>
              </p:custDataLst>
            </p:nvPr>
          </p:nvCxnSpPr>
          <p:spPr bwMode="auto">
            <a:xfrm>
              <a:off x="5216" y="7200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直接连接符 48"/>
            <p:cNvCxnSpPr/>
            <p:nvPr>
              <p:custDataLst>
                <p:tags r:id="rId141"/>
              </p:custDataLst>
            </p:nvPr>
          </p:nvCxnSpPr>
          <p:spPr bwMode="auto">
            <a:xfrm flipH="1" flipV="1">
              <a:off x="6066" y="7200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直接连接符 49"/>
            <p:cNvCxnSpPr/>
            <p:nvPr>
              <p:custDataLst>
                <p:tags r:id="rId142"/>
              </p:custDataLst>
            </p:nvPr>
          </p:nvCxnSpPr>
          <p:spPr bwMode="auto">
            <a:xfrm>
              <a:off x="6180" y="7427"/>
              <a:ext cx="2381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9" name="组合 58"/>
          <p:cNvGrpSpPr/>
          <p:nvPr/>
        </p:nvGrpSpPr>
        <p:grpSpPr>
          <a:xfrm>
            <a:off x="3310890" y="4651881"/>
            <a:ext cx="3780790" cy="1871345"/>
            <a:chOff x="5214" y="7200"/>
            <a:chExt cx="5954" cy="2947"/>
          </a:xfrm>
        </p:grpSpPr>
        <p:cxnSp>
          <p:nvCxnSpPr>
            <p:cNvPr id="51" name="直接连接符 50"/>
            <p:cNvCxnSpPr/>
            <p:nvPr>
              <p:custDataLst>
                <p:tags r:id="rId40"/>
              </p:custDataLst>
            </p:nvPr>
          </p:nvCxnSpPr>
          <p:spPr bwMode="auto">
            <a:xfrm flipH="1">
              <a:off x="6065" y="9808"/>
              <a:ext cx="0" cy="28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52" name="直接连接符 51"/>
            <p:cNvCxnSpPr/>
            <p:nvPr>
              <p:custDataLst>
                <p:tags r:id="rId41"/>
              </p:custDataLst>
            </p:nvPr>
          </p:nvCxnSpPr>
          <p:spPr bwMode="auto">
            <a:xfrm>
              <a:off x="8559" y="9808"/>
              <a:ext cx="0" cy="28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sp>
          <p:nvSpPr>
            <p:cNvPr id="53" name="Text Box 161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6461" y="9865"/>
              <a:ext cx="1757" cy="282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  <a:tailEnd w="sm" len="sm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存储周期</a:t>
              </a: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4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体</a:t>
              </a: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</a:p>
          </p:txBody>
        </p:sp>
        <p:cxnSp>
          <p:nvCxnSpPr>
            <p:cNvPr id="54" name="直接连接符 53"/>
            <p:cNvCxnSpPr/>
            <p:nvPr>
              <p:custDataLst>
                <p:tags r:id="rId43"/>
              </p:custDataLst>
            </p:nvPr>
          </p:nvCxnSpPr>
          <p:spPr bwMode="auto">
            <a:xfrm>
              <a:off x="8162" y="9978"/>
              <a:ext cx="39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55" name="直接连接符 54"/>
            <p:cNvCxnSpPr/>
            <p:nvPr>
              <p:custDataLst>
                <p:tags r:id="rId44"/>
              </p:custDataLst>
            </p:nvPr>
          </p:nvCxnSpPr>
          <p:spPr bwMode="auto">
            <a:xfrm flipH="1">
              <a:off x="6066" y="9978"/>
              <a:ext cx="39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56" name="直接连接符 55"/>
            <p:cNvCxnSpPr/>
            <p:nvPr>
              <p:custDataLst>
                <p:tags r:id="rId45"/>
              </p:custDataLst>
            </p:nvPr>
          </p:nvCxnSpPr>
          <p:spPr bwMode="auto">
            <a:xfrm>
              <a:off x="5214" y="8561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57" name="直接连接符 56"/>
            <p:cNvCxnSpPr/>
            <p:nvPr>
              <p:custDataLst>
                <p:tags r:id="rId46"/>
              </p:custDataLst>
            </p:nvPr>
          </p:nvCxnSpPr>
          <p:spPr bwMode="auto">
            <a:xfrm flipH="1" flipV="1">
              <a:off x="6065" y="8561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58" name="直接连接符 57"/>
            <p:cNvCxnSpPr/>
            <p:nvPr>
              <p:custDataLst>
                <p:tags r:id="rId47"/>
              </p:custDataLst>
            </p:nvPr>
          </p:nvCxnSpPr>
          <p:spPr bwMode="auto">
            <a:xfrm>
              <a:off x="6178" y="8788"/>
              <a:ext cx="2381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60" name="直接连接符 59"/>
            <p:cNvCxnSpPr/>
            <p:nvPr>
              <p:custDataLst>
                <p:tags r:id="rId48"/>
              </p:custDataLst>
            </p:nvPr>
          </p:nvCxnSpPr>
          <p:spPr bwMode="auto">
            <a:xfrm>
              <a:off x="5214" y="8901"/>
              <a:ext cx="153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61" name="直接连接符 60"/>
            <p:cNvCxnSpPr/>
            <p:nvPr>
              <p:custDataLst>
                <p:tags r:id="rId49"/>
              </p:custDataLst>
            </p:nvPr>
          </p:nvCxnSpPr>
          <p:spPr bwMode="auto">
            <a:xfrm>
              <a:off x="6858" y="9128"/>
              <a:ext cx="2381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62" name="直接连接符 61"/>
            <p:cNvCxnSpPr/>
            <p:nvPr>
              <p:custDataLst>
                <p:tags r:id="rId50"/>
              </p:custDataLst>
            </p:nvPr>
          </p:nvCxnSpPr>
          <p:spPr bwMode="auto">
            <a:xfrm>
              <a:off x="5214" y="9241"/>
              <a:ext cx="221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63" name="直接连接符 62"/>
            <p:cNvCxnSpPr/>
            <p:nvPr>
              <p:custDataLst>
                <p:tags r:id="rId51"/>
              </p:custDataLst>
            </p:nvPr>
          </p:nvCxnSpPr>
          <p:spPr bwMode="auto">
            <a:xfrm>
              <a:off x="7539" y="9468"/>
              <a:ext cx="2381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64" name="直接连接符 63"/>
            <p:cNvCxnSpPr/>
            <p:nvPr>
              <p:custDataLst>
                <p:tags r:id="rId52"/>
              </p:custDataLst>
            </p:nvPr>
          </p:nvCxnSpPr>
          <p:spPr bwMode="auto">
            <a:xfrm>
              <a:off x="5214" y="9581"/>
              <a:ext cx="289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65" name="直接连接符 64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8219" y="9808"/>
              <a:ext cx="2381" cy="6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66" name="直接连接符 65"/>
            <p:cNvCxnSpPr/>
            <p:nvPr>
              <p:custDataLst>
                <p:tags r:id="rId54"/>
              </p:custDataLst>
            </p:nvPr>
          </p:nvCxnSpPr>
          <p:spPr bwMode="auto">
            <a:xfrm flipH="1" flipV="1">
              <a:off x="6745" y="8901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68" name="直接连接符 67"/>
            <p:cNvCxnSpPr/>
            <p:nvPr>
              <p:custDataLst>
                <p:tags r:id="rId55"/>
              </p:custDataLst>
            </p:nvPr>
          </p:nvCxnSpPr>
          <p:spPr bwMode="auto">
            <a:xfrm flipH="1" flipV="1">
              <a:off x="7425" y="9241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110" name="直接连接符 109"/>
            <p:cNvCxnSpPr/>
            <p:nvPr>
              <p:custDataLst>
                <p:tags r:id="rId56"/>
              </p:custDataLst>
            </p:nvPr>
          </p:nvCxnSpPr>
          <p:spPr bwMode="auto">
            <a:xfrm flipH="1" flipV="1">
              <a:off x="8106" y="9581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111" name="直接连接符 110"/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8559" y="8561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2" name="直接连接符 111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9239" y="8901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3" name="直接连接符 112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9920" y="9241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直接连接符 113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10600" y="9581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8" name="直接连接符 117"/>
            <p:cNvCxnSpPr/>
            <p:nvPr>
              <p:custDataLst>
                <p:tags r:id="rId61"/>
              </p:custDataLst>
            </p:nvPr>
          </p:nvCxnSpPr>
          <p:spPr bwMode="auto">
            <a:xfrm flipH="1">
              <a:off x="6066" y="9071"/>
              <a:ext cx="68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119" name="直接连接符 118"/>
            <p:cNvCxnSpPr/>
            <p:nvPr>
              <p:custDataLst>
                <p:tags r:id="rId62"/>
              </p:custDataLst>
            </p:nvPr>
          </p:nvCxnSpPr>
          <p:spPr bwMode="auto">
            <a:xfrm flipV="1">
              <a:off x="8561" y="7200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0" name="直接连接符 119"/>
            <p:cNvCxnSpPr/>
            <p:nvPr>
              <p:custDataLst>
                <p:tags r:id="rId63"/>
              </p:custDataLst>
            </p:nvPr>
          </p:nvCxnSpPr>
          <p:spPr bwMode="auto">
            <a:xfrm>
              <a:off x="8674" y="7200"/>
              <a:ext cx="249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21" name="组合 120"/>
          <p:cNvGrpSpPr/>
          <p:nvPr/>
        </p:nvGrpSpPr>
        <p:grpSpPr>
          <a:xfrm>
            <a:off x="5436000" y="4867881"/>
            <a:ext cx="1979861" cy="1440235"/>
            <a:chOff x="8107" y="5839"/>
            <a:chExt cx="3118" cy="2268"/>
          </a:xfrm>
        </p:grpSpPr>
        <p:cxnSp>
          <p:nvCxnSpPr>
            <p:cNvPr id="122" name="直接连接符 121"/>
            <p:cNvCxnSpPr/>
            <p:nvPr>
              <p:custDataLst>
                <p:tags r:id="rId25"/>
              </p:custDataLst>
            </p:nvPr>
          </p:nvCxnSpPr>
          <p:spPr bwMode="auto">
            <a:xfrm>
              <a:off x="9014" y="6855"/>
              <a:ext cx="2211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3" name="直接连接符 122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8901" y="6855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4" name="直接连接符 123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9694" y="7200"/>
              <a:ext cx="153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5" name="直接连接符 124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9581" y="7200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6" name="直接连接符 125"/>
            <p:cNvCxnSpPr/>
            <p:nvPr>
              <p:custDataLst>
                <p:tags r:id="rId29"/>
              </p:custDataLst>
            </p:nvPr>
          </p:nvCxnSpPr>
          <p:spPr bwMode="auto">
            <a:xfrm>
              <a:off x="10375" y="7540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直接连接符 126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10261" y="7540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9" name="AutoShape 215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8334" y="5839"/>
              <a:ext cx="680" cy="227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D1</a:t>
              </a:r>
            </a:p>
          </p:txBody>
        </p:sp>
        <p:sp>
          <p:nvSpPr>
            <p:cNvPr id="130" name="AutoShape 215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9014" y="5839"/>
              <a:ext cx="680" cy="227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D2</a:t>
              </a:r>
            </a:p>
          </p:txBody>
        </p:sp>
        <p:sp>
          <p:nvSpPr>
            <p:cNvPr id="131" name="AutoShape 215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9694" y="5839"/>
              <a:ext cx="680" cy="227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D3</a:t>
              </a:r>
            </a:p>
          </p:txBody>
        </p:sp>
        <p:sp>
          <p:nvSpPr>
            <p:cNvPr id="132" name="AutoShape 215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0375" y="5839"/>
              <a:ext cx="680" cy="227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D4</a:t>
              </a:r>
            </a:p>
          </p:txBody>
        </p:sp>
        <p:cxnSp>
          <p:nvCxnSpPr>
            <p:cNvPr id="133" name="直接连接符 132"/>
            <p:cNvCxnSpPr/>
            <p:nvPr>
              <p:custDataLst>
                <p:tags r:id="rId35"/>
              </p:custDataLst>
            </p:nvPr>
          </p:nvCxnSpPr>
          <p:spPr bwMode="auto">
            <a:xfrm>
              <a:off x="11055" y="5953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4" name="直接连接符 133"/>
            <p:cNvCxnSpPr/>
            <p:nvPr>
              <p:custDataLst>
                <p:tags r:id="rId36"/>
              </p:custDataLst>
            </p:nvPr>
          </p:nvCxnSpPr>
          <p:spPr bwMode="auto">
            <a:xfrm>
              <a:off x="8107" y="7087"/>
              <a:ext cx="794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5" name="直接连接符 134"/>
            <p:cNvCxnSpPr/>
            <p:nvPr>
              <p:custDataLst>
                <p:tags r:id="rId37"/>
              </p:custDataLst>
            </p:nvPr>
          </p:nvCxnSpPr>
          <p:spPr bwMode="auto">
            <a:xfrm>
              <a:off x="8787" y="7427"/>
              <a:ext cx="794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6" name="直接连接符 135"/>
            <p:cNvCxnSpPr/>
            <p:nvPr>
              <p:custDataLst>
                <p:tags r:id="rId38"/>
              </p:custDataLst>
            </p:nvPr>
          </p:nvCxnSpPr>
          <p:spPr bwMode="auto">
            <a:xfrm>
              <a:off x="9468" y="7767"/>
              <a:ext cx="794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7" name="直接连接符 136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10148" y="8107"/>
              <a:ext cx="794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8" name="组合 137"/>
          <p:cNvGrpSpPr/>
          <p:nvPr/>
        </p:nvGrpSpPr>
        <p:grpSpPr>
          <a:xfrm>
            <a:off x="5650865" y="4220081"/>
            <a:ext cx="1765300" cy="2086610"/>
            <a:chOff x="8899" y="6520"/>
            <a:chExt cx="2780" cy="3286"/>
          </a:xfrm>
        </p:grpSpPr>
        <p:sp>
          <p:nvSpPr>
            <p:cNvPr id="139" name="AutoShape 215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899" y="6520"/>
              <a:ext cx="680" cy="227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D1</a:t>
              </a:r>
            </a:p>
          </p:txBody>
        </p:sp>
        <p:cxnSp>
          <p:nvCxnSpPr>
            <p:cNvPr id="142" name="直接连接符 141"/>
            <p:cNvCxnSpPr/>
            <p:nvPr>
              <p:custDataLst>
                <p:tags r:id="rId10"/>
              </p:custDataLst>
            </p:nvPr>
          </p:nvCxnSpPr>
          <p:spPr bwMode="auto">
            <a:xfrm>
              <a:off x="11280" y="6860"/>
              <a:ext cx="397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直接连接符 148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11167" y="6860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0" name="直接连接符 149"/>
            <p:cNvCxnSpPr/>
            <p:nvPr>
              <p:custDataLst>
                <p:tags r:id="rId12"/>
              </p:custDataLst>
            </p:nvPr>
          </p:nvCxnSpPr>
          <p:spPr bwMode="auto">
            <a:xfrm>
              <a:off x="11506" y="8221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1" name="直接连接符 150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11394" y="8220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2" name="直接连接符 151"/>
            <p:cNvCxnSpPr/>
            <p:nvPr>
              <p:custDataLst>
                <p:tags r:id="rId14"/>
              </p:custDataLst>
            </p:nvPr>
          </p:nvCxnSpPr>
          <p:spPr bwMode="auto">
            <a:xfrm>
              <a:off x="11395" y="6634"/>
              <a:ext cx="283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3" name="AutoShape 215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9580" y="6520"/>
              <a:ext cx="680" cy="227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D2</a:t>
              </a:r>
            </a:p>
          </p:txBody>
        </p:sp>
        <p:sp>
          <p:nvSpPr>
            <p:cNvPr id="154" name="AutoShape 215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0260" y="6520"/>
              <a:ext cx="680" cy="227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D3</a:t>
              </a:r>
            </a:p>
          </p:txBody>
        </p:sp>
        <p:sp>
          <p:nvSpPr>
            <p:cNvPr id="156" name="AutoShape 215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0940" y="6520"/>
              <a:ext cx="454" cy="227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D4</a:t>
              </a:r>
            </a:p>
          </p:txBody>
        </p:sp>
        <p:cxnSp>
          <p:nvCxnSpPr>
            <p:cNvPr id="157" name="直接连接符 156"/>
            <p:cNvCxnSpPr/>
            <p:nvPr>
              <p:custDataLst>
                <p:tags r:id="rId18"/>
              </p:custDataLst>
            </p:nvPr>
          </p:nvCxnSpPr>
          <p:spPr bwMode="auto">
            <a:xfrm>
              <a:off x="9126" y="6747"/>
              <a:ext cx="0" cy="794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直接连接符 157"/>
            <p:cNvCxnSpPr/>
            <p:nvPr>
              <p:custDataLst>
                <p:tags r:id="rId19"/>
              </p:custDataLst>
            </p:nvPr>
          </p:nvCxnSpPr>
          <p:spPr bwMode="auto">
            <a:xfrm>
              <a:off x="9806" y="6747"/>
              <a:ext cx="0" cy="794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9" name="直接连接符 158"/>
            <p:cNvCxnSpPr/>
            <p:nvPr>
              <p:custDataLst>
                <p:tags r:id="rId20"/>
              </p:custDataLst>
            </p:nvPr>
          </p:nvCxnSpPr>
          <p:spPr bwMode="auto">
            <a:xfrm>
              <a:off x="10487" y="6747"/>
              <a:ext cx="0" cy="794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0" name="直接连接符 159"/>
            <p:cNvCxnSpPr/>
            <p:nvPr>
              <p:custDataLst>
                <p:tags r:id="rId21"/>
              </p:custDataLst>
            </p:nvPr>
          </p:nvCxnSpPr>
          <p:spPr bwMode="auto">
            <a:xfrm>
              <a:off x="11167" y="6747"/>
              <a:ext cx="0" cy="794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1" name="直接连接符 160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11508" y="9580"/>
              <a:ext cx="170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2" name="直接连接符 161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11395" y="9580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3" name="直接连接符 162"/>
            <p:cNvCxnSpPr/>
            <p:nvPr>
              <p:custDataLst>
                <p:tags r:id="rId24"/>
              </p:custDataLst>
            </p:nvPr>
          </p:nvCxnSpPr>
          <p:spPr bwMode="auto">
            <a:xfrm>
              <a:off x="11169" y="7200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64" name="线形标注 2 163"/>
          <p:cNvSpPr/>
          <p:nvPr>
            <p:custDataLst>
              <p:tags r:id="rId4"/>
            </p:custDataLst>
          </p:nvPr>
        </p:nvSpPr>
        <p:spPr bwMode="auto">
          <a:xfrm>
            <a:off x="216000" y="4723881"/>
            <a:ext cx="1116000" cy="252000"/>
          </a:xfrm>
          <a:prstGeom prst="borderCallout2">
            <a:avLst>
              <a:gd name="adj1" fmla="val 55843"/>
              <a:gd name="adj2" fmla="val 99793"/>
              <a:gd name="adj3" fmla="val 54126"/>
              <a:gd name="adj4" fmla="val 119140"/>
              <a:gd name="adj5" fmla="val -1561"/>
              <a:gd name="adj6" fmla="val 156921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105000"/>
              </a:lnSpc>
            </a:pPr>
            <a:r>
              <a:rPr lang="zh-CN" altLang="en-US" sz="1600" b="1" dirty="0">
                <a:latin typeface="+mn-lt"/>
                <a:ea typeface="+mn-ea"/>
              </a:rPr>
              <a:t>联络信号线</a:t>
            </a:r>
          </a:p>
        </p:txBody>
      </p:sp>
      <p:sp>
        <p:nvSpPr>
          <p:cNvPr id="165" name="线形标注 2 164"/>
          <p:cNvSpPr/>
          <p:nvPr>
            <p:custDataLst>
              <p:tags r:id="rId5"/>
            </p:custDataLst>
          </p:nvPr>
        </p:nvSpPr>
        <p:spPr bwMode="auto">
          <a:xfrm>
            <a:off x="7704000" y="4615881"/>
            <a:ext cx="1116000" cy="504000"/>
          </a:xfrm>
          <a:prstGeom prst="borderCallout2">
            <a:avLst>
              <a:gd name="adj1" fmla="val 51482"/>
              <a:gd name="adj2" fmla="val 1143"/>
              <a:gd name="adj3" fmla="val 49970"/>
              <a:gd name="adj4" fmla="val -21773"/>
              <a:gd name="adj5" fmla="val 18104"/>
              <a:gd name="adj6" fmla="val -52989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105000"/>
              </a:lnSpc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CLK↑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发送</a:t>
            </a:r>
          </a:p>
          <a:p>
            <a:pPr algn="ctr">
              <a:lnSpc>
                <a:spcPct val="105000"/>
              </a:lnSpc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CLK↓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接收</a:t>
            </a:r>
          </a:p>
        </p:txBody>
      </p:sp>
      <p:sp>
        <p:nvSpPr>
          <p:cNvPr id="281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5400000">
            <a:off x="442800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" name="Text Box 207">
            <a:extLst>
              <a:ext uri="{FF2B5EF4-FFF2-40B4-BE49-F238E27FC236}">
                <a16:creationId xmlns:a16="http://schemas.microsoft.com/office/drawing/2014/main" id="{6D6B48BF-3E87-46A7-84A1-055B0D9DC9C2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275857" y="2132856"/>
            <a:ext cx="358884" cy="269266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 lIns="36195" tIns="0" rIns="36195" bIns="0">
            <a:noAutofit/>
          </a:bodyPr>
          <a:lstStyle/>
          <a:p>
            <a:pPr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32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8B8CF756-EF30-4023-A57E-1D60DA7B182E}"/>
              </a:ext>
            </a:extLst>
          </p:cNvPr>
          <p:cNvCxnSpPr>
            <a:cxnSpLocks/>
          </p:cNvCxnSpPr>
          <p:nvPr/>
        </p:nvCxnSpPr>
        <p:spPr bwMode="auto">
          <a:xfrm>
            <a:off x="2987675" y="1082927"/>
            <a:ext cx="2447290" cy="110409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sm"/>
          </a:ln>
          <a:effectLst/>
        </p:spPr>
      </p:cxnSp>
      <p:sp>
        <p:nvSpPr>
          <p:cNvPr id="155" name="Text Box 207">
            <a:extLst>
              <a:ext uri="{FF2B5EF4-FFF2-40B4-BE49-F238E27FC236}">
                <a16:creationId xmlns:a16="http://schemas.microsoft.com/office/drawing/2014/main" id="{29CE4CB0-615A-475F-8CB9-BA1AA0BA64AC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484924" y="2799694"/>
            <a:ext cx="286876" cy="197258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 lIns="36195" tIns="0" rIns="36195" bIns="0">
            <a:noAutofit/>
          </a:bodyPr>
          <a:lstStyle/>
          <a:p>
            <a:pPr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75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75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 bldLvl="0" animBg="1"/>
      <p:bldP spid="165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179389" y="2096611"/>
            <a:ext cx="2232372" cy="31635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C00000"/>
                </a:solidFill>
              </a:rPr>
              <a:t> *访问空间：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/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</a:rPr>
              <a:t> *总线仲裁：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</a:rPr>
              <a:t>*总线事务：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ym typeface="+mn-ea"/>
              </a:rPr>
              <a:t>   (</a:t>
            </a:r>
            <a:r>
              <a:rPr lang="zh-CN" altLang="en-US" sz="1800" b="1" dirty="0">
                <a:sym typeface="+mn-ea"/>
              </a:rPr>
              <a:t>功能特性</a:t>
            </a:r>
            <a:r>
              <a:rPr lang="en-US" altLang="zh-CN" sz="1800" b="1" dirty="0">
                <a:sym typeface="+mn-ea"/>
              </a:rPr>
              <a:t>)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</a:rPr>
              <a:t>*总线定时：</a:t>
            </a:r>
            <a:endParaRPr lang="zh-CN" altLang="en-US" sz="22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A51B-A8E5-4E38-A74D-F6E7BEFB9955}" type="slidenum">
              <a:rPr lang="en-US" altLang="zh-CN" smtClean="0"/>
              <a:t>15</a:t>
            </a:fld>
            <a:endParaRPr lang="en-US" altLang="zh-CN"/>
          </a:p>
        </p:txBody>
      </p:sp>
      <p:sp>
        <p:nvSpPr>
          <p:cNvPr id="5" name="Text Box 71"/>
          <p:cNvSpPr txBox="1">
            <a:spLocks noChangeArrowheads="1"/>
          </p:cNvSpPr>
          <p:nvPr/>
        </p:nvSpPr>
        <p:spPr bwMode="auto">
          <a:xfrm>
            <a:off x="179705" y="332656"/>
            <a:ext cx="871156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1" dirty="0">
                <a:solidFill>
                  <a:srgbClr val="FF3399"/>
                </a:solidFill>
              </a:rPr>
              <a:t>3</a:t>
            </a:r>
            <a:r>
              <a:rPr lang="zh-CN" altLang="en-US" sz="2200" b="1" dirty="0">
                <a:solidFill>
                  <a:srgbClr val="FF3399"/>
                </a:solidFill>
              </a:rPr>
              <a:t>、总线标准</a:t>
            </a:r>
          </a:p>
          <a:p>
            <a:r>
              <a:rPr lang="zh-CN" altLang="en-US" sz="2200" b="1" dirty="0">
                <a:solidFill>
                  <a:schemeClr val="tx1"/>
                </a:solidFill>
              </a:rPr>
              <a:t>   </a:t>
            </a:r>
            <a:r>
              <a:rPr lang="zh-CN" sz="2200" b="1" dirty="0">
                <a:solidFill>
                  <a:schemeClr val="tx1"/>
                </a:solidFill>
              </a:rPr>
              <a:t>指</a:t>
            </a:r>
            <a:r>
              <a:rPr lang="zh-CN" altLang="en-US" sz="2200" b="1" dirty="0"/>
              <a:t>设备连接和传输时，应遵守的</a:t>
            </a:r>
            <a:r>
              <a:rPr lang="zh-CN" altLang="en-US" sz="2200" b="1" u="sng" dirty="0"/>
              <a:t>协议与规范</a:t>
            </a:r>
            <a:r>
              <a:rPr lang="en-US" altLang="zh-CN" sz="1800" b="1" dirty="0"/>
              <a:t>(4</a:t>
            </a:r>
            <a:r>
              <a:rPr lang="zh-CN" altLang="en-US" sz="1800" b="1" dirty="0"/>
              <a:t>种特性</a:t>
            </a:r>
            <a:r>
              <a:rPr lang="en-US" altLang="zh-CN" sz="1800" b="1" dirty="0"/>
              <a:t>)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79388" y="1241624"/>
            <a:ext cx="878522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200" b="1" dirty="0">
                <a:solidFill>
                  <a:srgbClr val="FF3399"/>
                </a:solidFill>
              </a:rPr>
              <a:t>(1)ISA</a:t>
            </a:r>
            <a:r>
              <a:rPr lang="zh-CN" altLang="en-US" sz="2200" b="1" dirty="0">
                <a:solidFill>
                  <a:srgbClr val="FF3399"/>
                </a:solidFill>
              </a:rPr>
              <a:t>总线   </a:t>
            </a:r>
            <a:r>
              <a:rPr lang="en-US" altLang="zh-CN" sz="1800" b="1" dirty="0"/>
              <a:t>(</a:t>
            </a:r>
            <a:r>
              <a:rPr lang="en-US" altLang="zh-CN" sz="1800" dirty="0" err="1">
                <a:latin typeface="+mn-lt"/>
              </a:rPr>
              <a:t>Indusry</a:t>
            </a:r>
            <a:r>
              <a:rPr lang="en-US" altLang="zh-CN" sz="1800" dirty="0">
                <a:latin typeface="+mn-lt"/>
              </a:rPr>
              <a:t> Standard Architecture</a:t>
            </a:r>
            <a:r>
              <a:rPr lang="en-US" altLang="zh-CN" sz="1800" b="1" dirty="0"/>
              <a:t>)</a:t>
            </a:r>
            <a:endParaRPr lang="en-US" altLang="zh-CN" sz="2200" b="1" dirty="0"/>
          </a:p>
          <a:p>
            <a:r>
              <a:rPr lang="en-US" altLang="zh-CN" sz="2200" b="1" dirty="0"/>
              <a:t>    16</a:t>
            </a:r>
            <a:r>
              <a:rPr lang="zh-CN" altLang="en-US" sz="2200" b="1" dirty="0"/>
              <a:t>位半同步总线，</a:t>
            </a:r>
            <a:r>
              <a:rPr lang="en-US" altLang="zh-CN" sz="2200" b="1" dirty="0"/>
              <a:t>96</a:t>
            </a:r>
            <a:r>
              <a:rPr lang="zh-CN" altLang="en-US" sz="2200" b="1" dirty="0"/>
              <a:t>根信号线</a:t>
            </a:r>
            <a:r>
              <a:rPr lang="en-US" altLang="zh-CN" sz="1800" b="1" dirty="0"/>
              <a:t>(16D</a:t>
            </a:r>
            <a:r>
              <a:rPr lang="zh-CN" altLang="en-US" sz="1800" b="1" dirty="0"/>
              <a:t>＋</a:t>
            </a:r>
            <a:r>
              <a:rPr lang="en-US" altLang="zh-CN" sz="1800" b="1" dirty="0"/>
              <a:t>24A)</a:t>
            </a:r>
            <a:r>
              <a:rPr lang="zh-CN" altLang="en-US" sz="2200" b="1" dirty="0"/>
              <a:t>，信号电平为</a:t>
            </a:r>
            <a:r>
              <a:rPr lang="en-US" altLang="zh-CN" sz="2200" b="1" dirty="0"/>
              <a:t>5V</a:t>
            </a:r>
          </a:p>
        </p:txBody>
      </p:sp>
      <p:sp>
        <p:nvSpPr>
          <p:cNvPr id="8" name="Text Box 71"/>
          <p:cNvSpPr txBox="1">
            <a:spLocks noChangeArrowheads="1"/>
          </p:cNvSpPr>
          <p:nvPr/>
        </p:nvSpPr>
        <p:spPr bwMode="auto">
          <a:xfrm>
            <a:off x="1908175" y="2096686"/>
            <a:ext cx="7028180" cy="31692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sng" dirty="0">
                <a:solidFill>
                  <a:srgbClr val="0070C0"/>
                </a:solidFill>
              </a:rPr>
              <a:t>MEM</a:t>
            </a:r>
            <a:r>
              <a:rPr lang="zh-CN" altLang="en-US" sz="2200" b="1" u="sng" dirty="0">
                <a:solidFill>
                  <a:srgbClr val="0070C0"/>
                </a:solidFill>
              </a:rPr>
              <a:t>地址空间</a:t>
            </a:r>
            <a:r>
              <a:rPr lang="zh-CN" altLang="en-US" sz="2200" b="1" dirty="0"/>
              <a:t>为</a:t>
            </a:r>
            <a:r>
              <a:rPr lang="en-US" altLang="zh-CN" sz="2200" b="1" dirty="0"/>
              <a:t>16M</a:t>
            </a:r>
            <a:r>
              <a:rPr lang="zh-CN" altLang="en-US" sz="2200" b="1" dirty="0"/>
              <a:t>，</a:t>
            </a:r>
            <a:r>
              <a:rPr lang="en-US" altLang="zh-CN" sz="2200" b="1" u="sng" dirty="0">
                <a:solidFill>
                  <a:srgbClr val="0070C0"/>
                </a:solidFill>
              </a:rPr>
              <a:t>I/O</a:t>
            </a:r>
            <a:r>
              <a:rPr lang="zh-CN" altLang="en-US" sz="2200" b="1" u="sng" dirty="0">
                <a:solidFill>
                  <a:srgbClr val="0070C0"/>
                </a:solidFill>
              </a:rPr>
              <a:t>地址空间</a:t>
            </a:r>
            <a:r>
              <a:rPr lang="zh-CN" altLang="en-US" sz="2200" b="1" dirty="0"/>
              <a:t>为</a:t>
            </a:r>
            <a:r>
              <a:rPr lang="en-US" altLang="zh-CN" sz="2200" b="1" dirty="0"/>
              <a:t>64K</a:t>
            </a:r>
            <a:r>
              <a:rPr lang="zh-CN" altLang="en-US" sz="2200" b="1" dirty="0"/>
              <a:t>；</a:t>
            </a:r>
            <a:endParaRPr lang="en-US" altLang="zh-CN" sz="2200" b="1" dirty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/>
              <a:t>数据宽度</a:t>
            </a:r>
            <a:r>
              <a:rPr lang="zh-CN" altLang="en-US" sz="2200" b="1" dirty="0"/>
              <a:t>为</a:t>
            </a:r>
            <a:r>
              <a:rPr lang="en-US" altLang="zh-CN" sz="2200" b="1" dirty="0"/>
              <a:t>8/16</a:t>
            </a:r>
            <a:r>
              <a:rPr lang="zh-CN" altLang="en-US" sz="2200" b="1" dirty="0"/>
              <a:t>位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用信号线</a:t>
            </a:r>
            <a:r>
              <a:rPr lang="en-US" altLang="zh-CN" sz="1800" b="1" dirty="0"/>
              <a:t>SHBE</a:t>
            </a:r>
            <a:r>
              <a:rPr lang="zh-CN" altLang="en-US" sz="1800" b="1" dirty="0"/>
              <a:t>指明</a:t>
            </a:r>
            <a:r>
              <a:rPr lang="en-US" altLang="zh-CN" sz="1800" b="1" dirty="0"/>
              <a:t>)</a:t>
            </a:r>
            <a:r>
              <a:rPr lang="en-US" altLang="zh-CN" sz="2200" b="1" dirty="0"/>
              <a:t>    </a:t>
            </a:r>
            <a:r>
              <a:rPr lang="en-US" altLang="zh-CN" sz="1600" b="1" dirty="0"/>
              <a:t>←</a:t>
            </a:r>
            <a:r>
              <a:rPr lang="zh-CN" altLang="en-US" sz="1600" b="1" dirty="0"/>
              <a:t>数据掩码线功能</a:t>
            </a:r>
            <a:endParaRPr lang="en-US" altLang="zh-CN" sz="2200" b="1" dirty="0"/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/>
              <a:t>主设备有</a:t>
            </a:r>
            <a:r>
              <a:rPr lang="en-US" altLang="zh-CN" sz="2200" b="1" dirty="0"/>
              <a:t>CPU</a:t>
            </a:r>
            <a:r>
              <a:rPr lang="zh-CN" altLang="en-US" sz="2200" b="1" dirty="0"/>
              <a:t>、</a:t>
            </a:r>
            <a:r>
              <a:rPr lang="en-US" altLang="zh-CN" sz="2200" b="1" dirty="0"/>
              <a:t>DMA</a:t>
            </a:r>
            <a:r>
              <a:rPr lang="zh-CN" altLang="en-US" sz="2200" b="1" dirty="0"/>
              <a:t>设备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≤</a:t>
            </a:r>
            <a:r>
              <a:rPr lang="en-US" altLang="zh-CN" sz="1800" b="1" dirty="0"/>
              <a:t>8</a:t>
            </a:r>
            <a:r>
              <a:rPr lang="zh-CN" altLang="en-US" sz="1800" b="1" dirty="0"/>
              <a:t>个</a:t>
            </a:r>
            <a:r>
              <a:rPr lang="en-US" altLang="zh-CN" sz="1800" b="1" dirty="0"/>
              <a:t>)</a:t>
            </a:r>
            <a:r>
              <a:rPr lang="zh-CN" altLang="en-US" sz="2200" b="1" dirty="0"/>
              <a:t>，</a:t>
            </a:r>
            <a:endParaRPr lang="en-US" altLang="zh-CN" sz="2200" b="1" dirty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/>
              <a:t>仲裁由</a:t>
            </a:r>
            <a:r>
              <a:rPr lang="en-US" altLang="zh-CN" sz="2200" b="1" u="sng" dirty="0">
                <a:solidFill>
                  <a:srgbClr val="990099"/>
                </a:solidFill>
              </a:rPr>
              <a:t>CPU</a:t>
            </a:r>
            <a:r>
              <a:rPr lang="zh-CN" altLang="en-US" sz="2200" b="1" dirty="0"/>
              <a:t>实现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信号线为</a:t>
            </a:r>
            <a:r>
              <a:rPr lang="en-US" altLang="zh-CN" sz="1800" b="1" dirty="0"/>
              <a:t>HRQ&amp;HLDA,</a:t>
            </a:r>
            <a:r>
              <a:rPr lang="zh-CN" altLang="en-US" sz="1800" b="1" dirty="0"/>
              <a:t>链式查询</a:t>
            </a:r>
            <a:r>
              <a:rPr lang="en-US" altLang="zh-CN" sz="1800" b="1" dirty="0"/>
              <a:t>)</a:t>
            </a:r>
            <a:endParaRPr lang="en-US" altLang="zh-CN" sz="2200" b="1" dirty="0"/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/>
              <a:t>7</a:t>
            </a:r>
            <a:r>
              <a:rPr lang="zh-CN" altLang="en-US" sz="2200" b="1" dirty="0"/>
              <a:t>种类型</a:t>
            </a:r>
            <a:r>
              <a:rPr lang="en-US" altLang="zh-CN" sz="1800" b="1" dirty="0"/>
              <a:t>(</a:t>
            </a:r>
            <a:r>
              <a:rPr lang="en-US" altLang="zh-CN" sz="1800" b="1" spc="-100" dirty="0"/>
              <a:t>MEM</a:t>
            </a:r>
            <a:r>
              <a:rPr lang="zh-CN" altLang="en-US" sz="1800" b="1" spc="-100" dirty="0"/>
              <a:t>读</a:t>
            </a:r>
            <a:r>
              <a:rPr lang="en-US" altLang="zh-CN" sz="1800" b="1" spc="-100" dirty="0"/>
              <a:t>/</a:t>
            </a:r>
            <a:r>
              <a:rPr lang="zh-CN" altLang="en-US" sz="1800" b="1" spc="-100" dirty="0"/>
              <a:t>写、</a:t>
            </a:r>
            <a:r>
              <a:rPr lang="en-US" altLang="zh-CN" sz="1800" b="1" spc="-100" dirty="0"/>
              <a:t>I/O</a:t>
            </a:r>
            <a:r>
              <a:rPr lang="zh-CN" altLang="en-US" sz="1800" b="1" spc="-100" dirty="0"/>
              <a:t>读</a:t>
            </a:r>
            <a:r>
              <a:rPr lang="en-US" altLang="zh-CN" sz="1800" b="1" spc="-100" dirty="0"/>
              <a:t>/</a:t>
            </a:r>
            <a:r>
              <a:rPr lang="zh-CN" altLang="en-US" sz="1800" b="1" spc="-100" dirty="0"/>
              <a:t>写、中断响应、</a:t>
            </a:r>
            <a:r>
              <a:rPr lang="en-US" altLang="zh-CN" sz="1800" b="1" spc="-100" dirty="0"/>
              <a:t>DMA</a:t>
            </a:r>
            <a:r>
              <a:rPr lang="zh-CN" altLang="en-US" sz="1800" b="1" spc="-100" dirty="0"/>
              <a:t>传送、</a:t>
            </a:r>
            <a:r>
              <a:rPr lang="en-US" altLang="zh-CN" sz="1800" b="1" spc="-100" dirty="0"/>
              <a:t>MEM</a:t>
            </a:r>
            <a:r>
              <a:rPr lang="zh-CN" altLang="en-US" sz="1800" b="1" spc="-100" dirty="0"/>
              <a:t>刷新</a:t>
            </a:r>
            <a:r>
              <a:rPr lang="en-US" altLang="zh-CN" sz="1800" b="1" spc="-100" dirty="0"/>
              <a:t>)</a:t>
            </a:r>
            <a:r>
              <a:rPr lang="zh-CN" altLang="en-US" sz="2200" b="1" dirty="0">
                <a:sym typeface="+mn-ea"/>
              </a:rPr>
              <a:t>，</a:t>
            </a:r>
            <a:endParaRPr lang="en-US" altLang="zh-CN" sz="2200" b="1" spc="-100" dirty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/>
              <a:t>仅支持</a:t>
            </a:r>
            <a:r>
              <a:rPr lang="zh-CN" altLang="en-US" sz="2200" b="1" u="sng" dirty="0"/>
              <a:t>常规传输</a:t>
            </a:r>
            <a:r>
              <a:rPr lang="en-US" altLang="zh-CN" sz="1800" b="1" dirty="0"/>
              <a:t>(1</a:t>
            </a:r>
            <a:r>
              <a:rPr lang="zh-CN" altLang="en-US" sz="1800" b="1" dirty="0"/>
              <a:t>个数据</a:t>
            </a:r>
            <a:r>
              <a:rPr lang="en-US" altLang="zh-CN" sz="1800" b="1" dirty="0"/>
              <a:t>/</a:t>
            </a:r>
            <a:r>
              <a:rPr lang="zh-CN" altLang="en-US" sz="1800" b="1" dirty="0"/>
              <a:t>事务</a:t>
            </a:r>
            <a:r>
              <a:rPr lang="en-US" altLang="zh-CN" sz="1800" b="1" dirty="0"/>
              <a:t>)</a:t>
            </a:r>
            <a:endParaRPr lang="en-US" altLang="zh-CN" sz="2200" b="1" dirty="0"/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u="sng" dirty="0">
                <a:solidFill>
                  <a:srgbClr val="990099"/>
                </a:solidFill>
              </a:rPr>
              <a:t>半同步</a:t>
            </a:r>
            <a:r>
              <a:rPr lang="zh-CN" altLang="en-US" sz="2200" b="1" dirty="0"/>
              <a:t>方式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用</a:t>
            </a:r>
            <a:r>
              <a:rPr lang="en-US" altLang="zh-CN" sz="1800" b="1" dirty="0"/>
              <a:t>CLK</a:t>
            </a:r>
            <a:r>
              <a:rPr lang="zh-CN" altLang="en-US" sz="1800" b="1" dirty="0"/>
              <a:t>及</a:t>
            </a:r>
            <a:r>
              <a:rPr lang="en-US" altLang="zh-CN" sz="1800" b="1" dirty="0"/>
              <a:t>OWS#</a:t>
            </a:r>
            <a:r>
              <a:rPr lang="zh-CN" altLang="en-US" sz="1800" b="1" dirty="0"/>
              <a:t>联络</a:t>
            </a:r>
            <a:r>
              <a:rPr lang="en-US" altLang="zh-CN" sz="1800" b="1" dirty="0"/>
              <a:t>)</a:t>
            </a:r>
            <a:r>
              <a:rPr lang="zh-CN" altLang="en-US" sz="2200" b="1" dirty="0"/>
              <a:t>，时钟频率为</a:t>
            </a:r>
            <a:r>
              <a:rPr lang="en-US" altLang="zh-CN" sz="2200" b="1" dirty="0"/>
              <a:t>8MHz</a:t>
            </a:r>
          </a:p>
        </p:txBody>
      </p:sp>
      <p:cxnSp>
        <p:nvCxnSpPr>
          <p:cNvPr id="13" name="直接箭头连接符 12"/>
          <p:cNvCxnSpPr/>
          <p:nvPr/>
        </p:nvCxnSpPr>
        <p:spPr bwMode="auto">
          <a:xfrm>
            <a:off x="4428000" y="3392611"/>
            <a:ext cx="2016224" cy="612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15" name="AutoShape 33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6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Box 6"/>
          <p:cNvSpPr txBox="1">
            <a:spLocks noChangeArrowheads="1"/>
          </p:cNvSpPr>
          <p:nvPr/>
        </p:nvSpPr>
        <p:spPr bwMode="auto">
          <a:xfrm>
            <a:off x="179388" y="1178877"/>
            <a:ext cx="2088356" cy="27457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</a:rPr>
              <a:t> *访问空间：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</a:rPr>
              <a:t>*总线仲裁：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</a:rPr>
              <a:t>*总线事务：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</a:rPr>
              <a:t>*总线定时：</a:t>
            </a:r>
            <a:endParaRPr lang="zh-CN" altLang="en-US" sz="2200" b="1" dirty="0"/>
          </a:p>
        </p:txBody>
      </p:sp>
      <p:sp>
        <p:nvSpPr>
          <p:cNvPr id="9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89ABF-1504-460E-9DD6-35E1D695E177}" type="slidenum">
              <a:rPr lang="en-US" altLang="zh-CN"/>
              <a:t>16</a:t>
            </a:fld>
            <a:endParaRPr lang="en-US" altLang="zh-CN" dirty="0"/>
          </a:p>
        </p:txBody>
      </p:sp>
      <p:sp>
        <p:nvSpPr>
          <p:cNvPr id="94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78522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698625" indent="-169862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</a:rPr>
              <a:t>(2)PCI</a:t>
            </a:r>
            <a:r>
              <a:rPr lang="zh-CN" altLang="en-US" sz="2200" b="1" dirty="0">
                <a:solidFill>
                  <a:srgbClr val="FF3399"/>
                </a:solidFill>
              </a:rPr>
              <a:t>总线  </a:t>
            </a:r>
            <a:r>
              <a:rPr lang="en-US" altLang="zh-CN" sz="1800" b="1" dirty="0"/>
              <a:t>(</a:t>
            </a:r>
            <a:r>
              <a:rPr lang="en-US" altLang="zh-CN" sz="1800" dirty="0">
                <a:latin typeface="+mn-lt"/>
              </a:rPr>
              <a:t>Peripheral Component Interconnect</a:t>
            </a:r>
            <a:r>
              <a:rPr lang="zh-CN" altLang="en-US" sz="1800" b="1" dirty="0">
                <a:latin typeface="+mn-lt"/>
              </a:rPr>
              <a:t>，外围部件互连</a:t>
            </a:r>
            <a:r>
              <a:rPr lang="en-US" altLang="zh-CN" sz="1800" b="1" dirty="0"/>
              <a:t>)</a:t>
            </a:r>
            <a:endParaRPr lang="en-US" altLang="zh-CN" sz="2200" b="1" dirty="0"/>
          </a:p>
          <a:p>
            <a:pPr marL="1698625" indent="-169862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/>
              <a:t>    32</a:t>
            </a:r>
            <a:r>
              <a:rPr lang="zh-CN" altLang="en-US" sz="2200" b="1" spc="-100" dirty="0"/>
              <a:t>位半同步总线，</a:t>
            </a:r>
            <a:r>
              <a:rPr lang="en-US" altLang="zh-CN" sz="2200" b="1" spc="-100" dirty="0"/>
              <a:t>100</a:t>
            </a:r>
            <a:r>
              <a:rPr lang="zh-CN" altLang="en-US" sz="2200" b="1" spc="-100" dirty="0"/>
              <a:t>根信号线</a:t>
            </a:r>
            <a:r>
              <a:rPr lang="en-US" altLang="zh-CN" sz="1800" b="1" spc="-100" dirty="0"/>
              <a:t>(A/D</a:t>
            </a:r>
            <a:r>
              <a:rPr lang="zh-CN" altLang="en-US" sz="1800" b="1" spc="-100" dirty="0">
                <a:solidFill>
                  <a:srgbClr val="990099"/>
                </a:solidFill>
              </a:rPr>
              <a:t>复用</a:t>
            </a:r>
            <a:r>
              <a:rPr lang="en-US" altLang="zh-CN" sz="1800" b="1" spc="-100" dirty="0"/>
              <a:t>)</a:t>
            </a:r>
            <a:r>
              <a:rPr lang="zh-CN" altLang="en-US" sz="2200" b="1" spc="-100" dirty="0"/>
              <a:t>，信号电平为</a:t>
            </a:r>
            <a:r>
              <a:rPr lang="en-US" altLang="zh-CN" sz="2200" b="1" spc="-100" dirty="0"/>
              <a:t>5V</a:t>
            </a:r>
            <a:r>
              <a:rPr lang="zh-CN" altLang="en-US" sz="2200" b="1" spc="-100" dirty="0"/>
              <a:t>、</a:t>
            </a:r>
            <a:r>
              <a:rPr lang="en-US" altLang="zh-CN" sz="2200" b="1" spc="-100" dirty="0"/>
              <a:t>3.3V</a:t>
            </a:r>
          </a:p>
        </p:txBody>
      </p:sp>
      <p:sp>
        <p:nvSpPr>
          <p:cNvPr id="95" name="Text Box 71"/>
          <p:cNvSpPr txBox="1">
            <a:spLocks noChangeArrowheads="1"/>
          </p:cNvSpPr>
          <p:nvPr/>
        </p:nvSpPr>
        <p:spPr bwMode="auto">
          <a:xfrm>
            <a:off x="1908175" y="1169631"/>
            <a:ext cx="7057390" cy="27457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sng" dirty="0">
                <a:solidFill>
                  <a:srgbClr val="0070C0"/>
                </a:solidFill>
              </a:rPr>
              <a:t>MEM</a:t>
            </a:r>
            <a:r>
              <a:rPr lang="zh-CN" altLang="en-US" sz="2200" b="1" u="sng" dirty="0">
                <a:solidFill>
                  <a:srgbClr val="0070C0"/>
                </a:solidFill>
              </a:rPr>
              <a:t>、</a:t>
            </a:r>
            <a:r>
              <a:rPr lang="en-US" altLang="zh-CN" sz="2200" b="1" u="sng" dirty="0">
                <a:solidFill>
                  <a:srgbClr val="0070C0"/>
                </a:solidFill>
              </a:rPr>
              <a:t>I/O</a:t>
            </a:r>
            <a:r>
              <a:rPr lang="zh-CN" altLang="en-US" sz="2200" b="1" u="sng" dirty="0">
                <a:solidFill>
                  <a:srgbClr val="0070C0"/>
                </a:solidFill>
              </a:rPr>
              <a:t>地址空间</a:t>
            </a:r>
            <a:r>
              <a:rPr lang="zh-CN" altLang="en-US" sz="2200" b="1" dirty="0"/>
              <a:t>均为</a:t>
            </a:r>
            <a:r>
              <a:rPr lang="en-US" altLang="zh-CN" sz="2200" b="1" dirty="0"/>
              <a:t>4G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(</a:t>
            </a:r>
            <a:r>
              <a:rPr lang="zh-CN" altLang="en-US" sz="2200" b="1" dirty="0"/>
              <a:t>每个</a:t>
            </a:r>
            <a:r>
              <a:rPr lang="en-US" altLang="zh-CN" sz="2200" b="1" dirty="0"/>
              <a:t>)</a:t>
            </a:r>
            <a:r>
              <a:rPr lang="zh-CN" altLang="en-US" sz="2200" b="1" u="sng" dirty="0">
                <a:solidFill>
                  <a:srgbClr val="0070C0"/>
                </a:solidFill>
              </a:rPr>
              <a:t>配置空间</a:t>
            </a:r>
            <a:r>
              <a:rPr lang="zh-CN" altLang="en-US" sz="2200" b="1" dirty="0"/>
              <a:t>为</a:t>
            </a:r>
            <a:r>
              <a:rPr lang="en-US" altLang="zh-CN" sz="2200" b="1" dirty="0"/>
              <a:t>64B</a:t>
            </a:r>
            <a:r>
              <a:rPr lang="zh-CN" altLang="en-US" sz="2200" b="1" dirty="0"/>
              <a:t>；</a:t>
            </a:r>
            <a:endParaRPr lang="en-US" altLang="zh-CN" sz="2200" b="1" dirty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/>
              <a:t>数据宽度</a:t>
            </a:r>
            <a:r>
              <a:rPr lang="zh-CN" altLang="en-US" sz="2200" b="1" dirty="0"/>
              <a:t>为</a:t>
            </a:r>
            <a:r>
              <a:rPr lang="en-US" altLang="zh-CN" sz="2200" b="1" dirty="0"/>
              <a:t>8/16/32</a:t>
            </a:r>
            <a:r>
              <a:rPr lang="zh-CN" altLang="en-US" sz="2200" b="1" dirty="0"/>
              <a:t>位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用数据期的</a:t>
            </a:r>
            <a:r>
              <a:rPr lang="en-US" altLang="zh-CN" sz="1800" b="1" dirty="0"/>
              <a:t>C/BE[3:0]</a:t>
            </a:r>
            <a:r>
              <a:rPr lang="zh-CN" altLang="en-US" sz="1800" b="1" dirty="0"/>
              <a:t>信号线指明</a:t>
            </a:r>
            <a:r>
              <a:rPr lang="en-US" altLang="zh-CN" sz="1800" b="1" dirty="0"/>
              <a:t>)</a:t>
            </a:r>
            <a:endParaRPr lang="en-US" altLang="zh-CN" sz="2200" b="1" dirty="0"/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/>
              <a:t>支持多个主设备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不区分是否为</a:t>
            </a:r>
            <a:r>
              <a:rPr lang="en-US" altLang="zh-CN" sz="1800" b="1" dirty="0"/>
              <a:t>CPU)</a:t>
            </a:r>
            <a:r>
              <a:rPr lang="zh-CN" altLang="en-US" sz="2200" b="1" dirty="0"/>
              <a:t>，</a:t>
            </a:r>
            <a:endParaRPr lang="en-US" altLang="zh-CN" sz="2200" b="1" dirty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/>
              <a:t>仲裁由</a:t>
            </a:r>
            <a:r>
              <a:rPr lang="zh-CN" altLang="en-US" sz="2200" b="1" u="sng" dirty="0">
                <a:solidFill>
                  <a:srgbClr val="990099"/>
                </a:solidFill>
              </a:rPr>
              <a:t>仲裁器</a:t>
            </a:r>
            <a:r>
              <a:rPr lang="zh-CN" altLang="en-US" sz="2200" b="1" dirty="0"/>
              <a:t>实现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独立请求式</a:t>
            </a:r>
            <a:r>
              <a:rPr lang="en-US" altLang="zh-CN" sz="1800" b="1" dirty="0"/>
              <a:t>)</a:t>
            </a:r>
            <a:r>
              <a:rPr lang="zh-CN" altLang="en-US" sz="2200" b="1" dirty="0"/>
              <a:t>，可隐藏式仲裁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/>
              <a:t>12</a:t>
            </a:r>
            <a:r>
              <a:rPr lang="zh-CN" altLang="en-US" sz="2200" b="1" dirty="0"/>
              <a:t>种类型，支持</a:t>
            </a:r>
            <a:r>
              <a:rPr lang="zh-CN" altLang="en-US" sz="2200" b="1" u="sng" dirty="0"/>
              <a:t>突发传输</a:t>
            </a:r>
            <a:r>
              <a:rPr lang="en-US" altLang="zh-CN" sz="1600" b="1" dirty="0"/>
              <a:t>(</a:t>
            </a:r>
            <a:r>
              <a:rPr lang="zh-CN" altLang="en-US" sz="1600" b="1" dirty="0"/>
              <a:t>长度由</a:t>
            </a:r>
            <a:r>
              <a:rPr lang="en-US" altLang="zh-CN" sz="1600" b="1" dirty="0"/>
              <a:t>FRAME#</a:t>
            </a:r>
            <a:r>
              <a:rPr lang="zh-CN" altLang="en-US" sz="1600" b="1" dirty="0"/>
              <a:t>及命令控制</a:t>
            </a:r>
            <a:r>
              <a:rPr lang="en-US" altLang="zh-CN" sz="1600" b="1" dirty="0"/>
              <a:t>)</a:t>
            </a:r>
            <a:endParaRPr lang="en-US" altLang="zh-CN" sz="2200" b="1" dirty="0"/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u="sng" dirty="0">
                <a:solidFill>
                  <a:srgbClr val="990099"/>
                </a:solidFill>
              </a:rPr>
              <a:t>半同步</a:t>
            </a:r>
            <a:r>
              <a:rPr lang="zh-CN" altLang="en-US" sz="2200" b="1" dirty="0"/>
              <a:t>方式</a:t>
            </a:r>
            <a:r>
              <a:rPr lang="en-US" altLang="zh-CN" sz="1600" b="1" dirty="0"/>
              <a:t>(</a:t>
            </a:r>
            <a:r>
              <a:rPr lang="zh-CN" altLang="en-US" sz="1600" b="1" dirty="0">
                <a:sym typeface="+mn-ea"/>
              </a:rPr>
              <a:t>有</a:t>
            </a:r>
            <a:r>
              <a:rPr lang="zh-CN" altLang="en-US" sz="1600" b="1" dirty="0"/>
              <a:t>主</a:t>
            </a:r>
            <a:r>
              <a:rPr lang="en-US" altLang="zh-CN" sz="1600" b="1" dirty="0"/>
              <a:t>/</a:t>
            </a:r>
            <a:r>
              <a:rPr lang="zh-CN" altLang="en-US" sz="1600" b="1" dirty="0"/>
              <a:t>从线</a:t>
            </a:r>
            <a:r>
              <a:rPr lang="en-US" altLang="zh-CN" sz="1600" b="1" dirty="0"/>
              <a:t>)</a:t>
            </a:r>
            <a:r>
              <a:rPr lang="zh-CN" altLang="en-US" sz="2200" b="1" dirty="0"/>
              <a:t>，时钟频率有</a:t>
            </a:r>
            <a:r>
              <a:rPr lang="en-US" altLang="zh-CN" sz="2200" b="1" dirty="0"/>
              <a:t>33.3MHz</a:t>
            </a:r>
            <a:r>
              <a:rPr lang="zh-CN" altLang="en-US" sz="2200" b="1" dirty="0"/>
              <a:t>、</a:t>
            </a:r>
            <a:r>
              <a:rPr lang="en-US" altLang="zh-CN" sz="2200" b="1" dirty="0"/>
              <a:t>66.6MHz</a:t>
            </a:r>
          </a:p>
        </p:txBody>
      </p:sp>
      <p:grpSp>
        <p:nvGrpSpPr>
          <p:cNvPr id="277" name="组合 276"/>
          <p:cNvGrpSpPr/>
          <p:nvPr/>
        </p:nvGrpSpPr>
        <p:grpSpPr>
          <a:xfrm>
            <a:off x="1331640" y="3861048"/>
            <a:ext cx="6702387" cy="2448272"/>
            <a:chOff x="1331640" y="2492896"/>
            <a:chExt cx="6702387" cy="2448272"/>
          </a:xfrm>
        </p:grpSpPr>
        <p:sp>
          <p:nvSpPr>
            <p:cNvPr id="278" name="Text Box 148"/>
            <p:cNvSpPr txBox="1">
              <a:spLocks noChangeArrowheads="1"/>
            </p:cNvSpPr>
            <p:nvPr/>
          </p:nvSpPr>
          <p:spPr bwMode="auto">
            <a:xfrm>
              <a:off x="1331640" y="2696334"/>
              <a:ext cx="2052297" cy="20288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114000"/>
                </a:lnSpc>
              </a:pPr>
              <a:r>
                <a:rPr lang="zh-CN" altLang="en-US" sz="1800" b="1" dirty="0"/>
                <a:t>总线时钟</a:t>
              </a:r>
              <a:r>
                <a:rPr lang="en-US" altLang="zh-CN" sz="1800" b="1" dirty="0"/>
                <a:t>CLK</a:t>
              </a:r>
            </a:p>
            <a:p>
              <a:pPr algn="r">
                <a:lnSpc>
                  <a:spcPct val="110000"/>
                </a:lnSpc>
              </a:pPr>
              <a:r>
                <a:rPr lang="zh-CN" altLang="en-US" sz="1800" b="1" dirty="0"/>
                <a:t>帧周期</a:t>
              </a:r>
              <a:r>
                <a:rPr lang="en-US" altLang="zh-CN" sz="1800" b="1" dirty="0"/>
                <a:t>FRAME#</a:t>
              </a:r>
            </a:p>
            <a:p>
              <a:pPr algn="r">
                <a:lnSpc>
                  <a:spcPct val="110000"/>
                </a:lnSpc>
              </a:pPr>
              <a:r>
                <a:rPr lang="zh-CN" altLang="en-US" sz="1800" b="1" dirty="0"/>
                <a:t>地址</a:t>
              </a:r>
              <a:r>
                <a:rPr lang="en-US" altLang="zh-CN" sz="1800" b="1" dirty="0"/>
                <a:t>/</a:t>
              </a:r>
              <a:r>
                <a:rPr lang="zh-CN" altLang="en-US" sz="1800" b="1" dirty="0"/>
                <a:t>数据</a:t>
              </a:r>
              <a:r>
                <a:rPr lang="en-US" altLang="zh-CN" sz="1800" b="1" dirty="0"/>
                <a:t>AD[31:0]</a:t>
              </a:r>
              <a:endParaRPr lang="zh-CN" altLang="en-US" sz="1800" b="1" dirty="0"/>
            </a:p>
            <a:p>
              <a:pPr algn="r">
                <a:lnSpc>
                  <a:spcPct val="105000"/>
                </a:lnSpc>
              </a:pPr>
              <a:r>
                <a:rPr lang="zh-CN" altLang="en-US" sz="1800" b="1" dirty="0"/>
                <a:t>命令</a:t>
              </a:r>
              <a:r>
                <a:rPr lang="en-US" altLang="zh-CN" sz="1800" b="1" dirty="0"/>
                <a:t>C/BE[3:0]</a:t>
              </a:r>
              <a:endParaRPr lang="zh-CN" altLang="en-US" sz="1800" b="1" dirty="0"/>
            </a:p>
            <a:p>
              <a:pPr algn="r">
                <a:lnSpc>
                  <a:spcPct val="105000"/>
                </a:lnSpc>
              </a:pPr>
              <a:r>
                <a:rPr lang="zh-CN" altLang="en-US" sz="1800" b="1" dirty="0"/>
                <a:t>主就绪</a:t>
              </a:r>
              <a:r>
                <a:rPr lang="en-US" altLang="zh-CN" sz="1800" b="1" dirty="0"/>
                <a:t>IRDY#</a:t>
              </a:r>
              <a:endParaRPr lang="zh-CN" altLang="en-US" sz="1800" b="1" dirty="0"/>
            </a:p>
            <a:p>
              <a:pPr algn="r">
                <a:lnSpc>
                  <a:spcPct val="101000"/>
                </a:lnSpc>
              </a:pPr>
              <a:r>
                <a:rPr lang="zh-CN" altLang="en-US" sz="1800" b="1" dirty="0"/>
                <a:t>从就绪</a:t>
              </a:r>
              <a:r>
                <a:rPr lang="en-US" altLang="zh-CN" sz="1800" b="1" dirty="0"/>
                <a:t>TRDY#</a:t>
              </a:r>
            </a:p>
            <a:p>
              <a:pPr algn="r">
                <a:lnSpc>
                  <a:spcPct val="101000"/>
                </a:lnSpc>
              </a:pPr>
              <a:r>
                <a:rPr lang="zh-CN" altLang="en-US" sz="1800" b="1" dirty="0"/>
                <a:t>设备选择</a:t>
              </a:r>
              <a:r>
                <a:rPr lang="en-US" altLang="zh-CN" sz="1800" b="1" dirty="0"/>
                <a:t>DEVSEL#</a:t>
              </a:r>
              <a:endParaRPr lang="zh-CN" altLang="en-US" sz="1800" b="1" dirty="0"/>
            </a:p>
          </p:txBody>
        </p:sp>
        <p:sp>
          <p:nvSpPr>
            <p:cNvPr id="279" name="Text Box 161"/>
            <p:cNvSpPr txBox="1">
              <a:spLocks noChangeArrowheads="1"/>
            </p:cNvSpPr>
            <p:nvPr/>
          </p:nvSpPr>
          <p:spPr bwMode="auto">
            <a:xfrm>
              <a:off x="3563888" y="4725789"/>
              <a:ext cx="4040832" cy="215379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/>
                <a:t>地址期</a:t>
              </a:r>
              <a:r>
                <a:rPr lang="zh-CN" altLang="en-US" sz="800" b="1" baseline="-25000" dirty="0"/>
                <a:t> </a:t>
              </a:r>
              <a:r>
                <a:rPr lang="zh-CN" altLang="en-US" sz="1400" b="1" dirty="0"/>
                <a:t>过渡期</a:t>
              </a:r>
              <a:r>
                <a:rPr lang="zh-CN" altLang="en-US" sz="800" b="1" baseline="-25000" dirty="0"/>
                <a:t> </a:t>
              </a:r>
              <a:r>
                <a:rPr lang="zh-CN" altLang="en-US" sz="1400" b="1" dirty="0"/>
                <a:t>数据期   数据期    </a:t>
              </a:r>
              <a:r>
                <a:rPr lang="zh-CN" altLang="en-US" sz="800" b="1" baseline="-25000" dirty="0"/>
                <a:t> </a:t>
              </a:r>
              <a:r>
                <a:rPr lang="zh-CN" altLang="en-US" sz="1400" b="1" dirty="0"/>
                <a:t>数据期</a:t>
              </a:r>
              <a:r>
                <a:rPr lang="zh-CN" altLang="en-US" sz="800" b="1" baseline="-25000" dirty="0"/>
                <a:t> </a:t>
              </a:r>
              <a:r>
                <a:rPr lang="zh-CN" altLang="en-US" sz="1400" b="1" dirty="0"/>
                <a:t>数据期</a:t>
              </a:r>
              <a:endParaRPr lang="en-US" altLang="zh-CN" sz="1400" b="1" dirty="0"/>
            </a:p>
          </p:txBody>
        </p:sp>
        <p:sp>
          <p:nvSpPr>
            <p:cNvPr id="280" name="Rectangle 213"/>
            <p:cNvSpPr>
              <a:spLocks noChangeArrowheads="1"/>
            </p:cNvSpPr>
            <p:nvPr/>
          </p:nvSpPr>
          <p:spPr bwMode="auto">
            <a:xfrm>
              <a:off x="6015621" y="4224496"/>
              <a:ext cx="711137" cy="216025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81" name="直接连接符 280"/>
            <p:cNvCxnSpPr/>
            <p:nvPr/>
          </p:nvCxnSpPr>
          <p:spPr bwMode="auto">
            <a:xfrm>
              <a:off x="5868144" y="2492896"/>
              <a:ext cx="0" cy="2231429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2" name="直接连接符 281"/>
            <p:cNvCxnSpPr/>
            <p:nvPr/>
          </p:nvCxnSpPr>
          <p:spPr bwMode="auto">
            <a:xfrm flipH="1">
              <a:off x="4141404" y="2492896"/>
              <a:ext cx="1450" cy="2232248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3" name="直接连接符 282"/>
            <p:cNvCxnSpPr/>
            <p:nvPr/>
          </p:nvCxnSpPr>
          <p:spPr bwMode="auto">
            <a:xfrm>
              <a:off x="4718918" y="2493541"/>
              <a:ext cx="0" cy="223078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4" name="直接连接符 283"/>
            <p:cNvCxnSpPr/>
            <p:nvPr/>
          </p:nvCxnSpPr>
          <p:spPr bwMode="auto">
            <a:xfrm flipH="1">
              <a:off x="5294262" y="2493541"/>
              <a:ext cx="720" cy="2231603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5" name="直接连接符 284"/>
            <p:cNvCxnSpPr/>
            <p:nvPr/>
          </p:nvCxnSpPr>
          <p:spPr bwMode="auto">
            <a:xfrm>
              <a:off x="6444950" y="2493541"/>
              <a:ext cx="0" cy="223078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6" name="直接连接符 285"/>
            <p:cNvCxnSpPr/>
            <p:nvPr/>
          </p:nvCxnSpPr>
          <p:spPr bwMode="auto">
            <a:xfrm>
              <a:off x="7023174" y="2493541"/>
              <a:ext cx="0" cy="2231603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7" name="直接连接符 286"/>
            <p:cNvCxnSpPr/>
            <p:nvPr/>
          </p:nvCxnSpPr>
          <p:spPr bwMode="auto">
            <a:xfrm flipH="1">
              <a:off x="7596336" y="2493541"/>
              <a:ext cx="1440" cy="2230784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8" name="直接连接符 287"/>
            <p:cNvCxnSpPr/>
            <p:nvPr/>
          </p:nvCxnSpPr>
          <p:spPr bwMode="auto">
            <a:xfrm flipH="1">
              <a:off x="3563888" y="2493541"/>
              <a:ext cx="2902" cy="2230784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9" name="Text Box 161"/>
            <p:cNvSpPr txBox="1">
              <a:spLocks noChangeArrowheads="1"/>
            </p:cNvSpPr>
            <p:nvPr/>
          </p:nvSpPr>
          <p:spPr bwMode="auto">
            <a:xfrm>
              <a:off x="3710806" y="2493540"/>
              <a:ext cx="3813522" cy="287387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54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/>
                <a:t>T</a:t>
              </a:r>
              <a:r>
                <a:rPr lang="en-US" altLang="zh-CN" sz="1800" b="1" baseline="-18000" dirty="0"/>
                <a:t>1  </a:t>
              </a:r>
              <a:r>
                <a:rPr lang="en-US" altLang="zh-CN" sz="1800" b="1" dirty="0"/>
                <a:t>  T</a:t>
              </a:r>
              <a:r>
                <a:rPr lang="en-US" altLang="zh-CN" sz="1800" b="1" baseline="-18000" dirty="0"/>
                <a:t>2  </a:t>
              </a:r>
              <a:r>
                <a:rPr lang="en-US" altLang="zh-CN" sz="1800" b="1" dirty="0"/>
                <a:t>  T</a:t>
              </a:r>
              <a:r>
                <a:rPr lang="en-US" altLang="zh-CN" sz="1800" b="1" baseline="-18000" dirty="0"/>
                <a:t>3</a:t>
              </a:r>
              <a:r>
                <a:rPr lang="en-US" altLang="zh-CN" sz="1800" b="1" baseline="-20000" dirty="0"/>
                <a:t> </a:t>
              </a:r>
              <a:r>
                <a:rPr lang="en-US" altLang="zh-CN" sz="1800" b="1" dirty="0"/>
                <a:t> </a:t>
              </a:r>
              <a:r>
                <a:rPr lang="en-US" altLang="zh-CN" sz="1800" b="1" baseline="-20000" dirty="0"/>
                <a:t> </a:t>
              </a:r>
              <a:r>
                <a:rPr lang="en-US" altLang="zh-CN" sz="1800" b="1" dirty="0"/>
                <a:t> T</a:t>
              </a:r>
              <a:r>
                <a:rPr lang="en-US" altLang="zh-CN" sz="1800" b="1" baseline="-18000" dirty="0"/>
                <a:t>4</a:t>
              </a:r>
              <a:r>
                <a:rPr lang="en-US" altLang="zh-CN" sz="1800" b="1" baseline="-20000" dirty="0"/>
                <a:t>  </a:t>
              </a:r>
              <a:r>
                <a:rPr lang="en-US" altLang="zh-CN" sz="1800" b="1" dirty="0"/>
                <a:t>  T</a:t>
              </a:r>
              <a:r>
                <a:rPr lang="en-US" altLang="zh-CN" sz="1800" b="1" baseline="-18000" dirty="0"/>
                <a:t>5  </a:t>
              </a:r>
              <a:r>
                <a:rPr lang="en-US" altLang="zh-CN" sz="1800" b="1" dirty="0"/>
                <a:t>  T</a:t>
              </a:r>
              <a:r>
                <a:rPr lang="en-US" altLang="zh-CN" sz="1800" b="1" baseline="-18000" dirty="0"/>
                <a:t>6  </a:t>
              </a:r>
              <a:r>
                <a:rPr lang="en-US" altLang="zh-CN" sz="1800" b="1" dirty="0"/>
                <a:t>  T</a:t>
              </a:r>
              <a:r>
                <a:rPr lang="en-US" altLang="zh-CN" sz="1800" b="1" baseline="-18000" dirty="0"/>
                <a:t>7 </a:t>
              </a:r>
            </a:p>
          </p:txBody>
        </p:sp>
        <p:sp>
          <p:nvSpPr>
            <p:cNvPr id="290" name="AutoShape 215"/>
            <p:cNvSpPr>
              <a:spLocks noChangeArrowheads="1"/>
            </p:cNvSpPr>
            <p:nvPr/>
          </p:nvSpPr>
          <p:spPr bwMode="auto">
            <a:xfrm>
              <a:off x="3859791" y="3356993"/>
              <a:ext cx="571095" cy="216024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FFCC99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A1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cxnSp>
          <p:nvCxnSpPr>
            <p:cNvPr id="291" name="直接连接符 290"/>
            <p:cNvCxnSpPr/>
            <p:nvPr/>
          </p:nvCxnSpPr>
          <p:spPr bwMode="auto">
            <a:xfrm>
              <a:off x="3419872" y="2996952"/>
              <a:ext cx="1460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2" name="直接连接符 291"/>
            <p:cNvCxnSpPr/>
            <p:nvPr/>
          </p:nvCxnSpPr>
          <p:spPr bwMode="auto">
            <a:xfrm flipV="1">
              <a:off x="3567510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3" name="直接连接符 292"/>
            <p:cNvCxnSpPr/>
            <p:nvPr/>
          </p:nvCxnSpPr>
          <p:spPr bwMode="auto">
            <a:xfrm>
              <a:off x="3572272" y="2780928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4" name="直接连接符 293"/>
            <p:cNvCxnSpPr/>
            <p:nvPr/>
          </p:nvCxnSpPr>
          <p:spPr bwMode="auto">
            <a:xfrm flipV="1">
              <a:off x="3854822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5" name="直接连接符 294"/>
            <p:cNvCxnSpPr/>
            <p:nvPr/>
          </p:nvCxnSpPr>
          <p:spPr bwMode="auto">
            <a:xfrm>
              <a:off x="3860304" y="2996952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6" name="直接连接符 295"/>
            <p:cNvCxnSpPr/>
            <p:nvPr/>
          </p:nvCxnSpPr>
          <p:spPr bwMode="auto">
            <a:xfrm flipV="1">
              <a:off x="4143574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7" name="直接连接符 296"/>
            <p:cNvCxnSpPr/>
            <p:nvPr/>
          </p:nvCxnSpPr>
          <p:spPr bwMode="auto">
            <a:xfrm>
              <a:off x="4148336" y="2780928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8" name="直接连接符 297"/>
            <p:cNvCxnSpPr/>
            <p:nvPr/>
          </p:nvCxnSpPr>
          <p:spPr bwMode="auto">
            <a:xfrm flipV="1">
              <a:off x="4430886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9" name="直接连接符 298"/>
            <p:cNvCxnSpPr/>
            <p:nvPr/>
          </p:nvCxnSpPr>
          <p:spPr bwMode="auto">
            <a:xfrm>
              <a:off x="4436368" y="2996952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0" name="直接连接符 299"/>
            <p:cNvCxnSpPr/>
            <p:nvPr/>
          </p:nvCxnSpPr>
          <p:spPr bwMode="auto">
            <a:xfrm flipV="1">
              <a:off x="4718918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1" name="直接连接符 300"/>
            <p:cNvCxnSpPr/>
            <p:nvPr/>
          </p:nvCxnSpPr>
          <p:spPr bwMode="auto">
            <a:xfrm>
              <a:off x="4723680" y="2780928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2" name="直接连接符 301"/>
            <p:cNvCxnSpPr/>
            <p:nvPr/>
          </p:nvCxnSpPr>
          <p:spPr bwMode="auto">
            <a:xfrm flipV="1">
              <a:off x="5006230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3" name="直接连接符 302"/>
            <p:cNvCxnSpPr/>
            <p:nvPr/>
          </p:nvCxnSpPr>
          <p:spPr bwMode="auto">
            <a:xfrm>
              <a:off x="5011712" y="2996952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4" name="直接连接符 303"/>
            <p:cNvCxnSpPr/>
            <p:nvPr/>
          </p:nvCxnSpPr>
          <p:spPr bwMode="auto">
            <a:xfrm flipV="1">
              <a:off x="5294982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5" name="直接连接符 304"/>
            <p:cNvCxnSpPr/>
            <p:nvPr/>
          </p:nvCxnSpPr>
          <p:spPr bwMode="auto">
            <a:xfrm>
              <a:off x="5299744" y="2780928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6" name="直接连接符 305"/>
            <p:cNvCxnSpPr/>
            <p:nvPr/>
          </p:nvCxnSpPr>
          <p:spPr bwMode="auto">
            <a:xfrm flipV="1">
              <a:off x="5582294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7" name="直接连接符 306"/>
            <p:cNvCxnSpPr/>
            <p:nvPr/>
          </p:nvCxnSpPr>
          <p:spPr bwMode="auto">
            <a:xfrm>
              <a:off x="5587776" y="2996952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8" name="直接连接符 307"/>
            <p:cNvCxnSpPr/>
            <p:nvPr/>
          </p:nvCxnSpPr>
          <p:spPr bwMode="auto">
            <a:xfrm flipV="1">
              <a:off x="5872486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9" name="直接连接符 308"/>
            <p:cNvCxnSpPr/>
            <p:nvPr/>
          </p:nvCxnSpPr>
          <p:spPr bwMode="auto">
            <a:xfrm>
              <a:off x="5877248" y="2780928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0" name="直接连接符 309"/>
            <p:cNvCxnSpPr/>
            <p:nvPr/>
          </p:nvCxnSpPr>
          <p:spPr bwMode="auto">
            <a:xfrm flipV="1">
              <a:off x="6159798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1" name="直接连接符 310"/>
            <p:cNvCxnSpPr/>
            <p:nvPr/>
          </p:nvCxnSpPr>
          <p:spPr bwMode="auto">
            <a:xfrm>
              <a:off x="6165280" y="2996952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2" name="直接连接符 311"/>
            <p:cNvCxnSpPr/>
            <p:nvPr/>
          </p:nvCxnSpPr>
          <p:spPr bwMode="auto">
            <a:xfrm flipV="1">
              <a:off x="6448550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3" name="直接连接符 312"/>
            <p:cNvCxnSpPr/>
            <p:nvPr/>
          </p:nvCxnSpPr>
          <p:spPr bwMode="auto">
            <a:xfrm>
              <a:off x="6453312" y="2780928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4" name="直接连接符 313"/>
            <p:cNvCxnSpPr/>
            <p:nvPr/>
          </p:nvCxnSpPr>
          <p:spPr bwMode="auto">
            <a:xfrm flipV="1">
              <a:off x="6735862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5" name="直接连接符 314"/>
            <p:cNvCxnSpPr/>
            <p:nvPr/>
          </p:nvCxnSpPr>
          <p:spPr bwMode="auto">
            <a:xfrm>
              <a:off x="6741344" y="2996952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6" name="直接连接符 315"/>
            <p:cNvCxnSpPr/>
            <p:nvPr/>
          </p:nvCxnSpPr>
          <p:spPr bwMode="auto">
            <a:xfrm flipV="1">
              <a:off x="7023894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7" name="直接连接符 316"/>
            <p:cNvCxnSpPr/>
            <p:nvPr/>
          </p:nvCxnSpPr>
          <p:spPr bwMode="auto">
            <a:xfrm>
              <a:off x="7028656" y="2780928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8" name="直接连接符 317"/>
            <p:cNvCxnSpPr/>
            <p:nvPr/>
          </p:nvCxnSpPr>
          <p:spPr bwMode="auto">
            <a:xfrm flipV="1">
              <a:off x="7311206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9" name="直接连接符 318"/>
            <p:cNvCxnSpPr/>
            <p:nvPr/>
          </p:nvCxnSpPr>
          <p:spPr bwMode="auto">
            <a:xfrm>
              <a:off x="7316688" y="2996952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0" name="直接连接符 319"/>
            <p:cNvCxnSpPr/>
            <p:nvPr/>
          </p:nvCxnSpPr>
          <p:spPr bwMode="auto">
            <a:xfrm flipV="1">
              <a:off x="7599958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1" name="直接连接符 320"/>
            <p:cNvCxnSpPr/>
            <p:nvPr/>
          </p:nvCxnSpPr>
          <p:spPr bwMode="auto">
            <a:xfrm>
              <a:off x="7604720" y="2780928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2" name="直接连接符 321"/>
            <p:cNvCxnSpPr/>
            <p:nvPr/>
          </p:nvCxnSpPr>
          <p:spPr bwMode="auto">
            <a:xfrm flipV="1">
              <a:off x="7887270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3" name="直接连接符 322"/>
            <p:cNvCxnSpPr/>
            <p:nvPr/>
          </p:nvCxnSpPr>
          <p:spPr bwMode="auto">
            <a:xfrm>
              <a:off x="7892752" y="2996952"/>
              <a:ext cx="135632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4" name="直接连接符 323"/>
            <p:cNvCxnSpPr>
              <a:endCxn id="290" idx="3"/>
            </p:cNvCxnSpPr>
            <p:nvPr/>
          </p:nvCxnSpPr>
          <p:spPr bwMode="auto">
            <a:xfrm>
              <a:off x="3419872" y="3465004"/>
              <a:ext cx="439919" cy="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5" name="直接连接符 324"/>
            <p:cNvCxnSpPr>
              <a:stCxn id="290" idx="0"/>
            </p:cNvCxnSpPr>
            <p:nvPr/>
          </p:nvCxnSpPr>
          <p:spPr bwMode="auto">
            <a:xfrm>
              <a:off x="4430886" y="3465005"/>
              <a:ext cx="141114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6" name="AutoShape 215"/>
            <p:cNvSpPr>
              <a:spLocks noChangeArrowheads="1"/>
            </p:cNvSpPr>
            <p:nvPr/>
          </p:nvSpPr>
          <p:spPr bwMode="auto">
            <a:xfrm>
              <a:off x="3851921" y="3645024"/>
              <a:ext cx="578966" cy="216024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FFCCFF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读</a:t>
              </a:r>
            </a:p>
          </p:txBody>
        </p:sp>
        <p:cxnSp>
          <p:nvCxnSpPr>
            <p:cNvPr id="327" name="直接连接符 326"/>
            <p:cNvCxnSpPr>
              <a:endCxn id="326" idx="3"/>
            </p:cNvCxnSpPr>
            <p:nvPr/>
          </p:nvCxnSpPr>
          <p:spPr bwMode="auto">
            <a:xfrm>
              <a:off x="3422774" y="3753036"/>
              <a:ext cx="429147" cy="0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8" name="直接连接符 327"/>
            <p:cNvCxnSpPr/>
            <p:nvPr/>
          </p:nvCxnSpPr>
          <p:spPr bwMode="auto">
            <a:xfrm flipV="1">
              <a:off x="3422774" y="3933056"/>
              <a:ext cx="611463" cy="1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9" name="直接连接符 328"/>
            <p:cNvCxnSpPr/>
            <p:nvPr/>
          </p:nvCxnSpPr>
          <p:spPr bwMode="auto">
            <a:xfrm flipV="1">
              <a:off x="4427984" y="3932411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0" name="直接连接符 329"/>
            <p:cNvCxnSpPr/>
            <p:nvPr/>
          </p:nvCxnSpPr>
          <p:spPr bwMode="auto">
            <a:xfrm>
              <a:off x="4427264" y="4149254"/>
              <a:ext cx="3460006" cy="0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1" name="直接连接符 330"/>
            <p:cNvCxnSpPr/>
            <p:nvPr/>
          </p:nvCxnSpPr>
          <p:spPr bwMode="auto">
            <a:xfrm>
              <a:off x="5583014" y="3645024"/>
              <a:ext cx="865536" cy="0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2" name="直接连接符 331"/>
            <p:cNvCxnSpPr/>
            <p:nvPr/>
          </p:nvCxnSpPr>
          <p:spPr bwMode="auto">
            <a:xfrm flipV="1">
              <a:off x="6445670" y="3645024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3" name="直接连接符 332"/>
            <p:cNvCxnSpPr/>
            <p:nvPr/>
          </p:nvCxnSpPr>
          <p:spPr bwMode="auto">
            <a:xfrm>
              <a:off x="7308304" y="3068960"/>
              <a:ext cx="72008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4" name="直接连接符 333"/>
            <p:cNvCxnSpPr/>
            <p:nvPr/>
          </p:nvCxnSpPr>
          <p:spPr bwMode="auto">
            <a:xfrm>
              <a:off x="3422774" y="3068960"/>
              <a:ext cx="429146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5" name="直接连接符 334"/>
            <p:cNvCxnSpPr/>
            <p:nvPr/>
          </p:nvCxnSpPr>
          <p:spPr bwMode="auto">
            <a:xfrm flipV="1">
              <a:off x="7881466" y="3933056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6" name="直接连接符 335"/>
            <p:cNvCxnSpPr/>
            <p:nvPr/>
          </p:nvCxnSpPr>
          <p:spPr bwMode="auto">
            <a:xfrm>
              <a:off x="7881466" y="3933057"/>
              <a:ext cx="146918" cy="1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7" name="直接连接符 336"/>
            <p:cNvCxnSpPr/>
            <p:nvPr/>
          </p:nvCxnSpPr>
          <p:spPr bwMode="auto">
            <a:xfrm flipV="1">
              <a:off x="3851920" y="3068960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8" name="直接连接符 337"/>
            <p:cNvCxnSpPr/>
            <p:nvPr/>
          </p:nvCxnSpPr>
          <p:spPr bwMode="auto">
            <a:xfrm>
              <a:off x="3851920" y="3284984"/>
              <a:ext cx="3456384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9" name="直接连接符 338"/>
            <p:cNvCxnSpPr/>
            <p:nvPr/>
          </p:nvCxnSpPr>
          <p:spPr bwMode="auto">
            <a:xfrm flipV="1">
              <a:off x="7308304" y="3068960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0" name="AutoShape 215"/>
            <p:cNvSpPr>
              <a:spLocks noChangeArrowheads="1"/>
            </p:cNvSpPr>
            <p:nvPr/>
          </p:nvSpPr>
          <p:spPr bwMode="auto">
            <a:xfrm>
              <a:off x="5006230" y="3356992"/>
              <a:ext cx="581546" cy="216024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D1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sp>
          <p:nvSpPr>
            <p:cNvPr id="341" name="AutoShape 215"/>
            <p:cNvSpPr>
              <a:spLocks noChangeArrowheads="1"/>
            </p:cNvSpPr>
            <p:nvPr/>
          </p:nvSpPr>
          <p:spPr bwMode="auto">
            <a:xfrm>
              <a:off x="4427983" y="3645024"/>
              <a:ext cx="3459287" cy="216024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FFCCFF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字节使能</a:t>
              </a:r>
            </a:p>
          </p:txBody>
        </p:sp>
        <p:sp>
          <p:nvSpPr>
            <p:cNvPr id="342" name="AutoShape 215"/>
            <p:cNvSpPr>
              <a:spLocks noChangeArrowheads="1"/>
            </p:cNvSpPr>
            <p:nvPr/>
          </p:nvSpPr>
          <p:spPr bwMode="auto">
            <a:xfrm>
              <a:off x="5580112" y="3356992"/>
              <a:ext cx="1146646" cy="216024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D2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sp>
          <p:nvSpPr>
            <p:cNvPr id="343" name="弧形 342"/>
            <p:cNvSpPr/>
            <p:nvPr/>
          </p:nvSpPr>
          <p:spPr bwMode="auto">
            <a:xfrm>
              <a:off x="4615702" y="3356992"/>
              <a:ext cx="218206" cy="180020"/>
            </a:xfrm>
            <a:prstGeom prst="arc">
              <a:avLst>
                <a:gd name="adj1" fmla="val 10565439"/>
                <a:gd name="adj2" fmla="val 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44" name="弧形 343"/>
            <p:cNvSpPr/>
            <p:nvPr/>
          </p:nvSpPr>
          <p:spPr bwMode="auto">
            <a:xfrm>
              <a:off x="4615702" y="3356992"/>
              <a:ext cx="212563" cy="180020"/>
            </a:xfrm>
            <a:prstGeom prst="arc">
              <a:avLst>
                <a:gd name="adj1" fmla="val 21472353"/>
                <a:gd name="adj2" fmla="val 10927308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345" name="直接连接符 344"/>
            <p:cNvCxnSpPr>
              <a:endCxn id="340" idx="3"/>
            </p:cNvCxnSpPr>
            <p:nvPr/>
          </p:nvCxnSpPr>
          <p:spPr bwMode="auto">
            <a:xfrm>
              <a:off x="4870598" y="3465004"/>
              <a:ext cx="135632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6" name="直接连接符 345"/>
            <p:cNvCxnSpPr/>
            <p:nvPr/>
          </p:nvCxnSpPr>
          <p:spPr bwMode="auto">
            <a:xfrm flipV="1">
              <a:off x="4342076" y="3932411"/>
              <a:ext cx="94292" cy="647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7" name="弧形 346"/>
            <p:cNvSpPr/>
            <p:nvPr/>
          </p:nvSpPr>
          <p:spPr bwMode="auto">
            <a:xfrm>
              <a:off x="4065762" y="3897052"/>
              <a:ext cx="218206" cy="180020"/>
            </a:xfrm>
            <a:prstGeom prst="arc">
              <a:avLst>
                <a:gd name="adj1" fmla="val 10565439"/>
                <a:gd name="adj2" fmla="val 0"/>
              </a:avLst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48" name="弧形 347"/>
            <p:cNvSpPr/>
            <p:nvPr/>
          </p:nvSpPr>
          <p:spPr bwMode="auto">
            <a:xfrm>
              <a:off x="4065762" y="3897052"/>
              <a:ext cx="212563" cy="180020"/>
            </a:xfrm>
            <a:prstGeom prst="arc">
              <a:avLst>
                <a:gd name="adj1" fmla="val 21472353"/>
                <a:gd name="adj2" fmla="val 10927308"/>
              </a:avLst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49" name="弧形 348"/>
            <p:cNvSpPr/>
            <p:nvPr/>
          </p:nvSpPr>
          <p:spPr bwMode="auto">
            <a:xfrm>
              <a:off x="4067944" y="4221088"/>
              <a:ext cx="218206" cy="180020"/>
            </a:xfrm>
            <a:prstGeom prst="arc">
              <a:avLst>
                <a:gd name="adj1" fmla="val 10565439"/>
                <a:gd name="adj2" fmla="val 0"/>
              </a:avLst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0" name="弧形 349"/>
            <p:cNvSpPr/>
            <p:nvPr/>
          </p:nvSpPr>
          <p:spPr bwMode="auto">
            <a:xfrm>
              <a:off x="4067944" y="4221088"/>
              <a:ext cx="212563" cy="180020"/>
            </a:xfrm>
            <a:prstGeom prst="arc">
              <a:avLst>
                <a:gd name="adj1" fmla="val 21472353"/>
                <a:gd name="adj2" fmla="val 10927308"/>
              </a:avLst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1" name="弧形 350"/>
            <p:cNvSpPr/>
            <p:nvPr/>
          </p:nvSpPr>
          <p:spPr bwMode="auto">
            <a:xfrm>
              <a:off x="4067944" y="4509120"/>
              <a:ext cx="218206" cy="180020"/>
            </a:xfrm>
            <a:prstGeom prst="arc">
              <a:avLst>
                <a:gd name="adj1" fmla="val 10565439"/>
                <a:gd name="adj2" fmla="val 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2" name="弧形 351"/>
            <p:cNvSpPr/>
            <p:nvPr/>
          </p:nvSpPr>
          <p:spPr bwMode="auto">
            <a:xfrm>
              <a:off x="4067944" y="4545124"/>
              <a:ext cx="212563" cy="180020"/>
            </a:xfrm>
            <a:prstGeom prst="arc">
              <a:avLst>
                <a:gd name="adj1" fmla="val 21472353"/>
                <a:gd name="adj2" fmla="val 10927308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353" name="直接连接符 352"/>
            <p:cNvCxnSpPr/>
            <p:nvPr/>
          </p:nvCxnSpPr>
          <p:spPr bwMode="auto">
            <a:xfrm flipV="1">
              <a:off x="3419872" y="4220914"/>
              <a:ext cx="611463" cy="1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4" name="直接连接符 353"/>
            <p:cNvCxnSpPr/>
            <p:nvPr/>
          </p:nvCxnSpPr>
          <p:spPr bwMode="auto">
            <a:xfrm flipV="1">
              <a:off x="5004048" y="4220269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5" name="直接连接符 354"/>
            <p:cNvCxnSpPr/>
            <p:nvPr/>
          </p:nvCxnSpPr>
          <p:spPr bwMode="auto">
            <a:xfrm>
              <a:off x="5004779" y="4436293"/>
              <a:ext cx="1011003" cy="0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6" name="直接连接符 355"/>
            <p:cNvCxnSpPr/>
            <p:nvPr/>
          </p:nvCxnSpPr>
          <p:spPr bwMode="auto">
            <a:xfrm flipV="1">
              <a:off x="6012160" y="4220914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7" name="直接连接符 356"/>
            <p:cNvCxnSpPr/>
            <p:nvPr/>
          </p:nvCxnSpPr>
          <p:spPr bwMode="auto">
            <a:xfrm flipV="1">
              <a:off x="4339174" y="4220269"/>
              <a:ext cx="672538" cy="648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8" name="直接连接符 357"/>
            <p:cNvCxnSpPr/>
            <p:nvPr/>
          </p:nvCxnSpPr>
          <p:spPr bwMode="auto">
            <a:xfrm flipV="1">
              <a:off x="3419872" y="4508946"/>
              <a:ext cx="611463" cy="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9" name="直接连接符 358"/>
            <p:cNvCxnSpPr/>
            <p:nvPr/>
          </p:nvCxnSpPr>
          <p:spPr bwMode="auto">
            <a:xfrm flipV="1">
              <a:off x="5004048" y="4508301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0" name="直接连接符 359"/>
            <p:cNvCxnSpPr/>
            <p:nvPr/>
          </p:nvCxnSpPr>
          <p:spPr bwMode="auto">
            <a:xfrm>
              <a:off x="4577643" y="4724325"/>
              <a:ext cx="3315109" cy="819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1" name="直接连接符 360"/>
            <p:cNvCxnSpPr/>
            <p:nvPr/>
          </p:nvCxnSpPr>
          <p:spPr bwMode="auto">
            <a:xfrm flipV="1">
              <a:off x="7884368" y="4508946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2" name="直接连接符 361"/>
            <p:cNvCxnSpPr/>
            <p:nvPr/>
          </p:nvCxnSpPr>
          <p:spPr bwMode="auto">
            <a:xfrm>
              <a:off x="4339174" y="4508949"/>
              <a:ext cx="664154" cy="17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3" name="直接连接符 362"/>
            <p:cNvCxnSpPr/>
            <p:nvPr/>
          </p:nvCxnSpPr>
          <p:spPr bwMode="auto">
            <a:xfrm flipV="1">
              <a:off x="4572000" y="4509120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4" name="直接连接符 363"/>
            <p:cNvCxnSpPr/>
            <p:nvPr/>
          </p:nvCxnSpPr>
          <p:spPr bwMode="auto">
            <a:xfrm flipV="1">
              <a:off x="4724400" y="4509120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5" name="直接连接符 364"/>
            <p:cNvCxnSpPr/>
            <p:nvPr/>
          </p:nvCxnSpPr>
          <p:spPr bwMode="auto">
            <a:xfrm flipV="1">
              <a:off x="4860032" y="4509120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6" name="直接连接符 365"/>
            <p:cNvCxnSpPr>
              <a:stCxn id="341" idx="0"/>
            </p:cNvCxnSpPr>
            <p:nvPr/>
          </p:nvCxnSpPr>
          <p:spPr bwMode="auto">
            <a:xfrm>
              <a:off x="7887270" y="3753036"/>
              <a:ext cx="146757" cy="0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7" name="直接连接符 366"/>
            <p:cNvCxnSpPr/>
            <p:nvPr/>
          </p:nvCxnSpPr>
          <p:spPr bwMode="auto">
            <a:xfrm>
              <a:off x="6012160" y="4221087"/>
              <a:ext cx="723702" cy="1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8" name="直接连接符 367"/>
            <p:cNvCxnSpPr/>
            <p:nvPr/>
          </p:nvCxnSpPr>
          <p:spPr bwMode="auto">
            <a:xfrm flipV="1">
              <a:off x="6732240" y="422108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9" name="直接连接符 368"/>
            <p:cNvCxnSpPr/>
            <p:nvPr/>
          </p:nvCxnSpPr>
          <p:spPr bwMode="auto">
            <a:xfrm flipV="1">
              <a:off x="6732240" y="4436293"/>
              <a:ext cx="1160512" cy="174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0" name="直接连接符 369"/>
            <p:cNvCxnSpPr/>
            <p:nvPr/>
          </p:nvCxnSpPr>
          <p:spPr bwMode="auto">
            <a:xfrm flipV="1">
              <a:off x="7884368" y="422108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1" name="直接连接符 370"/>
            <p:cNvCxnSpPr/>
            <p:nvPr/>
          </p:nvCxnSpPr>
          <p:spPr bwMode="auto">
            <a:xfrm>
              <a:off x="7884368" y="4221087"/>
              <a:ext cx="146918" cy="1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2" name="直接连接符 371"/>
            <p:cNvCxnSpPr/>
            <p:nvPr/>
          </p:nvCxnSpPr>
          <p:spPr bwMode="auto">
            <a:xfrm>
              <a:off x="7884368" y="4509120"/>
              <a:ext cx="146918" cy="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3" name="AutoShape 215"/>
            <p:cNvSpPr>
              <a:spLocks noChangeArrowheads="1"/>
            </p:cNvSpPr>
            <p:nvPr/>
          </p:nvSpPr>
          <p:spPr bwMode="auto">
            <a:xfrm>
              <a:off x="6726758" y="3356992"/>
              <a:ext cx="581546" cy="216024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D3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sp>
          <p:nvSpPr>
            <p:cNvPr id="374" name="AutoShape 215"/>
            <p:cNvSpPr>
              <a:spLocks noChangeArrowheads="1"/>
            </p:cNvSpPr>
            <p:nvPr/>
          </p:nvSpPr>
          <p:spPr bwMode="auto">
            <a:xfrm>
              <a:off x="7302822" y="3356992"/>
              <a:ext cx="581546" cy="216024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D4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cxnSp>
          <p:nvCxnSpPr>
            <p:cNvPr id="375" name="直接连接符 374"/>
            <p:cNvCxnSpPr>
              <a:stCxn id="374" idx="0"/>
            </p:cNvCxnSpPr>
            <p:nvPr/>
          </p:nvCxnSpPr>
          <p:spPr bwMode="auto">
            <a:xfrm>
              <a:off x="7884368" y="3465004"/>
              <a:ext cx="149659" cy="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6" name="直接连接符 375"/>
            <p:cNvCxnSpPr/>
            <p:nvPr/>
          </p:nvCxnSpPr>
          <p:spPr bwMode="auto">
            <a:xfrm>
              <a:off x="3563888" y="4760006"/>
              <a:ext cx="0" cy="18116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7" name="直接连接符 376"/>
            <p:cNvCxnSpPr/>
            <p:nvPr/>
          </p:nvCxnSpPr>
          <p:spPr bwMode="auto">
            <a:xfrm>
              <a:off x="4139952" y="4760006"/>
              <a:ext cx="0" cy="18116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8" name="直接连接符 377"/>
            <p:cNvCxnSpPr/>
            <p:nvPr/>
          </p:nvCxnSpPr>
          <p:spPr bwMode="auto">
            <a:xfrm>
              <a:off x="4716016" y="4760006"/>
              <a:ext cx="0" cy="18116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9" name="直接连接符 378"/>
            <p:cNvCxnSpPr/>
            <p:nvPr/>
          </p:nvCxnSpPr>
          <p:spPr bwMode="auto">
            <a:xfrm>
              <a:off x="5292080" y="4760006"/>
              <a:ext cx="0" cy="18116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0" name="直接连接符 379"/>
            <p:cNvCxnSpPr/>
            <p:nvPr/>
          </p:nvCxnSpPr>
          <p:spPr bwMode="auto">
            <a:xfrm>
              <a:off x="6444208" y="4760006"/>
              <a:ext cx="0" cy="18116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1" name="直接连接符 380"/>
            <p:cNvCxnSpPr/>
            <p:nvPr/>
          </p:nvCxnSpPr>
          <p:spPr bwMode="auto">
            <a:xfrm>
              <a:off x="7020272" y="4760006"/>
              <a:ext cx="0" cy="18116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2" name="直接连接符 381"/>
            <p:cNvCxnSpPr/>
            <p:nvPr/>
          </p:nvCxnSpPr>
          <p:spPr bwMode="auto">
            <a:xfrm>
              <a:off x="7596336" y="4760006"/>
              <a:ext cx="0" cy="18116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15" name="AutoShape 33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4428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>
            <a:extLst>
              <a:ext uri="{FF2B5EF4-FFF2-40B4-BE49-F238E27FC236}">
                <a16:creationId xmlns:a16="http://schemas.microsoft.com/office/drawing/2014/main" id="{F20A2A8C-F270-4571-823A-AB2C0D0C5ADA}"/>
              </a:ext>
            </a:extLst>
          </p:cNvPr>
          <p:cNvGrpSpPr/>
          <p:nvPr/>
        </p:nvGrpSpPr>
        <p:grpSpPr>
          <a:xfrm>
            <a:off x="3563888" y="4012096"/>
            <a:ext cx="5256584" cy="774172"/>
            <a:chOff x="539552" y="1142660"/>
            <a:chExt cx="5256584" cy="774172"/>
          </a:xfrm>
        </p:grpSpPr>
        <p:sp>
          <p:nvSpPr>
            <p:cNvPr id="58" name="Text Box 15">
              <a:extLst>
                <a:ext uri="{FF2B5EF4-FFF2-40B4-BE49-F238E27FC236}">
                  <a16:creationId xmlns:a16="http://schemas.microsoft.com/office/drawing/2014/main" id="{D4128FA5-631B-4AF7-B4CB-484069118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3646" y="1412776"/>
              <a:ext cx="367381" cy="216023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闲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59" name="Text Box 15">
              <a:extLst>
                <a:ext uri="{FF2B5EF4-FFF2-40B4-BE49-F238E27FC236}">
                  <a16:creationId xmlns:a16="http://schemas.microsoft.com/office/drawing/2014/main" id="{CF3D1C5B-0B51-4D5C-B75F-5CDD1FB44A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3687" y="1412776"/>
              <a:ext cx="712657" cy="251993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忙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60" name="Text Box 15">
              <a:extLst>
                <a:ext uri="{FF2B5EF4-FFF2-40B4-BE49-F238E27FC236}">
                  <a16:creationId xmlns:a16="http://schemas.microsoft.com/office/drawing/2014/main" id="{C52BC1EC-ACFB-4DA6-8E88-220A4C5312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3768" y="1412775"/>
              <a:ext cx="511316" cy="251993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闲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61" name="Text Box 15">
              <a:extLst>
                <a:ext uri="{FF2B5EF4-FFF2-40B4-BE49-F238E27FC236}">
                  <a16:creationId xmlns:a16="http://schemas.microsoft.com/office/drawing/2014/main" id="{5202D042-806F-4EA7-BCF1-17F990437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1960" y="1412776"/>
              <a:ext cx="712657" cy="251993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忙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62" name="Text Box 15">
              <a:extLst>
                <a:ext uri="{FF2B5EF4-FFF2-40B4-BE49-F238E27FC236}">
                  <a16:creationId xmlns:a16="http://schemas.microsoft.com/office/drawing/2014/main" id="{F1E9B2FA-062E-43D4-97DA-7F8C3DFDD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7824" y="1412776"/>
              <a:ext cx="712657" cy="251993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忙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63" name="Text Box 15">
              <a:extLst>
                <a:ext uri="{FF2B5EF4-FFF2-40B4-BE49-F238E27FC236}">
                  <a16:creationId xmlns:a16="http://schemas.microsoft.com/office/drawing/2014/main" id="{5D27FB11-3313-4497-A719-9EA271FD7D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0644" y="1412776"/>
              <a:ext cx="511316" cy="251993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闲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64" name="Text Box 15">
              <a:extLst>
                <a:ext uri="{FF2B5EF4-FFF2-40B4-BE49-F238E27FC236}">
                  <a16:creationId xmlns:a16="http://schemas.microsoft.com/office/drawing/2014/main" id="{0C492A45-D085-40A7-B2D0-9D840522DA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2039" y="1412777"/>
              <a:ext cx="835407" cy="24115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闲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65" name="Text Box 17">
              <a:extLst>
                <a:ext uri="{FF2B5EF4-FFF2-40B4-BE49-F238E27FC236}">
                  <a16:creationId xmlns:a16="http://schemas.microsoft.com/office/drawing/2014/main" id="{0DC5BA46-EC5A-4FAA-9E60-499C916A19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552" y="1142660"/>
              <a:ext cx="820835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zh-CN" altLang="en-US" sz="1800" b="1" dirty="0">
                  <a:latin typeface="+mn-ea"/>
                  <a:ea typeface="+mn-ea"/>
                </a:rPr>
                <a:t>主设备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74" name="Text Box 17">
              <a:extLst>
                <a:ext uri="{FF2B5EF4-FFF2-40B4-BE49-F238E27FC236}">
                  <a16:creationId xmlns:a16="http://schemas.microsoft.com/office/drawing/2014/main" id="{5D44EC7F-7684-4049-819A-5334A0F057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731" y="1664832"/>
              <a:ext cx="813592" cy="25199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zh-CN" altLang="en-US" sz="1800" b="1" dirty="0">
                  <a:latin typeface="+mn-ea"/>
                  <a:ea typeface="+mn-ea"/>
                </a:rPr>
                <a:t>从设备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78" name="Text Box 15">
              <a:extLst>
                <a:ext uri="{FF2B5EF4-FFF2-40B4-BE49-F238E27FC236}">
                  <a16:creationId xmlns:a16="http://schemas.microsoft.com/office/drawing/2014/main" id="{EA8CB239-E98F-4AC7-98DE-973CD9E6A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3688" y="1160776"/>
              <a:ext cx="720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命令帧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0" name="Text Box 15">
              <a:extLst>
                <a:ext uri="{FF2B5EF4-FFF2-40B4-BE49-F238E27FC236}">
                  <a16:creationId xmlns:a16="http://schemas.microsoft.com/office/drawing/2014/main" id="{EBD13A01-385F-4636-A4D8-EC2B2FE5D0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3688" y="1664832"/>
              <a:ext cx="511396" cy="25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处理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81" name="Text Box 15">
              <a:extLst>
                <a:ext uri="{FF2B5EF4-FFF2-40B4-BE49-F238E27FC236}">
                  <a16:creationId xmlns:a16="http://schemas.microsoft.com/office/drawing/2014/main" id="{FABF6B21-1F6E-4123-AC8C-6196ECCF02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7744" y="1664832"/>
              <a:ext cx="720000" cy="252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数据帧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0" name="Text Box 15">
              <a:extLst>
                <a:ext uri="{FF2B5EF4-FFF2-40B4-BE49-F238E27FC236}">
                  <a16:creationId xmlns:a16="http://schemas.microsoft.com/office/drawing/2014/main" id="{239472CB-4923-40E8-B45F-59648EA956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1960" y="1160776"/>
              <a:ext cx="720000" cy="25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握手帧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8892F5AA-9E45-4F97-9C06-E8718B73912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403648" y="1268760"/>
              <a:ext cx="3600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sp>
          <p:nvSpPr>
            <p:cNvPr id="98" name="Text Box 15">
              <a:extLst>
                <a:ext uri="{FF2B5EF4-FFF2-40B4-BE49-F238E27FC236}">
                  <a16:creationId xmlns:a16="http://schemas.microsoft.com/office/drawing/2014/main" id="{87D2C7D7-190C-4ACB-8796-0A577CB66E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3688" y="1664832"/>
              <a:ext cx="720000" cy="25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接收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8A1C845A-3833-4B76-BE40-8A0C621B4E7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763688" y="1418226"/>
              <a:ext cx="0" cy="241156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B9827FE5-66CC-43DA-AC58-EE2099C3BE9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83768" y="1412776"/>
              <a:ext cx="0" cy="241156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6B4CE8E0-1AAE-4C6F-BB00-EEF93AF5A4D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987824" y="1412776"/>
              <a:ext cx="0" cy="25199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8D941CEC-B1E9-4AEC-8942-18E5CE29B9E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707904" y="1412776"/>
              <a:ext cx="0" cy="25199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109" name="Text Box 15">
              <a:extLst>
                <a:ext uri="{FF2B5EF4-FFF2-40B4-BE49-F238E27FC236}">
                  <a16:creationId xmlns:a16="http://schemas.microsoft.com/office/drawing/2014/main" id="{3311B6E6-9FB1-497B-85B8-E40531FF1A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7904" y="1160776"/>
              <a:ext cx="720000" cy="25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接收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0" name="Text Box 15">
              <a:extLst>
                <a:ext uri="{FF2B5EF4-FFF2-40B4-BE49-F238E27FC236}">
                  <a16:creationId xmlns:a16="http://schemas.microsoft.com/office/drawing/2014/main" id="{5BAB94AD-D9CE-47DE-A20A-DE161AAA47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7904" y="1160776"/>
              <a:ext cx="511396" cy="25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处理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11" name="Text Box 15">
              <a:extLst>
                <a:ext uri="{FF2B5EF4-FFF2-40B4-BE49-F238E27FC236}">
                  <a16:creationId xmlns:a16="http://schemas.microsoft.com/office/drawing/2014/main" id="{15E58B63-627A-481A-AA0D-0B76191B6E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1961" y="1664832"/>
              <a:ext cx="720000" cy="25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接收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EC7AB78B-A535-4259-9AF0-D74F4290AE2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211961" y="1418226"/>
              <a:ext cx="0" cy="241156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06042B58-EAA4-41FD-9417-DF2EC99606B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32041" y="1412776"/>
              <a:ext cx="0" cy="241156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114" name="Text Box 15">
              <a:extLst>
                <a:ext uri="{FF2B5EF4-FFF2-40B4-BE49-F238E27FC236}">
                  <a16:creationId xmlns:a16="http://schemas.microsoft.com/office/drawing/2014/main" id="{7509799A-B3EF-4A60-BE61-67B86F4CAD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4700" y="1664832"/>
              <a:ext cx="511396" cy="25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处理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15" name="Text Box 17">
              <a:extLst>
                <a:ext uri="{FF2B5EF4-FFF2-40B4-BE49-F238E27FC236}">
                  <a16:creationId xmlns:a16="http://schemas.microsoft.com/office/drawing/2014/main" id="{929D5647-2F84-4514-9283-4113456171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568" y="1412776"/>
              <a:ext cx="683773" cy="25199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BUS</a:t>
              </a:r>
            </a:p>
          </p:txBody>
        </p: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FA333EA3-C9AC-4507-8970-A35FF01B063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403648" y="1772816"/>
              <a:ext cx="3600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5284E6F8-18EF-4DD8-A1B7-9D75376DF25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6096" y="1772816"/>
              <a:ext cx="3600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464B5C5E-60F1-4515-8249-9B1C5B3290B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32040" y="1268760"/>
              <a:ext cx="864096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8AC1C519-AED3-421A-8A80-E7BA6D2821C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83768" y="1268760"/>
              <a:ext cx="21602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1112E950-2F72-4DF2-8CF7-6EDF1538724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707904" y="1772816"/>
              <a:ext cx="21602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</p:grpSp>
      <p:sp>
        <p:nvSpPr>
          <p:cNvPr id="121" name="Text Box 15">
            <a:extLst>
              <a:ext uri="{FF2B5EF4-FFF2-40B4-BE49-F238E27FC236}">
                <a16:creationId xmlns:a16="http://schemas.microsoft.com/office/drawing/2014/main" id="{A0D811B7-B97A-49B6-8D66-787C066D7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1297" y="3969047"/>
            <a:ext cx="5149174" cy="828105"/>
          </a:xfrm>
          <a:prstGeom prst="rect">
            <a:avLst/>
          </a:prstGeom>
          <a:solidFill>
            <a:schemeClr val="bg1"/>
          </a:solidFill>
          <a:ln w="15875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endParaRPr lang="en-US" altLang="zh-CN" sz="1400" b="1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A51B-A8E5-4E38-A74D-F6E7BEFB9955}" type="slidenum">
              <a:rPr lang="en-US" altLang="zh-CN" smtClean="0"/>
              <a:t>17</a:t>
            </a:fld>
            <a:endParaRPr lang="en-US" altLang="zh-CN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2" name="AutoShape 62">
            <a:hlinkClick r:id="rId43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6071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179706" y="332656"/>
            <a:ext cx="4067810" cy="614200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698625" indent="-1698625"/>
            <a:r>
              <a:rPr lang="en-US" altLang="zh-CN" sz="2200" b="1" dirty="0">
                <a:solidFill>
                  <a:srgbClr val="FF3399"/>
                </a:solidFill>
              </a:rPr>
              <a:t>(3)</a:t>
            </a:r>
            <a:r>
              <a:rPr lang="zh-CN" altLang="en-US" sz="2200" b="1" dirty="0">
                <a:solidFill>
                  <a:srgbClr val="FF3399"/>
                </a:solidFill>
              </a:rPr>
              <a:t>串行总线  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常用作通信总线</a:t>
            </a:r>
            <a:r>
              <a:rPr lang="en-US" altLang="zh-CN" sz="1800" b="1" dirty="0"/>
              <a:t>)</a:t>
            </a:r>
            <a:endParaRPr lang="en-US" altLang="zh-CN" sz="2200" b="1" dirty="0"/>
          </a:p>
          <a:p>
            <a:pPr marL="1698625" indent="-1698625"/>
            <a:r>
              <a:rPr lang="zh-CN" altLang="en-US" sz="2200" b="1" dirty="0">
                <a:solidFill>
                  <a:srgbClr val="C00000"/>
                </a:solidFill>
              </a:rPr>
              <a:t> *串行传输优势：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 marL="1698625" indent="-1698625"/>
            <a:r>
              <a:rPr lang="zh-CN" altLang="en-US" sz="2200" b="1" dirty="0">
                <a:solidFill>
                  <a:srgbClr val="C00000"/>
                </a:solidFill>
              </a:rPr>
              <a:t> *使用权管理：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 marL="1698625" indent="-1698625"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</a:rPr>
              <a:t>*信号线组织：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 marL="1698625" indent="-1698625"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</a:rPr>
              <a:t>传输方式</a:t>
            </a:r>
            <a:r>
              <a:rPr lang="en-US" altLang="zh-CN" sz="2200" b="1" dirty="0">
                <a:solidFill>
                  <a:schemeClr val="accent2"/>
                </a:solidFill>
              </a:rPr>
              <a:t>—</a:t>
            </a:r>
          </a:p>
          <a:p>
            <a:pPr marL="1698625" indent="-1698625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/>
              <a:t>     (</a:t>
            </a:r>
            <a:r>
              <a:rPr lang="zh-CN" altLang="en-US" sz="1600" b="1" dirty="0"/>
              <a:t>指信号方向</a:t>
            </a:r>
            <a:r>
              <a:rPr lang="en-US" altLang="zh-CN" sz="1600" b="1" dirty="0"/>
              <a:t>)</a:t>
            </a:r>
            <a:endParaRPr lang="en-US" altLang="zh-CN" sz="2200" b="1" dirty="0"/>
          </a:p>
          <a:p>
            <a:pPr marL="1698625" indent="-1698625">
              <a:lnSpc>
                <a:spcPct val="125000"/>
              </a:lnSpc>
              <a:spcBef>
                <a:spcPts val="3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</a:rPr>
              <a:t>*总线事务：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</a:rPr>
              <a:t>    传输协议</a:t>
            </a:r>
            <a:r>
              <a:rPr lang="en-US" altLang="zh-CN" sz="2200" b="1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0"/>
              </a:spcBef>
            </a:pPr>
            <a:endParaRPr lang="en-US" altLang="zh-CN" sz="1800" b="1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</a:rPr>
              <a:t>总线定时：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 marL="0" indent="0" eaLnBrk="1" latinLnBrk="0" hangingPunct="1"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</a:rPr>
              <a:t> *</a:t>
            </a:r>
            <a:r>
              <a:rPr lang="en-US" altLang="zh-CN" sz="2200" b="1" dirty="0">
                <a:solidFill>
                  <a:srgbClr val="C00000"/>
                </a:solidFill>
                <a:sym typeface="+mn-ea"/>
              </a:rPr>
              <a:t>USB</a:t>
            </a:r>
            <a:r>
              <a:rPr lang="en-US" altLang="zh-CN" sz="1800" b="1" dirty="0">
                <a:solidFill>
                  <a:srgbClr val="C00000"/>
                </a:solidFill>
                <a:sym typeface="+mn-ea"/>
              </a:rPr>
              <a:t>(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Universal Serial Bus</a:t>
            </a:r>
            <a:r>
              <a:rPr lang="en-US" altLang="zh-CN" sz="1800" b="1" dirty="0">
                <a:solidFill>
                  <a:srgbClr val="C00000"/>
                </a:solidFill>
                <a:sym typeface="+mn-ea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sym typeface="+mn-ea"/>
              </a:rPr>
              <a:t>总线：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    信号线</a:t>
            </a:r>
            <a:r>
              <a:rPr lang="en-US" altLang="zh-CN" sz="2200" b="1" dirty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</a:endParaRPr>
          </a:p>
          <a:p>
            <a:pPr>
              <a:spcBef>
                <a:spcPts val="400"/>
              </a:spcBef>
            </a:pPr>
            <a:r>
              <a:rPr lang="en-US" altLang="zh-CN" sz="2200" b="1" dirty="0">
                <a:solidFill>
                  <a:schemeClr val="accent2"/>
                </a:solidFill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总线事务</a:t>
            </a:r>
            <a:r>
              <a:rPr lang="en-US" altLang="zh-CN" sz="2200" b="1" dirty="0">
                <a:solidFill>
                  <a:schemeClr val="accent2"/>
                </a:solidFill>
                <a:sym typeface="+mn-ea"/>
              </a:rPr>
              <a:t>—</a:t>
            </a:r>
          </a:p>
          <a:p>
            <a:pPr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</a:rPr>
              <a:t>总线定时</a:t>
            </a:r>
            <a:r>
              <a:rPr lang="en-US" altLang="zh-CN" sz="2200" b="1" dirty="0">
                <a:solidFill>
                  <a:schemeClr val="accent2"/>
                </a:solidFill>
                <a:sym typeface="+mn-ea"/>
              </a:rPr>
              <a:t>—</a:t>
            </a:r>
          </a:p>
        </p:txBody>
      </p:sp>
      <p:sp>
        <p:nvSpPr>
          <p:cNvPr id="27" name="Text Box 71"/>
          <p:cNvSpPr txBox="1">
            <a:spLocks noChangeArrowheads="1"/>
          </p:cNvSpPr>
          <p:nvPr/>
        </p:nvSpPr>
        <p:spPr bwMode="auto">
          <a:xfrm>
            <a:off x="2160270" y="764456"/>
            <a:ext cx="6756400" cy="17269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1" dirty="0"/>
              <a:t>  </a:t>
            </a:r>
            <a:r>
              <a:rPr lang="zh-CN" altLang="en-US" sz="2200" b="1" dirty="0"/>
              <a:t>速率高</a:t>
            </a:r>
            <a:r>
              <a:rPr lang="en-US" altLang="zh-CN" sz="1600" b="1" dirty="0"/>
              <a:t>(</a:t>
            </a:r>
            <a:r>
              <a:rPr lang="zh-CN" altLang="en-US" sz="1600" b="1" dirty="0"/>
              <a:t>没有</a:t>
            </a:r>
            <a:r>
              <a:rPr lang="zh-CN" altLang="en-US" sz="1600" b="1" dirty="0">
                <a:sym typeface="+mn-ea"/>
              </a:rPr>
              <a:t>线间信号的</a:t>
            </a:r>
            <a:r>
              <a:rPr lang="zh-CN" altLang="en-US" sz="1600" b="1" dirty="0"/>
              <a:t>同步</a:t>
            </a:r>
            <a:r>
              <a:rPr lang="en-US" altLang="zh-CN" sz="1600" b="1" dirty="0"/>
              <a:t>/</a:t>
            </a:r>
            <a:r>
              <a:rPr lang="zh-CN" altLang="en-US" sz="1600" b="1" dirty="0"/>
              <a:t>干扰</a:t>
            </a:r>
            <a:r>
              <a:rPr lang="en-US" altLang="zh-CN" sz="1600" b="1" dirty="0"/>
              <a:t>)</a:t>
            </a:r>
            <a:r>
              <a:rPr lang="zh-CN" altLang="en-US" sz="2200" b="1" dirty="0"/>
              <a:t>，距离长</a:t>
            </a:r>
            <a:r>
              <a:rPr lang="en-US" altLang="zh-CN" sz="1600" b="1" dirty="0"/>
              <a:t>(</a:t>
            </a:r>
            <a:r>
              <a:rPr lang="zh-CN" altLang="en-US" sz="1600" b="1" dirty="0"/>
              <a:t>差分方式衰减小</a:t>
            </a:r>
            <a:r>
              <a:rPr lang="en-US" altLang="zh-CN" sz="1600" b="1" dirty="0"/>
              <a:t>)</a:t>
            </a:r>
          </a:p>
          <a:p>
            <a:r>
              <a:rPr lang="zh-CN" altLang="en-US" sz="2200" b="1" spc="-100" dirty="0">
                <a:solidFill>
                  <a:srgbClr val="990099"/>
                </a:solidFill>
              </a:rPr>
              <a:t>常为</a:t>
            </a:r>
            <a:r>
              <a:rPr lang="zh-CN" altLang="en-US" sz="2200" b="1" u="sng" spc="-100" dirty="0"/>
              <a:t>单主设备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无需仲裁</a:t>
            </a:r>
            <a:r>
              <a:rPr lang="en-US" altLang="zh-CN" sz="1800" b="1" dirty="0"/>
              <a:t>)</a:t>
            </a:r>
            <a:r>
              <a:rPr lang="zh-CN" altLang="en-US" sz="2200" b="1" spc="-100" dirty="0"/>
              <a:t>      </a:t>
            </a:r>
            <a:r>
              <a:rPr lang="en-US" altLang="zh-CN" sz="2200" b="1" spc="-100" dirty="0"/>
              <a:t>  </a:t>
            </a:r>
            <a:r>
              <a:rPr lang="en-US" altLang="zh-CN" sz="1800" b="1" spc="-100" dirty="0"/>
              <a:t> </a:t>
            </a:r>
            <a:r>
              <a:rPr lang="zh-CN" altLang="en-US" sz="1800" b="1" spc="-100" dirty="0"/>
              <a:t> </a:t>
            </a:r>
            <a:r>
              <a:rPr lang="zh-CN" altLang="en-US" sz="1600" b="1" spc="-100" dirty="0"/>
              <a:t>←</a:t>
            </a:r>
            <a:r>
              <a:rPr lang="zh-CN" altLang="en-US" sz="1600" b="1" dirty="0"/>
              <a:t>多主设备时分布式仲裁</a:t>
            </a:r>
            <a:endParaRPr lang="en-US" altLang="zh-CN" sz="2200" b="1" dirty="0"/>
          </a:p>
          <a:p>
            <a:r>
              <a:rPr lang="zh-CN" altLang="en-US" sz="2200" b="1" u="sng" spc="-100" dirty="0"/>
              <a:t>仅数据线</a:t>
            </a:r>
            <a:r>
              <a:rPr lang="zh-CN" altLang="en-US" sz="2200" b="1" spc="-100" dirty="0"/>
              <a:t>，</a:t>
            </a:r>
            <a:r>
              <a:rPr lang="zh-CN" altLang="en-US" sz="2200" b="1" spc="-100" dirty="0">
                <a:solidFill>
                  <a:srgbClr val="990099"/>
                </a:solidFill>
              </a:rPr>
              <a:t>缺省</a:t>
            </a:r>
            <a:r>
              <a:rPr lang="zh-CN" altLang="en-US" sz="2200" b="1" spc="-100" dirty="0"/>
              <a:t>控制线</a:t>
            </a:r>
            <a:r>
              <a:rPr lang="en-US" altLang="zh-CN" sz="2200" b="1" spc="-100" dirty="0"/>
              <a:t>/</a:t>
            </a:r>
            <a:r>
              <a:rPr lang="zh-CN" altLang="en-US" sz="2200" b="1" spc="-100" dirty="0"/>
              <a:t>联络线   </a:t>
            </a:r>
            <a:r>
              <a:rPr lang="zh-CN" altLang="en-US" sz="1600" b="1" spc="-100" dirty="0"/>
              <a:t>←基于数据线</a:t>
            </a:r>
            <a:r>
              <a:rPr lang="en-US" altLang="zh-CN" sz="1600" b="1" spc="-100" dirty="0"/>
              <a:t>/</a:t>
            </a:r>
            <a:r>
              <a:rPr lang="zh-CN" altLang="en-US" sz="1600" b="1" spc="-100" dirty="0"/>
              <a:t>联络线的效率</a:t>
            </a:r>
            <a:endParaRPr lang="en-US" altLang="zh-CN" sz="1600" b="1" spc="-100" dirty="0"/>
          </a:p>
          <a:p>
            <a:r>
              <a:rPr lang="zh-CN" altLang="en-US" sz="2200" b="1" spc="-100" dirty="0"/>
              <a:t>有单</a:t>
            </a:r>
            <a:r>
              <a:rPr lang="en-US" altLang="zh-CN" sz="2200" b="1" spc="-100" dirty="0"/>
              <a:t>(</a:t>
            </a:r>
            <a:r>
              <a:rPr lang="zh-CN" altLang="en-US" sz="2200" b="1" spc="-100" dirty="0"/>
              <a:t>向</a:t>
            </a:r>
            <a:r>
              <a:rPr lang="en-US" altLang="zh-CN" sz="2200" b="1" spc="-100" dirty="0"/>
              <a:t>)</a:t>
            </a:r>
            <a:r>
              <a:rPr lang="zh-CN" altLang="en-US" sz="2200" b="1" spc="-100" dirty="0"/>
              <a:t>工</a:t>
            </a:r>
            <a:r>
              <a:rPr lang="en-US" altLang="zh-CN" sz="2200" b="1" spc="-100" dirty="0"/>
              <a:t>(</a:t>
            </a:r>
            <a:r>
              <a:rPr lang="zh-CN" altLang="en-US" sz="2200" b="1" spc="-100" dirty="0"/>
              <a:t>作</a:t>
            </a:r>
            <a:r>
              <a:rPr lang="en-US" altLang="zh-CN" sz="2200" b="1" spc="-100" dirty="0"/>
              <a:t>)</a:t>
            </a:r>
            <a:r>
              <a:rPr lang="zh-CN" altLang="en-US" sz="2200" b="1" spc="-100" dirty="0"/>
              <a:t>、全双工、半双工</a:t>
            </a:r>
            <a:r>
              <a:rPr lang="en-US" altLang="zh-CN" sz="2200" b="1" spc="-100" dirty="0"/>
              <a:t>3</a:t>
            </a:r>
            <a:r>
              <a:rPr lang="zh-CN" altLang="en-US" sz="2200" b="1" spc="-100" dirty="0"/>
              <a:t>种方式</a:t>
            </a:r>
            <a:endParaRPr lang="en-US" altLang="zh-CN" sz="2200" b="1" spc="-100" dirty="0"/>
          </a:p>
        </p:txBody>
      </p:sp>
      <p:sp>
        <p:nvSpPr>
          <p:cNvPr id="28" name="Text Box 71"/>
          <p:cNvSpPr txBox="1">
            <a:spLocks noChangeArrowheads="1"/>
          </p:cNvSpPr>
          <p:nvPr/>
        </p:nvSpPr>
        <p:spPr bwMode="auto">
          <a:xfrm>
            <a:off x="1872000" y="3089008"/>
            <a:ext cx="7164493" cy="333200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b="1" dirty="0">
                <a:sym typeface="+mn-ea"/>
              </a:rPr>
              <a:t>支持</a:t>
            </a:r>
            <a:r>
              <a:rPr lang="zh-CN" altLang="en-US" sz="2200" b="1" u="sng" dirty="0">
                <a:sym typeface="+mn-ea"/>
              </a:rPr>
              <a:t>多种</a:t>
            </a:r>
            <a:r>
              <a:rPr lang="zh-CN" altLang="en-US" sz="2200" b="1" dirty="0">
                <a:sym typeface="+mn-ea"/>
              </a:rPr>
              <a:t>类型，每个事务由</a:t>
            </a:r>
            <a:r>
              <a:rPr lang="zh-CN" altLang="en-US" sz="2200" b="1" u="sng" dirty="0">
                <a:solidFill>
                  <a:srgbClr val="990099"/>
                </a:solidFill>
              </a:rPr>
              <a:t>多个</a:t>
            </a:r>
            <a:r>
              <a:rPr lang="zh-CN" altLang="en-US" sz="2200" b="1" u="sng" dirty="0">
                <a:solidFill>
                  <a:srgbClr val="990099"/>
                </a:solidFill>
                <a:sym typeface="+mn-ea"/>
              </a:rPr>
              <a:t>帧的交互</a:t>
            </a:r>
            <a:r>
              <a:rPr lang="zh-CN" altLang="en-US" sz="2200" b="1" dirty="0">
                <a:sym typeface="+mn-ea"/>
              </a:rPr>
              <a:t>组成</a:t>
            </a:r>
            <a:endParaRPr lang="en-US" altLang="zh-CN" sz="2200" b="1" dirty="0"/>
          </a:p>
          <a:p>
            <a:r>
              <a:rPr lang="zh-CN" altLang="en-US" sz="2200" b="1" dirty="0"/>
              <a:t>  </a:t>
            </a:r>
            <a:r>
              <a:rPr lang="zh-CN" altLang="en-US" sz="2200" b="1" u="sng" dirty="0"/>
              <a:t>帧格式</a:t>
            </a:r>
            <a:r>
              <a:rPr lang="zh-CN" altLang="en-US" sz="2200" b="1" dirty="0"/>
              <a:t>组成如下，</a:t>
            </a:r>
            <a:r>
              <a:rPr lang="zh-CN" sz="2200" b="1" dirty="0"/>
              <a:t>有</a:t>
            </a:r>
            <a:r>
              <a:rPr lang="zh-CN" altLang="en-US" sz="2200" b="1" dirty="0"/>
              <a:t>异步串行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字符</a:t>
            </a:r>
            <a:r>
              <a:rPr lang="en-US" altLang="zh-CN" sz="1800" b="1" dirty="0"/>
              <a:t>)</a:t>
            </a:r>
            <a:r>
              <a:rPr lang="zh-CN" altLang="en-US" sz="2200" b="1" dirty="0"/>
              <a:t>、同步串行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块</a:t>
            </a:r>
            <a:r>
              <a:rPr lang="en-US" altLang="zh-CN" sz="1800" b="1" dirty="0"/>
              <a:t>)</a:t>
            </a:r>
            <a:r>
              <a:rPr lang="en-US" altLang="zh-CN" sz="2200" b="1" dirty="0"/>
              <a:t>2</a:t>
            </a:r>
            <a:r>
              <a:rPr lang="zh-CN" altLang="en-US" sz="2200" b="1" dirty="0"/>
              <a:t>种</a:t>
            </a:r>
          </a:p>
          <a:p>
            <a:endParaRPr lang="zh-CN" altLang="en-US" sz="1800" b="1" dirty="0">
              <a:sym typeface="+mn-ea"/>
            </a:endParaRPr>
          </a:p>
          <a:p>
            <a:r>
              <a:rPr lang="zh-CN" altLang="en-US" sz="2200" b="1" u="sng" dirty="0">
                <a:sym typeface="+mn-ea"/>
              </a:rPr>
              <a:t>异步非互锁</a:t>
            </a:r>
            <a:r>
              <a:rPr lang="zh-CN" altLang="en-US" sz="2200" b="1" dirty="0">
                <a:sym typeface="+mn-ea"/>
              </a:rPr>
              <a:t>方式</a:t>
            </a:r>
            <a:r>
              <a:rPr lang="en-US" altLang="zh-CN" sz="1800" b="1" dirty="0">
                <a:sym typeface="+mn-ea"/>
              </a:rPr>
              <a:t>(</a:t>
            </a:r>
            <a:r>
              <a:rPr lang="zh-CN" altLang="en-US" sz="1800" b="1" dirty="0">
                <a:sym typeface="+mn-ea"/>
              </a:rPr>
              <a:t>需约定波特率</a:t>
            </a:r>
            <a:r>
              <a:rPr lang="en-US" altLang="zh-CN" sz="1800" b="1" dirty="0">
                <a:sym typeface="+mn-ea"/>
              </a:rPr>
              <a:t>)</a:t>
            </a:r>
            <a:r>
              <a:rPr lang="zh-CN" altLang="en-US" sz="2200" b="1" spc="-100" dirty="0"/>
              <a:t>      </a:t>
            </a:r>
            <a:r>
              <a:rPr lang="zh-CN" altLang="en-US" sz="1600" b="1" spc="-100" dirty="0"/>
              <a:t>←缺省联络线所致</a:t>
            </a:r>
            <a:endParaRPr lang="en-US" altLang="zh-CN" sz="1600" b="1" dirty="0">
              <a:sym typeface="+mn-ea"/>
            </a:endParaRPr>
          </a:p>
          <a:p>
            <a:pPr marL="0" indent="0" eaLnBrk="1" latinLnBrk="0" hangingPunct="1">
              <a:spcBef>
                <a:spcPts val="300"/>
              </a:spcBef>
            </a:pPr>
            <a:r>
              <a:rPr lang="en-US" altLang="zh-CN" sz="2200" b="1" dirty="0"/>
              <a:t>              </a:t>
            </a:r>
            <a:r>
              <a:rPr lang="zh-CN" altLang="en-US" sz="2200" b="1" dirty="0"/>
              <a:t>为</a:t>
            </a:r>
            <a:r>
              <a:rPr lang="zh-CN" altLang="zh-CN" sz="2200" b="1" u="sng" dirty="0">
                <a:sym typeface="+mn-ea"/>
              </a:rPr>
              <a:t>点对点</a:t>
            </a:r>
            <a:r>
              <a:rPr lang="zh-CN" altLang="zh-CN" sz="2200" b="1" dirty="0">
                <a:sym typeface="+mn-ea"/>
              </a:rPr>
              <a:t>的</a:t>
            </a:r>
            <a:r>
              <a:rPr lang="zh-CN" altLang="en-US" sz="2200" b="1" u="sng" dirty="0">
                <a:sym typeface="+mn-ea"/>
              </a:rPr>
              <a:t>半</a:t>
            </a:r>
            <a:r>
              <a:rPr lang="zh-CN" altLang="zh-CN" sz="2200" b="1" u="sng" dirty="0">
                <a:sym typeface="+mn-ea"/>
              </a:rPr>
              <a:t>双工</a:t>
            </a:r>
            <a:r>
              <a:rPr lang="en-US" altLang="zh-CN" sz="2200" b="1" dirty="0">
                <a:latin typeface="+mn-lt"/>
                <a:sym typeface="+mn-ea"/>
              </a:rPr>
              <a:t> </a:t>
            </a:r>
            <a:r>
              <a:rPr lang="zh-CN" altLang="zh-CN" sz="2200" b="1" u="sng" dirty="0">
                <a:sym typeface="+mn-ea"/>
              </a:rPr>
              <a:t>同步串行</a:t>
            </a:r>
            <a:r>
              <a:rPr lang="zh-CN" altLang="zh-CN" sz="2200" b="1" dirty="0">
                <a:sym typeface="+mn-ea"/>
              </a:rPr>
              <a:t>总线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ym typeface="+mn-ea"/>
              </a:rPr>
              <a:t>                         </a:t>
            </a:r>
            <a:r>
              <a:rPr lang="zh-CN" altLang="en-US" sz="1600" dirty="0">
                <a:sym typeface="+mn-ea"/>
              </a:rPr>
              <a:t>└</a:t>
            </a:r>
            <a:r>
              <a:rPr lang="zh-CN" altLang="en-US" sz="1600" b="1" dirty="0">
                <a:sym typeface="+mn-ea"/>
              </a:rPr>
              <a:t>←事务的首个帧含地址</a:t>
            </a:r>
            <a:r>
              <a:rPr lang="zh-CN" sz="1600" b="1" dirty="0">
                <a:sym typeface="+mn-ea"/>
              </a:rPr>
              <a:t>、其余帧缺省地址</a:t>
            </a: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dirty="0">
                <a:sym typeface="+mn-ea"/>
              </a:rPr>
              <a:t>  </a:t>
            </a:r>
            <a:r>
              <a:rPr lang="zh-CN" altLang="en-US" sz="2200" b="1" dirty="0">
                <a:sym typeface="+mn-ea"/>
              </a:rPr>
              <a:t>有</a:t>
            </a:r>
            <a:r>
              <a:rPr lang="en-US" altLang="zh-CN" sz="2200" b="1" dirty="0">
                <a:sym typeface="+mn-ea"/>
              </a:rPr>
              <a:t>4</a:t>
            </a:r>
            <a:r>
              <a:rPr lang="zh-CN" altLang="en-US" sz="2200" b="1" dirty="0">
                <a:sym typeface="+mn-ea"/>
              </a:rPr>
              <a:t>种</a:t>
            </a:r>
            <a:r>
              <a:rPr lang="en-US" altLang="zh-CN" sz="1800" b="1" dirty="0">
                <a:sym typeface="+mn-ea"/>
              </a:rPr>
              <a:t>(</a:t>
            </a:r>
            <a:r>
              <a:rPr lang="zh-CN" altLang="en-US" sz="1800" b="1" dirty="0">
                <a:sym typeface="+mn-ea"/>
              </a:rPr>
              <a:t>控制</a:t>
            </a:r>
            <a:r>
              <a:rPr lang="en-US" altLang="zh-CN" sz="1800" b="1" dirty="0">
                <a:sym typeface="+mn-ea"/>
              </a:rPr>
              <a:t>/</a:t>
            </a:r>
            <a:r>
              <a:rPr lang="zh-CN" altLang="en-US" sz="1800" b="1" dirty="0">
                <a:sym typeface="+mn-ea"/>
              </a:rPr>
              <a:t>批</a:t>
            </a:r>
            <a:r>
              <a:rPr lang="en-US" altLang="zh-CN" sz="1800" b="1" dirty="0">
                <a:sym typeface="+mn-ea"/>
              </a:rPr>
              <a:t>/</a:t>
            </a:r>
            <a:r>
              <a:rPr lang="zh-CN" altLang="en-US" sz="1800" b="1" dirty="0">
                <a:sym typeface="+mn-ea"/>
              </a:rPr>
              <a:t>中断</a:t>
            </a:r>
            <a:r>
              <a:rPr lang="en-US" altLang="zh-CN" sz="1800" b="1" dirty="0">
                <a:sym typeface="+mn-ea"/>
              </a:rPr>
              <a:t>/</a:t>
            </a:r>
            <a:r>
              <a:rPr lang="zh-CN" altLang="en-US" sz="1800" b="1" dirty="0">
                <a:sym typeface="+mn-ea"/>
              </a:rPr>
              <a:t>等时传输</a:t>
            </a:r>
            <a:r>
              <a:rPr lang="en-US" altLang="zh-CN" sz="1800" b="1" dirty="0">
                <a:sym typeface="+mn-ea"/>
              </a:rPr>
              <a:t>)</a:t>
            </a:r>
            <a:r>
              <a:rPr lang="zh-CN" altLang="en-US" sz="2200" b="1" dirty="0">
                <a:sym typeface="+mn-ea"/>
              </a:rPr>
              <a:t>，每个事务含</a:t>
            </a:r>
            <a:r>
              <a:rPr lang="en-US" altLang="zh-CN" sz="2200" b="1" dirty="0">
                <a:sym typeface="+mn-ea"/>
              </a:rPr>
              <a:t>1</a:t>
            </a:r>
            <a:r>
              <a:rPr lang="zh-CN" altLang="en-US" sz="2200" b="1" dirty="0">
                <a:sym typeface="+mn-ea"/>
              </a:rPr>
              <a:t>～</a:t>
            </a:r>
            <a:r>
              <a:rPr lang="en-US" altLang="zh-CN" sz="2200" b="1" dirty="0">
                <a:sym typeface="+mn-ea"/>
              </a:rPr>
              <a:t>3</a:t>
            </a:r>
            <a:r>
              <a:rPr lang="zh-CN" altLang="en-US" sz="2200" b="1" dirty="0">
                <a:sym typeface="+mn-ea"/>
              </a:rPr>
              <a:t>个帧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ym typeface="+mn-ea"/>
              </a:rPr>
              <a:t>  </a:t>
            </a:r>
            <a:r>
              <a:rPr lang="zh-CN" altLang="en-US" sz="2200" b="1" dirty="0">
                <a:sym typeface="+mn-ea"/>
              </a:rPr>
              <a:t>异步非互锁方式</a:t>
            </a:r>
            <a:r>
              <a:rPr lang="en-US" altLang="zh-CN" sz="1800" b="1" dirty="0">
                <a:sym typeface="+mn-ea"/>
              </a:rPr>
              <a:t>(USB2.0</a:t>
            </a:r>
            <a:r>
              <a:rPr lang="zh-CN" altLang="en-US" sz="1800" b="1" dirty="0">
                <a:sym typeface="+mn-ea"/>
              </a:rPr>
              <a:t>的高速模式</a:t>
            </a:r>
            <a:r>
              <a:rPr lang="en-US" altLang="zh-CN" sz="1800" b="1" dirty="0">
                <a:sym typeface="+mn-ea"/>
              </a:rPr>
              <a:t>=480Mbps)</a:t>
            </a:r>
          </a:p>
        </p:txBody>
      </p:sp>
      <p:grpSp>
        <p:nvGrpSpPr>
          <p:cNvPr id="43" name="组合 42"/>
          <p:cNvGrpSpPr/>
          <p:nvPr/>
        </p:nvGrpSpPr>
        <p:grpSpPr>
          <a:xfrm>
            <a:off x="2735409" y="3970800"/>
            <a:ext cx="3528232" cy="288024"/>
            <a:chOff x="2627864" y="5877272"/>
            <a:chExt cx="3528232" cy="288024"/>
          </a:xfrm>
        </p:grpSpPr>
        <p:sp>
          <p:nvSpPr>
            <p:cNvPr id="44" name="Text Box 19"/>
            <p:cNvSpPr txBox="1">
              <a:spLocks noChangeArrowheads="1"/>
            </p:cNvSpPr>
            <p:nvPr/>
          </p:nvSpPr>
          <p:spPr bwMode="auto">
            <a:xfrm>
              <a:off x="2627864" y="5877272"/>
              <a:ext cx="720000" cy="288000"/>
            </a:xfrm>
            <a:prstGeom prst="rect">
              <a:avLst/>
            </a:prstGeom>
            <a:solidFill>
              <a:srgbClr val="99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同步头</a:t>
              </a:r>
            </a:p>
          </p:txBody>
        </p:sp>
        <p:sp>
          <p:nvSpPr>
            <p:cNvPr id="45" name="Text Box 19"/>
            <p:cNvSpPr txBox="1">
              <a:spLocks noChangeArrowheads="1"/>
            </p:cNvSpPr>
            <p:nvPr/>
          </p:nvSpPr>
          <p:spPr bwMode="auto">
            <a:xfrm>
              <a:off x="3347864" y="5877272"/>
              <a:ext cx="720000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帧类型</a:t>
              </a:r>
            </a:p>
          </p:txBody>
        </p:sp>
        <p:sp>
          <p:nvSpPr>
            <p:cNvPr id="46" name="Text Box 19"/>
            <p:cNvSpPr txBox="1">
              <a:spLocks noChangeArrowheads="1"/>
            </p:cNvSpPr>
            <p:nvPr/>
          </p:nvSpPr>
          <p:spPr bwMode="auto">
            <a:xfrm>
              <a:off x="4067944" y="5877296"/>
              <a:ext cx="1368000" cy="28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数据域</a:t>
              </a:r>
            </a:p>
          </p:txBody>
        </p:sp>
        <p:sp>
          <p:nvSpPr>
            <p:cNvPr id="47" name="Text Box 19"/>
            <p:cNvSpPr txBox="1">
              <a:spLocks noChangeArrowheads="1"/>
            </p:cNvSpPr>
            <p:nvPr/>
          </p:nvSpPr>
          <p:spPr bwMode="auto">
            <a:xfrm>
              <a:off x="5436096" y="5877296"/>
              <a:ext cx="720000" cy="288000"/>
            </a:xfrm>
            <a:prstGeom prst="rect">
              <a:avLst/>
            </a:prstGeom>
            <a:solidFill>
              <a:srgbClr val="99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同步尾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303780" y="2492896"/>
            <a:ext cx="6624955" cy="612140"/>
            <a:chOff x="3628" y="4082"/>
            <a:chExt cx="10433" cy="964"/>
          </a:xfrm>
        </p:grpSpPr>
        <p:sp>
          <p:nvSpPr>
            <p:cNvPr id="4" name="Text Box 19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628" y="4366"/>
              <a:ext cx="1077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主设备</a:t>
              </a:r>
            </a:p>
          </p:txBody>
        </p:sp>
        <p:cxnSp>
          <p:nvCxnSpPr>
            <p:cNvPr id="5" name="直接箭头连接符 4"/>
            <p:cNvCxnSpPr/>
            <p:nvPr>
              <p:custDataLst>
                <p:tags r:id="rId8"/>
              </p:custDataLst>
            </p:nvPr>
          </p:nvCxnSpPr>
          <p:spPr bwMode="auto">
            <a:xfrm flipH="1">
              <a:off x="3628" y="4083"/>
              <a:ext cx="328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" name="直接箭头连接符 5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4252" y="4083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" name="Text Box 2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669" y="4366"/>
              <a:ext cx="455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…</a:t>
              </a:r>
            </a:p>
          </p:txBody>
        </p:sp>
        <p:sp>
          <p:nvSpPr>
            <p:cNvPr id="8" name="Text Box 19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876" y="4366"/>
              <a:ext cx="794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从</a:t>
              </a:r>
              <a:r>
                <a:rPr lang="en-US" altLang="zh-CN" sz="1600" b="1" dirty="0"/>
                <a:t>1</a:t>
              </a:r>
              <a:endParaRPr lang="zh-CN" altLang="en-US" sz="1600" b="1" dirty="0"/>
            </a:p>
          </p:txBody>
        </p:sp>
        <p:sp>
          <p:nvSpPr>
            <p:cNvPr id="9" name="Text Box 19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123" y="4366"/>
              <a:ext cx="794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从</a:t>
              </a:r>
              <a:r>
                <a:rPr lang="en-US" altLang="zh-CN" sz="1600" b="1" dirty="0"/>
                <a:t>n</a:t>
              </a:r>
              <a:endParaRPr lang="zh-CN" altLang="en-US" sz="1600" b="1" dirty="0"/>
            </a:p>
          </p:txBody>
        </p:sp>
        <p:cxnSp>
          <p:nvCxnSpPr>
            <p:cNvPr id="10" name="直接箭头连接符 9"/>
            <p:cNvCxnSpPr/>
            <p:nvPr>
              <p:custDataLst>
                <p:tags r:id="rId13"/>
              </p:custDataLst>
            </p:nvPr>
          </p:nvCxnSpPr>
          <p:spPr bwMode="auto">
            <a:xfrm>
              <a:off x="5272" y="4083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直接箭头连接符 10"/>
            <p:cNvCxnSpPr/>
            <p:nvPr>
              <p:custDataLst>
                <p:tags r:id="rId14"/>
              </p:custDataLst>
            </p:nvPr>
          </p:nvCxnSpPr>
          <p:spPr bwMode="auto">
            <a:xfrm>
              <a:off x="6576" y="4083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6" name="Text Box 19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200" y="4366"/>
              <a:ext cx="1077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主设备</a:t>
              </a:r>
            </a:p>
          </p:txBody>
        </p:sp>
        <p:cxnSp>
          <p:nvCxnSpPr>
            <p:cNvPr id="67" name="直接箭头连接符 66"/>
            <p:cNvCxnSpPr/>
            <p:nvPr>
              <p:custDataLst>
                <p:tags r:id="rId16"/>
              </p:custDataLst>
            </p:nvPr>
          </p:nvCxnSpPr>
          <p:spPr bwMode="auto">
            <a:xfrm flipH="1">
              <a:off x="7200" y="4083"/>
              <a:ext cx="328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8" name="直接箭头连接符 67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7824" y="4083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9" name="Text Box 22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241" y="4366"/>
              <a:ext cx="455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…</a:t>
              </a:r>
            </a:p>
          </p:txBody>
        </p:sp>
        <p:sp>
          <p:nvSpPr>
            <p:cNvPr id="70" name="Text Box 19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448" y="4366"/>
              <a:ext cx="794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从</a:t>
              </a:r>
              <a:r>
                <a:rPr lang="en-US" altLang="zh-CN" sz="1600" b="1" dirty="0"/>
                <a:t>1</a:t>
              </a:r>
              <a:endParaRPr lang="zh-CN" altLang="en-US" sz="1600" b="1" dirty="0"/>
            </a:p>
          </p:txBody>
        </p:sp>
        <p:sp>
          <p:nvSpPr>
            <p:cNvPr id="71" name="Text Box 19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9695" y="4366"/>
              <a:ext cx="794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从</a:t>
              </a:r>
              <a:r>
                <a:rPr lang="en-US" altLang="zh-CN" sz="1600" b="1" dirty="0"/>
                <a:t>n</a:t>
              </a:r>
              <a:endParaRPr lang="zh-CN" altLang="en-US" sz="1600" b="1" dirty="0"/>
            </a:p>
          </p:txBody>
        </p:sp>
        <p:cxnSp>
          <p:nvCxnSpPr>
            <p:cNvPr id="72" name="直接箭头连接符 71"/>
            <p:cNvCxnSpPr/>
            <p:nvPr>
              <p:custDataLst>
                <p:tags r:id="rId21"/>
              </p:custDataLst>
            </p:nvPr>
          </p:nvCxnSpPr>
          <p:spPr bwMode="auto">
            <a:xfrm>
              <a:off x="8844" y="4083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3" name="直接箭头连接符 72"/>
            <p:cNvCxnSpPr/>
            <p:nvPr>
              <p:custDataLst>
                <p:tags r:id="rId22"/>
              </p:custDataLst>
            </p:nvPr>
          </p:nvCxnSpPr>
          <p:spPr bwMode="auto">
            <a:xfrm>
              <a:off x="10148" y="4083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5" name="直接箭头连接符 74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7824" y="4763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6" name="直接箭头连接符 75"/>
            <p:cNvCxnSpPr/>
            <p:nvPr>
              <p:custDataLst>
                <p:tags r:id="rId24"/>
              </p:custDataLst>
            </p:nvPr>
          </p:nvCxnSpPr>
          <p:spPr bwMode="auto">
            <a:xfrm>
              <a:off x="8844" y="4763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7" name="直接箭头连接符 76"/>
            <p:cNvCxnSpPr/>
            <p:nvPr>
              <p:custDataLst>
                <p:tags r:id="rId25"/>
              </p:custDataLst>
            </p:nvPr>
          </p:nvCxnSpPr>
          <p:spPr bwMode="auto">
            <a:xfrm>
              <a:off x="10148" y="4763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9" name="直接箭头连接符 78"/>
            <p:cNvCxnSpPr/>
            <p:nvPr>
              <p:custDataLst>
                <p:tags r:id="rId26"/>
              </p:custDataLst>
            </p:nvPr>
          </p:nvCxnSpPr>
          <p:spPr bwMode="auto">
            <a:xfrm flipH="1">
              <a:off x="7200" y="5046"/>
              <a:ext cx="328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2" name="Text Box 19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0772" y="4365"/>
              <a:ext cx="1077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主设备</a:t>
              </a:r>
            </a:p>
          </p:txBody>
        </p:sp>
        <p:cxnSp>
          <p:nvCxnSpPr>
            <p:cNvPr id="83" name="直接箭头连接符 82"/>
            <p:cNvCxnSpPr/>
            <p:nvPr>
              <p:custDataLst>
                <p:tags r:id="rId28"/>
              </p:custDataLst>
            </p:nvPr>
          </p:nvCxnSpPr>
          <p:spPr bwMode="auto">
            <a:xfrm flipH="1">
              <a:off x="10772" y="4082"/>
              <a:ext cx="328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4" name="直接箭头连接符 83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11396" y="4082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5" name="Text Box 22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2813" y="4365"/>
              <a:ext cx="455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…</a:t>
              </a:r>
            </a:p>
          </p:txBody>
        </p:sp>
        <p:sp>
          <p:nvSpPr>
            <p:cNvPr id="86" name="Text Box 19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2020" y="4365"/>
              <a:ext cx="794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从</a:t>
              </a:r>
              <a:r>
                <a:rPr lang="en-US" altLang="zh-CN" sz="1600" b="1" dirty="0"/>
                <a:t>1</a:t>
              </a:r>
              <a:endParaRPr lang="zh-CN" altLang="en-US" sz="1600" b="1" dirty="0"/>
            </a:p>
          </p:txBody>
        </p:sp>
        <p:sp>
          <p:nvSpPr>
            <p:cNvPr id="87" name="Text Box 19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3267" y="4365"/>
              <a:ext cx="794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从</a:t>
              </a:r>
              <a:r>
                <a:rPr lang="en-US" altLang="zh-CN" sz="1600" b="1" dirty="0"/>
                <a:t>n</a:t>
              </a:r>
              <a:endParaRPr lang="zh-CN" altLang="en-US" sz="1600" b="1" dirty="0"/>
            </a:p>
          </p:txBody>
        </p:sp>
        <p:cxnSp>
          <p:nvCxnSpPr>
            <p:cNvPr id="88" name="直接箭头连接符 87"/>
            <p:cNvCxnSpPr/>
            <p:nvPr>
              <p:custDataLst>
                <p:tags r:id="rId33"/>
              </p:custDataLst>
            </p:nvPr>
          </p:nvCxnSpPr>
          <p:spPr bwMode="auto">
            <a:xfrm>
              <a:off x="12416" y="4082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9" name="直接箭头连接符 88"/>
            <p:cNvCxnSpPr/>
            <p:nvPr>
              <p:custDataLst>
                <p:tags r:id="rId34"/>
              </p:custDataLst>
            </p:nvPr>
          </p:nvCxnSpPr>
          <p:spPr bwMode="auto">
            <a:xfrm>
              <a:off x="13720" y="4082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1" name="直接箭头连接符 90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11273" y="4110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2" name="直接箭头连接符 91"/>
            <p:cNvCxnSpPr/>
            <p:nvPr>
              <p:custDataLst>
                <p:tags r:id="rId36"/>
              </p:custDataLst>
            </p:nvPr>
          </p:nvCxnSpPr>
          <p:spPr bwMode="auto">
            <a:xfrm>
              <a:off x="12302" y="4110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3" name="直接箭头连接符 92"/>
            <p:cNvCxnSpPr/>
            <p:nvPr>
              <p:custDataLst>
                <p:tags r:id="rId37"/>
              </p:custDataLst>
            </p:nvPr>
          </p:nvCxnSpPr>
          <p:spPr bwMode="auto">
            <a:xfrm>
              <a:off x="11509" y="4110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4" name="直接箭头连接符 93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12529" y="4110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5" name="直接箭头连接符 94"/>
            <p:cNvCxnSpPr/>
            <p:nvPr>
              <p:custDataLst>
                <p:tags r:id="rId39"/>
              </p:custDataLst>
            </p:nvPr>
          </p:nvCxnSpPr>
          <p:spPr bwMode="auto">
            <a:xfrm>
              <a:off x="13606" y="4110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6" name="直接箭头连接符 95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13833" y="4110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01" name="组合 100"/>
          <p:cNvGrpSpPr/>
          <p:nvPr/>
        </p:nvGrpSpPr>
        <p:grpSpPr>
          <a:xfrm>
            <a:off x="2123755" y="5228611"/>
            <a:ext cx="1908000" cy="288834"/>
            <a:chOff x="7223328" y="2132022"/>
            <a:chExt cx="1908000" cy="288834"/>
          </a:xfrm>
        </p:grpSpPr>
        <p:sp>
          <p:nvSpPr>
            <p:cNvPr id="102" name="Text Box 19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7223328" y="2132856"/>
              <a:ext cx="1908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zh-CN" altLang="en-US" sz="1600" b="1" dirty="0"/>
            </a:p>
          </p:txBody>
        </p:sp>
        <p:sp>
          <p:nvSpPr>
            <p:cNvPr id="103" name="Text Box 19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7295328" y="2132880"/>
              <a:ext cx="360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/>
                <a:t>VCC</a:t>
              </a:r>
              <a:endParaRPr lang="zh-CN" altLang="en-US" sz="1600" b="1" dirty="0"/>
            </a:p>
          </p:txBody>
        </p:sp>
        <p:sp>
          <p:nvSpPr>
            <p:cNvPr id="104" name="Text Box 19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8699328" y="2132880"/>
              <a:ext cx="360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/>
                <a:t>GND</a:t>
              </a:r>
              <a:endParaRPr lang="zh-CN" altLang="en-US" sz="1600" b="1" dirty="0"/>
            </a:p>
          </p:txBody>
        </p:sp>
        <p:sp>
          <p:nvSpPr>
            <p:cNvPr id="105" name="Text Box 19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231328" y="2132022"/>
              <a:ext cx="360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/>
                <a:t>D+</a:t>
              </a:r>
              <a:endParaRPr lang="zh-CN" altLang="en-US" sz="1600" b="1" dirty="0"/>
            </a:p>
          </p:txBody>
        </p:sp>
        <p:sp>
          <p:nvSpPr>
            <p:cNvPr id="106" name="Text Box 19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763328" y="2132856"/>
              <a:ext cx="360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/>
                <a:t>D-</a:t>
              </a:r>
              <a:endParaRPr lang="zh-CN" altLang="en-US" sz="1600" b="1" dirty="0"/>
            </a:p>
          </p:txBody>
        </p:sp>
      </p:grpSp>
      <p:cxnSp>
        <p:nvCxnSpPr>
          <p:cNvPr id="57" name="直接箭头连接符 56"/>
          <p:cNvCxnSpPr/>
          <p:nvPr/>
        </p:nvCxnSpPr>
        <p:spPr bwMode="auto">
          <a:xfrm flipH="1">
            <a:off x="3077755" y="755955"/>
            <a:ext cx="272817" cy="566379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55" name="线形标注 2 2">
            <a:extLst>
              <a:ext uri="{FF2B5EF4-FFF2-40B4-BE49-F238E27FC236}">
                <a16:creationId xmlns:a16="http://schemas.microsoft.com/office/drawing/2014/main" id="{F51970F9-344E-4505-95D4-2B37716C950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7884576" y="566719"/>
            <a:ext cx="863888" cy="269993"/>
          </a:xfrm>
          <a:prstGeom prst="borderCallout2">
            <a:avLst>
              <a:gd name="adj1" fmla="val 48481"/>
              <a:gd name="adj2" fmla="val -750"/>
              <a:gd name="adj3" fmla="val 48710"/>
              <a:gd name="adj4" fmla="val -18068"/>
              <a:gd name="adj5" fmla="val 138727"/>
              <a:gd name="adj6" fmla="val -31446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105000"/>
              </a:lnSpc>
            </a:pPr>
            <a:r>
              <a:rPr lang="zh-CN" altLang="en-US" sz="1600" b="1" dirty="0"/>
              <a:t>成本低</a:t>
            </a:r>
            <a:endParaRPr lang="zh-CN" altLang="en-US" sz="1600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1" animBg="1"/>
      <p:bldP spid="121" grpId="2" animBg="1"/>
      <p:bldP spid="55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2093-8213-4151-A31B-27A70D684716}" type="slidenum">
              <a:rPr lang="en-US" altLang="zh-CN"/>
              <a:t>18</a:t>
            </a:fld>
            <a:endParaRPr lang="en-US" altLang="zh-CN"/>
          </a:p>
        </p:txBody>
      </p:sp>
      <p:sp>
        <p:nvSpPr>
          <p:cNvPr id="136363" name="Text Box 171"/>
          <p:cNvSpPr txBox="1">
            <a:spLocks noChangeArrowheads="1"/>
          </p:cNvSpPr>
          <p:nvPr/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2800" b="1" dirty="0"/>
              <a:t>§6.4  </a:t>
            </a:r>
            <a:r>
              <a:rPr lang="zh-CN" altLang="en-US" sz="2800" b="1" dirty="0"/>
              <a:t>总线互连结构</a:t>
            </a:r>
          </a:p>
        </p:txBody>
      </p:sp>
      <p:sp>
        <p:nvSpPr>
          <p:cNvPr id="136414" name="Text Box 222"/>
          <p:cNvSpPr txBox="1">
            <a:spLocks noChangeArrowheads="1"/>
          </p:cNvSpPr>
          <p:nvPr/>
        </p:nvSpPr>
        <p:spPr bwMode="auto">
          <a:xfrm>
            <a:off x="179704" y="1340768"/>
            <a:ext cx="5976472" cy="503554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698625" indent="-1698625"/>
            <a:r>
              <a:rPr lang="en-US" altLang="zh-CN" sz="2200" b="1" dirty="0">
                <a:solidFill>
                  <a:srgbClr val="FF3399"/>
                </a:solidFill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</a:rPr>
              <a:t>、总线结构</a:t>
            </a:r>
          </a:p>
          <a:p>
            <a:pPr marL="1698625" indent="-1698625"/>
            <a:r>
              <a:rPr lang="en-US" altLang="zh-CN" sz="2200" b="1" dirty="0">
                <a:solidFill>
                  <a:srgbClr val="C00000"/>
                </a:solidFill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</a:rPr>
              <a:t>单总线结构：</a:t>
            </a:r>
          </a:p>
          <a:p>
            <a:pPr marL="1698625" indent="-1698625"/>
            <a:endParaRPr lang="zh-CN" altLang="en-US" sz="2200" b="1" dirty="0">
              <a:solidFill>
                <a:srgbClr val="C00000"/>
              </a:solidFill>
            </a:endParaRPr>
          </a:p>
          <a:p>
            <a:pPr marL="1698625" indent="-1698625"/>
            <a:endParaRPr lang="zh-CN" altLang="en-US" sz="1800" b="1" dirty="0">
              <a:solidFill>
                <a:srgbClr val="C00000"/>
              </a:solidFill>
            </a:endParaRPr>
          </a:p>
          <a:p>
            <a:pPr marL="1698625" indent="-1698625"/>
            <a:r>
              <a:rPr lang="en-US" altLang="zh-CN" sz="2200" b="1" dirty="0">
                <a:solidFill>
                  <a:srgbClr val="C00000"/>
                </a:solidFill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特点</a:t>
            </a:r>
            <a:r>
              <a:rPr lang="en-US" altLang="zh-CN" sz="2200" b="1" dirty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 marL="1698625" indent="-1698625"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</a:rPr>
              <a:t>多总线结构：</a:t>
            </a:r>
          </a:p>
          <a:p>
            <a:pPr marL="1698625" indent="-1698625"/>
            <a:r>
              <a:rPr lang="zh-CN" altLang="en-US" sz="2200" b="1" dirty="0">
                <a:solidFill>
                  <a:schemeClr val="accent2"/>
                </a:solidFill>
              </a:rPr>
              <a:t>                                总线桥</a:t>
            </a:r>
            <a:r>
              <a:rPr lang="en-US" altLang="zh-CN" sz="2200" b="1" dirty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</a:endParaRPr>
          </a:p>
          <a:p>
            <a:pPr marL="1698625" indent="-1698625"/>
            <a:endParaRPr lang="zh-CN" altLang="en-US" sz="2200" b="1" dirty="0">
              <a:solidFill>
                <a:srgbClr val="C00000"/>
              </a:solidFill>
            </a:endParaRPr>
          </a:p>
          <a:p>
            <a:pPr marL="1698625" indent="-1698625"/>
            <a:endParaRPr lang="zh-CN" altLang="en-US" sz="1800" b="1" dirty="0">
              <a:solidFill>
                <a:srgbClr val="C00000"/>
              </a:solidFill>
            </a:endParaRPr>
          </a:p>
          <a:p>
            <a:pPr marL="1698625" indent="-1698625"/>
            <a:endParaRPr lang="zh-CN" altLang="en-US" sz="1800" b="1" dirty="0">
              <a:solidFill>
                <a:srgbClr val="C00000"/>
              </a:solidFill>
            </a:endParaRPr>
          </a:p>
          <a:p>
            <a:pPr marL="1698625" indent="-1698625"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</a:rPr>
              <a:t>特点</a:t>
            </a:r>
            <a:r>
              <a:rPr lang="en-US" altLang="zh-CN" sz="2200" b="1" dirty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</a:endParaRPr>
          </a:p>
          <a:p>
            <a:pPr marL="1698625" indent="-1698625"/>
            <a:r>
              <a:rPr lang="en-US" altLang="zh-CN" sz="2200" b="1" dirty="0">
                <a:solidFill>
                  <a:srgbClr val="C00000"/>
                </a:solidFill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</a:rPr>
              <a:t>南北桥结构：</a:t>
            </a:r>
            <a:r>
              <a:rPr lang="en-US" altLang="zh-CN" sz="2200" b="1" dirty="0">
                <a:solidFill>
                  <a:srgbClr val="C00000"/>
                </a:solidFill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</a:rPr>
              <a:t>下页</a:t>
            </a:r>
            <a:r>
              <a:rPr lang="en-US" altLang="zh-CN" sz="1600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5" name="Text Box 526"/>
          <p:cNvSpPr txBox="1">
            <a:spLocks noChangeArrowheads="1"/>
          </p:cNvSpPr>
          <p:nvPr/>
        </p:nvSpPr>
        <p:spPr bwMode="auto">
          <a:xfrm>
            <a:off x="179512" y="836712"/>
            <a:ext cx="8856984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dirty="0">
                <a:latin typeface="+mn-ea"/>
                <a:ea typeface="+mn-ea"/>
              </a:rPr>
              <a:t>总线结构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△</a:t>
            </a:r>
            <a:r>
              <a:rPr lang="en-US" altLang="zh-CN" sz="2000" b="1" dirty="0"/>
              <a:t>)</a:t>
            </a:r>
            <a:r>
              <a:rPr lang="zh-CN" altLang="en-US" sz="2000" b="1" dirty="0"/>
              <a:t>、总线互连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△</a:t>
            </a:r>
            <a:r>
              <a:rPr lang="en-US" altLang="zh-CN" sz="2000" b="1" dirty="0"/>
              <a:t>)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114894" name="Text Box 20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620000" y="2924944"/>
            <a:ext cx="7193280" cy="261302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698625" indent="-1698625"/>
            <a:r>
              <a:rPr lang="zh-CN" altLang="en-US" sz="2200" b="1" dirty="0">
                <a:sym typeface="+mn-ea"/>
              </a:rPr>
              <a:t>控制简单，分时传输，时钟频率低</a:t>
            </a:r>
            <a:r>
              <a:rPr lang="en-US" altLang="zh-CN" sz="1600" b="1" dirty="0">
                <a:sym typeface="+mn-ea"/>
              </a:rPr>
              <a:t>(</a:t>
            </a:r>
            <a:r>
              <a:rPr lang="zh-CN" altLang="en-US" sz="1600" b="1" dirty="0">
                <a:sym typeface="+mn-ea"/>
              </a:rPr>
              <a:t>＝较慢设备</a:t>
            </a:r>
            <a:r>
              <a:rPr lang="en-US" altLang="zh-CN" sz="1600" b="1" dirty="0">
                <a:sym typeface="+mn-ea"/>
              </a:rPr>
              <a:t>)</a:t>
            </a:r>
            <a:r>
              <a:rPr lang="en-US" altLang="zh-CN" sz="2200" b="1" dirty="0">
                <a:sym typeface="+mn-ea"/>
              </a:rPr>
              <a:t> </a:t>
            </a:r>
            <a:endParaRPr 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48205" indent="-2148205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sz="2200" b="1" u="sng" dirty="0">
                <a:solidFill>
                  <a:srgbClr val="990099"/>
                </a:solidFill>
                <a:cs typeface="宋体" panose="02010600030101010101" pitchFamily="2" charset="-122"/>
                <a:sym typeface="+mn-ea"/>
              </a:rPr>
              <a:t>连接</a:t>
            </a:r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有多种，</a:t>
            </a:r>
            <a:r>
              <a:rPr lang="zh-CN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叫法</a:t>
            </a:r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也有多种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如按功能、按总线标准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  <a:p>
            <a:pPr marL="2148205" indent="-2148205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cs typeface="宋体" panose="02010600030101010101" pitchFamily="2" charset="-122"/>
            </a:endParaRPr>
          </a:p>
          <a:p>
            <a:pPr marL="1698625" indent="-1698625">
              <a:spcAft>
                <a:spcPts val="0"/>
              </a:spcAft>
            </a:pPr>
            <a:r>
              <a:rPr lang="en-US" altLang="zh-CN" sz="2000" b="1" dirty="0">
                <a:cs typeface="宋体" panose="02010600030101010101" pitchFamily="2" charset="-122"/>
              </a:rPr>
              <a:t>                          </a:t>
            </a:r>
            <a:r>
              <a:rPr lang="zh-CN" altLang="en-US" sz="2000" b="1" dirty="0">
                <a:cs typeface="宋体" panose="02010600030101010101" pitchFamily="2" charset="-122"/>
              </a:rPr>
              <a:t>①为</a:t>
            </a:r>
            <a:r>
              <a:rPr lang="zh-CN" altLang="en-US" sz="2000" b="1" u="sng" dirty="0">
                <a:solidFill>
                  <a:srgbClr val="0070C0"/>
                </a:solidFill>
                <a:cs typeface="宋体" panose="02010600030101010101" pitchFamily="2" charset="-122"/>
              </a:rPr>
              <a:t>所管辖总线</a:t>
            </a:r>
            <a:r>
              <a:rPr lang="zh-CN" altLang="en-US" sz="2000" b="1" dirty="0">
                <a:cs typeface="宋体" panose="02010600030101010101" pitchFamily="2" charset="-122"/>
              </a:rPr>
              <a:t>的</a:t>
            </a:r>
            <a:r>
              <a:rPr lang="zh-CN" altLang="en-US" sz="2000" b="1" dirty="0">
                <a:solidFill>
                  <a:srgbClr val="990099"/>
                </a:solidFill>
                <a:cs typeface="宋体" panose="02010600030101010101" pitchFamily="2" charset="-122"/>
              </a:rPr>
              <a:t>总线控制器</a:t>
            </a:r>
            <a:endParaRPr lang="en-US" altLang="zh-CN" sz="2000" b="1" dirty="0">
              <a:solidFill>
                <a:srgbClr val="990099"/>
              </a:solidFill>
              <a:cs typeface="宋体" panose="02010600030101010101" pitchFamily="2" charset="-122"/>
            </a:endParaRPr>
          </a:p>
          <a:p>
            <a:pPr marL="1698625" indent="-1698625">
              <a:lnSpc>
                <a:spcPct val="90000"/>
              </a:lnSpc>
              <a:spcAft>
                <a:spcPts val="0"/>
              </a:spcAft>
            </a:pPr>
            <a:r>
              <a:rPr lang="en-US" altLang="zh-CN" sz="1600" b="1" dirty="0">
                <a:solidFill>
                  <a:srgbClr val="990099"/>
                </a:solidFill>
                <a:cs typeface="宋体" panose="02010600030101010101" pitchFamily="2" charset="-122"/>
              </a:rPr>
              <a:t>                                                  </a:t>
            </a:r>
            <a:r>
              <a:rPr lang="en-US" altLang="zh-CN" sz="1600" b="1" dirty="0"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cs typeface="宋体" panose="02010600030101010101" pitchFamily="2" charset="-122"/>
              </a:rPr>
              <a:t>仲裁、</a:t>
            </a:r>
            <a:r>
              <a:rPr lang="zh-CN" altLang="en-US" sz="1600" b="1" dirty="0">
                <a:cs typeface="宋体" panose="02010600030101010101" pitchFamily="2" charset="-122"/>
                <a:sym typeface="+mn-ea"/>
              </a:rPr>
              <a:t>中转</a:t>
            </a:r>
            <a:r>
              <a:rPr lang="zh-CN" altLang="en-US" sz="1600" b="1" dirty="0">
                <a:cs typeface="宋体" panose="02010600030101010101" pitchFamily="2" charset="-122"/>
              </a:rPr>
              <a:t>操作</a:t>
            </a:r>
            <a:r>
              <a:rPr lang="en-US" altLang="zh-CN" sz="1600" b="1" dirty="0">
                <a:cs typeface="宋体" panose="02010600030101010101" pitchFamily="2" charset="-122"/>
              </a:rPr>
              <a:t>)</a:t>
            </a:r>
          </a:p>
          <a:p>
            <a:pPr marL="223520" indent="-223520">
              <a:spcAft>
                <a:spcPts val="0"/>
              </a:spcAft>
            </a:pPr>
            <a:r>
              <a:rPr lang="en-US" altLang="zh-CN" sz="2000" b="1" dirty="0">
                <a:cs typeface="宋体" panose="02010600030101010101" pitchFamily="2" charset="-122"/>
              </a:rPr>
              <a:t>                          </a:t>
            </a:r>
            <a:r>
              <a:rPr lang="zh-CN" altLang="en-US" sz="2000" b="1" dirty="0">
                <a:cs typeface="宋体" panose="02010600030101010101" pitchFamily="2" charset="-122"/>
              </a:rPr>
              <a:t>②为</a:t>
            </a:r>
            <a:r>
              <a:rPr lang="zh-CN" altLang="en-US" sz="2000" b="1" u="sng" dirty="0">
                <a:solidFill>
                  <a:srgbClr val="0070C0"/>
                </a:solidFill>
                <a:cs typeface="宋体" panose="02010600030101010101" pitchFamily="2" charset="-122"/>
              </a:rPr>
              <a:t>所连接总线</a:t>
            </a:r>
            <a:r>
              <a:rPr lang="zh-CN" altLang="en-US" sz="2000" b="1" dirty="0">
                <a:cs typeface="宋体" panose="02010600030101010101" pitchFamily="2" charset="-122"/>
              </a:rPr>
              <a:t>的</a:t>
            </a:r>
            <a:r>
              <a:rPr lang="zh-CN" altLang="en-US" sz="2000" b="1" dirty="0">
                <a:solidFill>
                  <a:srgbClr val="990099"/>
                </a:solidFill>
                <a:cs typeface="宋体" panose="02010600030101010101" pitchFamily="2" charset="-122"/>
              </a:rPr>
              <a:t>主</a:t>
            </a:r>
            <a:r>
              <a:rPr lang="en-US" altLang="zh-CN" sz="2000" b="1" dirty="0">
                <a:solidFill>
                  <a:srgbClr val="990099"/>
                </a:solidFill>
                <a:cs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srgbClr val="990099"/>
                </a:solidFill>
                <a:cs typeface="宋体" panose="02010600030101010101" pitchFamily="2" charset="-122"/>
              </a:rPr>
              <a:t>从设备</a:t>
            </a:r>
            <a:endParaRPr lang="en-US" altLang="zh-CN" sz="2000" b="1" dirty="0">
              <a:solidFill>
                <a:srgbClr val="990099"/>
              </a:solidFill>
              <a:cs typeface="宋体" panose="02010600030101010101" pitchFamily="2" charset="-122"/>
            </a:endParaRPr>
          </a:p>
          <a:p>
            <a:pPr marL="223520" indent="-223520">
              <a:lnSpc>
                <a:spcPct val="90000"/>
              </a:lnSpc>
              <a:spcAft>
                <a:spcPts val="0"/>
              </a:spcAft>
            </a:pPr>
            <a:r>
              <a:rPr lang="en-US" altLang="zh-CN" sz="1600" b="1" dirty="0">
                <a:cs typeface="宋体" panose="02010600030101010101" pitchFamily="2" charset="-122"/>
              </a:rPr>
              <a:t>                                               (</a:t>
            </a:r>
            <a:r>
              <a:rPr lang="zh-CN" altLang="en-US" sz="1600" b="1" dirty="0">
                <a:cs typeface="宋体" panose="02010600030101010101" pitchFamily="2" charset="-122"/>
              </a:rPr>
              <a:t>发起</a:t>
            </a:r>
            <a:r>
              <a:rPr lang="en-US" altLang="zh-CN" sz="1600" b="1" dirty="0">
                <a:cs typeface="宋体" panose="02010600030101010101" pitchFamily="2" charset="-122"/>
              </a:rPr>
              <a:t>/</a:t>
            </a:r>
            <a:r>
              <a:rPr lang="zh-CN" altLang="en-US" sz="1600" b="1" dirty="0">
                <a:cs typeface="宋体" panose="02010600030101010101" pitchFamily="2" charset="-122"/>
              </a:rPr>
              <a:t>响应总线操作</a:t>
            </a:r>
            <a:r>
              <a:rPr lang="en-US" altLang="zh-CN" sz="1600" b="1" dirty="0">
                <a:cs typeface="宋体" panose="02010600030101010101" pitchFamily="2" charset="-122"/>
              </a:rPr>
              <a:t>)</a:t>
            </a:r>
            <a:endParaRPr lang="en-US" altLang="zh-CN" sz="1600" b="1" dirty="0">
              <a:solidFill>
                <a:schemeClr val="accent2"/>
              </a:solidFill>
              <a:cs typeface="宋体" panose="02010600030101010101" pitchFamily="2" charset="-122"/>
            </a:endParaRPr>
          </a:p>
        </p:txBody>
      </p:sp>
      <p:grpSp>
        <p:nvGrpSpPr>
          <p:cNvPr id="112" name="组合 111"/>
          <p:cNvGrpSpPr/>
          <p:nvPr/>
        </p:nvGrpSpPr>
        <p:grpSpPr>
          <a:xfrm>
            <a:off x="1077089" y="3933056"/>
            <a:ext cx="3350895" cy="1475740"/>
            <a:chOff x="1304" y="3459"/>
            <a:chExt cx="5277" cy="2324"/>
          </a:xfrm>
        </p:grpSpPr>
        <p:sp>
          <p:nvSpPr>
            <p:cNvPr id="206" name="Text Box 107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2551" y="3459"/>
              <a:ext cx="3685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CPU-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主存总线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(HOST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总线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</a:p>
          </p:txBody>
        </p:sp>
        <p:sp>
          <p:nvSpPr>
            <p:cNvPr id="207" name="Text Box 107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458" y="4592"/>
              <a:ext cx="141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I/O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总线</a:t>
              </a:r>
            </a:p>
          </p:txBody>
        </p:sp>
        <p:sp>
          <p:nvSpPr>
            <p:cNvPr id="205" name="Rectangle 111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4260" y="4025"/>
              <a:ext cx="1134" cy="397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总线桥</a:t>
              </a:r>
            </a:p>
          </p:txBody>
        </p:sp>
        <p:sp>
          <p:nvSpPr>
            <p:cNvPr id="31" name="Text Box 281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1304" y="3572"/>
              <a:ext cx="794" cy="45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/>
                <a:t>CPU</a:t>
              </a:r>
            </a:p>
          </p:txBody>
        </p:sp>
        <p:sp>
          <p:nvSpPr>
            <p:cNvPr id="32" name="Text Box 284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2316" y="4026"/>
              <a:ext cx="1701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主存控制器</a:t>
              </a:r>
            </a:p>
          </p:txBody>
        </p:sp>
        <p:sp>
          <p:nvSpPr>
            <p:cNvPr id="33" name="Text Box 286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5674" y="4026"/>
              <a:ext cx="90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显卡</a:t>
              </a:r>
            </a:p>
          </p:txBody>
        </p:sp>
        <p:cxnSp>
          <p:nvCxnSpPr>
            <p:cNvPr id="34" name="直接连接符 33"/>
            <p:cNvCxnSpPr/>
            <p:nvPr>
              <p:custDataLst>
                <p:tags r:id="rId36"/>
              </p:custDataLst>
            </p:nvPr>
          </p:nvCxnSpPr>
          <p:spPr bwMode="auto">
            <a:xfrm>
              <a:off x="2091" y="3799"/>
              <a:ext cx="4479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/>
            <p:cNvCxnSpPr>
              <a:endCxn id="32" idx="0"/>
            </p:cNvCxnSpPr>
            <p:nvPr>
              <p:custDataLst>
                <p:tags r:id="rId37"/>
              </p:custDataLst>
            </p:nvPr>
          </p:nvCxnSpPr>
          <p:spPr bwMode="auto">
            <a:xfrm>
              <a:off x="3231" y="3799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直接连接符 66"/>
            <p:cNvCxnSpPr>
              <a:endCxn id="33" idx="0"/>
            </p:cNvCxnSpPr>
            <p:nvPr>
              <p:custDataLst>
                <p:tags r:id="rId38"/>
              </p:custDataLst>
            </p:nvPr>
          </p:nvCxnSpPr>
          <p:spPr bwMode="auto">
            <a:xfrm>
              <a:off x="6128" y="3799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直接连接符 67"/>
            <p:cNvCxnSpPr/>
            <p:nvPr>
              <p:custDataLst>
                <p:tags r:id="rId39"/>
              </p:custDataLst>
            </p:nvPr>
          </p:nvCxnSpPr>
          <p:spPr bwMode="auto">
            <a:xfrm>
              <a:off x="3061" y="4422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直接连接符 68"/>
            <p:cNvCxnSpPr/>
            <p:nvPr>
              <p:custDataLst>
                <p:tags r:id="rId40"/>
              </p:custDataLst>
            </p:nvPr>
          </p:nvCxnSpPr>
          <p:spPr bwMode="auto">
            <a:xfrm flipH="1">
              <a:off x="3458" y="4422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41"/>
              </p:custDataLst>
            </p:nvPr>
          </p:nvCxnSpPr>
          <p:spPr bwMode="auto">
            <a:xfrm>
              <a:off x="6127" y="4426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1" name="Text Box 292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3349" y="5159"/>
              <a:ext cx="136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>
                  <a:solidFill>
                    <a:schemeClr val="tx1"/>
                  </a:solidFill>
                </a:rPr>
                <a:t>并行接口</a:t>
              </a:r>
            </a:p>
          </p:txBody>
        </p:sp>
        <p:sp>
          <p:nvSpPr>
            <p:cNvPr id="72" name="Text Box 286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1758" y="5159"/>
              <a:ext cx="136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串行接口</a:t>
              </a:r>
            </a:p>
          </p:txBody>
        </p:sp>
        <p:cxnSp>
          <p:nvCxnSpPr>
            <p:cNvPr id="73" name="直接连接符 72"/>
            <p:cNvCxnSpPr>
              <a:endCxn id="72" idx="0"/>
            </p:cNvCxnSpPr>
            <p:nvPr>
              <p:custDataLst>
                <p:tags r:id="rId44"/>
              </p:custDataLst>
            </p:nvPr>
          </p:nvCxnSpPr>
          <p:spPr bwMode="auto">
            <a:xfrm>
              <a:off x="2439" y="4932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4" name="Text Box 287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4706" y="5180"/>
              <a:ext cx="45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…</a:t>
              </a:r>
            </a:p>
          </p:txBody>
        </p:sp>
        <p:sp>
          <p:nvSpPr>
            <p:cNvPr id="75" name="Text Box 292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5159" y="5159"/>
              <a:ext cx="136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chemeClr val="tx1"/>
                  </a:solidFill>
                </a:rPr>
                <a:t>网络接口</a:t>
              </a:r>
            </a:p>
          </p:txBody>
        </p:sp>
        <p:cxnSp>
          <p:nvCxnSpPr>
            <p:cNvPr id="76" name="直接连接符 75"/>
            <p:cNvCxnSpPr>
              <a:endCxn id="71" idx="0"/>
            </p:cNvCxnSpPr>
            <p:nvPr>
              <p:custDataLst>
                <p:tags r:id="rId47"/>
              </p:custDataLst>
            </p:nvPr>
          </p:nvCxnSpPr>
          <p:spPr bwMode="auto">
            <a:xfrm>
              <a:off x="4030" y="4932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直接连接符 76"/>
            <p:cNvCxnSpPr>
              <a:endCxn id="75" idx="0"/>
            </p:cNvCxnSpPr>
            <p:nvPr>
              <p:custDataLst>
                <p:tags r:id="rId48"/>
              </p:custDataLst>
            </p:nvPr>
          </p:nvCxnSpPr>
          <p:spPr bwMode="auto">
            <a:xfrm>
              <a:off x="5840" y="4932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直接连接符 77"/>
            <p:cNvCxnSpPr/>
            <p:nvPr>
              <p:custDataLst>
                <p:tags r:id="rId49"/>
              </p:custDataLst>
            </p:nvPr>
          </p:nvCxnSpPr>
          <p:spPr bwMode="auto">
            <a:xfrm>
              <a:off x="2439" y="5556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直接连接符 78"/>
            <p:cNvCxnSpPr/>
            <p:nvPr>
              <p:custDataLst>
                <p:tags r:id="rId50"/>
              </p:custDataLst>
            </p:nvPr>
          </p:nvCxnSpPr>
          <p:spPr bwMode="auto">
            <a:xfrm>
              <a:off x="4026" y="5556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直接连接符 104"/>
            <p:cNvCxnSpPr/>
            <p:nvPr>
              <p:custDataLst>
                <p:tags r:id="rId51"/>
              </p:custDataLst>
            </p:nvPr>
          </p:nvCxnSpPr>
          <p:spPr bwMode="auto">
            <a:xfrm>
              <a:off x="4823" y="3798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6" name="直接连接符 105"/>
            <p:cNvCxnSpPr/>
            <p:nvPr>
              <p:custDataLst>
                <p:tags r:id="rId52"/>
              </p:custDataLst>
            </p:nvPr>
          </p:nvCxnSpPr>
          <p:spPr bwMode="auto">
            <a:xfrm>
              <a:off x="1757" y="4932"/>
              <a:ext cx="4706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直接连接符 109"/>
            <p:cNvCxnSpPr/>
            <p:nvPr>
              <p:custDataLst>
                <p:tags r:id="rId53"/>
              </p:custDataLst>
            </p:nvPr>
          </p:nvCxnSpPr>
          <p:spPr bwMode="auto">
            <a:xfrm>
              <a:off x="4823" y="4422"/>
              <a:ext cx="0" cy="510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1" name="直接连接符 110"/>
            <p:cNvCxnSpPr/>
            <p:nvPr>
              <p:custDataLst>
                <p:tags r:id="rId54"/>
              </p:custDataLst>
            </p:nvPr>
          </p:nvCxnSpPr>
          <p:spPr bwMode="auto">
            <a:xfrm>
              <a:off x="5808" y="5530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0" name="组合 29"/>
          <p:cNvGrpSpPr/>
          <p:nvPr/>
        </p:nvGrpSpPr>
        <p:grpSpPr>
          <a:xfrm>
            <a:off x="2481912" y="1772816"/>
            <a:ext cx="5618480" cy="1115695"/>
            <a:chOff x="1311" y="3402"/>
            <a:chExt cx="8848" cy="1757"/>
          </a:xfrm>
        </p:grpSpPr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 bwMode="auto">
            <a:xfrm>
              <a:off x="2667" y="4649"/>
              <a:ext cx="1247" cy="397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" name="Text Box 28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311" y="3572"/>
              <a:ext cx="794" cy="45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/>
                <a:t>CPU</a:t>
              </a:r>
            </a:p>
          </p:txBody>
        </p:sp>
        <p:sp>
          <p:nvSpPr>
            <p:cNvPr id="5" name="Text Box 284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323" y="4026"/>
              <a:ext cx="1701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主存控制器</a:t>
              </a:r>
            </a:p>
          </p:txBody>
        </p:sp>
        <p:sp>
          <p:nvSpPr>
            <p:cNvPr id="6" name="Text Box 28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253" y="4026"/>
              <a:ext cx="90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显卡</a:t>
              </a:r>
            </a:p>
          </p:txBody>
        </p:sp>
        <p:sp>
          <p:nvSpPr>
            <p:cNvPr id="7" name="Text Box 287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166" y="4026"/>
              <a:ext cx="45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…</a:t>
              </a:r>
            </a:p>
          </p:txBody>
        </p:sp>
        <p:sp>
          <p:nvSpPr>
            <p:cNvPr id="8" name="Text Box 29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703" y="3402"/>
              <a:ext cx="3175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/>
                <a:t>系统总线</a:t>
              </a:r>
              <a:r>
                <a:rPr lang="en-US" altLang="zh-CN" sz="1600" b="1" dirty="0"/>
                <a:t>(</a:t>
              </a:r>
              <a:r>
                <a:rPr lang="zh-CN" altLang="en-US" sz="1600" b="1" dirty="0"/>
                <a:t>如</a:t>
              </a:r>
              <a:r>
                <a:rPr lang="en-US" altLang="zh-CN" sz="1600" b="1" dirty="0"/>
                <a:t>ISA</a:t>
              </a:r>
              <a:r>
                <a:rPr lang="zh-CN" altLang="en-US" sz="1600" b="1" dirty="0"/>
                <a:t>总线</a:t>
              </a:r>
              <a:r>
                <a:rPr lang="en-US" altLang="zh-CN" sz="1600" b="1" dirty="0"/>
                <a:t>)</a:t>
              </a:r>
              <a:endParaRPr lang="zh-CN" altLang="en-US" sz="1600" b="1" dirty="0"/>
            </a:p>
          </p:txBody>
        </p:sp>
        <p:sp>
          <p:nvSpPr>
            <p:cNvPr id="9" name="Text Box 29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210" y="4026"/>
              <a:ext cx="124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990099"/>
                  </a:solidFill>
                </a:rPr>
                <a:t>I/O</a:t>
              </a:r>
              <a:r>
                <a:rPr lang="zh-CN" altLang="en-US" sz="1600" b="1" dirty="0">
                  <a:solidFill>
                    <a:srgbClr val="990099"/>
                  </a:solidFill>
                </a:rPr>
                <a:t>插槽</a:t>
              </a:r>
            </a:p>
          </p:txBody>
        </p:sp>
        <p:sp>
          <p:nvSpPr>
            <p:cNvPr id="10" name="Text Box 317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440" y="4763"/>
              <a:ext cx="1247" cy="3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内存条</a:t>
              </a:r>
            </a:p>
          </p:txBody>
        </p:sp>
        <p:cxnSp>
          <p:nvCxnSpPr>
            <p:cNvPr id="11" name="直接连接符 10"/>
            <p:cNvCxnSpPr/>
            <p:nvPr>
              <p:custDataLst>
                <p:tags r:id="rId12"/>
              </p:custDataLst>
            </p:nvPr>
          </p:nvCxnSpPr>
          <p:spPr bwMode="auto">
            <a:xfrm>
              <a:off x="2098" y="3799"/>
              <a:ext cx="8050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/>
            <p:cNvCxnSpPr>
              <a:endCxn id="5" idx="0"/>
            </p:cNvCxnSpPr>
            <p:nvPr>
              <p:custDataLst>
                <p:tags r:id="rId13"/>
              </p:custDataLst>
            </p:nvPr>
          </p:nvCxnSpPr>
          <p:spPr bwMode="auto">
            <a:xfrm>
              <a:off x="3238" y="3799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直接连接符 12"/>
            <p:cNvCxnSpPr>
              <a:endCxn id="6" idx="0"/>
            </p:cNvCxnSpPr>
            <p:nvPr>
              <p:custDataLst>
                <p:tags r:id="rId14"/>
              </p:custDataLst>
            </p:nvPr>
          </p:nvCxnSpPr>
          <p:spPr bwMode="auto">
            <a:xfrm>
              <a:off x="4707" y="3799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" name="Text Box 286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619" y="4026"/>
              <a:ext cx="124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I/O</a:t>
              </a:r>
              <a:r>
                <a:rPr lang="zh-CN" altLang="en-US" sz="1600" b="1" dirty="0"/>
                <a:t>接口</a:t>
              </a:r>
            </a:p>
          </p:txBody>
        </p:sp>
        <p:cxnSp>
          <p:nvCxnSpPr>
            <p:cNvPr id="15" name="直接连接符 14"/>
            <p:cNvCxnSpPr>
              <a:endCxn id="14" idx="0"/>
            </p:cNvCxnSpPr>
            <p:nvPr>
              <p:custDataLst>
                <p:tags r:id="rId16"/>
              </p:custDataLst>
            </p:nvPr>
          </p:nvCxnSpPr>
          <p:spPr bwMode="auto">
            <a:xfrm>
              <a:off x="6243" y="3799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" name="Text Box 287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455" y="4026"/>
              <a:ext cx="45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…</a:t>
              </a:r>
            </a:p>
          </p:txBody>
        </p:sp>
        <p:sp>
          <p:nvSpPr>
            <p:cNvPr id="17" name="Text Box 292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8913" y="4026"/>
              <a:ext cx="124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990099"/>
                  </a:solidFill>
                </a:rPr>
                <a:t>I/O</a:t>
              </a:r>
              <a:r>
                <a:rPr lang="zh-CN" altLang="en-US" sz="1600" b="1" dirty="0">
                  <a:solidFill>
                    <a:srgbClr val="990099"/>
                  </a:solidFill>
                </a:rPr>
                <a:t>插槽</a:t>
              </a:r>
            </a:p>
          </p:txBody>
        </p:sp>
        <p:cxnSp>
          <p:nvCxnSpPr>
            <p:cNvPr id="18" name="直接连接符 17"/>
            <p:cNvCxnSpPr>
              <a:endCxn id="9" idx="0"/>
            </p:cNvCxnSpPr>
            <p:nvPr>
              <p:custDataLst>
                <p:tags r:id="rId19"/>
              </p:custDataLst>
            </p:nvPr>
          </p:nvCxnSpPr>
          <p:spPr bwMode="auto">
            <a:xfrm>
              <a:off x="7834" y="3799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直接连接符 18"/>
            <p:cNvCxnSpPr>
              <a:endCxn id="17" idx="0"/>
            </p:cNvCxnSpPr>
            <p:nvPr>
              <p:custDataLst>
                <p:tags r:id="rId20"/>
              </p:custDataLst>
            </p:nvPr>
          </p:nvCxnSpPr>
          <p:spPr bwMode="auto">
            <a:xfrm>
              <a:off x="9537" y="3799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直接连接符 19"/>
            <p:cNvCxnSpPr/>
            <p:nvPr>
              <p:custDataLst>
                <p:tags r:id="rId21"/>
              </p:custDataLst>
            </p:nvPr>
          </p:nvCxnSpPr>
          <p:spPr bwMode="auto">
            <a:xfrm>
              <a:off x="3121" y="4422"/>
              <a:ext cx="0" cy="346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20"/>
            <p:cNvCxnSpPr/>
            <p:nvPr>
              <p:custDataLst>
                <p:tags r:id="rId22"/>
              </p:custDataLst>
            </p:nvPr>
          </p:nvCxnSpPr>
          <p:spPr bwMode="auto">
            <a:xfrm flipH="1">
              <a:off x="3461" y="4422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" name="Text Box 317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253" y="4763"/>
              <a:ext cx="907" cy="3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LCD</a:t>
              </a:r>
            </a:p>
          </p:txBody>
        </p:sp>
        <p:cxnSp>
          <p:nvCxnSpPr>
            <p:cNvPr id="23" name="直接连接符 22"/>
            <p:cNvCxnSpPr/>
            <p:nvPr>
              <p:custDataLst>
                <p:tags r:id="rId24"/>
              </p:custDataLst>
            </p:nvPr>
          </p:nvCxnSpPr>
          <p:spPr bwMode="auto">
            <a:xfrm>
              <a:off x="4763" y="4426"/>
              <a:ext cx="0" cy="34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直接连接符 23"/>
            <p:cNvCxnSpPr/>
            <p:nvPr>
              <p:custDataLst>
                <p:tags r:id="rId25"/>
              </p:custDataLst>
            </p:nvPr>
          </p:nvCxnSpPr>
          <p:spPr bwMode="auto">
            <a:xfrm>
              <a:off x="6300" y="4423"/>
              <a:ext cx="0" cy="34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" name="Text Box 317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5789" y="4763"/>
              <a:ext cx="907" cy="3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键盘</a:t>
              </a:r>
            </a:p>
          </p:txBody>
        </p:sp>
        <p:cxnSp>
          <p:nvCxnSpPr>
            <p:cNvPr id="26" name="直接连接符 25"/>
            <p:cNvCxnSpPr/>
            <p:nvPr>
              <p:custDataLst>
                <p:tags r:id="rId27"/>
              </p:custDataLst>
            </p:nvPr>
          </p:nvCxnSpPr>
          <p:spPr bwMode="auto">
            <a:xfrm>
              <a:off x="7834" y="4426"/>
              <a:ext cx="0" cy="34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Text Box 317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7210" y="4763"/>
              <a:ext cx="1134" cy="3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扩展卡</a:t>
              </a:r>
            </a:p>
          </p:txBody>
        </p:sp>
        <p:sp>
          <p:nvSpPr>
            <p:cNvPr id="28" name="Text Box 287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5167" y="4763"/>
              <a:ext cx="45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…</a:t>
              </a:r>
            </a:p>
          </p:txBody>
        </p:sp>
      </p:grpSp>
      <p:sp>
        <p:nvSpPr>
          <p:cNvPr id="659" name="AutoShape 335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4428000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Text Box 37"/>
          <p:cNvSpPr txBox="1">
            <a:spLocks noChangeArrowheads="1"/>
          </p:cNvSpPr>
          <p:nvPr/>
        </p:nvSpPr>
        <p:spPr bwMode="auto">
          <a:xfrm>
            <a:off x="1691681" y="5445224"/>
            <a:ext cx="2480230" cy="3497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17780" rIns="36195" bIns="0">
            <a:spAutoFit/>
          </a:bodyPr>
          <a:lstStyle/>
          <a:p>
            <a:pPr marL="223520" indent="-22352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不同总线速度不同</a:t>
            </a:r>
          </a:p>
        </p:txBody>
      </p:sp>
      <p:sp>
        <p:nvSpPr>
          <p:cNvPr id="63" name="线形标注 2 2">
            <a:extLst>
              <a:ext uri="{FF2B5EF4-FFF2-40B4-BE49-F238E27FC236}">
                <a16:creationId xmlns:a16="http://schemas.microsoft.com/office/drawing/2014/main" id="{110257C9-3DE1-4049-AFE3-9387F30734B0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7380312" y="1556792"/>
            <a:ext cx="1360960" cy="298153"/>
          </a:xfrm>
          <a:prstGeom prst="borderCallout2">
            <a:avLst>
              <a:gd name="adj1" fmla="val 48481"/>
              <a:gd name="adj2" fmla="val -750"/>
              <a:gd name="adj3" fmla="val 48710"/>
              <a:gd name="adj4" fmla="val -18068"/>
              <a:gd name="adj5" fmla="val 213399"/>
              <a:gd name="adj6" fmla="val -33783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105000"/>
              </a:lnSpc>
            </a:pPr>
            <a:r>
              <a:rPr lang="zh-CN" altLang="en-US" sz="1600" b="1" dirty="0"/>
              <a:t>提高可扩展性</a:t>
            </a:r>
            <a:endParaRPr lang="zh-CN" altLang="en-US" sz="1600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6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6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6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64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64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64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4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48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364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148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148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148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148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A51B-A8E5-4E38-A74D-F6E7BEFB9955}" type="slidenum">
              <a:rPr lang="en-US" altLang="zh-CN" smtClean="0"/>
              <a:t>19</a:t>
            </a:fld>
            <a:endParaRPr lang="en-US" altLang="zh-CN"/>
          </a:p>
        </p:txBody>
      </p:sp>
      <p:sp>
        <p:nvSpPr>
          <p:cNvPr id="92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701"/>
            <a:ext cx="4320540" cy="524637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336800" indent="-233680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南北桥结构：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※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常见的总线命名：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科普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  <a:p>
            <a:pPr marL="1698625" indent="-1698625">
              <a:spcBef>
                <a:spcPts val="300"/>
              </a:spcBef>
            </a:pPr>
            <a:r>
              <a:rPr lang="zh-CN" altLang="en-US" sz="2000" b="1" dirty="0">
                <a:solidFill>
                  <a:schemeClr val="accent2"/>
                </a:solidFill>
                <a:sym typeface="+mn-ea"/>
              </a:rPr>
              <a:t>    按应用功能</a:t>
            </a:r>
            <a:r>
              <a:rPr lang="en-US" altLang="zh-CN" sz="2000" b="1" dirty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sz="2000" b="1" dirty="0">
              <a:solidFill>
                <a:schemeClr val="accent2"/>
              </a:solidFill>
            </a:endParaRPr>
          </a:p>
          <a:p>
            <a:pPr marL="1698625" indent="-1698625"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</a:endParaRPr>
          </a:p>
          <a:p>
            <a:pPr marL="1698625" indent="-1698625"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</a:endParaRPr>
          </a:p>
          <a:p>
            <a:pPr marL="1698625" indent="-1698625"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</a:endParaRPr>
          </a:p>
          <a:p>
            <a:pPr marL="1698625" indent="-1698625" eaLnBrk="1" latinLnBrk="0" hangingPunct="1">
              <a:spcBef>
                <a:spcPts val="1200"/>
              </a:spcBef>
            </a:pPr>
            <a:r>
              <a:rPr lang="en-US" altLang="zh-CN" sz="2000" b="1" dirty="0">
                <a:solidFill>
                  <a:schemeClr val="accent2"/>
                </a:solidFill>
                <a:sym typeface="+mn-ea"/>
              </a:rPr>
              <a:t>   </a:t>
            </a:r>
            <a:r>
              <a:rPr lang="zh-CN" altLang="en-US" sz="2000" b="1" dirty="0">
                <a:solidFill>
                  <a:schemeClr val="accent2"/>
                </a:solidFill>
                <a:sym typeface="+mn-ea"/>
              </a:rPr>
              <a:t> 按总线标准</a:t>
            </a:r>
            <a:r>
              <a:rPr lang="en-US" altLang="zh-CN" sz="2000" b="1" dirty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13" name="Text Box 20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24710" y="332656"/>
            <a:ext cx="6834505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采用集成技术＋</a:t>
            </a:r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网络技术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800" b="1" dirty="0">
                <a:cs typeface="宋体" panose="02010600030101010101" pitchFamily="2" charset="-122"/>
                <a:sym typeface="+mn-ea"/>
              </a:rPr>
              <a:t>←提高带宽</a:t>
            </a:r>
            <a:r>
              <a:rPr lang="en-US" altLang="zh-CN" sz="1800" b="1" dirty="0">
                <a:cs typeface="宋体" panose="02010600030101010101" pitchFamily="2" charset="-122"/>
                <a:sym typeface="+mn-ea"/>
              </a:rPr>
              <a:t>+</a:t>
            </a:r>
            <a:r>
              <a:rPr lang="zh-CN" altLang="en-US" sz="1800" b="1" dirty="0">
                <a:cs typeface="宋体" panose="02010600030101010101" pitchFamily="2" charset="-122"/>
                <a:sym typeface="+mn-ea"/>
              </a:rPr>
              <a:t>并行传输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323" name="组合 322"/>
          <p:cNvGrpSpPr/>
          <p:nvPr/>
        </p:nvGrpSpPr>
        <p:grpSpPr>
          <a:xfrm>
            <a:off x="6083935" y="1124744"/>
            <a:ext cx="2483485" cy="1655445"/>
            <a:chOff x="9581" y="6293"/>
            <a:chExt cx="3911" cy="2607"/>
          </a:xfrm>
        </p:grpSpPr>
        <p:sp>
          <p:nvSpPr>
            <p:cNvPr id="324" name="矩形 323"/>
            <p:cNvSpPr/>
            <p:nvPr>
              <p:custDataLst>
                <p:tags r:id="rId83"/>
              </p:custDataLst>
            </p:nvPr>
          </p:nvSpPr>
          <p:spPr bwMode="auto">
            <a:xfrm>
              <a:off x="9808" y="6520"/>
              <a:ext cx="3458" cy="215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325" name="Text Box 84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10885" y="7143"/>
              <a:ext cx="907" cy="90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开关矩阵</a:t>
              </a:r>
            </a:p>
          </p:txBody>
        </p:sp>
        <p:sp>
          <p:nvSpPr>
            <p:cNvPr id="326" name="Text Box 331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9808" y="7200"/>
              <a:ext cx="737" cy="796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APG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接口</a:t>
              </a:r>
            </a:p>
          </p:txBody>
        </p:sp>
        <p:sp>
          <p:nvSpPr>
            <p:cNvPr id="327" name="Text Box 331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12132" y="7200"/>
              <a:ext cx="113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主存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控制器</a:t>
              </a:r>
            </a:p>
          </p:txBody>
        </p:sp>
        <p:sp>
          <p:nvSpPr>
            <p:cNvPr id="328" name="Text Box 331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10658" y="8334"/>
              <a:ext cx="136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Hub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接口</a:t>
              </a:r>
            </a:p>
          </p:txBody>
        </p:sp>
        <p:sp>
          <p:nvSpPr>
            <p:cNvPr id="329" name="Text Box 331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10658" y="6520"/>
              <a:ext cx="136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CPU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接口</a:t>
              </a:r>
            </a:p>
          </p:txBody>
        </p:sp>
        <p:cxnSp>
          <p:nvCxnSpPr>
            <p:cNvPr id="330" name="直接连接符 329"/>
            <p:cNvCxnSpPr/>
            <p:nvPr>
              <p:custDataLst>
                <p:tags r:id="rId89"/>
              </p:custDataLst>
            </p:nvPr>
          </p:nvCxnSpPr>
          <p:spPr bwMode="auto">
            <a:xfrm flipH="1">
              <a:off x="11339" y="6860"/>
              <a:ext cx="1" cy="283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1" name="直接连接符 330"/>
            <p:cNvCxnSpPr/>
            <p:nvPr>
              <p:custDataLst>
                <p:tags r:id="rId90"/>
              </p:custDataLst>
            </p:nvPr>
          </p:nvCxnSpPr>
          <p:spPr bwMode="auto">
            <a:xfrm flipV="1">
              <a:off x="10545" y="7597"/>
              <a:ext cx="34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2" name="直接连接符 331"/>
            <p:cNvCxnSpPr/>
            <p:nvPr>
              <p:custDataLst>
                <p:tags r:id="rId91"/>
              </p:custDataLst>
            </p:nvPr>
          </p:nvCxnSpPr>
          <p:spPr bwMode="auto">
            <a:xfrm>
              <a:off x="11792" y="7370"/>
              <a:ext cx="34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3" name="直接连接符 332"/>
            <p:cNvCxnSpPr/>
            <p:nvPr>
              <p:custDataLst>
                <p:tags r:id="rId92"/>
              </p:custDataLst>
            </p:nvPr>
          </p:nvCxnSpPr>
          <p:spPr bwMode="auto">
            <a:xfrm>
              <a:off x="11792" y="7768"/>
              <a:ext cx="34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4" name="直接连接符 333"/>
            <p:cNvCxnSpPr/>
            <p:nvPr>
              <p:custDataLst>
                <p:tags r:id="rId93"/>
              </p:custDataLst>
            </p:nvPr>
          </p:nvCxnSpPr>
          <p:spPr bwMode="auto">
            <a:xfrm flipH="1">
              <a:off x="11332" y="8050"/>
              <a:ext cx="0" cy="283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5" name="直接连接符 334"/>
            <p:cNvCxnSpPr/>
            <p:nvPr>
              <p:custDataLst>
                <p:tags r:id="rId94"/>
              </p:custDataLst>
            </p:nvPr>
          </p:nvCxnSpPr>
          <p:spPr bwMode="auto">
            <a:xfrm>
              <a:off x="11339" y="8674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6" name="直接连接符 335"/>
            <p:cNvCxnSpPr/>
            <p:nvPr>
              <p:custDataLst>
                <p:tags r:id="rId95"/>
              </p:custDataLst>
            </p:nvPr>
          </p:nvCxnSpPr>
          <p:spPr bwMode="auto">
            <a:xfrm>
              <a:off x="11339" y="6293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7" name="直接连接符 336"/>
            <p:cNvCxnSpPr/>
            <p:nvPr>
              <p:custDataLst>
                <p:tags r:id="rId96"/>
              </p:custDataLst>
            </p:nvPr>
          </p:nvCxnSpPr>
          <p:spPr bwMode="auto">
            <a:xfrm>
              <a:off x="13266" y="7370"/>
              <a:ext cx="227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8" name="直接连接符 337"/>
            <p:cNvCxnSpPr/>
            <p:nvPr>
              <p:custDataLst>
                <p:tags r:id="rId97"/>
              </p:custDataLst>
            </p:nvPr>
          </p:nvCxnSpPr>
          <p:spPr bwMode="auto">
            <a:xfrm>
              <a:off x="13266" y="7767"/>
              <a:ext cx="227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9" name="直接连接符 338"/>
            <p:cNvCxnSpPr/>
            <p:nvPr>
              <p:custDataLst>
                <p:tags r:id="rId98"/>
              </p:custDataLst>
            </p:nvPr>
          </p:nvCxnSpPr>
          <p:spPr bwMode="auto">
            <a:xfrm>
              <a:off x="9581" y="7598"/>
              <a:ext cx="227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0" name="Text Box 20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12359" y="6633"/>
              <a:ext cx="824" cy="397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北桥</a:t>
              </a:r>
            </a:p>
          </p:txBody>
        </p:sp>
      </p:grpSp>
      <p:grpSp>
        <p:nvGrpSpPr>
          <p:cNvPr id="343" name="组合 342"/>
          <p:cNvGrpSpPr/>
          <p:nvPr/>
        </p:nvGrpSpPr>
        <p:grpSpPr>
          <a:xfrm>
            <a:off x="611505" y="908720"/>
            <a:ext cx="5004435" cy="2051685"/>
            <a:chOff x="737" y="6124"/>
            <a:chExt cx="7881" cy="3231"/>
          </a:xfrm>
        </p:grpSpPr>
        <p:sp>
          <p:nvSpPr>
            <p:cNvPr id="279" name="Text Box 52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5896" y="6861"/>
              <a:ext cx="113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内存条</a:t>
              </a:r>
            </a:p>
          </p:txBody>
        </p:sp>
        <p:sp>
          <p:nvSpPr>
            <p:cNvPr id="280" name="Text Box 53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1985" y="6124"/>
              <a:ext cx="102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CPU 0</a:t>
              </a:r>
            </a:p>
          </p:txBody>
        </p:sp>
        <p:sp>
          <p:nvSpPr>
            <p:cNvPr id="281" name="Text Box 61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2381" y="7711"/>
              <a:ext cx="1361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高速接口</a:t>
              </a:r>
            </a:p>
          </p:txBody>
        </p:sp>
        <p:sp>
          <p:nvSpPr>
            <p:cNvPr id="282" name="Text Box 63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3062" y="6351"/>
              <a:ext cx="124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CPU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总线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83" name="Text Box 66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4593" y="7882"/>
              <a:ext cx="1249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PCI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总线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84" name="Text Box 67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3118" y="6918"/>
              <a:ext cx="1361" cy="68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北桥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MCH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85" name="Text Box 72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4422" y="6124"/>
              <a:ext cx="102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CPU 1</a:t>
              </a:r>
            </a:p>
          </p:txBody>
        </p:sp>
        <p:sp>
          <p:nvSpPr>
            <p:cNvPr id="286" name="Text Box 76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3118" y="8109"/>
              <a:ext cx="1361" cy="62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南桥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IOH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87" name="Text Box 82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1642" y="8448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288" name="Text Box 84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5726" y="8336"/>
              <a:ext cx="2494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PCI Express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接口</a:t>
              </a:r>
            </a:p>
          </p:txBody>
        </p:sp>
        <p:sp>
          <p:nvSpPr>
            <p:cNvPr id="289" name="Text Box 331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1758" y="6804"/>
              <a:ext cx="90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显卡</a:t>
              </a:r>
            </a:p>
          </p:txBody>
        </p:sp>
        <p:cxnSp>
          <p:nvCxnSpPr>
            <p:cNvPr id="290" name="直接连接符 289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1985" y="6691"/>
              <a:ext cx="3458" cy="1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1" name="直接连接符 290"/>
            <p:cNvCxnSpPr/>
            <p:nvPr>
              <p:custDataLst>
                <p:tags r:id="rId51"/>
              </p:custDataLst>
            </p:nvPr>
          </p:nvCxnSpPr>
          <p:spPr bwMode="auto">
            <a:xfrm>
              <a:off x="2495" y="6464"/>
              <a:ext cx="0" cy="229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2" name="直接连接符 291"/>
            <p:cNvCxnSpPr/>
            <p:nvPr>
              <p:custDataLst>
                <p:tags r:id="rId52"/>
              </p:custDataLst>
            </p:nvPr>
          </p:nvCxnSpPr>
          <p:spPr bwMode="auto">
            <a:xfrm flipH="1">
              <a:off x="4933" y="6464"/>
              <a:ext cx="0" cy="229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3" name="直接连接符 292"/>
            <p:cNvCxnSpPr/>
            <p:nvPr>
              <p:custDataLst>
                <p:tags r:id="rId53"/>
              </p:custDataLst>
            </p:nvPr>
          </p:nvCxnSpPr>
          <p:spPr bwMode="auto">
            <a:xfrm>
              <a:off x="3798" y="6691"/>
              <a:ext cx="1" cy="227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4" name="直接连接符 293"/>
            <p:cNvCxnSpPr/>
            <p:nvPr>
              <p:custDataLst>
                <p:tags r:id="rId54"/>
              </p:custDataLst>
            </p:nvPr>
          </p:nvCxnSpPr>
          <p:spPr bwMode="auto">
            <a:xfrm>
              <a:off x="3799" y="7598"/>
              <a:ext cx="0" cy="510"/>
            </a:xfrm>
            <a:prstGeom prst="line">
              <a:avLst/>
            </a:prstGeom>
            <a:noFill/>
            <a:ln w="34925" cap="flat" cmpd="tri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5" name="Text Box 331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1074" y="8059"/>
              <a:ext cx="158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LAN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连接器</a:t>
              </a:r>
            </a:p>
          </p:txBody>
        </p:sp>
        <p:sp>
          <p:nvSpPr>
            <p:cNvPr id="296" name="Text Box 331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1074" y="8789"/>
              <a:ext cx="158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USB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连接器</a:t>
              </a:r>
            </a:p>
          </p:txBody>
        </p:sp>
        <p:cxnSp>
          <p:nvCxnSpPr>
            <p:cNvPr id="297" name="直接连接符 296"/>
            <p:cNvCxnSpPr/>
            <p:nvPr>
              <p:custDataLst>
                <p:tags r:id="rId57"/>
              </p:custDataLst>
            </p:nvPr>
          </p:nvCxnSpPr>
          <p:spPr bwMode="auto">
            <a:xfrm>
              <a:off x="2665" y="8229"/>
              <a:ext cx="454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8" name="直接连接符 297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2665" y="8562"/>
              <a:ext cx="454" cy="34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9" name="直接连接符 298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3799" y="8732"/>
              <a:ext cx="0" cy="283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0" name="Text Box 59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3232" y="9015"/>
              <a:ext cx="1134" cy="34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固件</a:t>
              </a:r>
            </a:p>
          </p:txBody>
        </p:sp>
        <p:cxnSp>
          <p:nvCxnSpPr>
            <p:cNvPr id="301" name="直接连接符 300"/>
            <p:cNvCxnSpPr/>
            <p:nvPr>
              <p:custDataLst>
                <p:tags r:id="rId61"/>
              </p:custDataLst>
            </p:nvPr>
          </p:nvCxnSpPr>
          <p:spPr bwMode="auto">
            <a:xfrm>
              <a:off x="4479" y="7031"/>
              <a:ext cx="1417" cy="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2" name="Text Box 52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5896" y="7315"/>
              <a:ext cx="113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内存条</a:t>
              </a:r>
            </a:p>
          </p:txBody>
        </p:sp>
        <p:sp>
          <p:nvSpPr>
            <p:cNvPr id="303" name="Text Box 20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4593" y="7144"/>
              <a:ext cx="124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MEM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总线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304" name="直接连接符 303"/>
            <p:cNvCxnSpPr/>
            <p:nvPr>
              <p:custDataLst>
                <p:tags r:id="rId64"/>
              </p:custDataLst>
            </p:nvPr>
          </p:nvCxnSpPr>
          <p:spPr bwMode="auto">
            <a:xfrm>
              <a:off x="4475" y="7483"/>
              <a:ext cx="1417" cy="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5" name="Text Box 52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7484" y="6861"/>
              <a:ext cx="113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内存条</a:t>
              </a:r>
            </a:p>
          </p:txBody>
        </p:sp>
        <p:sp>
          <p:nvSpPr>
            <p:cNvPr id="306" name="Text Box 52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7484" y="7315"/>
              <a:ext cx="113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内存条</a:t>
              </a:r>
            </a:p>
          </p:txBody>
        </p:sp>
        <p:cxnSp>
          <p:nvCxnSpPr>
            <p:cNvPr id="307" name="直接连接符 306"/>
            <p:cNvCxnSpPr/>
            <p:nvPr>
              <p:custDataLst>
                <p:tags r:id="rId67"/>
              </p:custDataLst>
            </p:nvPr>
          </p:nvCxnSpPr>
          <p:spPr bwMode="auto">
            <a:xfrm>
              <a:off x="7030" y="7031"/>
              <a:ext cx="454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8" name="直接连接符 307"/>
            <p:cNvCxnSpPr/>
            <p:nvPr>
              <p:custDataLst>
                <p:tags r:id="rId68"/>
              </p:custDataLst>
            </p:nvPr>
          </p:nvCxnSpPr>
          <p:spPr bwMode="auto">
            <a:xfrm>
              <a:off x="7030" y="7485"/>
              <a:ext cx="454" cy="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9" name="直接连接符 308"/>
            <p:cNvCxnSpPr/>
            <p:nvPr>
              <p:custDataLst>
                <p:tags r:id="rId69"/>
              </p:custDataLst>
            </p:nvPr>
          </p:nvCxnSpPr>
          <p:spPr bwMode="auto">
            <a:xfrm flipV="1">
              <a:off x="4479" y="8222"/>
              <a:ext cx="3231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0" name="矩形 309"/>
            <p:cNvSpPr/>
            <p:nvPr>
              <p:custDataLst>
                <p:tags r:id="rId70"/>
              </p:custDataLst>
            </p:nvPr>
          </p:nvSpPr>
          <p:spPr bwMode="auto">
            <a:xfrm>
              <a:off x="5896" y="7767"/>
              <a:ext cx="680" cy="340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778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插槽</a:t>
              </a:r>
            </a:p>
          </p:txBody>
        </p:sp>
        <p:cxnSp>
          <p:nvCxnSpPr>
            <p:cNvPr id="311" name="直接连接符 310"/>
            <p:cNvCxnSpPr/>
            <p:nvPr>
              <p:custDataLst>
                <p:tags r:id="rId71"/>
              </p:custDataLst>
            </p:nvPr>
          </p:nvCxnSpPr>
          <p:spPr bwMode="auto">
            <a:xfrm>
              <a:off x="6236" y="8108"/>
              <a:ext cx="0" cy="115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3" name="直接连接符 312"/>
            <p:cNvCxnSpPr/>
            <p:nvPr>
              <p:custDataLst>
                <p:tags r:id="rId72"/>
              </p:custDataLst>
            </p:nvPr>
          </p:nvCxnSpPr>
          <p:spPr bwMode="auto">
            <a:xfrm>
              <a:off x="7370" y="8108"/>
              <a:ext cx="1" cy="109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4" name="Text Box 82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6576" y="7825"/>
              <a:ext cx="45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315" name="直接连接符 314"/>
            <p:cNvCxnSpPr/>
            <p:nvPr>
              <p:custDataLst>
                <p:tags r:id="rId74"/>
              </p:custDataLst>
            </p:nvPr>
          </p:nvCxnSpPr>
          <p:spPr bwMode="auto">
            <a:xfrm>
              <a:off x="4469" y="8448"/>
              <a:ext cx="1247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6" name="Text Box 331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4587" y="8959"/>
              <a:ext cx="221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通用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I/O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连接器</a:t>
              </a:r>
            </a:p>
          </p:txBody>
        </p:sp>
        <p:sp>
          <p:nvSpPr>
            <p:cNvPr id="317" name="Text Box 331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6861" y="8804"/>
              <a:ext cx="170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中断请求线</a:t>
              </a:r>
            </a:p>
          </p:txBody>
        </p:sp>
        <p:cxnSp>
          <p:nvCxnSpPr>
            <p:cNvPr id="318" name="直接连接符 317"/>
            <p:cNvCxnSpPr/>
            <p:nvPr>
              <p:custDataLst>
                <p:tags r:id="rId77"/>
              </p:custDataLst>
            </p:nvPr>
          </p:nvCxnSpPr>
          <p:spPr bwMode="auto">
            <a:xfrm>
              <a:off x="4479" y="8562"/>
              <a:ext cx="2381" cy="34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9" name="直接连接符 318"/>
            <p:cNvCxnSpPr/>
            <p:nvPr>
              <p:custDataLst>
                <p:tags r:id="rId78"/>
              </p:custDataLst>
            </p:nvPr>
          </p:nvCxnSpPr>
          <p:spPr bwMode="auto">
            <a:xfrm>
              <a:off x="4479" y="8618"/>
              <a:ext cx="794" cy="34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0" name="Text Box 331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737" y="7258"/>
              <a:ext cx="1928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AGP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总线插槽</a:t>
              </a:r>
            </a:p>
          </p:txBody>
        </p:sp>
        <p:cxnSp>
          <p:nvCxnSpPr>
            <p:cNvPr id="321" name="直接连接符 320"/>
            <p:cNvCxnSpPr/>
            <p:nvPr>
              <p:custDataLst>
                <p:tags r:id="rId80"/>
              </p:custDataLst>
            </p:nvPr>
          </p:nvCxnSpPr>
          <p:spPr bwMode="auto">
            <a:xfrm flipH="1">
              <a:off x="2665" y="7428"/>
              <a:ext cx="454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2" name="直接连接符 321"/>
            <p:cNvCxnSpPr/>
            <p:nvPr>
              <p:custDataLst>
                <p:tags r:id="rId81"/>
              </p:custDataLst>
            </p:nvPr>
          </p:nvCxnSpPr>
          <p:spPr bwMode="auto">
            <a:xfrm>
              <a:off x="2661" y="6974"/>
              <a:ext cx="454" cy="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2" name="矩形 341"/>
            <p:cNvSpPr/>
            <p:nvPr>
              <p:custDataLst>
                <p:tags r:id="rId82"/>
              </p:custDataLst>
            </p:nvPr>
          </p:nvSpPr>
          <p:spPr bwMode="auto">
            <a:xfrm>
              <a:off x="7030" y="7767"/>
              <a:ext cx="680" cy="340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778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插槽</a:t>
              </a:r>
            </a:p>
          </p:txBody>
        </p:sp>
      </p:grpSp>
      <p:grpSp>
        <p:nvGrpSpPr>
          <p:cNvPr id="154" name="组合 153"/>
          <p:cNvGrpSpPr/>
          <p:nvPr/>
        </p:nvGrpSpPr>
        <p:grpSpPr>
          <a:xfrm>
            <a:off x="1401445" y="3717032"/>
            <a:ext cx="7057390" cy="1295400"/>
            <a:chOff x="1190" y="5896"/>
            <a:chExt cx="11114" cy="2040"/>
          </a:xfrm>
        </p:grpSpPr>
        <p:sp>
          <p:nvSpPr>
            <p:cNvPr id="113" name="Text Box 67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726" y="6746"/>
              <a:ext cx="1417" cy="45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/>
                <a:t>MEM</a:t>
              </a:r>
              <a:r>
                <a:rPr lang="zh-CN" altLang="en-US" sz="1800" b="1" dirty="0"/>
                <a:t>总线</a:t>
              </a:r>
              <a:endParaRPr lang="en-US" altLang="zh-CN" sz="1800" b="1" dirty="0"/>
            </a:p>
          </p:txBody>
        </p:sp>
        <p:sp>
          <p:nvSpPr>
            <p:cNvPr id="114" name="矩形 113"/>
            <p:cNvSpPr/>
            <p:nvPr>
              <p:custDataLst>
                <p:tags r:id="rId6"/>
              </p:custDataLst>
            </p:nvPr>
          </p:nvSpPr>
          <p:spPr bwMode="auto">
            <a:xfrm>
              <a:off x="9978" y="7540"/>
              <a:ext cx="454" cy="397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5" name="Text Box 284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025" y="6576"/>
              <a:ext cx="1077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主存</a:t>
              </a:r>
              <a:endParaRPr lang="en-US" altLang="zh-CN" sz="1600" b="1" dirty="0"/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控制器</a:t>
              </a:r>
            </a:p>
          </p:txBody>
        </p:sp>
        <p:sp>
          <p:nvSpPr>
            <p:cNvPr id="121" name="Text Box 286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050" y="6576"/>
              <a:ext cx="1134" cy="45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显卡</a:t>
              </a:r>
            </a:p>
          </p:txBody>
        </p:sp>
        <p:sp>
          <p:nvSpPr>
            <p:cNvPr id="123" name="Text Box 287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9298" y="6602"/>
              <a:ext cx="568" cy="45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/>
                <a:t>…</a:t>
              </a:r>
            </a:p>
          </p:txBody>
        </p:sp>
        <p:sp>
          <p:nvSpPr>
            <p:cNvPr id="124" name="Text Box 317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576" y="7483"/>
              <a:ext cx="1134" cy="39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内存条</a:t>
              </a:r>
            </a:p>
          </p:txBody>
        </p:sp>
        <p:cxnSp>
          <p:nvCxnSpPr>
            <p:cNvPr id="125" name="直接连接符 124"/>
            <p:cNvCxnSpPr/>
            <p:nvPr>
              <p:custDataLst>
                <p:tags r:id="rId11"/>
              </p:custDataLst>
            </p:nvPr>
          </p:nvCxnSpPr>
          <p:spPr bwMode="auto">
            <a:xfrm>
              <a:off x="1190" y="6350"/>
              <a:ext cx="11112" cy="0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6" name="直接连接符 125"/>
            <p:cNvCxnSpPr>
              <a:endCxn id="115" idx="0"/>
            </p:cNvCxnSpPr>
            <p:nvPr>
              <p:custDataLst>
                <p:tags r:id="rId12"/>
              </p:custDataLst>
            </p:nvPr>
          </p:nvCxnSpPr>
          <p:spPr bwMode="auto">
            <a:xfrm>
              <a:off x="4564" y="6349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直接连接符 126"/>
            <p:cNvCxnSpPr/>
            <p:nvPr>
              <p:custDataLst>
                <p:tags r:id="rId13"/>
              </p:custDataLst>
            </p:nvPr>
          </p:nvCxnSpPr>
          <p:spPr bwMode="auto">
            <a:xfrm>
              <a:off x="8617" y="6350"/>
              <a:ext cx="0" cy="230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8" name="直接连接符 127"/>
            <p:cNvCxnSpPr/>
            <p:nvPr>
              <p:custDataLst>
                <p:tags r:id="rId14"/>
              </p:custDataLst>
            </p:nvPr>
          </p:nvCxnSpPr>
          <p:spPr bwMode="auto">
            <a:xfrm>
              <a:off x="5783" y="7200"/>
              <a:ext cx="0" cy="283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9" name="Text Box 317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8050" y="7483"/>
              <a:ext cx="1134" cy="3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/>
                <a:t>LCD</a:t>
              </a:r>
            </a:p>
          </p:txBody>
        </p:sp>
        <p:cxnSp>
          <p:nvCxnSpPr>
            <p:cNvPr id="130" name="直接连接符 129"/>
            <p:cNvCxnSpPr/>
            <p:nvPr>
              <p:custDataLst>
                <p:tags r:id="rId16"/>
              </p:custDataLst>
            </p:nvPr>
          </p:nvCxnSpPr>
          <p:spPr bwMode="auto">
            <a:xfrm>
              <a:off x="8619" y="7030"/>
              <a:ext cx="0" cy="45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1" name="Text Box 287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0772" y="7370"/>
              <a:ext cx="454" cy="45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/>
                <a:t>…</a:t>
              </a:r>
            </a:p>
          </p:txBody>
        </p:sp>
        <p:cxnSp>
          <p:nvCxnSpPr>
            <p:cNvPr id="132" name="直接连接符 131"/>
            <p:cNvCxnSpPr/>
            <p:nvPr>
              <p:custDataLst>
                <p:tags r:id="rId18"/>
              </p:custDataLst>
            </p:nvPr>
          </p:nvCxnSpPr>
          <p:spPr bwMode="auto">
            <a:xfrm>
              <a:off x="5102" y="7200"/>
              <a:ext cx="2608" cy="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3" name="Text Box 317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216" y="7483"/>
              <a:ext cx="1134" cy="39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内存条</a:t>
              </a:r>
            </a:p>
          </p:txBody>
        </p:sp>
        <p:cxnSp>
          <p:nvCxnSpPr>
            <p:cNvPr id="134" name="直接连接符 133"/>
            <p:cNvCxnSpPr/>
            <p:nvPr>
              <p:custDataLst>
                <p:tags r:id="rId20"/>
              </p:custDataLst>
            </p:nvPr>
          </p:nvCxnSpPr>
          <p:spPr bwMode="auto">
            <a:xfrm>
              <a:off x="7143" y="7200"/>
              <a:ext cx="0" cy="283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5" name="Text Box 67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402" y="5896"/>
              <a:ext cx="8507" cy="45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ym typeface="+mn-ea"/>
                </a:rPr>
                <a:t>CPU-</a:t>
              </a:r>
              <a:r>
                <a:rPr lang="zh-CN" altLang="en-US" sz="1800" b="1" dirty="0">
                  <a:sym typeface="+mn-ea"/>
                </a:rPr>
                <a:t>主存总线</a:t>
              </a:r>
              <a:r>
                <a:rPr lang="en-US" altLang="zh-CN" sz="1800" b="1" dirty="0"/>
                <a:t>(</a:t>
              </a:r>
              <a:r>
                <a:rPr lang="zh-CN" altLang="en-US" sz="1800" b="1" dirty="0"/>
                <a:t>前端总线</a:t>
              </a:r>
              <a:r>
                <a:rPr lang="en-US" altLang="zh-CN" sz="1800" b="1" dirty="0"/>
                <a:t>FSB</a:t>
              </a:r>
              <a:r>
                <a:rPr lang="zh-CN" altLang="en-US" sz="1800" b="1" dirty="0"/>
                <a:t>、</a:t>
              </a:r>
              <a:r>
                <a:rPr lang="en-US" altLang="zh-CN" sz="1800" b="1" dirty="0">
                  <a:sym typeface="+mn-ea"/>
                </a:rPr>
                <a:t>HOST</a:t>
              </a:r>
              <a:r>
                <a:rPr lang="zh-CN" altLang="en-US" sz="1800" b="1" dirty="0">
                  <a:sym typeface="+mn-ea"/>
                </a:rPr>
                <a:t>总线</a:t>
              </a:r>
              <a:r>
                <a:rPr lang="en-US" altLang="zh-CN" sz="1800" b="1" dirty="0">
                  <a:sym typeface="+mn-ea"/>
                </a:rPr>
                <a:t>[</a:t>
              </a:r>
              <a:r>
                <a:rPr lang="zh-CN" altLang="en-US" sz="1800" b="1" dirty="0"/>
                <a:t>主机总线</a:t>
              </a:r>
              <a:r>
                <a:rPr lang="en-US" altLang="zh-CN" sz="1800" b="1" dirty="0"/>
                <a:t>])</a:t>
              </a:r>
            </a:p>
          </p:txBody>
        </p:sp>
        <p:cxnSp>
          <p:nvCxnSpPr>
            <p:cNvPr id="137" name="直接连接符 136"/>
            <p:cNvCxnSpPr/>
            <p:nvPr>
              <p:custDataLst>
                <p:tags r:id="rId22"/>
              </p:custDataLst>
            </p:nvPr>
          </p:nvCxnSpPr>
          <p:spPr bwMode="auto">
            <a:xfrm>
              <a:off x="3231" y="6350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8" name="Text Box 284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9921" y="6576"/>
              <a:ext cx="907" cy="45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IO</a:t>
              </a:r>
              <a:r>
                <a:rPr lang="zh-CN" altLang="en-US" sz="1600" b="1" dirty="0"/>
                <a:t>桥</a:t>
              </a:r>
            </a:p>
          </p:txBody>
        </p:sp>
        <p:cxnSp>
          <p:nvCxnSpPr>
            <p:cNvPr id="139" name="直接连接符 138"/>
            <p:cNvCxnSpPr/>
            <p:nvPr>
              <p:custDataLst>
                <p:tags r:id="rId24"/>
              </p:custDataLst>
            </p:nvPr>
          </p:nvCxnSpPr>
          <p:spPr bwMode="auto">
            <a:xfrm>
              <a:off x="10375" y="6350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0" name="直接连接符 139"/>
            <p:cNvCxnSpPr/>
            <p:nvPr>
              <p:custDataLst>
                <p:tags r:id="rId25"/>
              </p:custDataLst>
            </p:nvPr>
          </p:nvCxnSpPr>
          <p:spPr bwMode="auto">
            <a:xfrm>
              <a:off x="9924" y="7257"/>
              <a:ext cx="2381" cy="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直接连接符 140"/>
            <p:cNvCxnSpPr/>
            <p:nvPr>
              <p:custDataLst>
                <p:tags r:id="rId26"/>
              </p:custDataLst>
            </p:nvPr>
          </p:nvCxnSpPr>
          <p:spPr bwMode="auto">
            <a:xfrm>
              <a:off x="10375" y="7030"/>
              <a:ext cx="0" cy="247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2" name="Text Box 290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0942" y="6803"/>
              <a:ext cx="1361" cy="45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/>
                <a:t>I/O</a:t>
              </a:r>
              <a:r>
                <a:rPr lang="zh-CN" altLang="en-US" sz="1800" b="1" dirty="0"/>
                <a:t>总线</a:t>
              </a:r>
            </a:p>
          </p:txBody>
        </p:sp>
        <p:cxnSp>
          <p:nvCxnSpPr>
            <p:cNvPr id="143" name="直接连接符 142"/>
            <p:cNvCxnSpPr/>
            <p:nvPr>
              <p:custDataLst>
                <p:tags r:id="rId28"/>
              </p:custDataLst>
            </p:nvPr>
          </p:nvCxnSpPr>
          <p:spPr bwMode="auto">
            <a:xfrm>
              <a:off x="10205" y="7257"/>
              <a:ext cx="0" cy="283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4" name="直接连接符 143"/>
            <p:cNvCxnSpPr/>
            <p:nvPr>
              <p:custDataLst>
                <p:tags r:id="rId29"/>
              </p:custDataLst>
            </p:nvPr>
          </p:nvCxnSpPr>
          <p:spPr bwMode="auto">
            <a:xfrm>
              <a:off x="11906" y="7257"/>
              <a:ext cx="0" cy="283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5" name="矩形 144"/>
            <p:cNvSpPr/>
            <p:nvPr>
              <p:custDataLst>
                <p:tags r:id="rId30"/>
              </p:custDataLst>
            </p:nvPr>
          </p:nvSpPr>
          <p:spPr bwMode="auto">
            <a:xfrm>
              <a:off x="11679" y="7540"/>
              <a:ext cx="454" cy="397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47" name="直接连接符 146"/>
            <p:cNvCxnSpPr/>
            <p:nvPr>
              <p:custDataLst>
                <p:tags r:id="rId31"/>
              </p:custDataLst>
            </p:nvPr>
          </p:nvCxnSpPr>
          <p:spPr bwMode="auto">
            <a:xfrm>
              <a:off x="1190" y="7257"/>
              <a:ext cx="2608" cy="0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6" name="Text Box 28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2607" y="7484"/>
              <a:ext cx="907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/>
                <a:t>CPU1</a:t>
              </a:r>
            </a:p>
          </p:txBody>
        </p:sp>
        <p:sp>
          <p:nvSpPr>
            <p:cNvPr id="146" name="Text Box 281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1474" y="7484"/>
              <a:ext cx="907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/>
                <a:t>CPU0</a:t>
              </a:r>
            </a:p>
          </p:txBody>
        </p:sp>
        <p:cxnSp>
          <p:nvCxnSpPr>
            <p:cNvPr id="148" name="直接连接符 147"/>
            <p:cNvCxnSpPr/>
            <p:nvPr>
              <p:custDataLst>
                <p:tags r:id="rId34"/>
              </p:custDataLst>
            </p:nvPr>
          </p:nvCxnSpPr>
          <p:spPr bwMode="auto">
            <a:xfrm>
              <a:off x="3061" y="7257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直接连接符 148"/>
            <p:cNvCxnSpPr/>
            <p:nvPr>
              <p:custDataLst>
                <p:tags r:id="rId35"/>
              </p:custDataLst>
            </p:nvPr>
          </p:nvCxnSpPr>
          <p:spPr bwMode="auto">
            <a:xfrm flipH="1">
              <a:off x="1926" y="7257"/>
              <a:ext cx="3" cy="209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0" name="Text Box 67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191" y="6803"/>
              <a:ext cx="1361" cy="45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/>
                <a:t>CPU</a:t>
              </a:r>
              <a:r>
                <a:rPr lang="zh-CN" altLang="en-US" sz="1800" b="1" dirty="0"/>
                <a:t>总线</a:t>
              </a:r>
              <a:endParaRPr lang="en-US" altLang="zh-CN" sz="1800" b="1" dirty="0"/>
            </a:p>
          </p:txBody>
        </p:sp>
        <p:sp>
          <p:nvSpPr>
            <p:cNvPr id="151" name="Text Box 284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2608" y="6576"/>
              <a:ext cx="1134" cy="45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HOST</a:t>
              </a:r>
              <a:r>
                <a:rPr lang="zh-CN" altLang="en-US" sz="1600" b="1" dirty="0"/>
                <a:t>桥</a:t>
              </a:r>
            </a:p>
          </p:txBody>
        </p:sp>
        <p:cxnSp>
          <p:nvCxnSpPr>
            <p:cNvPr id="152" name="直接连接符 151"/>
            <p:cNvCxnSpPr/>
            <p:nvPr>
              <p:custDataLst>
                <p:tags r:id="rId38"/>
              </p:custDataLst>
            </p:nvPr>
          </p:nvCxnSpPr>
          <p:spPr bwMode="auto">
            <a:xfrm flipH="1">
              <a:off x="3231" y="7030"/>
              <a:ext cx="0" cy="229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3" name="Text Box 3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304000" y="5157192"/>
            <a:ext cx="6285865" cy="115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17780" rIns="36195" bIns="0">
            <a:noAutofit/>
          </a:bodyPr>
          <a:lstStyle/>
          <a:p>
            <a:pPr marL="1698625" indent="-1698625"/>
            <a:r>
              <a:rPr lang="en-US" altLang="zh-CN" sz="2000" b="1" dirty="0">
                <a:sym typeface="+mn-ea"/>
              </a:rPr>
              <a:t>PCI</a:t>
            </a:r>
            <a:r>
              <a:rPr lang="zh-CN" altLang="en-US" sz="2000" b="1" dirty="0">
                <a:sym typeface="+mn-ea"/>
              </a:rPr>
              <a:t>、</a:t>
            </a:r>
            <a:r>
              <a:rPr lang="en-US" altLang="zh-CN" sz="2000" b="1" dirty="0">
                <a:sym typeface="+mn-ea"/>
              </a:rPr>
              <a:t>ISA</a:t>
            </a:r>
            <a:r>
              <a:rPr lang="zh-CN" altLang="en-US" sz="2000" b="1" dirty="0">
                <a:sym typeface="+mn-ea"/>
              </a:rPr>
              <a:t>、</a:t>
            </a:r>
            <a:r>
              <a:rPr lang="en-US" altLang="zh-CN" sz="2000" b="1" dirty="0">
                <a:sym typeface="+mn-ea"/>
              </a:rPr>
              <a:t>AGP</a:t>
            </a:r>
            <a:r>
              <a:rPr lang="zh-CN" altLang="en-US" sz="2000" b="1" dirty="0">
                <a:sym typeface="+mn-ea"/>
              </a:rPr>
              <a:t>总线等，                 </a:t>
            </a:r>
            <a:r>
              <a:rPr lang="zh-CN" altLang="en-US" sz="1800" b="1" dirty="0">
                <a:sym typeface="+mn-ea"/>
              </a:rPr>
              <a:t>←并行总线</a:t>
            </a:r>
            <a:endParaRPr lang="en-US" altLang="zh-CN" sz="2000" b="1" dirty="0"/>
          </a:p>
          <a:p>
            <a:pPr marL="1698625" indent="-1698625"/>
            <a:r>
              <a:rPr lang="en-US" altLang="zh-CN" sz="2000" b="1" dirty="0">
                <a:sym typeface="+mn-ea"/>
              </a:rPr>
              <a:t>PCI Express</a:t>
            </a:r>
            <a:r>
              <a:rPr lang="zh-CN" altLang="en-US" sz="2000" b="1" dirty="0">
                <a:sym typeface="+mn-ea"/>
              </a:rPr>
              <a:t>、</a:t>
            </a:r>
            <a:r>
              <a:rPr lang="en-US" altLang="zh-CN" sz="2000" b="1" dirty="0">
                <a:sym typeface="+mn-ea"/>
              </a:rPr>
              <a:t>QPI</a:t>
            </a:r>
            <a:r>
              <a:rPr lang="zh-CN" altLang="en-US" sz="2000" b="1" dirty="0">
                <a:sym typeface="+mn-ea"/>
              </a:rPr>
              <a:t>、</a:t>
            </a:r>
            <a:r>
              <a:rPr lang="en-US" altLang="zh-CN" sz="2000" b="1" dirty="0">
                <a:sym typeface="+mn-ea"/>
              </a:rPr>
              <a:t>InfiniBand</a:t>
            </a:r>
            <a:r>
              <a:rPr lang="zh-CN" altLang="en-US" sz="2000" b="1" dirty="0">
                <a:sym typeface="+mn-ea"/>
              </a:rPr>
              <a:t>总线等，  </a:t>
            </a:r>
            <a:r>
              <a:rPr lang="zh-CN" altLang="en-US" sz="1800" b="1" dirty="0">
                <a:sym typeface="+mn-ea"/>
              </a:rPr>
              <a:t>←串行总线</a:t>
            </a:r>
            <a:endParaRPr lang="en-US" altLang="zh-CN" sz="2000" b="1" dirty="0"/>
          </a:p>
          <a:p>
            <a:pPr marL="1698625" indent="-1698625"/>
            <a:r>
              <a:rPr lang="en-US" altLang="zh-CN" sz="2000" b="1" dirty="0">
                <a:sym typeface="+mn-ea"/>
              </a:rPr>
              <a:t>USB</a:t>
            </a:r>
            <a:r>
              <a:rPr lang="zh-CN" altLang="en-US" sz="2000" b="1" dirty="0">
                <a:sym typeface="+mn-ea"/>
              </a:rPr>
              <a:t>、</a:t>
            </a:r>
            <a:r>
              <a:rPr lang="en-US" altLang="zh-CN" sz="2000" b="1" dirty="0">
                <a:sym typeface="+mn-ea"/>
              </a:rPr>
              <a:t>SCSI</a:t>
            </a:r>
            <a:r>
              <a:rPr lang="zh-CN" altLang="en-US" sz="2000" b="1" dirty="0">
                <a:sym typeface="+mn-ea"/>
              </a:rPr>
              <a:t>、</a:t>
            </a:r>
            <a:r>
              <a:rPr lang="en-US" altLang="zh-CN" sz="2000" b="1" dirty="0">
                <a:sym typeface="+mn-ea"/>
              </a:rPr>
              <a:t>IEEE1394</a:t>
            </a:r>
            <a:r>
              <a:rPr lang="zh-CN" altLang="en-US" sz="2000" b="1" dirty="0">
                <a:sym typeface="+mn-ea"/>
              </a:rPr>
              <a:t>、</a:t>
            </a:r>
            <a:r>
              <a:rPr lang="en-US" altLang="zh-CN" sz="2000" b="1" dirty="0">
                <a:sym typeface="+mn-ea"/>
              </a:rPr>
              <a:t>CAN</a:t>
            </a:r>
            <a:r>
              <a:rPr lang="zh-CN" altLang="en-US" sz="2000" b="1" dirty="0">
                <a:sym typeface="+mn-ea"/>
              </a:rPr>
              <a:t>总线等        </a:t>
            </a:r>
            <a:r>
              <a:rPr lang="zh-CN" altLang="en-US" sz="1800" b="1" dirty="0">
                <a:sym typeface="+mn-ea"/>
              </a:rPr>
              <a:t>←通信总线</a:t>
            </a:r>
            <a:endParaRPr lang="zh-CN" altLang="en-US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02" name="AutoShape 334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5400000">
            <a:off x="4428000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A51B-A8E5-4E38-A74D-F6E7BEFB9955}" type="slidenum">
              <a:rPr lang="en-US" altLang="zh-CN" smtClean="0"/>
              <a:t>20</a:t>
            </a:fld>
            <a:endParaRPr lang="en-US" altLang="zh-CN"/>
          </a:p>
        </p:txBody>
      </p:sp>
      <p:sp>
        <p:nvSpPr>
          <p:cNvPr id="155" name="Text Box 5"/>
          <p:cNvSpPr txBox="1">
            <a:spLocks noChangeArrowheads="1"/>
          </p:cNvSpPr>
          <p:nvPr/>
        </p:nvSpPr>
        <p:spPr bwMode="auto">
          <a:xfrm>
            <a:off x="179705" y="332656"/>
            <a:ext cx="3793489" cy="54002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698625" indent="-169862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</a:rPr>
              <a:t>、总线互连  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总线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设备之间</a:t>
            </a:r>
            <a:r>
              <a:rPr lang="en-US" altLang="zh-CN" sz="1800" b="1" dirty="0"/>
              <a:t>)</a:t>
            </a:r>
            <a:endParaRPr lang="zh-CN" altLang="en-US" sz="2200" b="1" dirty="0"/>
          </a:p>
          <a:p>
            <a:pPr marL="1698625" indent="-169862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</a:rPr>
              <a:t>部件连接方法：</a:t>
            </a:r>
          </a:p>
          <a:p>
            <a:pPr marL="1698625" indent="-169862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spc="-100" dirty="0">
              <a:solidFill>
                <a:srgbClr val="C00000"/>
              </a:solidFill>
            </a:endParaRPr>
          </a:p>
          <a:p>
            <a:pPr marL="1698625" indent="-169862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spc="-100" dirty="0">
              <a:solidFill>
                <a:srgbClr val="C00000"/>
              </a:solidFill>
            </a:endParaRPr>
          </a:p>
          <a:p>
            <a:pPr marL="1698625" indent="-169862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spc="-100" dirty="0">
              <a:solidFill>
                <a:srgbClr val="C00000"/>
              </a:solidFill>
            </a:endParaRPr>
          </a:p>
          <a:p>
            <a:pPr marL="1698625" indent="-169862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spc="-100" dirty="0">
              <a:solidFill>
                <a:srgbClr val="C00000"/>
              </a:solidFill>
            </a:endParaRPr>
          </a:p>
          <a:p>
            <a:pPr marL="1698625" indent="-1698625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spc="-100" dirty="0">
                <a:solidFill>
                  <a:srgbClr val="C00000"/>
                </a:solidFill>
              </a:rPr>
              <a:t> *</a:t>
            </a:r>
            <a:r>
              <a:rPr lang="zh-CN" altLang="en-US" sz="2200" b="1" spc="-100" dirty="0">
                <a:solidFill>
                  <a:srgbClr val="C00000"/>
                </a:solidFill>
              </a:rPr>
              <a:t>总线接口电路功能：</a:t>
            </a:r>
          </a:p>
          <a:p>
            <a:pPr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    ⑴总线侧操作</a:t>
            </a:r>
            <a:r>
              <a:rPr lang="en-US" altLang="zh-CN" sz="2200" b="1" dirty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sym typeface="+mn-ea"/>
              </a:rPr>
              <a:t> </a:t>
            </a: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   ⑵信息缓冲</a:t>
            </a:r>
            <a:r>
              <a:rPr lang="en-US" altLang="zh-CN" sz="2200" b="1" dirty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zh-CN" sz="1800" b="1" dirty="0">
              <a:solidFill>
                <a:schemeClr val="accent2"/>
              </a:solidFill>
              <a:sym typeface="+mn-ea"/>
            </a:endParaRPr>
          </a:p>
          <a:p>
            <a:pPr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    ⑶设备侧控制</a:t>
            </a:r>
            <a:r>
              <a:rPr lang="en-US" altLang="zh-CN" sz="2200" b="1" dirty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sym typeface="+mn-ea"/>
            </a:endParaRPr>
          </a:p>
          <a:p>
            <a:pPr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    ⑷信息格式转换</a:t>
            </a:r>
            <a:r>
              <a:rPr lang="en-US" altLang="zh-CN" sz="2200" b="1" dirty="0">
                <a:solidFill>
                  <a:schemeClr val="accent2"/>
                </a:solidFill>
                <a:sym typeface="+mn-ea"/>
              </a:rPr>
              <a:t>— </a:t>
            </a:r>
            <a:endParaRPr lang="zh-CN" altLang="en-US" sz="2200" b="1" spc="-100" dirty="0">
              <a:solidFill>
                <a:srgbClr val="C00000"/>
              </a:solidFill>
            </a:endParaRPr>
          </a:p>
        </p:txBody>
      </p:sp>
      <p:sp>
        <p:nvSpPr>
          <p:cNvPr id="156" name="Text Box 29"/>
          <p:cNvSpPr txBox="1">
            <a:spLocks noChangeArrowheads="1"/>
          </p:cNvSpPr>
          <p:nvPr/>
        </p:nvSpPr>
        <p:spPr bwMode="auto">
          <a:xfrm>
            <a:off x="2411730" y="764456"/>
            <a:ext cx="6575425" cy="263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b="1" dirty="0"/>
              <a:t>通过</a:t>
            </a:r>
            <a:r>
              <a:rPr lang="zh-CN" altLang="en-US" sz="2200" b="1" u="sng" dirty="0">
                <a:solidFill>
                  <a:srgbClr val="990099"/>
                </a:solidFill>
              </a:rPr>
              <a:t>总线接口电路</a:t>
            </a:r>
            <a:r>
              <a:rPr lang="zh-CN" altLang="en-US" sz="2200" b="1" dirty="0"/>
              <a:t>实现</a:t>
            </a:r>
            <a:r>
              <a:rPr lang="en-US" altLang="zh-CN" sz="2200" b="1" dirty="0"/>
              <a:t>    </a:t>
            </a:r>
            <a:r>
              <a:rPr lang="zh-CN" altLang="en-US" sz="1600" b="1" dirty="0"/>
              <a:t>←解决</a:t>
            </a:r>
            <a:r>
              <a:rPr lang="zh-CN" altLang="en-US" sz="1600" b="1" u="sng" dirty="0"/>
              <a:t>速度</a:t>
            </a:r>
            <a:r>
              <a:rPr lang="en-US" altLang="zh-CN" sz="1600" b="1" u="sng" dirty="0"/>
              <a:t>/</a:t>
            </a:r>
            <a:r>
              <a:rPr lang="zh-CN" altLang="en-US" sz="1600" b="1" u="sng" dirty="0"/>
              <a:t>格式</a:t>
            </a:r>
            <a:r>
              <a:rPr lang="en-US" altLang="zh-CN" sz="1600" b="1" u="sng" dirty="0"/>
              <a:t>/</a:t>
            </a:r>
            <a:r>
              <a:rPr lang="zh-CN" altLang="en-US" sz="1600" b="1" u="sng" dirty="0"/>
              <a:t>电平</a:t>
            </a:r>
            <a:r>
              <a:rPr lang="en-US" altLang="zh-CN" sz="1600" b="1" u="sng" dirty="0"/>
              <a:t>/</a:t>
            </a:r>
            <a:r>
              <a:rPr lang="zh-CN" altLang="en-US" sz="1600" b="1" u="sng" dirty="0"/>
              <a:t>时序</a:t>
            </a:r>
            <a:r>
              <a:rPr lang="zh-CN" altLang="en-US" sz="1600" b="1" dirty="0"/>
              <a:t>差异</a:t>
            </a:r>
            <a:endParaRPr lang="zh-CN" altLang="en-US" sz="1800" b="1" dirty="0"/>
          </a:p>
          <a:p>
            <a:endParaRPr lang="zh-CN" altLang="en-US" sz="2200" dirty="0"/>
          </a:p>
          <a:p>
            <a:endParaRPr lang="zh-CN" altLang="en-US" sz="2200" dirty="0"/>
          </a:p>
          <a:p>
            <a:endParaRPr lang="zh-CN" altLang="en-US" sz="2200" dirty="0"/>
          </a:p>
          <a:p>
            <a:endParaRPr lang="zh-CN" altLang="en-US" sz="2200" dirty="0"/>
          </a:p>
          <a:p>
            <a:pPr>
              <a:spcBef>
                <a:spcPts val="300"/>
              </a:spcBef>
            </a:pPr>
            <a:r>
              <a:rPr lang="en-US" altLang="zh-CN" sz="2200" b="1" dirty="0">
                <a:solidFill>
                  <a:schemeClr val="tx1"/>
                </a:solidFill>
                <a:sym typeface="+mn-ea"/>
              </a:rPr>
              <a:t>   </a:t>
            </a:r>
            <a:r>
              <a:rPr lang="zh-CN" altLang="en-US" sz="2200" b="1" u="sng" dirty="0">
                <a:solidFill>
                  <a:srgbClr val="FF3399"/>
                </a:solidFill>
                <a:sym typeface="+mn-ea"/>
              </a:rPr>
              <a:t>中转</a:t>
            </a:r>
            <a:r>
              <a:rPr lang="zh-CN" altLang="en-US" sz="2200" b="1" dirty="0">
                <a:sym typeface="+mn-ea"/>
              </a:rPr>
              <a:t>对设备的操作  </a:t>
            </a:r>
            <a:r>
              <a:rPr lang="en-US" altLang="zh-CN" sz="1800" b="1" dirty="0">
                <a:sym typeface="+mn-ea"/>
              </a:rPr>
              <a:t>   </a:t>
            </a:r>
            <a:r>
              <a:rPr lang="zh-CN" altLang="en-US" sz="1800" b="1" dirty="0">
                <a:sym typeface="+mn-ea"/>
              </a:rPr>
              <a:t>←先收下、再转发</a:t>
            </a:r>
            <a:endParaRPr lang="en-US" altLang="zh-CN" sz="1800" b="1" dirty="0">
              <a:sym typeface="+mn-ea"/>
            </a:endParaRPr>
          </a:p>
        </p:txBody>
      </p:sp>
      <p:grpSp>
        <p:nvGrpSpPr>
          <p:cNvPr id="276" name="组合 275"/>
          <p:cNvGrpSpPr/>
          <p:nvPr/>
        </p:nvGrpSpPr>
        <p:grpSpPr>
          <a:xfrm>
            <a:off x="897890" y="1268760"/>
            <a:ext cx="7381875" cy="1583690"/>
            <a:chOff x="1753" y="5272"/>
            <a:chExt cx="11625" cy="2494"/>
          </a:xfrm>
        </p:grpSpPr>
        <p:sp>
          <p:nvSpPr>
            <p:cNvPr id="158" name="Rectangle 8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757" y="5783"/>
              <a:ext cx="1701" cy="130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" name="Text Box 10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871" y="6236"/>
              <a:ext cx="454" cy="39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CU</a:t>
              </a:r>
            </a:p>
          </p:txBody>
        </p:sp>
        <p:sp>
          <p:nvSpPr>
            <p:cNvPr id="161" name="Text Box 14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433" y="6517"/>
              <a:ext cx="907" cy="453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/>
                <a:t>ALU</a:t>
              </a:r>
            </a:p>
          </p:txBody>
        </p:sp>
        <p:sp>
          <p:nvSpPr>
            <p:cNvPr id="162" name="Text Box 15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433" y="5896"/>
              <a:ext cx="90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BIU</a:t>
              </a:r>
            </a:p>
          </p:txBody>
        </p:sp>
        <p:sp>
          <p:nvSpPr>
            <p:cNvPr id="164" name="Text Box 1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178" y="6520"/>
              <a:ext cx="1134" cy="39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显示器</a:t>
              </a:r>
            </a:p>
          </p:txBody>
        </p:sp>
        <p:sp>
          <p:nvSpPr>
            <p:cNvPr id="165" name="Text Box 20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839" y="5896"/>
              <a:ext cx="192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/>
                <a:t>显示适配器</a:t>
              </a:r>
            </a:p>
          </p:txBody>
        </p:sp>
        <p:sp>
          <p:nvSpPr>
            <p:cNvPr id="166" name="Text Box 2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681" y="5896"/>
              <a:ext cx="1814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主存控制器</a:t>
              </a:r>
            </a:p>
          </p:txBody>
        </p:sp>
        <p:sp>
          <p:nvSpPr>
            <p:cNvPr id="167" name="Text Box 22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698" y="6517"/>
              <a:ext cx="1134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内存条</a:t>
              </a:r>
            </a:p>
          </p:txBody>
        </p:sp>
        <p:sp>
          <p:nvSpPr>
            <p:cNvPr id="168" name="Text Box 3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9694" y="5896"/>
              <a:ext cx="1814" cy="39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HOST/PCI</a:t>
              </a:r>
              <a:r>
                <a:rPr lang="zh-CN" altLang="en-US" sz="1600" b="1" dirty="0"/>
                <a:t>桥</a:t>
              </a:r>
            </a:p>
          </p:txBody>
        </p:sp>
        <p:sp>
          <p:nvSpPr>
            <p:cNvPr id="171" name="Text Box 36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994" y="7370"/>
              <a:ext cx="1134" cy="39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键盘</a:t>
              </a:r>
            </a:p>
          </p:txBody>
        </p:sp>
        <p:sp>
          <p:nvSpPr>
            <p:cNvPr id="172" name="Text Box 37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879" y="6744"/>
              <a:ext cx="136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PS/2</a:t>
              </a:r>
              <a:r>
                <a:rPr lang="zh-CN" altLang="en-US" sz="1600" b="1" dirty="0"/>
                <a:t>接口</a:t>
              </a:r>
            </a:p>
          </p:txBody>
        </p:sp>
        <p:sp>
          <p:nvSpPr>
            <p:cNvPr id="177" name="Text Box 318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949" y="5272"/>
              <a:ext cx="1479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/>
                <a:t>HOST</a:t>
              </a:r>
              <a:r>
                <a:rPr lang="zh-CN" altLang="en-US" sz="1600" b="1" dirty="0"/>
                <a:t>总线</a:t>
              </a:r>
              <a:endParaRPr lang="en-US" altLang="zh-CN" sz="1600" b="1" dirty="0"/>
            </a:p>
          </p:txBody>
        </p:sp>
        <p:cxnSp>
          <p:nvCxnSpPr>
            <p:cNvPr id="178" name="直接连接符 177"/>
            <p:cNvCxnSpPr/>
            <p:nvPr>
              <p:custDataLst>
                <p:tags r:id="rId14"/>
              </p:custDataLst>
            </p:nvPr>
          </p:nvCxnSpPr>
          <p:spPr bwMode="auto">
            <a:xfrm>
              <a:off x="1753" y="5669"/>
              <a:ext cx="11622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直接连接符 178"/>
            <p:cNvCxnSpPr/>
            <p:nvPr>
              <p:custDataLst>
                <p:tags r:id="rId15"/>
              </p:custDataLst>
            </p:nvPr>
          </p:nvCxnSpPr>
          <p:spPr bwMode="auto">
            <a:xfrm flipH="1">
              <a:off x="2887" y="5669"/>
              <a:ext cx="1" cy="228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9" name="Text Box 318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1906" y="6174"/>
              <a:ext cx="1362" cy="34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/>
                <a:t>PCI</a:t>
              </a:r>
              <a:r>
                <a:rPr lang="zh-CN" altLang="en-US" sz="1600" b="1" dirty="0"/>
                <a:t>总线</a:t>
              </a:r>
              <a:endParaRPr lang="en-US" altLang="zh-CN" sz="1600" b="1" dirty="0"/>
            </a:p>
          </p:txBody>
        </p:sp>
        <p:cxnSp>
          <p:nvCxnSpPr>
            <p:cNvPr id="204" name="直接连接符 203"/>
            <p:cNvCxnSpPr/>
            <p:nvPr>
              <p:custDataLst>
                <p:tags r:id="rId17"/>
              </p:custDataLst>
            </p:nvPr>
          </p:nvCxnSpPr>
          <p:spPr bwMode="auto">
            <a:xfrm>
              <a:off x="4588" y="5668"/>
              <a:ext cx="0" cy="228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3" name="直接连接符 212"/>
            <p:cNvCxnSpPr/>
            <p:nvPr>
              <p:custDataLst>
                <p:tags r:id="rId18"/>
              </p:custDataLst>
            </p:nvPr>
          </p:nvCxnSpPr>
          <p:spPr bwMode="auto">
            <a:xfrm>
              <a:off x="6803" y="5669"/>
              <a:ext cx="0" cy="228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4" name="直接连接符 213"/>
            <p:cNvCxnSpPr/>
            <p:nvPr>
              <p:custDataLst>
                <p:tags r:id="rId19"/>
              </p:custDataLst>
            </p:nvPr>
          </p:nvCxnSpPr>
          <p:spPr bwMode="auto">
            <a:xfrm>
              <a:off x="6915" y="6293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5" name="Text Box 13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8105" y="5896"/>
              <a:ext cx="45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/>
                <a:t>…</a:t>
              </a:r>
            </a:p>
          </p:txBody>
        </p:sp>
        <p:cxnSp>
          <p:nvCxnSpPr>
            <p:cNvPr id="216" name="直接连接符 215"/>
            <p:cNvCxnSpPr/>
            <p:nvPr>
              <p:custDataLst>
                <p:tags r:id="rId21"/>
              </p:custDataLst>
            </p:nvPr>
          </p:nvCxnSpPr>
          <p:spPr bwMode="auto">
            <a:xfrm>
              <a:off x="10602" y="5668"/>
              <a:ext cx="0" cy="228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7" name="直接连接符 216"/>
            <p:cNvCxnSpPr/>
            <p:nvPr>
              <p:custDataLst>
                <p:tags r:id="rId22"/>
              </p:custDataLst>
            </p:nvPr>
          </p:nvCxnSpPr>
          <p:spPr bwMode="auto">
            <a:xfrm>
              <a:off x="10602" y="6293"/>
              <a:ext cx="0" cy="228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8" name="直接连接符 217"/>
            <p:cNvCxnSpPr/>
            <p:nvPr>
              <p:custDataLst>
                <p:tags r:id="rId23"/>
              </p:custDataLst>
            </p:nvPr>
          </p:nvCxnSpPr>
          <p:spPr bwMode="auto">
            <a:xfrm>
              <a:off x="7880" y="6520"/>
              <a:ext cx="5499" cy="1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9" name="直接连接符 218"/>
            <p:cNvCxnSpPr/>
            <p:nvPr>
              <p:custDataLst>
                <p:tags r:id="rId24"/>
              </p:custDataLst>
            </p:nvPr>
          </p:nvCxnSpPr>
          <p:spPr bwMode="auto">
            <a:xfrm>
              <a:off x="8560" y="6520"/>
              <a:ext cx="0" cy="228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0" name="Text Box 13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9298" y="6746"/>
              <a:ext cx="45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/>
                <a:t>…</a:t>
              </a:r>
            </a:p>
          </p:txBody>
        </p:sp>
        <p:cxnSp>
          <p:nvCxnSpPr>
            <p:cNvPr id="222" name="直接连接符 221"/>
            <p:cNvCxnSpPr/>
            <p:nvPr>
              <p:custDataLst>
                <p:tags r:id="rId26"/>
              </p:custDataLst>
            </p:nvPr>
          </p:nvCxnSpPr>
          <p:spPr bwMode="auto">
            <a:xfrm>
              <a:off x="8560" y="7143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5" name="Text Box 40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1962" y="7370"/>
              <a:ext cx="1247" cy="39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USB</a:t>
              </a:r>
              <a:r>
                <a:rPr lang="zh-CN" altLang="en-US" sz="1600" b="1" dirty="0"/>
                <a:t>设备</a:t>
              </a:r>
            </a:p>
          </p:txBody>
        </p:sp>
        <p:sp>
          <p:nvSpPr>
            <p:cNvPr id="226" name="Text Box 4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1792" y="6746"/>
              <a:ext cx="158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USB</a:t>
              </a:r>
              <a:r>
                <a:rPr lang="zh-CN" altLang="en-US" sz="1600" b="1" dirty="0"/>
                <a:t>控制器</a:t>
              </a:r>
            </a:p>
          </p:txBody>
        </p:sp>
        <p:cxnSp>
          <p:nvCxnSpPr>
            <p:cNvPr id="227" name="直接连接符 226"/>
            <p:cNvCxnSpPr/>
            <p:nvPr>
              <p:custDataLst>
                <p:tags r:id="rId29"/>
              </p:custDataLst>
            </p:nvPr>
          </p:nvCxnSpPr>
          <p:spPr bwMode="auto">
            <a:xfrm>
              <a:off x="12529" y="6520"/>
              <a:ext cx="0" cy="231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8" name="直接连接符 227"/>
            <p:cNvCxnSpPr/>
            <p:nvPr>
              <p:custDataLst>
                <p:tags r:id="rId30"/>
              </p:custDataLst>
            </p:nvPr>
          </p:nvCxnSpPr>
          <p:spPr bwMode="auto">
            <a:xfrm>
              <a:off x="12473" y="7143"/>
              <a:ext cx="0" cy="22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9" name="直接连接符 228"/>
            <p:cNvCxnSpPr/>
            <p:nvPr>
              <p:custDataLst>
                <p:tags r:id="rId31"/>
              </p:custDataLst>
            </p:nvPr>
          </p:nvCxnSpPr>
          <p:spPr bwMode="auto">
            <a:xfrm>
              <a:off x="12643" y="7143"/>
              <a:ext cx="0" cy="22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5" name="Text Box 40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0148" y="7370"/>
              <a:ext cx="1134" cy="39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硬盘</a:t>
              </a:r>
            </a:p>
          </p:txBody>
        </p:sp>
        <p:sp>
          <p:nvSpPr>
            <p:cNvPr id="176" name="Text Box 41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9808" y="6746"/>
              <a:ext cx="1814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硬盘控制器</a:t>
              </a:r>
            </a:p>
          </p:txBody>
        </p:sp>
        <p:cxnSp>
          <p:nvCxnSpPr>
            <p:cNvPr id="221" name="直接连接符 220"/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10773" y="6519"/>
              <a:ext cx="0" cy="227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3" name="直接连接符 222"/>
            <p:cNvCxnSpPr/>
            <p:nvPr>
              <p:custDataLst>
                <p:tags r:id="rId35"/>
              </p:custDataLst>
            </p:nvPr>
          </p:nvCxnSpPr>
          <p:spPr bwMode="auto">
            <a:xfrm>
              <a:off x="10715" y="7143"/>
              <a:ext cx="0" cy="227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2" name="直接连接符 231"/>
            <p:cNvCxnSpPr/>
            <p:nvPr>
              <p:custDataLst>
                <p:tags r:id="rId36"/>
              </p:custDataLst>
            </p:nvPr>
          </p:nvCxnSpPr>
          <p:spPr bwMode="auto">
            <a:xfrm>
              <a:off x="10489" y="7143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3" name="直接连接符 232"/>
            <p:cNvCxnSpPr/>
            <p:nvPr>
              <p:custDataLst>
                <p:tags r:id="rId37"/>
              </p:custDataLst>
            </p:nvPr>
          </p:nvCxnSpPr>
          <p:spPr bwMode="auto">
            <a:xfrm>
              <a:off x="6632" y="6293"/>
              <a:ext cx="0" cy="226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4" name="Text Box 22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4705" y="7030"/>
              <a:ext cx="1134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内存条</a:t>
              </a:r>
            </a:p>
          </p:txBody>
        </p:sp>
        <p:cxnSp>
          <p:nvCxnSpPr>
            <p:cNvPr id="235" name="直接连接符 234"/>
            <p:cNvCxnSpPr/>
            <p:nvPr>
              <p:custDataLst>
                <p:tags r:id="rId39"/>
              </p:custDataLst>
            </p:nvPr>
          </p:nvCxnSpPr>
          <p:spPr bwMode="auto">
            <a:xfrm>
              <a:off x="4422" y="6293"/>
              <a:ext cx="0" cy="1077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3" name="直接连接符 272"/>
            <p:cNvCxnSpPr/>
            <p:nvPr>
              <p:custDataLst>
                <p:tags r:id="rId40"/>
              </p:custDataLst>
            </p:nvPr>
          </p:nvCxnSpPr>
          <p:spPr bwMode="auto">
            <a:xfrm>
              <a:off x="4422" y="6746"/>
              <a:ext cx="283" cy="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4" name="直接连接符 273"/>
            <p:cNvCxnSpPr/>
            <p:nvPr>
              <p:custDataLst>
                <p:tags r:id="rId41"/>
              </p:custDataLst>
            </p:nvPr>
          </p:nvCxnSpPr>
          <p:spPr bwMode="auto">
            <a:xfrm>
              <a:off x="4422" y="7257"/>
              <a:ext cx="283" cy="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5" name="直接连接符 274"/>
            <p:cNvCxnSpPr/>
            <p:nvPr>
              <p:custDataLst>
                <p:tags r:id="rId42"/>
              </p:custDataLst>
            </p:nvPr>
          </p:nvCxnSpPr>
          <p:spPr bwMode="auto">
            <a:xfrm>
              <a:off x="2891" y="6293"/>
              <a:ext cx="0" cy="227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78" name="Text Box 46"/>
          <p:cNvSpPr txBox="1">
            <a:spLocks noChangeArrowheads="1"/>
          </p:cNvSpPr>
          <p:nvPr/>
        </p:nvSpPr>
        <p:spPr bwMode="auto">
          <a:xfrm>
            <a:off x="2448000" y="3284984"/>
            <a:ext cx="6516294" cy="23994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990099"/>
                </a:solidFill>
              </a:rPr>
              <a:t> </a:t>
            </a:r>
            <a:r>
              <a:rPr lang="en-US" altLang="zh-CN" sz="2200" b="1" dirty="0">
                <a:solidFill>
                  <a:srgbClr val="990099"/>
                </a:solidFill>
              </a:rPr>
              <a:t> </a:t>
            </a:r>
            <a:r>
              <a:rPr lang="zh-CN" altLang="en-US" sz="2200" b="1" u="sng" dirty="0">
                <a:solidFill>
                  <a:srgbClr val="990099"/>
                </a:solidFill>
              </a:rPr>
              <a:t>侦测</a:t>
            </a:r>
            <a:r>
              <a:rPr lang="zh-CN" altLang="en-US" sz="2200" b="1" dirty="0"/>
              <a:t>总线状态</a:t>
            </a:r>
            <a:r>
              <a:rPr lang="zh-CN" sz="2200" b="1" dirty="0"/>
              <a:t>，</a:t>
            </a:r>
            <a:r>
              <a:rPr lang="zh-CN" altLang="en-US" sz="2200" b="1" u="sng" dirty="0">
                <a:solidFill>
                  <a:srgbClr val="990099"/>
                </a:solidFill>
              </a:rPr>
              <a:t>决定</a:t>
            </a:r>
            <a:r>
              <a:rPr lang="zh-CN" altLang="en-US" sz="2200" b="1" dirty="0"/>
              <a:t>是否</a:t>
            </a:r>
            <a:r>
              <a:rPr lang="zh-CN" altLang="en-US" sz="2200" b="1" u="sng" dirty="0"/>
              <a:t>发起</a:t>
            </a:r>
            <a:r>
              <a:rPr lang="en-US" altLang="zh-CN" sz="2200" b="1" u="sng" dirty="0"/>
              <a:t>/</a:t>
            </a:r>
            <a:r>
              <a:rPr lang="zh-CN" altLang="en-US" sz="2200" b="1" u="sng" dirty="0"/>
              <a:t>响应</a:t>
            </a:r>
            <a:r>
              <a:rPr lang="zh-CN" altLang="en-US" sz="2200" b="1" dirty="0"/>
              <a:t>总线操作</a:t>
            </a:r>
          </a:p>
          <a:p>
            <a:r>
              <a:rPr lang="zh-CN" altLang="en-US" sz="2200" b="1" u="sng" dirty="0">
                <a:solidFill>
                  <a:srgbClr val="990099"/>
                </a:solidFill>
                <a:sym typeface="+mn-ea"/>
              </a:rPr>
              <a:t>暂存</a:t>
            </a:r>
            <a:r>
              <a:rPr lang="zh-CN" altLang="en-US" sz="2200" b="1" dirty="0">
                <a:sym typeface="+mn-ea"/>
              </a:rPr>
              <a:t>来自总线和设备的信息</a:t>
            </a:r>
            <a:endParaRPr lang="en-US" altLang="zh-CN" sz="2200" b="1" dirty="0">
              <a:sym typeface="+mn-ea"/>
            </a:endParaRPr>
          </a:p>
          <a:p>
            <a:pPr>
              <a:lnSpc>
                <a:spcPct val="90000"/>
              </a:lnSpc>
            </a:pPr>
            <a:r>
              <a:rPr lang="zh-CN" altLang="en-US" sz="1800" b="1" dirty="0">
                <a:sym typeface="+mn-ea"/>
              </a:rPr>
              <a:t> 命令</a:t>
            </a:r>
            <a:r>
              <a:rPr lang="en-US" altLang="zh-CN" sz="1800" b="1" dirty="0">
                <a:sym typeface="+mn-ea"/>
              </a:rPr>
              <a:t>&amp;</a:t>
            </a:r>
            <a:r>
              <a:rPr lang="zh-CN" altLang="en-US" sz="1800" b="1" dirty="0">
                <a:sym typeface="+mn-ea"/>
              </a:rPr>
              <a:t>数据</a:t>
            </a:r>
            <a:r>
              <a:rPr lang="en-US" altLang="zh-CN" sz="1800" b="1" dirty="0">
                <a:sym typeface="+mn-ea"/>
              </a:rPr>
              <a:t>→</a:t>
            </a:r>
            <a:r>
              <a:rPr lang="en-US" altLang="zh-CN" sz="1800" dirty="0">
                <a:sym typeface="+mn-ea"/>
              </a:rPr>
              <a:t>┘</a:t>
            </a:r>
            <a:r>
              <a:rPr lang="en-US" altLang="zh-CN" sz="1800" b="1" dirty="0">
                <a:sym typeface="+mn-ea"/>
              </a:rPr>
              <a:t>     </a:t>
            </a:r>
            <a:r>
              <a:rPr lang="en-US" altLang="zh-CN" sz="1800" dirty="0">
                <a:sym typeface="+mn-ea"/>
              </a:rPr>
              <a:t>└</a:t>
            </a:r>
            <a:r>
              <a:rPr lang="en-US" altLang="zh-CN" sz="1800" b="1" dirty="0">
                <a:sym typeface="+mn-ea"/>
              </a:rPr>
              <a:t>←</a:t>
            </a:r>
            <a:r>
              <a:rPr lang="zh-CN" altLang="en-US" sz="1800" b="1" dirty="0">
                <a:sym typeface="+mn-ea"/>
              </a:rPr>
              <a:t>数据</a:t>
            </a:r>
            <a:r>
              <a:rPr lang="en-US" altLang="zh-CN" sz="1800" b="1" dirty="0">
                <a:sym typeface="+mn-ea"/>
              </a:rPr>
              <a:t>&amp;</a:t>
            </a:r>
            <a:r>
              <a:rPr lang="zh-CN" altLang="en-US" sz="1800" b="1" dirty="0">
                <a:sym typeface="+mn-ea"/>
              </a:rPr>
              <a:t>状态</a:t>
            </a:r>
            <a:endParaRPr lang="zh-CN" altLang="en-US" sz="1800" b="1" dirty="0"/>
          </a:p>
          <a:p>
            <a:r>
              <a:rPr lang="en-US" altLang="zh-CN" sz="2200" b="1" dirty="0">
                <a:sym typeface="+mn-ea"/>
              </a:rPr>
              <a:t>  </a:t>
            </a:r>
            <a:r>
              <a:rPr lang="zh-CN" altLang="en-US" sz="2200" b="1" u="sng" dirty="0">
                <a:solidFill>
                  <a:srgbClr val="990099"/>
                </a:solidFill>
                <a:sym typeface="+mn-ea"/>
              </a:rPr>
              <a:t>侦测</a:t>
            </a:r>
            <a:r>
              <a:rPr lang="en-US" altLang="zh-CN" sz="2200" b="1" u="sng" dirty="0">
                <a:solidFill>
                  <a:srgbClr val="990099"/>
                </a:solidFill>
                <a:sym typeface="+mn-ea"/>
              </a:rPr>
              <a:t>&amp;</a:t>
            </a:r>
            <a:r>
              <a:rPr lang="zh-CN" altLang="en-US" sz="2200" b="1" u="sng" dirty="0">
                <a:solidFill>
                  <a:srgbClr val="990099"/>
                </a:solidFill>
                <a:sym typeface="+mn-ea"/>
              </a:rPr>
              <a:t>保存</a:t>
            </a:r>
            <a:r>
              <a:rPr lang="zh-CN" altLang="en-US" sz="2200" b="1" dirty="0">
                <a:sym typeface="+mn-ea"/>
              </a:rPr>
              <a:t>设备状态；</a:t>
            </a:r>
            <a:endParaRPr lang="en-US" altLang="zh-CN" sz="2200" b="1" dirty="0">
              <a:sym typeface="+mn-ea"/>
            </a:endParaRPr>
          </a:p>
          <a:p>
            <a:r>
              <a:rPr lang="en-US" altLang="zh-CN" sz="2200" b="1" dirty="0">
                <a:solidFill>
                  <a:srgbClr val="0070C0"/>
                </a:solidFill>
                <a:sym typeface="+mn-ea"/>
              </a:rPr>
              <a:t>  </a:t>
            </a:r>
            <a:r>
              <a:rPr lang="zh-CN" altLang="en-US" sz="2200" b="1" dirty="0">
                <a:solidFill>
                  <a:srgbClr val="0070C0"/>
                </a:solidFill>
                <a:sym typeface="+mn-ea"/>
              </a:rPr>
              <a:t>就绪时</a:t>
            </a:r>
            <a:r>
              <a:rPr lang="zh-CN" altLang="en-US" sz="2200" b="1" u="sng" dirty="0">
                <a:solidFill>
                  <a:srgbClr val="990099"/>
                </a:solidFill>
                <a:sym typeface="+mn-ea"/>
              </a:rPr>
              <a:t>转发</a:t>
            </a:r>
            <a:r>
              <a:rPr lang="zh-CN" altLang="en-US" sz="2200" b="1" dirty="0">
                <a:sym typeface="+mn-ea"/>
              </a:rPr>
              <a:t>命令</a:t>
            </a:r>
            <a:r>
              <a:rPr lang="en-US" altLang="zh-CN" sz="2200" b="1" dirty="0">
                <a:sym typeface="+mn-ea"/>
              </a:rPr>
              <a:t>/</a:t>
            </a:r>
            <a:r>
              <a:rPr lang="zh-CN" altLang="en-US" sz="2200" b="1" dirty="0">
                <a:sym typeface="+mn-ea"/>
              </a:rPr>
              <a:t>数据、</a:t>
            </a:r>
            <a:r>
              <a:rPr lang="zh-CN" altLang="en-US" sz="2200" b="1" u="sng" dirty="0">
                <a:solidFill>
                  <a:srgbClr val="990099"/>
                </a:solidFill>
                <a:sym typeface="+mn-ea"/>
              </a:rPr>
              <a:t>接收</a:t>
            </a:r>
            <a:r>
              <a:rPr lang="zh-CN" altLang="en-US" sz="2200" b="1" dirty="0">
                <a:sym typeface="+mn-ea"/>
              </a:rPr>
              <a:t>数据</a:t>
            </a:r>
            <a:r>
              <a:rPr lang="en-US" altLang="zh-CN" sz="1800" b="1" dirty="0">
                <a:sym typeface="+mn-ea"/>
              </a:rPr>
              <a:t>(</a:t>
            </a:r>
            <a:r>
              <a:rPr lang="zh-CN" altLang="en-US" sz="1800" b="1" dirty="0">
                <a:sym typeface="+mn-ea"/>
              </a:rPr>
              <a:t>输入设备时</a:t>
            </a:r>
            <a:r>
              <a:rPr lang="en-US" altLang="zh-CN" sz="1800" b="1" dirty="0">
                <a:sym typeface="+mn-ea"/>
              </a:rPr>
              <a:t>)</a:t>
            </a:r>
          </a:p>
          <a:p>
            <a:pPr>
              <a:spcBef>
                <a:spcPts val="100"/>
              </a:spcBef>
            </a:pPr>
            <a:r>
              <a:rPr lang="en-US" altLang="zh-CN" sz="2200" b="1" dirty="0">
                <a:sym typeface="+mn-ea"/>
              </a:rPr>
              <a:t>    </a:t>
            </a:r>
            <a:r>
              <a:rPr lang="zh-CN" altLang="en-US" sz="2200" b="1" u="sng" dirty="0">
                <a:solidFill>
                  <a:srgbClr val="990099"/>
                </a:solidFill>
                <a:sym typeface="+mn-ea"/>
              </a:rPr>
              <a:t>实现</a:t>
            </a:r>
            <a:r>
              <a:rPr lang="zh-CN" altLang="en-US" sz="2200" b="1" dirty="0">
                <a:sym typeface="+mn-ea"/>
              </a:rPr>
              <a:t>暂存信息</a:t>
            </a:r>
            <a:r>
              <a:rPr lang="en-US" altLang="zh-CN" sz="2200" b="1" dirty="0">
                <a:sym typeface="+mn-ea"/>
              </a:rPr>
              <a:t>-</a:t>
            </a:r>
            <a:r>
              <a:rPr lang="zh-CN" altLang="en-US" sz="2200" b="1" dirty="0">
                <a:sym typeface="+mn-ea"/>
              </a:rPr>
              <a:t>设备信息的格式转换</a:t>
            </a:r>
            <a:endParaRPr lang="en-US" altLang="zh-CN" sz="2200" b="1" dirty="0">
              <a:sym typeface="+mn-ea"/>
            </a:endParaRPr>
          </a:p>
        </p:txBody>
      </p:sp>
      <p:sp>
        <p:nvSpPr>
          <p:cNvPr id="279" name="Text Box 3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99795" y="6021070"/>
            <a:ext cx="4320000" cy="32893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 tIns="10800" bIns="1080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CC3300"/>
                </a:solidFill>
              </a:rPr>
              <a:t>作业</a:t>
            </a:r>
            <a:r>
              <a:rPr lang="en-US" altLang="zh-CN" sz="2000" b="1" dirty="0">
                <a:solidFill>
                  <a:srgbClr val="CC3300"/>
                </a:solidFill>
              </a:rPr>
              <a:t>6</a:t>
            </a:r>
            <a:r>
              <a:rPr lang="zh-CN" altLang="en-US" sz="2000" b="1" dirty="0">
                <a:solidFill>
                  <a:srgbClr val="CC3300"/>
                </a:solidFill>
              </a:rPr>
              <a:t>：</a:t>
            </a:r>
            <a:r>
              <a:rPr lang="en-US" altLang="zh-CN" sz="2000" b="1" dirty="0"/>
              <a:t>P258—</a:t>
            </a:r>
            <a:r>
              <a:rPr lang="en-US" altLang="zh-CN" sz="2000" b="1" dirty="0">
                <a:solidFill>
                  <a:srgbClr val="CC3300"/>
                </a:solidFill>
              </a:rPr>
              <a:t> 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6</a:t>
            </a:r>
            <a:r>
              <a:rPr lang="zh-CN" altLang="en-US" sz="2000" b="1" dirty="0"/>
              <a:t>、</a:t>
            </a:r>
            <a:r>
              <a:rPr lang="en-US" altLang="zh-CN" sz="2000" b="1" dirty="0">
                <a:sym typeface="+mn-ea"/>
              </a:rPr>
              <a:t>9</a:t>
            </a:r>
            <a:r>
              <a:rPr lang="zh-CN" altLang="en-US" sz="2000" b="1" dirty="0">
                <a:sym typeface="+mn-ea"/>
              </a:rPr>
              <a:t>、</a:t>
            </a:r>
            <a:r>
              <a:rPr lang="en-US" altLang="zh-CN" sz="2000" b="1" dirty="0">
                <a:sym typeface="+mn-ea"/>
              </a:rPr>
              <a:t>10</a:t>
            </a:r>
            <a:r>
              <a:rPr lang="zh-CN" altLang="en-US" sz="2000" b="1" dirty="0">
                <a:sym typeface="+mn-ea"/>
              </a:rPr>
              <a:t>、</a:t>
            </a:r>
            <a:r>
              <a:rPr lang="en-US" altLang="zh-CN" sz="2000" b="1" dirty="0">
                <a:sym typeface="+mn-ea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752C309-B118-47AE-A121-B8770D1F5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A51B-A8E5-4E38-A74D-F6E7BEFB9955}" type="slidenum">
              <a:rPr lang="en-US" altLang="zh-CN" smtClean="0"/>
              <a:t>21</a:t>
            </a:fld>
            <a:endParaRPr lang="en-US" altLang="zh-CN"/>
          </a:p>
        </p:txBody>
      </p:sp>
      <p:sp>
        <p:nvSpPr>
          <p:cNvPr id="27" name="Text Box 168">
            <a:extLst>
              <a:ext uri="{FF2B5EF4-FFF2-40B4-BE49-F238E27FC236}">
                <a16:creationId xmlns:a16="http://schemas.microsoft.com/office/drawing/2014/main" id="{3F4A3F6D-C072-4529-81C2-28D3E46F1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79384"/>
            <a:ext cx="8785225" cy="3540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200" b="1" dirty="0">
                <a:solidFill>
                  <a:srgbClr val="FF3399"/>
                </a:solidFill>
              </a:rPr>
              <a:t> </a:t>
            </a:r>
            <a:r>
              <a:rPr lang="en-US" altLang="zh-CN" sz="2200" b="1" dirty="0">
                <a:solidFill>
                  <a:srgbClr val="FF3399"/>
                </a:solidFill>
              </a:rPr>
              <a:t>※</a:t>
            </a:r>
            <a:r>
              <a:rPr lang="zh-CN" altLang="en-US" sz="2200" b="1" dirty="0">
                <a:solidFill>
                  <a:srgbClr val="FF3399"/>
                </a:solidFill>
              </a:rPr>
              <a:t>总线复习思考</a:t>
            </a:r>
            <a:endParaRPr lang="en-US" altLang="zh-CN" sz="2200" b="1" dirty="0">
              <a:solidFill>
                <a:srgbClr val="FF3399"/>
              </a:solidFill>
            </a:endParaRPr>
          </a:p>
          <a:p>
            <a:r>
              <a:rPr lang="zh-CN" altLang="en-US" sz="2000" b="1" dirty="0"/>
              <a:t>   ⑴各主设备需分时使用总线，</a:t>
            </a:r>
            <a:r>
              <a:rPr lang="zh-CN" altLang="en-US" sz="2000" b="1" u="sng" dirty="0"/>
              <a:t>总线使用权</a:t>
            </a:r>
            <a:r>
              <a:rPr lang="zh-CN" altLang="en-US" sz="2000" b="1" dirty="0"/>
              <a:t>的管理方法、实现需求？</a:t>
            </a:r>
            <a:endParaRPr lang="en-US" altLang="zh-CN" sz="2000" b="1" dirty="0"/>
          </a:p>
          <a:p>
            <a:r>
              <a:rPr lang="en-US" altLang="zh-CN" sz="2000" b="1" dirty="0"/>
              <a:t>   </a:t>
            </a:r>
            <a:r>
              <a:rPr lang="zh-CN" altLang="en-US" sz="2000" b="1" dirty="0"/>
              <a:t>⑵如何标识总线传输时的不同从设备？</a:t>
            </a:r>
            <a:r>
              <a:rPr lang="zh-CN" altLang="en-US" sz="2000" b="1" u="sng" dirty="0"/>
              <a:t>系统总线的信号线</a:t>
            </a:r>
            <a:r>
              <a:rPr lang="zh-CN" altLang="en-US" sz="2000" b="1" dirty="0"/>
              <a:t>有哪些？</a:t>
            </a:r>
            <a:endParaRPr lang="en-US" altLang="zh-CN" sz="2000" b="1" dirty="0"/>
          </a:p>
          <a:p>
            <a:r>
              <a:rPr lang="en-US" altLang="zh-CN" sz="2000" b="1" dirty="0"/>
              <a:t>   </a:t>
            </a:r>
            <a:r>
              <a:rPr lang="zh-CN" altLang="en-US" sz="2000" b="1" dirty="0"/>
              <a:t>⑶</a:t>
            </a:r>
            <a:r>
              <a:rPr lang="zh-CN" altLang="en-US" sz="2000" b="1" u="sng" dirty="0"/>
              <a:t>总线操作过程</a:t>
            </a:r>
            <a:r>
              <a:rPr lang="zh-CN" altLang="en-US" sz="2000" b="1" dirty="0"/>
              <a:t>包含哪几个阶段？每个阶段参与的设备、动作？</a:t>
            </a:r>
            <a:endParaRPr lang="en-US" altLang="zh-CN" sz="2000" b="1" dirty="0"/>
          </a:p>
          <a:p>
            <a:r>
              <a:rPr lang="en-US" altLang="zh-CN" sz="2000" b="1" dirty="0"/>
              <a:t>   </a:t>
            </a:r>
            <a:r>
              <a:rPr lang="zh-CN" altLang="en-US" sz="2000" b="1" dirty="0"/>
              <a:t>⑷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种</a:t>
            </a:r>
            <a:r>
              <a:rPr lang="zh-CN" altLang="en-US" sz="2000" b="1" u="sng" dirty="0"/>
              <a:t>集中式仲裁方式</a:t>
            </a:r>
            <a:r>
              <a:rPr lang="zh-CN" altLang="en-US" sz="2000" b="1" dirty="0"/>
              <a:t>的仲裁线连接、仲裁时机</a:t>
            </a:r>
            <a:r>
              <a:rPr lang="en-US" altLang="zh-CN" sz="2000" b="1" dirty="0"/>
              <a:t>&amp;</a:t>
            </a:r>
            <a:r>
              <a:rPr lang="zh-CN" altLang="en-US" sz="2000" b="1" dirty="0"/>
              <a:t>方法、特点？</a:t>
            </a:r>
            <a:endParaRPr lang="en-US" altLang="zh-CN" sz="2000" b="1" dirty="0"/>
          </a:p>
          <a:p>
            <a:r>
              <a:rPr lang="en-US" altLang="zh-CN" sz="2000" b="1" dirty="0"/>
              <a:t>   </a:t>
            </a:r>
            <a:r>
              <a:rPr lang="zh-CN" altLang="en-US" sz="2000" b="1" dirty="0"/>
              <a:t>⑸</a:t>
            </a:r>
            <a:r>
              <a:rPr lang="zh-CN" altLang="en-US" sz="2000" b="1" u="sng" dirty="0"/>
              <a:t>总线传输过程</a:t>
            </a:r>
            <a:r>
              <a:rPr lang="zh-CN" altLang="en-US" sz="2000" b="1" dirty="0"/>
              <a:t>如何表示？读事务、写事务的传输协议组成、哪些步骤的时长由从设备决定？</a:t>
            </a:r>
            <a:endParaRPr lang="en-US" altLang="zh-CN" sz="2000" b="1" dirty="0"/>
          </a:p>
          <a:p>
            <a:r>
              <a:rPr lang="zh-CN" altLang="en-US" sz="2000" b="1" dirty="0"/>
              <a:t>   ⑹</a:t>
            </a:r>
            <a:r>
              <a:rPr lang="zh-CN" altLang="en-US" sz="2000" b="1" u="sng" dirty="0"/>
              <a:t>总线定时方式</a:t>
            </a:r>
            <a:r>
              <a:rPr lang="zh-CN" altLang="en-US" sz="2000" b="1" dirty="0"/>
              <a:t>有哪几种？各需哪些联络信号线？</a:t>
            </a:r>
            <a:endParaRPr lang="en-US" altLang="zh-CN" sz="2000" b="1" dirty="0"/>
          </a:p>
          <a:p>
            <a:r>
              <a:rPr lang="en-US" altLang="zh-CN" sz="2000" b="1" dirty="0"/>
              <a:t>   </a:t>
            </a:r>
            <a:r>
              <a:rPr lang="zh-CN" altLang="en-US" sz="2000" b="1" dirty="0"/>
              <a:t>⑺总线宽度、总线带宽、</a:t>
            </a:r>
            <a:r>
              <a:rPr lang="en-US" altLang="zh-CN" sz="2000" b="1" dirty="0"/>
              <a:t>USB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PCI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ISA</a:t>
            </a:r>
            <a:r>
              <a:rPr lang="zh-CN" altLang="en-US" sz="2000" b="1" dirty="0"/>
              <a:t>等概念的意思？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191468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2ZiYjY4MjU5YzBkYmJmZjUyNGJiOWY1ZTc3NzM1M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2336800" marR="0" indent="-2336800" algn="l" defTabSz="914400" rtl="0" eaLnBrk="1" fontAlgn="base" latinLnBrk="0" hangingPunct="1">
          <a:lnSpc>
            <a:spcPct val="125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2336800" marR="0" indent="-2336800" algn="l" defTabSz="914400" rtl="0" eaLnBrk="1" fontAlgn="base" latinLnBrk="0" hangingPunct="1">
          <a:lnSpc>
            <a:spcPct val="125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4824</Words>
  <Application>Microsoft Office PowerPoint</Application>
  <PresentationFormat>全屏显示(4:3)</PresentationFormat>
  <Paragraphs>814</Paragraphs>
  <Slides>21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MS Gothic</vt:lpstr>
      <vt:lpstr>黑体</vt:lpstr>
      <vt:lpstr>宋体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RGL</dc:creator>
  <cp:lastModifiedBy>guolin</cp:lastModifiedBy>
  <cp:revision>782</cp:revision>
  <dcterms:created xsi:type="dcterms:W3CDTF">2002-02-16T03:40:00Z</dcterms:created>
  <dcterms:modified xsi:type="dcterms:W3CDTF">2025-12-29T07:06:39Z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4DADA9943B82460AA1503F21C708905D_12</vt:lpwstr>
  </property>
  <property fmtid="{D5CDD505-2E9C-101B-9397-08002B2CF9AE}" pid="3" name="KSOProductBuildVer">
    <vt:lpwstr>2052-11.1.0.10314</vt:lpwstr>
  </property>
</Properties>
</file>