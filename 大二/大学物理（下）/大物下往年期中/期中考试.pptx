
<file path=[Content_Types].xml><?xml version="1.0" encoding="utf-8"?>
<Types xmlns="http://schemas.openxmlformats.org/package/2006/content-types"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Override PartName="/ppt/tags/tag78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38.xml" ContentType="application/vnd.openxmlformats-officedocument.presentationml.tags+xml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45.xml" ContentType="application/vnd.openxmlformats-officedocument.presentationml.tags+xml"/>
  <Override PartName="/ppt/tags/tag63.xml" ContentType="application/vnd.openxmlformats-officedocument.presentationml.tags+xml"/>
  <Override PartName="/ppt/tags/tag74.xml" ContentType="application/vnd.openxmlformats-officedocument.presentationml.tags+xml"/>
  <Override PartName="/docProps/custom.xml" ContentType="application/vnd.openxmlformats-officedocument.custom-properties+xml"/>
  <Override PartName="/ppt/tags/tag34.xml" ContentType="application/vnd.openxmlformats-officedocument.presentationml.tags+xml"/>
  <Override PartName="/ppt/tags/tag52.xml" ContentType="application/vnd.openxmlformats-officedocument.presentationml.tags+xml"/>
  <Override PartName="/ppt/tags/tag81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32.xml" ContentType="application/vnd.openxmlformats-officedocument.presentationml.tags+xml"/>
  <Override PartName="/ppt/tags/tag41.xml" ContentType="application/vnd.openxmlformats-officedocument.presentationml.tags+xml"/>
  <Override PartName="/ppt/tags/tag50.xml" ContentType="application/vnd.openxmlformats-officedocument.presentationml.tags+xml"/>
  <Override PartName="/ppt/tags/tag70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ags/tag79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Override PartName="/ppt/tags/tag39.xml" ContentType="application/vnd.openxmlformats-officedocument.presentationml.tags+xml"/>
  <Override PartName="/ppt/tags/tag59.xml" ContentType="application/vnd.openxmlformats-officedocument.presentationml.tags+xml"/>
  <Override PartName="/ppt/tags/tag68.xml" ContentType="application/vnd.openxmlformats-officedocument.presentationml.tags+xml"/>
  <Override PartName="/ppt/tags/tag77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tags/tag57.xml" ContentType="application/vnd.openxmlformats-officedocument.presentationml.tags+xml"/>
  <Override PartName="/ppt/tags/tag66.xml" ContentType="application/vnd.openxmlformats-officedocument.presentationml.tags+xml"/>
  <Override PartName="/ppt/tags/tag75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tags/tag17.xml" ContentType="application/vnd.openxmlformats-officedocument.presentationml.tags+xml"/>
  <Override PartName="/ppt/tags/tag26.xml" ContentType="application/vnd.openxmlformats-officedocument.presentationml.tags+xml"/>
  <Override PartName="/ppt/tags/tag35.xml" ContentType="application/vnd.openxmlformats-officedocument.presentationml.tags+xml"/>
  <Override PartName="/ppt/tags/tag46.xml" ContentType="application/vnd.openxmlformats-officedocument.presentationml.tags+xml"/>
  <Override PartName="/ppt/tags/tag55.xml" ContentType="application/vnd.openxmlformats-officedocument.presentationml.tags+xml"/>
  <Override PartName="/ppt/tags/tag64.xml" ContentType="application/vnd.openxmlformats-officedocument.presentationml.tags+xml"/>
  <Override PartName="/ppt/tags/tag73.xml" ContentType="application/vnd.openxmlformats-officedocument.presentationml.tags+xml"/>
  <Override PartName="/ppt/tags/tag82.xml" ContentType="application/vnd.openxmlformats-officedocument.presentationml.tags+xml"/>
  <Override PartName="/ppt/slideLayouts/slideLayout10.xml" ContentType="application/vnd.openxmlformats-officedocument.presentationml.slideLayout+xml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33.xml" ContentType="application/vnd.openxmlformats-officedocument.presentationml.tags+xml"/>
  <Override PartName="/ppt/tags/tag44.xml" ContentType="application/vnd.openxmlformats-officedocument.presentationml.tags+xml"/>
  <Override PartName="/ppt/tags/tag53.xml" ContentType="application/vnd.openxmlformats-officedocument.presentationml.tags+xml"/>
  <Override PartName="/ppt/tags/tag62.xml" ContentType="application/vnd.openxmlformats-officedocument.presentationml.tags+xml"/>
  <Override PartName="/ppt/tags/tag71.xml" ContentType="application/vnd.openxmlformats-officedocument.presentationml.tags+xml"/>
  <Override PartName="/ppt/tags/tag80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tags/tag40.xml" ContentType="application/vnd.openxmlformats-officedocument.presentationml.tags+xml"/>
  <Override PartName="/ppt/tags/tag42.xml" ContentType="application/vnd.openxmlformats-officedocument.presentationml.tags+xml"/>
  <Override PartName="/ppt/tags/tag51.xml" ContentType="application/vnd.openxmlformats-officedocument.presentationml.tags+xml"/>
  <Override PartName="/ppt/tags/tag60.xml" ContentType="application/vnd.openxmlformats-officedocument.presentationml.tag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tags/tag58.xml" ContentType="application/vnd.openxmlformats-officedocument.presentationml.tags+xml"/>
  <Override PartName="/ppt/tags/tag69.xml" ContentType="application/vnd.openxmlformats-officedocument.presentationml.tags+xml"/>
  <Default Extension="rels" ContentType="application/vnd.openxmlformats-package.relationships+xml"/>
  <Override PartName="/ppt/tags/tag29.xml" ContentType="application/vnd.openxmlformats-officedocument.presentationml.tags+xml"/>
  <Override PartName="/ppt/tags/tag47.xml" ContentType="application/vnd.openxmlformats-officedocument.presentationml.tags+xml"/>
  <Override PartName="/ppt/tags/tag76.xml" ContentType="application/vnd.openxmlformats-officedocument.presentationml.tags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18.xml" ContentType="application/vnd.openxmlformats-officedocument.presentationml.tags+xml"/>
  <Override PartName="/ppt/tags/tag36.xml" ContentType="application/vnd.openxmlformats-officedocument.presentationml.tags+xml"/>
  <Override PartName="/ppt/tags/tag54.xml" ContentType="application/vnd.openxmlformats-officedocument.presentationml.tags+xml"/>
  <Override PartName="/ppt/tags/tag65.xml" ContentType="application/vnd.openxmlformats-officedocument.presentationml.tags+xml"/>
  <Override PartName="/ppt/tags/tag83.xml" ContentType="application/vnd.openxmlformats-officedocument.presentationml.tag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43.xml" ContentType="application/vnd.openxmlformats-officedocument.presentationml.tags+xml"/>
  <Override PartName="/ppt/tags/tag61.xml" ContentType="application/vnd.openxmlformats-officedocument.presentationml.tags+xml"/>
  <Override PartName="/ppt/tags/tag72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05F2C04-C923-438B-8C0F-E0CD2BADF298}">
      <wppc:fontMiss xmlns:wppc="http://www.wps.cn/officeDocument/PresentationCustomData" xmlns="" type="true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3778" autoAdjust="0"/>
    <p:restoredTop sz="94660"/>
  </p:normalViewPr>
  <p:slideViewPr>
    <p:cSldViewPr snapToGrid="0">
      <p:cViewPr varScale="1">
        <p:scale>
          <a:sx n="65" d="100"/>
          <a:sy n="65" d="100"/>
        </p:scale>
        <p:origin x="-108" y="-30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pPr/>
              <a:t>2020-11-25</a:t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pPr/>
              <a:t>‹#›</a:t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pPr/>
              <a:t>2020-11-25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2020-11-25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4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0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空白演示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在此输入您的封面副标题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1445" y="387350"/>
            <a:ext cx="7299325" cy="60826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348597" y="0"/>
            <a:ext cx="10061368" cy="625331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381535" y="0"/>
            <a:ext cx="7949089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868295" y="132715"/>
            <a:ext cx="5600065" cy="65760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865671" y="0"/>
            <a:ext cx="9407529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67280" y="0"/>
            <a:ext cx="9682501" cy="684838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244850" y="236855"/>
            <a:ext cx="6514465" cy="65144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291222" y="-1"/>
            <a:ext cx="5466429" cy="671432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130550" y="431800"/>
            <a:ext cx="6633210" cy="63144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53135" y="325755"/>
            <a:ext cx="10754995" cy="60102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13360" y="431800"/>
            <a:ext cx="6272530" cy="5039995"/>
          </a:xfrm>
          <a:prstGeom prst="rect">
            <a:avLst/>
          </a:prstGeom>
        </p:spPr>
      </p:pic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651625" y="431800"/>
            <a:ext cx="3791585" cy="503999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76960" y="118110"/>
            <a:ext cx="10037445" cy="66224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999615" y="431800"/>
            <a:ext cx="6790690" cy="61741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0" y="443579"/>
            <a:ext cx="12083602" cy="513131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282950" y="95250"/>
            <a:ext cx="5626735" cy="67627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248535" y="50800"/>
            <a:ext cx="8799195" cy="6756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33680" y="1296035"/>
            <a:ext cx="6555740" cy="3208020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72300" y="0"/>
            <a:ext cx="5219700" cy="636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6035" y="1815465"/>
            <a:ext cx="6129655" cy="3002280"/>
          </a:xfrm>
          <a:prstGeom prst="rect">
            <a:avLst/>
          </a:prstGeom>
        </p:spPr>
      </p:pic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287770" y="431800"/>
            <a:ext cx="5454650" cy="63639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17320" y="135890"/>
            <a:ext cx="7609205" cy="67716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895475" y="39370"/>
            <a:ext cx="7360285" cy="68757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在此输入您的封面副标题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</Words>
  <Application>WPS 演示</Application>
  <PresentationFormat>自定义</PresentationFormat>
  <Paragraphs>3</Paragraphs>
  <Slides>20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1" baseType="lpstr">
      <vt:lpstr>Office 主题​​</vt:lpstr>
      <vt:lpstr>空白演示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fenght</cp:lastModifiedBy>
  <cp:revision>34</cp:revision>
  <dcterms:created xsi:type="dcterms:W3CDTF">2019-06-19T02:08:00Z</dcterms:created>
  <dcterms:modified xsi:type="dcterms:W3CDTF">2020-11-25T13:08:51Z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2052-11.3.0.9221</vt:lpwstr>
  </property>
</Properties>
</file>