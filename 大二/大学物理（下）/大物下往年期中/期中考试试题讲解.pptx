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7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421"/>
            <a:ext cx="6858000" cy="23877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223"/>
            <a:ext cx="6858000" cy="16558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826"/>
            <a:ext cx="7886700" cy="28528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699"/>
            <a:ext cx="7886700" cy="15002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44"/>
            <a:ext cx="7886700" cy="132563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250"/>
            <a:ext cx="3868340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204"/>
            <a:ext cx="3868340" cy="36847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250"/>
            <a:ext cx="3887391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204"/>
            <a:ext cx="3887391" cy="36847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44"/>
            <a:ext cx="1971675" cy="58121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44"/>
            <a:ext cx="5800725" cy="58121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44"/>
            <a:ext cx="7886700" cy="1325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719"/>
            <a:ext cx="7886700" cy="435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677"/>
            <a:ext cx="30861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76" y="828107"/>
            <a:ext cx="2469094" cy="521253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147" y="691173"/>
            <a:ext cx="2600221" cy="548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45" y="691173"/>
            <a:ext cx="260022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018" y="793287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832" y="793287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9" y="793287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2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76" y="726676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911" y="726676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46" y="726676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351" y="756954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110" y="756954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2" y="756954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50" y="714564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576" y="714564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03" y="714564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9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28" y="726675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167" y="726675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073" y="726675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5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95" y="641896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297" y="641896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557" y="641896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8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7" y="726675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11" y="726675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58" y="726675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7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43" y="720620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712" y="720620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82" y="720620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3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3" y="750898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797" y="750898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311" y="750898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7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4" y="787232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220" y="787232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4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全屏显示(4:3)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xb21cn</cp:lastModifiedBy>
  <cp:revision>6</cp:revision>
  <dcterms:created xsi:type="dcterms:W3CDTF">2021-11-07T15:53:26Z</dcterms:created>
  <dcterms:modified xsi:type="dcterms:W3CDTF">2021-11-07T16:06:09Z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E938881899A648F58B10BEB87521D341</vt:lpwstr>
  </property>
  <property fmtid="{D5CDD505-2E9C-101B-9397-08002B2CF9AE}" pid="3" name="KSOProductBuildVer">
    <vt:lpwstr>2052-11.1.0.11045</vt:lpwstr>
  </property>
</Properties>
</file>