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ink/ink2.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3.xml" ContentType="application/inkml+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notesSlides/notesSlide18.xml" ContentType="application/vnd.openxmlformats-officedocument.presentationml.notesSlide+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19.xml" ContentType="application/vnd.openxmlformats-officedocument.presentationml.notesSlide+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20.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21.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notesSlides/notesSlide38.xml" ContentType="application/vnd.openxmlformats-officedocument.presentationml.notesSlide+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notesSlides/notesSlide39.xml" ContentType="application/vnd.openxmlformats-officedocument.presentationml.notesSlide+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notesSlides/notesSlide43.xml" ContentType="application/vnd.openxmlformats-officedocument.presentationml.notesSlide+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notesSlides/notesSlide44.xml" ContentType="application/vnd.openxmlformats-officedocument.presentationml.notesSlide+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notesSlides/notesSlide45.xml" ContentType="application/vnd.openxmlformats-officedocument.presentationml.notesSlide+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 id="2147484000" r:id="rId2"/>
    <p:sldMasterId id="2147484027" r:id="rId3"/>
    <p:sldMasterId id="2147484039" r:id="rId4"/>
    <p:sldMasterId id="2147484048" r:id="rId5"/>
  </p:sldMasterIdLst>
  <p:notesMasterIdLst>
    <p:notesMasterId r:id="rId59"/>
  </p:notesMasterIdLst>
  <p:sldIdLst>
    <p:sldId id="259" r:id="rId6"/>
    <p:sldId id="292" r:id="rId7"/>
    <p:sldId id="508" r:id="rId8"/>
    <p:sldId id="383" r:id="rId9"/>
    <p:sldId id="384" r:id="rId10"/>
    <p:sldId id="388" r:id="rId11"/>
    <p:sldId id="387" r:id="rId12"/>
    <p:sldId id="551" r:id="rId13"/>
    <p:sldId id="386" r:id="rId14"/>
    <p:sldId id="385" r:id="rId15"/>
    <p:sldId id="521" r:id="rId16"/>
    <p:sldId id="390" r:id="rId17"/>
    <p:sldId id="391" r:id="rId18"/>
    <p:sldId id="507" r:id="rId19"/>
    <p:sldId id="392" r:id="rId20"/>
    <p:sldId id="517" r:id="rId21"/>
    <p:sldId id="374" r:id="rId22"/>
    <p:sldId id="550" r:id="rId23"/>
    <p:sldId id="505" r:id="rId24"/>
    <p:sldId id="506" r:id="rId25"/>
    <p:sldId id="393" r:id="rId26"/>
    <p:sldId id="509" r:id="rId27"/>
    <p:sldId id="492" r:id="rId28"/>
    <p:sldId id="510" r:id="rId29"/>
    <p:sldId id="493" r:id="rId30"/>
    <p:sldId id="494" r:id="rId31"/>
    <p:sldId id="519" r:id="rId32"/>
    <p:sldId id="520" r:id="rId33"/>
    <p:sldId id="513" r:id="rId34"/>
    <p:sldId id="496" r:id="rId35"/>
    <p:sldId id="514" r:id="rId36"/>
    <p:sldId id="497" r:id="rId37"/>
    <p:sldId id="515" r:id="rId38"/>
    <p:sldId id="498" r:id="rId39"/>
    <p:sldId id="500" r:id="rId40"/>
    <p:sldId id="549" r:id="rId41"/>
    <p:sldId id="516" r:id="rId42"/>
    <p:sldId id="502" r:id="rId43"/>
    <p:sldId id="501" r:id="rId44"/>
    <p:sldId id="503" r:id="rId45"/>
    <p:sldId id="491" r:id="rId46"/>
    <p:sldId id="511" r:id="rId47"/>
    <p:sldId id="518" r:id="rId48"/>
    <p:sldId id="523" r:id="rId49"/>
    <p:sldId id="524" r:id="rId50"/>
    <p:sldId id="525" r:id="rId51"/>
    <p:sldId id="528" r:id="rId52"/>
    <p:sldId id="529" r:id="rId53"/>
    <p:sldId id="504" r:id="rId54"/>
    <p:sldId id="279" r:id="rId55"/>
    <p:sldId id="366" r:id="rId56"/>
    <p:sldId id="381" r:id="rId57"/>
    <p:sldId id="382" r:id="rId58"/>
  </p:sldIdLst>
  <p:sldSz cx="12192000" cy="6858000"/>
  <p:notesSz cx="6858000" cy="9144000"/>
  <p:defaultTextStyle>
    <a:defPPr>
      <a:defRPr lang="en-US"/>
    </a:defPPr>
    <a:lvl1pPr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1pPr>
    <a:lvl2pPr marL="4572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2pPr>
    <a:lvl3pPr marL="9144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3pPr>
    <a:lvl4pPr marL="13716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4pPr>
    <a:lvl5pPr marL="1828800" algn="l" defTabSz="457200" rtl="0" eaLnBrk="0" fontAlgn="base" hangingPunct="0">
      <a:spcBef>
        <a:spcPct val="0"/>
      </a:spcBef>
      <a:spcAft>
        <a:spcPct val="0"/>
      </a:spcAft>
      <a:defRPr kern="1200">
        <a:solidFill>
          <a:schemeClr val="tx1"/>
        </a:solidFill>
        <a:latin typeface="Calibri" panose="020F0502020204030204" pitchFamily="34" charset="0"/>
        <a:ea typeface="+mn-ea"/>
        <a:cs typeface="+mn-cs"/>
      </a:defRPr>
    </a:lvl5pPr>
    <a:lvl6pPr marL="2286000" algn="l" defTabSz="914400" rtl="0" eaLnBrk="1" latinLnBrk="0" hangingPunct="1">
      <a:defRPr kern="1200">
        <a:solidFill>
          <a:schemeClr val="tx1"/>
        </a:solidFill>
        <a:latin typeface="Calibri" panose="020F0502020204030204" pitchFamily="34" charset="0"/>
        <a:ea typeface="+mn-ea"/>
        <a:cs typeface="+mn-cs"/>
      </a:defRPr>
    </a:lvl6pPr>
    <a:lvl7pPr marL="2743200" algn="l" defTabSz="914400" rtl="0" eaLnBrk="1" latinLnBrk="0" hangingPunct="1">
      <a:defRPr kern="1200">
        <a:solidFill>
          <a:schemeClr val="tx1"/>
        </a:solidFill>
        <a:latin typeface="Calibri" panose="020F0502020204030204" pitchFamily="34" charset="0"/>
        <a:ea typeface="+mn-ea"/>
        <a:cs typeface="+mn-cs"/>
      </a:defRPr>
    </a:lvl7pPr>
    <a:lvl8pPr marL="3200400" algn="l" defTabSz="914400" rtl="0" eaLnBrk="1" latinLnBrk="0" hangingPunct="1">
      <a:defRPr kern="1200">
        <a:solidFill>
          <a:schemeClr val="tx1"/>
        </a:solidFill>
        <a:latin typeface="Calibri" panose="020F0502020204030204" pitchFamily="34" charset="0"/>
        <a:ea typeface="+mn-ea"/>
        <a:cs typeface="+mn-cs"/>
      </a:defRPr>
    </a:lvl8pPr>
    <a:lvl9pPr marL="3657600" algn="l" defTabSz="914400" rtl="0" eaLnBrk="1" latinLnBrk="0" hangingPunct="1">
      <a:defRPr kern="1200">
        <a:solidFill>
          <a:schemeClr val="tx1"/>
        </a:solidFill>
        <a:latin typeface="Calibri" panose="020F050202020403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A50021"/>
    <a:srgbClr val="9933FF"/>
    <a:srgbClr val="FF9900"/>
    <a:srgbClr val="FFFFFF"/>
    <a:srgbClr val="8DB3DD"/>
    <a:srgbClr val="573925"/>
    <a:srgbClr val="E7C00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13782" autoAdjust="0"/>
    <p:restoredTop sz="95525" autoAdjust="0"/>
  </p:normalViewPr>
  <p:slideViewPr>
    <p:cSldViewPr snapToGrid="0">
      <p:cViewPr>
        <p:scale>
          <a:sx n="75" d="100"/>
          <a:sy n="75" d="100"/>
        </p:scale>
        <p:origin x="1364" y="952"/>
      </p:cViewPr>
      <p:guideLst>
        <p:guide orient="horz" pos="2160"/>
        <p:guide pos="3840"/>
      </p:guideLst>
    </p:cSldViewPr>
  </p:slideViewPr>
  <p:outlineViewPr>
    <p:cViewPr>
      <p:scale>
        <a:sx n="33" d="100"/>
        <a:sy n="33" d="100"/>
      </p:scale>
      <p:origin x="0" y="-16404"/>
    </p:cViewPr>
  </p:outlineViewPr>
  <p:notesTextViewPr>
    <p:cViewPr>
      <p:scale>
        <a:sx n="125" d="100"/>
        <a:sy n="125" d="100"/>
      </p:scale>
      <p:origin x="0" y="0"/>
    </p:cViewPr>
  </p:notesTextViewPr>
  <p:sorterViewPr>
    <p:cViewPr varScale="1">
      <p:scale>
        <a:sx n="1" d="1"/>
        <a:sy n="1" d="1"/>
      </p:scale>
      <p:origin x="0" y="-1444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slide" Target="slides/slide45.xml"/><Relationship Id="rId55" Type="http://schemas.openxmlformats.org/officeDocument/2006/relationships/slide" Target="slides/slide50.xml"/><Relationship Id="rId63" Type="http://schemas.openxmlformats.org/officeDocument/2006/relationships/tableStyles" Target="tableStyle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5" Type="http://schemas.openxmlformats.org/officeDocument/2006/relationships/slideMaster" Target="slideMasters/slideMaster5.xml"/><Relationship Id="rId61" Type="http://schemas.openxmlformats.org/officeDocument/2006/relationships/viewProps" Target="viewProps.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notesMaster" Target="notesMasters/notesMaster1.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4.xml"/></Relationships>
</file>

<file path=ppt/ink/ink1.xml><?xml version="1.0" encoding="utf-8"?>
<inkml:ink xmlns:inkml="http://www.w3.org/2003/InkML">
  <inkml:definitions>
    <inkml:context xml:id="ctx0">
      <inkml:inkSource xml:id="inkSrc0">
        <inkml:traceFormat>
          <inkml:channel name="X" type="integer" max="3960" units="cm"/>
          <inkml:channel name="Y" type="integer" max="1600" units="cm"/>
          <inkml:channel name="T" type="integer" max="2.14748E9" units="dev"/>
        </inkml:traceFormat>
        <inkml:channelProperties>
          <inkml:channelProperty channel="X" name="resolution" value="138.46153" units="1/cm"/>
          <inkml:channelProperty channel="Y" name="resolution" value="89.38548" units="1/cm"/>
          <inkml:channelProperty channel="T" name="resolution" value="1" units="1/dev"/>
        </inkml:channelProperties>
      </inkml:inkSource>
      <inkml:timestamp xml:id="ts0" timeString="2021-10-15T02:02:50.719"/>
    </inkml:context>
    <inkml:brush xml:id="br0">
      <inkml:brushProperty name="width" value="0.05292" units="cm"/>
      <inkml:brushProperty name="height" value="0.05292" units="cm"/>
      <inkml:brushProperty name="color" value="#FF0000"/>
    </inkml:brush>
  </inkml:definitions>
  <inkml:trace contextRef="#ctx0" brushRef="#br0">10636 6654 0</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11.375" units="1/deg"/>
          <inkml:channelProperty channel="T" name="resolution" value="1" units="1/dev"/>
        </inkml:channelProperties>
      </inkml:inkSource>
      <inkml:timestamp xml:id="ts0" timeString="2021-10-15T02:05:06.699"/>
    </inkml:context>
    <inkml:brush xml:id="br0">
      <inkml:brushProperty name="width" value="0.05292" units="cm"/>
      <inkml:brushProperty name="height" value="0.05292" units="cm"/>
      <inkml:brushProperty name="color" value="#FF0000"/>
    </inkml:brush>
  </inkml:definitions>
  <inkml:trace contextRef="#ctx0" brushRef="#br0">4950 13210 905 0,'0'0'314'0,"0"0"-143"16,0 0 47-16,0 0-24 16,0 0-77-16,0 0-42 15</inkml:trace>
</inkml:ink>
</file>

<file path=ppt/ink/ink3.xml><?xml version="1.0" encoding="utf-8"?>
<inkml:ink xmlns:inkml="http://www.w3.org/2003/InkML">
  <inkml:definitions>
    <inkml:context xml:id="ctx0">
      <inkml:inkSource xml:id="inkSrc0">
        <inkml:traceFormat>
          <inkml:channel name="X" type="integer" max="3960" units="cm"/>
          <inkml:channel name="Y" type="integer" max="1600" units="cm"/>
          <inkml:channel name="T" type="integer" max="2.14748E9" units="dev"/>
        </inkml:traceFormat>
        <inkml:channelProperties>
          <inkml:channelProperty channel="X" name="resolution" value="138.46153" units="1/cm"/>
          <inkml:channelProperty channel="Y" name="resolution" value="89.38548" units="1/cm"/>
          <inkml:channelProperty channel="T" name="resolution" value="1" units="1/dev"/>
        </inkml:channelProperties>
      </inkml:inkSource>
      <inkml:timestamp xml:id="ts0" timeString="2021-10-15T02:12:00.524"/>
    </inkml:context>
    <inkml:brush xml:id="br0">
      <inkml:brushProperty name="width" value="0.05292" units="cm"/>
      <inkml:brushProperty name="height" value="0.05292" units="cm"/>
      <inkml:brushProperty name="color" value="#FF0000"/>
    </inkml:brush>
  </inkml:definitions>
  <inkml:trace contextRef="#ctx0" brushRef="#br0">27040 8612 0</inkml:trace>
  <inkml:trace contextRef="#ctx0" brushRef="#br0" timeOffset="88850.1">24540 8917 0</inkml:trace>
  <inkml:trace contextRef="#ctx0" brushRef="#br0" timeOffset="102821.64">31287 9724 0</inkml:trace>
  <inkml:trace contextRef="#ctx0" brushRef="#br0" timeOffset="103440.43">30903 9737 0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a:defRPr/>
            </a:pPr>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a:defRPr/>
            </a:pPr>
            <a:fld id="{ABA05A34-4221-4EB9-91A0-F4E242D07239}" type="datetimeFigureOut">
              <a:rPr lang="zh-CN" altLang="en-US"/>
              <a:pPr>
                <a:defRPr/>
              </a:pPr>
              <a:t>2025/10/16</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noProof="0"/>
              <a:t>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a:defRPr/>
            </a:pPr>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17AB3FD9-D414-4E2E-80C1-4AFE48BCEA7B}" type="slidenum">
              <a:rPr lang="zh-CN" altLang="en-US"/>
              <a:pPr>
                <a:defRPr/>
              </a:pPr>
              <a:t>‹#›</a:t>
            </a:fld>
            <a:endParaRPr lang="zh-CN" altLang="en-US"/>
          </a:p>
        </p:txBody>
      </p:sp>
    </p:spTree>
    <p:extLst>
      <p:ext uri="{BB962C8B-B14F-4D97-AF65-F5344CB8AC3E}">
        <p14:creationId xmlns:p14="http://schemas.microsoft.com/office/powerpoint/2010/main" val="1429857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8" Type="http://schemas.openxmlformats.org/officeDocument/2006/relationships/hyperlink" Target="https://baike.baidu.com/item/%E6%A0%B8%E5%8F%8D%E5%BA%94%E5%A0%86" TargetMode="External"/><Relationship Id="rId3" Type="http://schemas.openxmlformats.org/officeDocument/2006/relationships/hyperlink" Target="http://phyedu.dlut.edu.cn/info/1075/1077.htm" TargetMode="External"/><Relationship Id="rId7" Type="http://schemas.openxmlformats.org/officeDocument/2006/relationships/hyperlink" Target="https://baike.baidu.com/item/%E6%9F%AF%E6%B8%A9" TargetMode="External"/><Relationship Id="rId2" Type="http://schemas.openxmlformats.org/officeDocument/2006/relationships/slide" Target="../slides/slide5.xml"/><Relationship Id="rId1" Type="http://schemas.openxmlformats.org/officeDocument/2006/relationships/notesMaster" Target="../notesMasters/notesMaster1.xml"/><Relationship Id="rId6" Type="http://schemas.openxmlformats.org/officeDocument/2006/relationships/hyperlink" Target="https://baike.baidu.com/item/%E6%B3%A1%E5%88%A9" TargetMode="External"/><Relationship Id="rId5" Type="http://schemas.openxmlformats.org/officeDocument/2006/relationships/hyperlink" Target="https://baike.baidu.com/item/%E7%B2%92%E5%AD%90" TargetMode="External"/><Relationship Id="rId4" Type="http://schemas.openxmlformats.org/officeDocument/2006/relationships/hyperlink" Target="https://tech.qq.com/a/20181130/001804.htm" TargetMode="External"/><Relationship Id="rId9" Type="http://schemas.openxmlformats.org/officeDocument/2006/relationships/hyperlink" Target="https://baike.baidu.com/item/%CE%B2%E8%A1%B0%E5%8F%98" TargetMode="External"/></Relationships>
</file>

<file path=ppt/notesSlides/_rels/notesSlide6.xml.rels><?xml version="1.0" encoding="UTF-8" standalone="yes"?>
<Relationships xmlns="http://schemas.openxmlformats.org/package/2006/relationships"><Relationship Id="rId8" Type="http://schemas.openxmlformats.org/officeDocument/2006/relationships/hyperlink" Target="https://baike.baidu.com/item/%E7%B4%AB%E5%A4%96%E7%BA%BF" TargetMode="External"/><Relationship Id="rId3" Type="http://schemas.openxmlformats.org/officeDocument/2006/relationships/hyperlink" Target="https://baike.baidu.com/item/%E7%94%B5%E5%AD%90/143051" TargetMode="External"/><Relationship Id="rId7" Type="http://schemas.openxmlformats.org/officeDocument/2006/relationships/hyperlink" Target="https://baike.baidu.com/item/%E7%BA%A2%E5%A4%96%E7%BA%BF" TargetMode="External"/><Relationship Id="rId2" Type="http://schemas.openxmlformats.org/officeDocument/2006/relationships/slide" Target="../slides/slide6.xml"/><Relationship Id="rId1" Type="http://schemas.openxmlformats.org/officeDocument/2006/relationships/notesMaster" Target="../notesMasters/notesMaster1.xml"/><Relationship Id="rId6" Type="http://schemas.openxmlformats.org/officeDocument/2006/relationships/hyperlink" Target="https://baike.baidu.com/item/%E5%8D%95%E8%89%B2%E5%85%89" TargetMode="External"/><Relationship Id="rId5" Type="http://schemas.openxmlformats.org/officeDocument/2006/relationships/hyperlink" Target="https://baike.baidu.com/item/%E5%85%89%E8%83%BD/227630" TargetMode="External"/><Relationship Id="rId4" Type="http://schemas.openxmlformats.org/officeDocument/2006/relationships/hyperlink" Target="https://baike.baidu.com/item/%E7%A9%BA%E7%A9%B4/3517781" TargetMode="External"/><Relationship Id="rId9" Type="http://schemas.openxmlformats.org/officeDocument/2006/relationships/hyperlink" Target="https://baike.baidu.com/item/%E6%8C%87%E7%A4%BA%E7%81%AF" TargetMode="Externa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演示实验： 激光器、集成透光片（单缝、双缝、三缝、四缝、光栅）</a:t>
            </a:r>
          </a:p>
        </p:txBody>
      </p:sp>
      <p:sp>
        <p:nvSpPr>
          <p:cNvPr id="4" name="灯片编号占位符 3"/>
          <p:cNvSpPr>
            <a:spLocks noGrp="1"/>
          </p:cNvSpPr>
          <p:nvPr>
            <p:ph type="sldNum" sz="quarter" idx="10"/>
          </p:nvPr>
        </p:nvSpPr>
        <p:spPr/>
        <p:txBody>
          <a:bodyPr/>
          <a:lstStyle/>
          <a:p>
            <a:pPr>
              <a:defRPr/>
            </a:pPr>
            <a:fld id="{17AB3FD9-D414-4E2E-80C1-4AFE48BCEA7B}" type="slidenum">
              <a:rPr lang="zh-CN" altLang="en-US" smtClean="0"/>
              <a:pPr>
                <a:defRPr/>
              </a:pPr>
              <a:t>1</a:t>
            </a:fld>
            <a:endParaRPr lang="zh-CN" altLang="en-US"/>
          </a:p>
        </p:txBody>
      </p:sp>
    </p:spTree>
    <p:extLst>
      <p:ext uri="{BB962C8B-B14F-4D97-AF65-F5344CB8AC3E}">
        <p14:creationId xmlns:p14="http://schemas.microsoft.com/office/powerpoint/2010/main" val="24540753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0685014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0" dirty="0">
                <a:ea typeface="楷体_GB2312" pitchFamily="49" charset="-122"/>
              </a:rPr>
              <a:t>可以解释：光的直线传播、 光的反射、折射，不能解释：光的双折射现象</a:t>
            </a:r>
            <a:endParaRPr lang="en-US" altLang="zh-CN" b="0" dirty="0">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en-US" sz="1200" dirty="0">
                <a:solidFill>
                  <a:prstClr val="black"/>
                </a:solidFill>
                <a:latin typeface="微软雅黑" panose="020B0503020204020204" pitchFamily="34" charset="-122"/>
                <a:ea typeface="微软雅黑" panose="020B0503020204020204" pitchFamily="34" charset="-122"/>
              </a:rPr>
              <a:t>光学的建立和发展与人们对“</a:t>
            </a:r>
            <a:r>
              <a:rPr kumimoji="1" lang="zh-CN" altLang="en-US" sz="1200" dirty="0">
                <a:solidFill>
                  <a:srgbClr val="FF0000"/>
                </a:solidFill>
                <a:latin typeface="微软雅黑" panose="020B0503020204020204" pitchFamily="34" charset="-122"/>
                <a:ea typeface="微软雅黑" panose="020B0503020204020204" pitchFamily="34" charset="-122"/>
              </a:rPr>
              <a:t>光的本性</a:t>
            </a:r>
            <a:r>
              <a:rPr kumimoji="1" lang="zh-CN" altLang="en-US" sz="1200" dirty="0">
                <a:solidFill>
                  <a:prstClr val="black"/>
                </a:solidFill>
                <a:latin typeface="微软雅黑" panose="020B0503020204020204" pitchFamily="34" charset="-122"/>
                <a:ea typeface="微软雅黑" panose="020B0503020204020204" pitchFamily="34" charset="-122"/>
              </a:rPr>
              <a:t>”的追问密切相关。</a:t>
            </a:r>
          </a:p>
          <a:p>
            <a:pPr eaLnBrk="1" hangingPunct="1"/>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4802596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0" dirty="0">
                <a:ea typeface="楷体_GB2312" pitchFamily="49" charset="-122"/>
              </a:rPr>
              <a:t>可以解释：光的干涉、衍射、光的直线传播、反射、折射及双折射等现象。</a:t>
            </a:r>
            <a:endParaRPr lang="en-US" altLang="zh-CN" b="0" dirty="0">
              <a:ea typeface="楷体_GB2312" pitchFamily="49" charset="-122"/>
            </a:endParaRPr>
          </a:p>
          <a:p>
            <a:pPr eaLnBrk="1" hangingPunct="1"/>
            <a:r>
              <a:rPr kumimoji="1" lang="zh-CN" altLang="en-US" dirty="0">
                <a:latin typeface="楷体_GB2312" pitchFamily="49" charset="-122"/>
                <a:ea typeface="楷体_GB2312" pitchFamily="49" charset="-122"/>
              </a:rPr>
              <a:t>托马斯</a:t>
            </a:r>
            <a:r>
              <a:rPr kumimoji="1" lang="en-US" altLang="zh-CN" dirty="0">
                <a:latin typeface="宋体" panose="02010600030101010101" pitchFamily="2" charset="-122"/>
                <a:ea typeface="楷体_GB2312" pitchFamily="49" charset="-122"/>
              </a:rPr>
              <a:t>·</a:t>
            </a:r>
            <a:r>
              <a:rPr kumimoji="1" lang="zh-CN" altLang="en-US" dirty="0">
                <a:latin typeface="楷体_GB2312" pitchFamily="49" charset="-122"/>
                <a:ea typeface="楷体_GB2312" pitchFamily="49" charset="-122"/>
              </a:rPr>
              <a:t>杨的双缝干涉实验（</a:t>
            </a:r>
            <a:r>
              <a:rPr kumimoji="1" lang="en-US" altLang="zh-CN" dirty="0">
                <a:latin typeface="楷体_GB2312" pitchFamily="49" charset="-122"/>
                <a:ea typeface="楷体_GB2312" pitchFamily="49" charset="-122"/>
              </a:rPr>
              <a:t>1801</a:t>
            </a:r>
            <a:r>
              <a:rPr kumimoji="1" lang="zh-CN" altLang="en-US" dirty="0">
                <a:latin typeface="楷体_GB2312" pitchFamily="49" charset="-122"/>
                <a:ea typeface="楷体_GB2312" pitchFamily="49" charset="-122"/>
              </a:rPr>
              <a:t>）为波动说提供了有力的证明。</a:t>
            </a:r>
            <a:endParaRPr kumimoji="1" lang="en-US" altLang="zh-CN" dirty="0">
              <a:latin typeface="楷体_GB2312" pitchFamily="49" charset="-122"/>
              <a:ea typeface="楷体_GB2312" pitchFamily="49" charset="-122"/>
            </a:endParaRPr>
          </a:p>
          <a:p>
            <a:pPr eaLnBrk="1" hangingPunct="1"/>
            <a:r>
              <a:rPr kumimoji="1" lang="zh-CN" altLang="en-US" dirty="0">
                <a:latin typeface="楷体_GB2312" pitchFamily="49" charset="-122"/>
                <a:ea typeface="楷体_GB2312" pitchFamily="49" charset="-122"/>
              </a:rPr>
              <a:t>菲涅耳采用波动说解释了偏振光的相干性，并指出光是</a:t>
            </a:r>
            <a:r>
              <a:rPr kumimoji="1" lang="zh-CN" altLang="en-US" dirty="0">
                <a:solidFill>
                  <a:srgbClr val="FFFF66"/>
                </a:solidFill>
                <a:latin typeface="楷体_GB2312" pitchFamily="49" charset="-122"/>
                <a:ea typeface="楷体_GB2312" pitchFamily="49" charset="-122"/>
              </a:rPr>
              <a:t>横波</a:t>
            </a:r>
            <a:r>
              <a:rPr kumimoji="1" lang="zh-CN" altLang="en-US" dirty="0">
                <a:latin typeface="楷体_GB2312" pitchFamily="49" charset="-122"/>
                <a:ea typeface="楷体_GB2312" pitchFamily="49" charset="-122"/>
              </a:rPr>
              <a:t>；</a:t>
            </a:r>
            <a:endParaRPr kumimoji="1" lang="en-US" altLang="zh-CN" dirty="0">
              <a:latin typeface="楷体_GB2312" pitchFamily="49" charset="-122"/>
              <a:ea typeface="楷体_GB2312" pitchFamily="49" charset="-122"/>
            </a:endParaRPr>
          </a:p>
          <a:p>
            <a:pPr eaLnBrk="1" hangingPunct="1"/>
            <a:r>
              <a:rPr lang="en-US" altLang="zh-CN" dirty="0">
                <a:latin typeface="楷体_GB2312" pitchFamily="49" charset="-122"/>
                <a:ea typeface="楷体_GB2312" pitchFamily="49" charset="-122"/>
              </a:rPr>
              <a:t>19</a:t>
            </a:r>
            <a:r>
              <a:rPr lang="zh-CN" altLang="en-US" dirty="0">
                <a:latin typeface="楷体_GB2312" pitchFamily="49" charset="-122"/>
                <a:ea typeface="楷体_GB2312" pitchFamily="49" charset="-122"/>
              </a:rPr>
              <a:t>世纪中期，麦克斯韦由理论得到：</a:t>
            </a:r>
            <a:r>
              <a:rPr lang="zh-CN" altLang="en-US" dirty="0">
                <a:solidFill>
                  <a:srgbClr val="FFFF66"/>
                </a:solidFill>
                <a:latin typeface="楷体_GB2312" pitchFamily="49" charset="-122"/>
                <a:ea typeface="楷体_GB2312" pitchFamily="49" charset="-122"/>
              </a:rPr>
              <a:t>光是电磁波，光的传播无需介质</a:t>
            </a:r>
            <a:r>
              <a:rPr lang="zh-CN" altLang="en-US" dirty="0">
                <a:solidFill>
                  <a:schemeClr val="folHlink"/>
                </a:solidFill>
                <a:latin typeface="楷体_GB2312" pitchFamily="49" charset="-122"/>
                <a:ea typeface="楷体_GB2312" pitchFamily="49" charset="-122"/>
              </a:rPr>
              <a:t>。</a:t>
            </a:r>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0382104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sz="1200" b="0" i="0" kern="1200" dirty="0">
                <a:solidFill>
                  <a:schemeClr val="tx1"/>
                </a:solidFill>
                <a:effectLst/>
                <a:latin typeface="+mn-lt"/>
                <a:ea typeface="+mn-ea"/>
                <a:cs typeface="+mn-cs"/>
              </a:rPr>
              <a:t>美国物理学家</a:t>
            </a:r>
            <a:r>
              <a:rPr lang="en-US" altLang="zh-CN" sz="1200" b="0" i="0" kern="1200" dirty="0">
                <a:solidFill>
                  <a:schemeClr val="tx1"/>
                </a:solidFill>
                <a:effectLst/>
                <a:latin typeface="+mn-lt"/>
                <a:ea typeface="+mn-ea"/>
                <a:cs typeface="+mn-cs"/>
              </a:rPr>
              <a:t>T.H.</a:t>
            </a:r>
            <a:r>
              <a:rPr lang="zh-CN" altLang="en-US" sz="1200" b="0" i="0" kern="1200" dirty="0">
                <a:solidFill>
                  <a:schemeClr val="tx1"/>
                </a:solidFill>
                <a:effectLst/>
                <a:latin typeface="+mn-lt"/>
                <a:ea typeface="+mn-ea"/>
                <a:cs typeface="+mn-cs"/>
              </a:rPr>
              <a:t>梅曼研制出第一台红宝石激光器 </a:t>
            </a:r>
            <a:r>
              <a:rPr lang="en-US" altLang="zh-CN" sz="1200" b="0" i="0" kern="1200" dirty="0">
                <a:solidFill>
                  <a:schemeClr val="tx1"/>
                </a:solidFill>
                <a:effectLst/>
                <a:latin typeface="+mn-lt"/>
                <a:ea typeface="+mn-ea"/>
                <a:cs typeface="+mn-cs"/>
              </a:rPr>
              <a:t>1960</a:t>
            </a:r>
            <a:r>
              <a:rPr lang="zh-CN" altLang="en-US" sz="1200" b="0" i="0" kern="1200" dirty="0">
                <a:solidFill>
                  <a:schemeClr val="tx1"/>
                </a:solidFill>
                <a:effectLst/>
                <a:latin typeface="+mn-lt"/>
                <a:ea typeface="+mn-ea"/>
                <a:cs typeface="+mn-cs"/>
              </a:rPr>
              <a:t>年</a:t>
            </a:r>
            <a:r>
              <a:rPr lang="en-US" altLang="zh-CN" sz="1200" b="0" i="0" kern="1200" dirty="0">
                <a:solidFill>
                  <a:schemeClr val="tx1"/>
                </a:solidFill>
                <a:effectLst/>
                <a:latin typeface="+mn-lt"/>
                <a:ea typeface="+mn-ea"/>
                <a:cs typeface="+mn-cs"/>
              </a:rPr>
              <a:t>,T.H.</a:t>
            </a:r>
            <a:r>
              <a:rPr lang="zh-CN" altLang="en-US" sz="1200" b="0" i="0" kern="1200" dirty="0">
                <a:solidFill>
                  <a:schemeClr val="tx1"/>
                </a:solidFill>
                <a:effectLst/>
                <a:latin typeface="+mn-lt"/>
                <a:ea typeface="+mn-ea"/>
                <a:cs typeface="+mn-cs"/>
              </a:rPr>
              <a:t>梅曼发明的红宝石激光器就是固体激光器</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也是世界上第一台激光器</a:t>
            </a:r>
            <a:endParaRPr lang="en-US" altLang="zh-CN" dirty="0">
              <a:solidFill>
                <a:schemeClr val="folHlink"/>
              </a:solidFill>
              <a:latin typeface="楷体_GB2312" pitchFamily="49" charset="-122"/>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solidFill>
                  <a:schemeClr val="folHlink"/>
                </a:solidFill>
                <a:latin typeface="楷体_GB2312" pitchFamily="49" charset="-122"/>
                <a:ea typeface="楷体_GB2312" pitchFamily="49" charset="-122"/>
              </a:rPr>
              <a:t>激光冷却原子，</a:t>
            </a:r>
            <a:r>
              <a:rPr lang="zh-CN" altLang="en-US" dirty="0">
                <a:hlinkClick r:id="rId3"/>
              </a:rPr>
              <a:t>激光冷却实验</a:t>
            </a:r>
            <a:r>
              <a:rPr lang="en-US" altLang="zh-CN" dirty="0">
                <a:hlinkClick r:id="rId3"/>
              </a:rPr>
              <a:t>-</a:t>
            </a:r>
            <a:r>
              <a:rPr lang="zh-CN" altLang="en-US" dirty="0">
                <a:hlinkClick r:id="rId3"/>
              </a:rPr>
              <a:t>大连理工大学大学物理教学中心 </a:t>
            </a:r>
            <a:r>
              <a:rPr lang="en-US" altLang="zh-CN" dirty="0">
                <a:hlinkClick r:id="rId3"/>
              </a:rPr>
              <a:t>(dlut.edu.cn)</a:t>
            </a:r>
            <a:endParaRPr lang="en-US" altLang="zh-CN" dirty="0">
              <a:solidFill>
                <a:schemeClr val="folHlink"/>
              </a:solidFill>
              <a:latin typeface="楷体_GB2312" pitchFamily="49" charset="-122"/>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b="0" i="0" dirty="0">
                <a:solidFill>
                  <a:srgbClr val="000000"/>
                </a:solidFill>
                <a:effectLst/>
                <a:latin typeface="Microsoft Yahei" panose="020B0503020204020204" pitchFamily="34" charset="-122"/>
                <a:ea typeface="Microsoft Yahei" panose="020B0503020204020204" pitchFamily="34" charset="-122"/>
              </a:rPr>
              <a:t>高精度光学原子钟将问世 可用于探测引力波和暗物质</a:t>
            </a: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solidFill>
                  <a:schemeClr val="folHlink"/>
                </a:solidFill>
                <a:latin typeface="楷体_GB2312" pitchFamily="49" charset="-122"/>
                <a:ea typeface="楷体_GB2312" pitchFamily="49" charset="-122"/>
              </a:rPr>
              <a:t>光电倍增管，</a:t>
            </a:r>
            <a:r>
              <a:rPr lang="zh-CN" altLang="en-US" dirty="0">
                <a:hlinkClick r:id="rId4"/>
              </a:rPr>
              <a:t>高精度光学原子钟将问世 可用于探测引力波和暗物质</a:t>
            </a:r>
            <a:r>
              <a:rPr lang="en-US" altLang="zh-CN" dirty="0">
                <a:hlinkClick r:id="rId4"/>
              </a:rPr>
              <a:t>_</a:t>
            </a:r>
            <a:r>
              <a:rPr lang="zh-CN" altLang="en-US" dirty="0">
                <a:hlinkClick r:id="rId4"/>
              </a:rPr>
              <a:t>科技</a:t>
            </a:r>
            <a:r>
              <a:rPr lang="en-US" altLang="zh-CN" dirty="0">
                <a:hlinkClick r:id="rId4"/>
              </a:rPr>
              <a:t>_</a:t>
            </a:r>
            <a:r>
              <a:rPr lang="zh-CN" altLang="en-US" dirty="0">
                <a:hlinkClick r:id="rId4"/>
              </a:rPr>
              <a:t>腾讯网 </a:t>
            </a:r>
            <a:r>
              <a:rPr lang="en-US" altLang="zh-CN" dirty="0">
                <a:hlinkClick r:id="rId4"/>
              </a:rPr>
              <a:t>(qq.com)</a:t>
            </a:r>
            <a:endParaRPr lang="en-US" altLang="zh-CN" dirty="0">
              <a:solidFill>
                <a:schemeClr val="folHlink"/>
              </a:solidFill>
              <a:latin typeface="楷体_GB2312" pitchFamily="49" charset="-122"/>
              <a:ea typeface="楷体_GB2312" pitchFamily="49"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zh-CN" altLang="en-US" dirty="0">
                <a:solidFill>
                  <a:schemeClr val="folHlink"/>
                </a:solidFill>
                <a:latin typeface="楷体_GB2312" pitchFamily="49" charset="-122"/>
                <a:ea typeface="楷体_GB2312" pitchFamily="49" charset="-122"/>
              </a:rPr>
              <a:t>中微子探测实验：</a:t>
            </a:r>
            <a:r>
              <a:rPr lang="zh-CN" altLang="en-US" sz="1200" b="0" i="0" kern="1200" dirty="0">
                <a:solidFill>
                  <a:schemeClr val="tx1"/>
                </a:solidFill>
                <a:effectLst/>
                <a:latin typeface="+mn-lt"/>
                <a:ea typeface="+mn-ea"/>
                <a:cs typeface="+mn-cs"/>
              </a:rPr>
              <a:t>中微子</a:t>
            </a:r>
            <a:r>
              <a:rPr lang="zh-CN" altLang="en-US" sz="1200" b="0" i="0" kern="1200" baseline="30000" dirty="0">
                <a:solidFill>
                  <a:schemeClr val="tx1"/>
                </a:solidFill>
                <a:effectLst/>
                <a:latin typeface="+mn-lt"/>
                <a:ea typeface="+mn-ea"/>
                <a:cs typeface="+mn-cs"/>
              </a:rPr>
              <a:t> </a:t>
            </a:r>
            <a:r>
              <a:rPr lang="en-US" altLang="zh-CN" sz="1200" b="0" i="0" kern="1200" baseline="30000" dirty="0">
                <a:solidFill>
                  <a:schemeClr val="tx1"/>
                </a:solidFill>
                <a:effectLst/>
                <a:latin typeface="+mn-lt"/>
                <a:ea typeface="+mn-ea"/>
                <a:cs typeface="+mn-cs"/>
              </a:rPr>
              <a:t>[5]</a:t>
            </a:r>
            <a:r>
              <a:rPr lang="zh-CN" altLang="en-US" sz="1200" b="0" i="0" u="none" strike="noStrike"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 是一种基本</a:t>
            </a:r>
            <a:r>
              <a:rPr lang="zh-CN" altLang="en-US" sz="1200" b="0" i="0" u="none" strike="noStrike" kern="1200" dirty="0">
                <a:solidFill>
                  <a:schemeClr val="tx1"/>
                </a:solidFill>
                <a:effectLst/>
                <a:latin typeface="+mn-lt"/>
                <a:ea typeface="+mn-ea"/>
                <a:cs typeface="+mn-cs"/>
                <a:hlinkClick r:id="rId5"/>
              </a:rPr>
              <a:t>粒子</a:t>
            </a:r>
            <a:r>
              <a:rPr lang="zh-CN" altLang="en-US" sz="1200" b="0" i="0" kern="1200" dirty="0">
                <a:solidFill>
                  <a:schemeClr val="tx1"/>
                </a:solidFill>
                <a:effectLst/>
                <a:latin typeface="+mn-lt"/>
                <a:ea typeface="+mn-ea"/>
                <a:cs typeface="+mn-cs"/>
              </a:rPr>
              <a:t>，不带电，质量极小，与其他物质的相互作用十分微弱，在自然界广泛存在。太阳内部核反应产生大量中微子，每秒钟通过我们眼睛的中微子数以十亿计。</a:t>
            </a:r>
            <a:r>
              <a:rPr lang="en-US" altLang="zh-CN" sz="1200" b="0" i="0" kern="1200" dirty="0">
                <a:solidFill>
                  <a:schemeClr val="tx1"/>
                </a:solidFill>
                <a:effectLst/>
                <a:latin typeface="+mn-lt"/>
                <a:ea typeface="+mn-ea"/>
                <a:cs typeface="+mn-cs"/>
              </a:rPr>
              <a:t>1930</a:t>
            </a:r>
            <a:r>
              <a:rPr lang="zh-CN" altLang="en-US" sz="1200" b="0" i="0" kern="1200" dirty="0">
                <a:solidFill>
                  <a:schemeClr val="tx1"/>
                </a:solidFill>
                <a:effectLst/>
                <a:latin typeface="+mn-lt"/>
                <a:ea typeface="+mn-ea"/>
                <a:cs typeface="+mn-cs"/>
              </a:rPr>
              <a:t>年，奥地利物理学家</a:t>
            </a:r>
            <a:r>
              <a:rPr lang="zh-CN" altLang="en-US" sz="1200" b="0" i="0" u="none" strike="noStrike" kern="1200" dirty="0">
                <a:solidFill>
                  <a:schemeClr val="tx1"/>
                </a:solidFill>
                <a:effectLst/>
                <a:latin typeface="+mn-lt"/>
                <a:ea typeface="+mn-ea"/>
                <a:cs typeface="+mn-cs"/>
                <a:hlinkClick r:id="rId6"/>
              </a:rPr>
              <a:t>泡利</a:t>
            </a:r>
            <a:r>
              <a:rPr lang="zh-CN" altLang="en-US" sz="1200" b="0" i="0" kern="1200" dirty="0">
                <a:solidFill>
                  <a:schemeClr val="tx1"/>
                </a:solidFill>
                <a:effectLst/>
                <a:latin typeface="+mn-lt"/>
                <a:ea typeface="+mn-ea"/>
                <a:cs typeface="+mn-cs"/>
              </a:rPr>
              <a:t>提出存在中微子的假设。</a:t>
            </a:r>
            <a:r>
              <a:rPr lang="en-US" altLang="zh-CN" sz="1200" b="0" i="0" kern="1200" dirty="0">
                <a:solidFill>
                  <a:schemeClr val="tx1"/>
                </a:solidFill>
                <a:effectLst/>
                <a:latin typeface="+mn-lt"/>
                <a:ea typeface="+mn-ea"/>
                <a:cs typeface="+mn-cs"/>
              </a:rPr>
              <a:t>1956</a:t>
            </a:r>
            <a:r>
              <a:rPr lang="zh-CN" altLang="en-US" sz="1200" b="0" i="0" kern="1200" dirty="0">
                <a:solidFill>
                  <a:schemeClr val="tx1"/>
                </a:solidFill>
                <a:effectLst/>
                <a:latin typeface="+mn-lt"/>
                <a:ea typeface="+mn-ea"/>
                <a:cs typeface="+mn-cs"/>
              </a:rPr>
              <a:t>年，</a:t>
            </a:r>
            <a:r>
              <a:rPr lang="zh-CN" altLang="en-US" sz="1200" b="0" i="0" u="none" strike="noStrike" kern="1200" dirty="0">
                <a:solidFill>
                  <a:schemeClr val="tx1"/>
                </a:solidFill>
                <a:effectLst/>
                <a:latin typeface="+mn-lt"/>
                <a:ea typeface="+mn-ea"/>
                <a:cs typeface="+mn-cs"/>
                <a:hlinkClick r:id="rId7"/>
              </a:rPr>
              <a:t>柯温</a:t>
            </a:r>
            <a:r>
              <a:rPr lang="zh-CN" altLang="en-US" sz="1200" b="0" i="0" kern="1200" dirty="0">
                <a:solidFill>
                  <a:schemeClr val="tx1"/>
                </a:solidFill>
                <a:effectLst/>
                <a:latin typeface="+mn-lt"/>
                <a:ea typeface="+mn-ea"/>
                <a:cs typeface="+mn-cs"/>
              </a:rPr>
              <a:t>（</a:t>
            </a:r>
            <a:r>
              <a:rPr lang="en-US" altLang="zh-CN" sz="1200" b="0" i="0" kern="1200" dirty="0" err="1">
                <a:solidFill>
                  <a:schemeClr val="tx1"/>
                </a:solidFill>
                <a:effectLst/>
                <a:latin typeface="+mn-lt"/>
                <a:ea typeface="+mn-ea"/>
                <a:cs typeface="+mn-cs"/>
              </a:rPr>
              <a:t>C.L.Cowan</a:t>
            </a:r>
            <a:r>
              <a:rPr lang="zh-CN" altLang="en-US" sz="1200" b="0" i="0" kern="1200" dirty="0">
                <a:solidFill>
                  <a:schemeClr val="tx1"/>
                </a:solidFill>
                <a:effectLst/>
                <a:latin typeface="+mn-lt"/>
                <a:ea typeface="+mn-ea"/>
                <a:cs typeface="+mn-cs"/>
              </a:rPr>
              <a:t>）和弗雷德里克</a:t>
            </a:r>
            <a:r>
              <a:rPr lang="en-US" altLang="zh-CN" sz="1200" b="0" i="0" kern="1200" dirty="0">
                <a:solidFill>
                  <a:schemeClr val="tx1"/>
                </a:solidFill>
                <a:effectLst/>
                <a:latin typeface="+mn-lt"/>
                <a:ea typeface="+mn-ea"/>
                <a:cs typeface="+mn-cs"/>
              </a:rPr>
              <a:t>·</a:t>
            </a:r>
            <a:r>
              <a:rPr lang="zh-CN" altLang="en-US" sz="1200" b="0" i="0" kern="1200" dirty="0">
                <a:solidFill>
                  <a:schemeClr val="tx1"/>
                </a:solidFill>
                <a:effectLst/>
                <a:latin typeface="+mn-lt"/>
                <a:ea typeface="+mn-ea"/>
                <a:cs typeface="+mn-cs"/>
              </a:rPr>
              <a:t>莱因斯利用</a:t>
            </a:r>
            <a:r>
              <a:rPr lang="zh-CN" altLang="en-US" sz="1200" b="0" i="0" u="none" strike="noStrike" kern="1200" dirty="0">
                <a:solidFill>
                  <a:schemeClr val="tx1"/>
                </a:solidFill>
                <a:effectLst/>
                <a:latin typeface="+mn-lt"/>
                <a:ea typeface="+mn-ea"/>
                <a:cs typeface="+mn-cs"/>
                <a:hlinkClick r:id="rId8"/>
              </a:rPr>
              <a:t>核反应堆</a:t>
            </a:r>
            <a:r>
              <a:rPr lang="zh-CN" altLang="en-US" sz="1200" b="0" i="0" kern="1200" dirty="0">
                <a:solidFill>
                  <a:schemeClr val="tx1"/>
                </a:solidFill>
                <a:effectLst/>
                <a:latin typeface="+mn-lt"/>
                <a:ea typeface="+mn-ea"/>
                <a:cs typeface="+mn-cs"/>
              </a:rPr>
              <a:t>产物的</a:t>
            </a:r>
            <a:r>
              <a:rPr lang="en-US" altLang="zh-CN" sz="1200" b="0" i="0" u="none" strike="noStrike" kern="1200" dirty="0">
                <a:solidFill>
                  <a:schemeClr val="tx1"/>
                </a:solidFill>
                <a:effectLst/>
                <a:latin typeface="+mn-lt"/>
                <a:ea typeface="+mn-ea"/>
                <a:cs typeface="+mn-cs"/>
                <a:hlinkClick r:id="rId9"/>
              </a:rPr>
              <a:t>β</a:t>
            </a:r>
            <a:r>
              <a:rPr lang="zh-CN" altLang="en-US" sz="1200" b="0" i="0" u="none" strike="noStrike" kern="1200" dirty="0">
                <a:solidFill>
                  <a:schemeClr val="tx1"/>
                </a:solidFill>
                <a:effectLst/>
                <a:latin typeface="+mn-lt"/>
                <a:ea typeface="+mn-ea"/>
                <a:cs typeface="+mn-cs"/>
                <a:hlinkClick r:id="rId9"/>
              </a:rPr>
              <a:t>衰变</a:t>
            </a:r>
            <a:r>
              <a:rPr lang="zh-CN" altLang="en-US" sz="1200" b="0" i="0" kern="1200" dirty="0">
                <a:solidFill>
                  <a:schemeClr val="tx1"/>
                </a:solidFill>
                <a:effectLst/>
                <a:latin typeface="+mn-lt"/>
                <a:ea typeface="+mn-ea"/>
                <a:cs typeface="+mn-cs"/>
              </a:rPr>
              <a:t>产生反中微子，观测到了中微子诱发的反应：</a:t>
            </a:r>
            <a:endParaRPr lang="en-US" altLang="zh-CN" sz="1200" b="0" i="0" kern="1200" dirty="0">
              <a:solidFill>
                <a:schemeClr val="tx1"/>
              </a:solidFill>
              <a:effectLst/>
              <a:latin typeface="+mn-lt"/>
              <a:ea typeface="+mn-ea"/>
              <a:cs typeface="+mn-cs"/>
            </a:endParaRPr>
          </a:p>
          <a:p>
            <a:pPr marL="0" marR="0" lvl="0" indent="0" algn="l" defTabSz="914400" rtl="0" eaLnBrk="1" fontAlgn="base" latinLnBrk="0" hangingPunct="1">
              <a:lnSpc>
                <a:spcPct val="100000"/>
              </a:lnSpc>
              <a:spcBef>
                <a:spcPct val="30000"/>
              </a:spcBef>
              <a:spcAft>
                <a:spcPct val="0"/>
              </a:spcAft>
              <a:buClrTx/>
              <a:buSzTx/>
              <a:buFontTx/>
              <a:buNone/>
              <a:tabLst/>
              <a:defRPr/>
            </a:pPr>
            <a:r>
              <a:rPr lang="en-US" altLang="zh-CN" sz="1200" dirty="0">
                <a:latin typeface="黑体" panose="02010609060101010101" pitchFamily="49" charset="-122"/>
                <a:ea typeface="黑体" panose="02010609060101010101" pitchFamily="49" charset="-122"/>
              </a:rPr>
              <a:t>1996</a:t>
            </a:r>
            <a:r>
              <a:rPr lang="zh-CN" altLang="en-US" sz="1200" dirty="0">
                <a:latin typeface="黑体" panose="02010609060101010101" pitchFamily="49" charset="-122"/>
                <a:ea typeface="黑体" panose="02010609060101010101" pitchFamily="49" charset="-122"/>
              </a:rPr>
              <a:t>年，超级神冈探测器开始取数，用了</a:t>
            </a:r>
            <a:r>
              <a:rPr lang="en-US" altLang="zh-CN" sz="1200" dirty="0">
                <a:latin typeface="黑体" panose="02010609060101010101" pitchFamily="49" charset="-122"/>
                <a:ea typeface="黑体" panose="02010609060101010101" pitchFamily="49" charset="-122"/>
              </a:rPr>
              <a:t>5</a:t>
            </a:r>
            <a:r>
              <a:rPr lang="zh-CN" altLang="en-US" sz="1200" dirty="0">
                <a:latin typeface="黑体" panose="02010609060101010101" pitchFamily="49" charset="-122"/>
                <a:ea typeface="黑体" panose="02010609060101010101" pitchFamily="49" charset="-122"/>
              </a:rPr>
              <a:t>万吨超纯水和</a:t>
            </a:r>
            <a:r>
              <a:rPr lang="en-US" altLang="zh-CN" sz="1200" dirty="0">
                <a:latin typeface="黑体" panose="02010609060101010101" pitchFamily="49" charset="-122"/>
                <a:ea typeface="黑体" panose="02010609060101010101" pitchFamily="49" charset="-122"/>
              </a:rPr>
              <a:t>11200</a:t>
            </a:r>
            <a:r>
              <a:rPr lang="zh-CN" altLang="en-US" sz="1200" dirty="0">
                <a:latin typeface="黑体" panose="02010609060101010101" pitchFamily="49" charset="-122"/>
                <a:ea typeface="黑体" panose="02010609060101010101" pitchFamily="49" charset="-122"/>
              </a:rPr>
              <a:t>个光电倍增管。</a:t>
            </a: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en-US" altLang="zh-CN" sz="1200" dirty="0">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effectLst/>
            </a:endParaRP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solidFill>
                <a:schemeClr val="folHlink"/>
              </a:solidFill>
              <a:latin typeface="楷体_GB2312" pitchFamily="49" charset="-122"/>
              <a:ea typeface="楷体_GB2312" pitchFamily="49" charset="-122"/>
            </a:endParaRPr>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0760901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sz="1200" b="0" i="0" kern="1200" dirty="0">
                <a:solidFill>
                  <a:schemeClr val="tx1"/>
                </a:solidFill>
                <a:effectLst/>
                <a:latin typeface="+mn-lt"/>
                <a:ea typeface="+mn-ea"/>
                <a:cs typeface="+mn-cs"/>
              </a:rPr>
              <a:t>发光二极管是一种常用的发光器件，通过</a:t>
            </a:r>
            <a:r>
              <a:rPr lang="zh-CN" altLang="en-US" sz="1200" b="0" i="0" u="none" strike="noStrike" kern="1200" dirty="0">
                <a:solidFill>
                  <a:schemeClr val="tx1"/>
                </a:solidFill>
                <a:effectLst/>
                <a:latin typeface="+mn-lt"/>
                <a:ea typeface="+mn-ea"/>
                <a:cs typeface="+mn-cs"/>
                <a:hlinkClick r:id="rId3"/>
              </a:rPr>
              <a:t>电子</a:t>
            </a:r>
            <a:r>
              <a:rPr lang="zh-CN" altLang="en-US" sz="1200" b="0" i="0" kern="1200" dirty="0">
                <a:solidFill>
                  <a:schemeClr val="tx1"/>
                </a:solidFill>
                <a:effectLst/>
                <a:latin typeface="+mn-lt"/>
                <a:ea typeface="+mn-ea"/>
                <a:cs typeface="+mn-cs"/>
              </a:rPr>
              <a:t>与</a:t>
            </a:r>
            <a:r>
              <a:rPr lang="zh-CN" altLang="en-US" sz="1200" b="0" i="0" u="none" strike="noStrike" kern="1200" dirty="0">
                <a:solidFill>
                  <a:schemeClr val="tx1"/>
                </a:solidFill>
                <a:effectLst/>
                <a:latin typeface="+mn-lt"/>
                <a:ea typeface="+mn-ea"/>
                <a:cs typeface="+mn-cs"/>
                <a:hlinkClick r:id="rId4"/>
              </a:rPr>
              <a:t>空穴</a:t>
            </a:r>
            <a:r>
              <a:rPr lang="zh-CN" altLang="en-US" sz="1200" b="0" i="0" kern="1200" dirty="0">
                <a:solidFill>
                  <a:schemeClr val="tx1"/>
                </a:solidFill>
                <a:effectLst/>
                <a:latin typeface="+mn-lt"/>
                <a:ea typeface="+mn-ea"/>
                <a:cs typeface="+mn-cs"/>
              </a:rPr>
              <a:t>复合释放能量发光，它在照明领域应用广泛。</a:t>
            </a:r>
            <a:r>
              <a:rPr lang="zh-CN" altLang="en-US" sz="1200" b="0" i="0" kern="1200" baseline="30000" dirty="0">
                <a:solidFill>
                  <a:schemeClr val="tx1"/>
                </a:solidFill>
                <a:effectLst/>
                <a:latin typeface="+mn-lt"/>
                <a:ea typeface="+mn-ea"/>
                <a:cs typeface="+mn-cs"/>
              </a:rPr>
              <a:t> </a:t>
            </a:r>
            <a:r>
              <a:rPr lang="en-US" altLang="zh-CN" sz="1200" b="0" i="0" kern="1200" baseline="30000" dirty="0">
                <a:solidFill>
                  <a:schemeClr val="tx1"/>
                </a:solidFill>
                <a:effectLst/>
                <a:latin typeface="+mn-lt"/>
                <a:ea typeface="+mn-ea"/>
                <a:cs typeface="+mn-cs"/>
              </a:rPr>
              <a:t>[1]</a:t>
            </a:r>
            <a:r>
              <a:rPr lang="zh-CN" altLang="en-US" sz="1200" b="0" i="0" u="none" strike="noStrike" kern="1200" dirty="0">
                <a:solidFill>
                  <a:schemeClr val="tx1"/>
                </a:solidFill>
                <a:effectLst/>
                <a:latin typeface="+mn-lt"/>
                <a:ea typeface="+mn-ea"/>
                <a:cs typeface="+mn-cs"/>
              </a:rPr>
              <a:t> </a:t>
            </a:r>
            <a:r>
              <a:rPr lang="zh-CN" altLang="en-US" sz="1200" b="0" i="0" kern="1200" dirty="0">
                <a:solidFill>
                  <a:schemeClr val="tx1"/>
                </a:solidFill>
                <a:effectLst/>
                <a:latin typeface="+mn-lt"/>
                <a:ea typeface="+mn-ea"/>
                <a:cs typeface="+mn-cs"/>
              </a:rPr>
              <a:t> 发光二极管可高效地将电能转化为</a:t>
            </a:r>
            <a:r>
              <a:rPr lang="zh-CN" altLang="en-US" sz="1200" b="0" i="0" u="none" strike="noStrike" kern="1200" dirty="0">
                <a:solidFill>
                  <a:schemeClr val="tx1"/>
                </a:solidFill>
                <a:effectLst/>
                <a:latin typeface="+mn-lt"/>
                <a:ea typeface="+mn-ea"/>
                <a:cs typeface="+mn-cs"/>
                <a:hlinkClick r:id="rId5"/>
              </a:rPr>
              <a:t>光能</a:t>
            </a:r>
            <a:r>
              <a:rPr lang="zh-CN" altLang="en-US" sz="1200" b="0" i="0" kern="1200" dirty="0">
                <a:solidFill>
                  <a:schemeClr val="tx1"/>
                </a:solidFill>
                <a:effectLst/>
                <a:latin typeface="+mn-lt"/>
                <a:ea typeface="+mn-ea"/>
                <a:cs typeface="+mn-cs"/>
              </a:rPr>
              <a:t>，在现代社会具有广泛的用途，如照明、平板显示、医疗器件等。</a:t>
            </a:r>
            <a:r>
              <a:rPr lang="zh-CN" altLang="en-US" sz="1200" b="0" i="0" kern="1200" baseline="30000" dirty="0">
                <a:solidFill>
                  <a:schemeClr val="tx1"/>
                </a:solidFill>
                <a:effectLst/>
                <a:latin typeface="+mn-lt"/>
                <a:ea typeface="+mn-ea"/>
                <a:cs typeface="+mn-cs"/>
              </a:rPr>
              <a:t> </a:t>
            </a:r>
            <a:r>
              <a:rPr lang="en-US" altLang="zh-CN" sz="1200" b="0" i="0" kern="1200" baseline="30000" dirty="0">
                <a:solidFill>
                  <a:schemeClr val="tx1"/>
                </a:solidFill>
                <a:effectLst/>
                <a:latin typeface="+mn-lt"/>
                <a:ea typeface="+mn-ea"/>
                <a:cs typeface="+mn-cs"/>
              </a:rPr>
              <a:t>[2]</a:t>
            </a:r>
            <a:r>
              <a:rPr lang="zh-CN" altLang="en-US" sz="1200" b="0" i="0" u="none" strike="noStrike" kern="1200" dirty="0">
                <a:solidFill>
                  <a:schemeClr val="tx1"/>
                </a:solidFill>
                <a:effectLst/>
                <a:latin typeface="+mn-lt"/>
                <a:ea typeface="+mn-ea"/>
                <a:cs typeface="+mn-cs"/>
              </a:rPr>
              <a:t> </a:t>
            </a:r>
            <a:endParaRPr lang="zh-CN" altLang="en-US"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这种电子元件早在</a:t>
            </a:r>
            <a:r>
              <a:rPr lang="en-US" altLang="zh-CN" sz="1200" b="0" i="0" kern="1200" dirty="0">
                <a:solidFill>
                  <a:schemeClr val="tx1"/>
                </a:solidFill>
                <a:effectLst/>
                <a:latin typeface="+mn-lt"/>
                <a:ea typeface="+mn-ea"/>
                <a:cs typeface="+mn-cs"/>
              </a:rPr>
              <a:t>1962</a:t>
            </a:r>
            <a:r>
              <a:rPr lang="zh-CN" altLang="en-US" sz="1200" b="0" i="0" kern="1200" dirty="0">
                <a:solidFill>
                  <a:schemeClr val="tx1"/>
                </a:solidFill>
                <a:effectLst/>
                <a:latin typeface="+mn-lt"/>
                <a:ea typeface="+mn-ea"/>
                <a:cs typeface="+mn-cs"/>
              </a:rPr>
              <a:t>年出现，早期只能发出低光度的红光，之后发展出其他</a:t>
            </a:r>
            <a:r>
              <a:rPr lang="zh-CN" altLang="en-US" sz="1200" b="0" i="0" u="none" strike="noStrike" kern="1200" dirty="0">
                <a:solidFill>
                  <a:schemeClr val="tx1"/>
                </a:solidFill>
                <a:effectLst/>
                <a:latin typeface="+mn-lt"/>
                <a:ea typeface="+mn-ea"/>
                <a:cs typeface="+mn-cs"/>
                <a:hlinkClick r:id="rId6"/>
              </a:rPr>
              <a:t>单色光</a:t>
            </a:r>
            <a:r>
              <a:rPr lang="zh-CN" altLang="en-US" sz="1200" b="0" i="0" kern="1200" dirty="0">
                <a:solidFill>
                  <a:schemeClr val="tx1"/>
                </a:solidFill>
                <a:effectLst/>
                <a:latin typeface="+mn-lt"/>
                <a:ea typeface="+mn-ea"/>
                <a:cs typeface="+mn-cs"/>
              </a:rPr>
              <a:t>的版本，时至今日能发出的光已遍及可见光、</a:t>
            </a:r>
            <a:r>
              <a:rPr lang="zh-CN" altLang="en-US" sz="1200" b="0" i="0" u="none" strike="noStrike" kern="1200" dirty="0">
                <a:solidFill>
                  <a:schemeClr val="tx1"/>
                </a:solidFill>
                <a:effectLst/>
                <a:latin typeface="+mn-lt"/>
                <a:ea typeface="+mn-ea"/>
                <a:cs typeface="+mn-cs"/>
                <a:hlinkClick r:id="rId7"/>
              </a:rPr>
              <a:t>红外线</a:t>
            </a:r>
            <a:r>
              <a:rPr lang="zh-CN" altLang="en-US" sz="1200" b="0" i="0" kern="1200" dirty="0">
                <a:solidFill>
                  <a:schemeClr val="tx1"/>
                </a:solidFill>
                <a:effectLst/>
                <a:latin typeface="+mn-lt"/>
                <a:ea typeface="+mn-ea"/>
                <a:cs typeface="+mn-cs"/>
              </a:rPr>
              <a:t>及</a:t>
            </a:r>
            <a:r>
              <a:rPr lang="zh-CN" altLang="en-US" sz="1200" b="0" i="0" u="none" strike="noStrike" kern="1200" dirty="0">
                <a:solidFill>
                  <a:schemeClr val="tx1"/>
                </a:solidFill>
                <a:effectLst/>
                <a:latin typeface="+mn-lt"/>
                <a:ea typeface="+mn-ea"/>
                <a:cs typeface="+mn-cs"/>
                <a:hlinkClick r:id="rId8"/>
              </a:rPr>
              <a:t>紫外线</a:t>
            </a:r>
            <a:r>
              <a:rPr lang="zh-CN" altLang="en-US" sz="1200" b="0" i="0" kern="1200" dirty="0">
                <a:solidFill>
                  <a:schemeClr val="tx1"/>
                </a:solidFill>
                <a:effectLst/>
                <a:latin typeface="+mn-lt"/>
                <a:ea typeface="+mn-ea"/>
                <a:cs typeface="+mn-cs"/>
              </a:rPr>
              <a:t>，光度也提高到相当的光度。而用途也由初时作为</a:t>
            </a:r>
            <a:r>
              <a:rPr lang="zh-CN" altLang="en-US" sz="1200" b="0" i="0" u="none" strike="noStrike" kern="1200" dirty="0">
                <a:solidFill>
                  <a:schemeClr val="tx1"/>
                </a:solidFill>
                <a:effectLst/>
                <a:latin typeface="+mn-lt"/>
                <a:ea typeface="+mn-ea"/>
                <a:cs typeface="+mn-cs"/>
                <a:hlinkClick r:id="rId9"/>
              </a:rPr>
              <a:t>指示灯</a:t>
            </a:r>
            <a:r>
              <a:rPr lang="zh-CN" altLang="en-US" sz="1200" b="0" i="0" kern="1200" dirty="0">
                <a:solidFill>
                  <a:schemeClr val="tx1"/>
                </a:solidFill>
                <a:effectLst/>
                <a:latin typeface="+mn-lt"/>
                <a:ea typeface="+mn-ea"/>
                <a:cs typeface="+mn-cs"/>
              </a:rPr>
              <a:t>、显示板等；随着技术的不断进步，发光二极管已被广泛地应用于显示器和照明。</a:t>
            </a:r>
          </a:p>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solidFill>
                <a:schemeClr val="folHlink"/>
              </a:solidFill>
              <a:latin typeface="楷体_GB2312" pitchFamily="49" charset="-122"/>
              <a:ea typeface="楷体_GB2312" pitchFamily="49" charset="-122"/>
            </a:endParaRPr>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36038236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solidFill>
                <a:schemeClr val="folHlink"/>
              </a:solidFill>
              <a:latin typeface="楷体_GB2312" pitchFamily="49" charset="-122"/>
              <a:ea typeface="楷体_GB2312" pitchFamily="49" charset="-122"/>
            </a:endParaRPr>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0940473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solidFill>
                <a:schemeClr val="folHlink"/>
              </a:solidFill>
              <a:latin typeface="楷体_GB2312" pitchFamily="49" charset="-122"/>
              <a:ea typeface="楷体_GB2312" pitchFamily="49" charset="-122"/>
            </a:endParaRPr>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059663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30000"/>
              </a:spcBef>
              <a:spcAft>
                <a:spcPct val="0"/>
              </a:spcAft>
              <a:buClrTx/>
              <a:buSzTx/>
              <a:buFontTx/>
              <a:buNone/>
              <a:tabLst/>
              <a:defRPr/>
            </a:pPr>
            <a:endParaRPr lang="zh-CN" altLang="en-US" dirty="0">
              <a:solidFill>
                <a:schemeClr val="folHlink"/>
              </a:solidFill>
              <a:latin typeface="楷体_GB2312" pitchFamily="49" charset="-122"/>
              <a:ea typeface="楷体_GB2312" pitchFamily="49" charset="-122"/>
            </a:endParaRPr>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8077439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10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903942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11</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3936094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dirty="0"/>
              <a:t>用两个普通光源（两个手电筒、两根蜡烛）发出的光照射同一区域，不出现光的干涉现象？</a:t>
            </a:r>
          </a:p>
          <a:p>
            <a:pPr eaLnBrk="1" hangingPunct="1"/>
            <a:r>
              <a:rPr lang="zh-CN" altLang="en-US" dirty="0"/>
              <a:t>如何用普通光源获得光的干涉现象？</a:t>
            </a:r>
          </a:p>
          <a:p>
            <a:pPr eaLnBrk="1" hangingPunct="1"/>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12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2499705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r>
              <a:rPr lang="zh-CN" altLang="en-US" dirty="0"/>
              <a:t>用两个普通光源（两个手电筒、两根蜡烛）发出的光照射同一区域，不出现光的干涉现象？</a:t>
            </a:r>
          </a:p>
          <a:p>
            <a:pPr eaLnBrk="1" hangingPunct="1"/>
            <a:r>
              <a:rPr lang="zh-CN" altLang="en-US" dirty="0"/>
              <a:t>如何用普通光源获得光的干涉现象？</a:t>
            </a:r>
          </a:p>
          <a:p>
            <a:pPr eaLnBrk="1" hangingPunct="1"/>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13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0069762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14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40036465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15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4514861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19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31456928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20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2303923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看第</a:t>
            </a:r>
            <a:r>
              <a:rPr kumimoji="1" lang="en-US" altLang="zh-CN" sz="12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0</a:t>
            </a:r>
            <a:r>
              <a:rPr kumimoji="1" lang="zh-CN" altLang="en-US" sz="1200"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级明纹位置的变化</a:t>
            </a:r>
            <a:endParaRPr kumimoji="1" lang="zh-CN" altLang="en-US" sz="12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21</a:t>
            </a:fld>
            <a:endParaRPr lang="zh-CN" altLang="en-US"/>
          </a:p>
        </p:txBody>
      </p:sp>
    </p:spTree>
    <p:extLst>
      <p:ext uri="{BB962C8B-B14F-4D97-AF65-F5344CB8AC3E}">
        <p14:creationId xmlns:p14="http://schemas.microsoft.com/office/powerpoint/2010/main" val="13871676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kumimoji="1" lang="zh-CN" altLang="en-US" sz="12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看第</a:t>
            </a:r>
            <a:r>
              <a:rPr kumimoji="1" lang="en-US" altLang="zh-CN" sz="12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0</a:t>
            </a:r>
            <a:r>
              <a:rPr kumimoji="1" lang="zh-CN" altLang="en-US" sz="1200" b="1" dirty="0">
                <a:solidFill>
                  <a:srgbClr val="FF0000"/>
                </a:solidFill>
                <a:latin typeface="Microsoft Yahei" panose="020B0503020204020204" pitchFamily="34" charset="-122"/>
                <a:ea typeface="Microsoft Yahei" panose="020B0503020204020204" pitchFamily="34" charset="-122"/>
                <a:sym typeface="Microsoft Yahei" panose="020B0503020204020204" pitchFamily="34" charset="-122"/>
              </a:rPr>
              <a:t>级明纹位置的变化</a:t>
            </a:r>
            <a:endParaRPr kumimoji="1" lang="zh-CN" altLang="en-US" sz="1200" b="1" i="0" u="none" strike="noStrike" kern="1200" cap="none" spc="0" normalizeH="0" baseline="0" noProof="0" dirty="0">
              <a:ln>
                <a:noFill/>
              </a:ln>
              <a:solidFill>
                <a:srgbClr val="FF0000"/>
              </a:solidFill>
              <a:effectLst/>
              <a:uLnTx/>
              <a:uFillTx/>
              <a:latin typeface="Microsoft Yahei" panose="020B0503020204020204" pitchFamily="34" charset="-122"/>
              <a:ea typeface="Microsoft Yahei" panose="020B0503020204020204" pitchFamily="34" charset="-122"/>
              <a:sym typeface="Microsoft Yahei"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22</a:t>
            </a:fld>
            <a:endParaRPr lang="zh-CN" altLang="en-US"/>
          </a:p>
        </p:txBody>
      </p:sp>
    </p:spTree>
    <p:extLst>
      <p:ext uri="{BB962C8B-B14F-4D97-AF65-F5344CB8AC3E}">
        <p14:creationId xmlns:p14="http://schemas.microsoft.com/office/powerpoint/2010/main" val="3332066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FFFF00"/>
                </a:solidFill>
                <a:effectLst>
                  <a:outerShdw blurRad="38100" dist="38100" dir="2700000" algn="tl">
                    <a:srgbClr val="000000">
                      <a:alpha val="43137"/>
                    </a:srgbClr>
                  </a:outerShdw>
                </a:effectLst>
                <a:latin typeface="楷体_GB2312" pitchFamily="49" charset="-122"/>
                <a:ea typeface="楷体_GB2312" pitchFamily="49" charset="-122"/>
              </a:rPr>
              <a:t>由于水中波长小于空气中波长，所以间距减小，条纹变窄、变密！</a:t>
            </a:r>
          </a:p>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23</a:t>
            </a:fld>
            <a:endParaRPr lang="zh-CN" altLang="en-US"/>
          </a:p>
        </p:txBody>
      </p:sp>
    </p:spTree>
    <p:extLst>
      <p:ext uri="{BB962C8B-B14F-4D97-AF65-F5344CB8AC3E}">
        <p14:creationId xmlns:p14="http://schemas.microsoft.com/office/powerpoint/2010/main" val="231865089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FFFF00"/>
                </a:solidFill>
                <a:effectLst>
                  <a:outerShdw blurRad="38100" dist="38100" dir="2700000" algn="tl">
                    <a:srgbClr val="000000">
                      <a:alpha val="43137"/>
                    </a:srgbClr>
                  </a:outerShdw>
                </a:effectLst>
                <a:latin typeface="楷体_GB2312" pitchFamily="49" charset="-122"/>
                <a:ea typeface="楷体_GB2312" pitchFamily="49" charset="-122"/>
              </a:rPr>
              <a:t>由于水中波长小于空气中波长，所以间距减小，条纹变窄、变密！</a:t>
            </a:r>
          </a:p>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24</a:t>
            </a:fld>
            <a:endParaRPr lang="zh-CN" altLang="en-US"/>
          </a:p>
        </p:txBody>
      </p:sp>
    </p:spTree>
    <p:extLst>
      <p:ext uri="{BB962C8B-B14F-4D97-AF65-F5344CB8AC3E}">
        <p14:creationId xmlns:p14="http://schemas.microsoft.com/office/powerpoint/2010/main" val="240545100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25</a:t>
            </a:fld>
            <a:endParaRPr lang="zh-CN" altLang="en-US"/>
          </a:p>
        </p:txBody>
      </p:sp>
    </p:spTree>
    <p:extLst>
      <p:ext uri="{BB962C8B-B14F-4D97-AF65-F5344CB8AC3E}">
        <p14:creationId xmlns:p14="http://schemas.microsoft.com/office/powerpoint/2010/main" val="88967173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26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9876081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27</a:t>
            </a:fld>
            <a:endParaRPr lang="zh-CN" altLang="en-US"/>
          </a:p>
        </p:txBody>
      </p:sp>
    </p:spTree>
    <p:extLst>
      <p:ext uri="{BB962C8B-B14F-4D97-AF65-F5344CB8AC3E}">
        <p14:creationId xmlns:p14="http://schemas.microsoft.com/office/powerpoint/2010/main" val="162800415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28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7028968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29</a:t>
            </a:fld>
            <a:endParaRPr lang="zh-CN" altLang="en-US"/>
          </a:p>
        </p:txBody>
      </p:sp>
    </p:spTree>
    <p:extLst>
      <p:ext uri="{BB962C8B-B14F-4D97-AF65-F5344CB8AC3E}">
        <p14:creationId xmlns:p14="http://schemas.microsoft.com/office/powerpoint/2010/main" val="3384939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defRPr/>
            </a:pPr>
            <a:r>
              <a:rPr lang="zh-CN" altLang="en-US" dirty="0"/>
              <a:t>在一定范围内，缝宽的增加使得该缝出射的光强振幅增大（大家都是同相位，叠加的的结果就是使得振幅变大），所以</a:t>
            </a:r>
            <a:r>
              <a:rPr lang="zh-CN" altLang="en-US" dirty="0">
                <a:solidFill>
                  <a:srgbClr val="FFFF00"/>
                </a:solidFill>
                <a:effectLst>
                  <a:outerShdw blurRad="38100" dist="38100" dir="2700000" algn="tl">
                    <a:srgbClr val="000000">
                      <a:alpha val="43137"/>
                    </a:srgbClr>
                  </a:outerShdw>
                </a:effectLst>
                <a:latin typeface="楷体_GB2312" pitchFamily="49" charset="-122"/>
                <a:ea typeface="楷体_GB2312" pitchFamily="49" charset="-122"/>
              </a:rPr>
              <a:t>此时宽缝透过的光波光矢量振幅更大，光强更大，干涉减弱处不再是暗纹，而是微弱的亮度。条纹的对比度降低！</a:t>
            </a:r>
            <a:endParaRPr lang="en-US" altLang="zh-CN" dirty="0">
              <a:solidFill>
                <a:srgbClr val="FFFF00"/>
              </a:solidFill>
              <a:effectLst>
                <a:outerShdw blurRad="38100" dist="38100" dir="2700000" algn="tl">
                  <a:srgbClr val="000000">
                    <a:alpha val="43137"/>
                  </a:srgbClr>
                </a:outerShdw>
              </a:effectLst>
              <a:latin typeface="楷体_GB2312" pitchFamily="49" charset="-122"/>
              <a:ea typeface="楷体_GB2312" pitchFamily="49" charset="-122"/>
            </a:endParaRPr>
          </a:p>
          <a:p>
            <a:pPr>
              <a:defRPr/>
            </a:pPr>
            <a:r>
              <a:rPr lang="zh-CN" altLang="en-US" dirty="0">
                <a:solidFill>
                  <a:srgbClr val="FFFF00"/>
                </a:solidFill>
                <a:effectLst>
                  <a:outerShdw blurRad="38100" dist="38100" dir="2700000" algn="tl">
                    <a:srgbClr val="000000">
                      <a:alpha val="43137"/>
                    </a:srgbClr>
                  </a:outerShdw>
                </a:effectLst>
                <a:latin typeface="楷体_GB2312" pitchFamily="49" charset="-122"/>
                <a:ea typeface="楷体_GB2312" pitchFamily="49" charset="-122"/>
              </a:rPr>
              <a:t>也可以这样解释：缝宽增大，透过的光能量变多，在屏上单位面积的能流（光强）就增大，与另一个缝的光强在干涉减弱时就不能完全抵消。</a:t>
            </a:r>
          </a:p>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72968745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31</a:t>
            </a:fld>
            <a:endParaRPr lang="zh-CN" altLang="en-US"/>
          </a:p>
        </p:txBody>
      </p:sp>
    </p:spTree>
    <p:extLst>
      <p:ext uri="{BB962C8B-B14F-4D97-AF65-F5344CB8AC3E}">
        <p14:creationId xmlns:p14="http://schemas.microsoft.com/office/powerpoint/2010/main" val="129821872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32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5617836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33</a:t>
            </a:fld>
            <a:endParaRPr lang="zh-CN" altLang="en-US"/>
          </a:p>
        </p:txBody>
      </p:sp>
    </p:spTree>
    <p:extLst>
      <p:ext uri="{BB962C8B-B14F-4D97-AF65-F5344CB8AC3E}">
        <p14:creationId xmlns:p14="http://schemas.microsoft.com/office/powerpoint/2010/main" val="350500332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34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99792158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5067868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36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353953968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37</a:t>
            </a:fld>
            <a:endParaRPr lang="zh-CN" altLang="en-US"/>
          </a:p>
        </p:txBody>
      </p:sp>
    </p:spTree>
    <p:extLst>
      <p:ext uri="{BB962C8B-B14F-4D97-AF65-F5344CB8AC3E}">
        <p14:creationId xmlns:p14="http://schemas.microsoft.com/office/powerpoint/2010/main" val="34547842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dirty="0"/>
              <a:t>λ</a:t>
            </a:r>
            <a:r>
              <a:rPr lang="zh-CN" altLang="en-US" dirty="0"/>
              <a:t>是谱线的中心波长，</a:t>
            </a:r>
            <a:r>
              <a:rPr lang="en-US" altLang="zh-CN" dirty="0" err="1"/>
              <a:t>Δλ</a:t>
            </a:r>
            <a:r>
              <a:rPr lang="zh-CN" altLang="en-US" dirty="0"/>
              <a:t>是半强度宽度</a:t>
            </a:r>
          </a:p>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38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1988796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39</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9523634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lang="en-US" altLang="zh-CN" dirty="0" err="1"/>
              <a:t>Δc</a:t>
            </a:r>
            <a:r>
              <a:rPr lang="en-US" altLang="zh-CN" dirty="0"/>
              <a:t>=λ^2/</a:t>
            </a:r>
            <a:r>
              <a:rPr lang="en-US" altLang="zh-CN" dirty="0" err="1"/>
              <a:t>Δλ</a:t>
            </a:r>
            <a:r>
              <a:rPr lang="zh-CN" altLang="en-US" dirty="0"/>
              <a:t>定</a:t>
            </a:r>
            <a:r>
              <a:rPr lang="en-US" altLang="zh-CN" dirty="0" err="1"/>
              <a:t>dao</a:t>
            </a:r>
            <a:r>
              <a:rPr lang="zh-CN" altLang="en-US" dirty="0"/>
              <a:t>义为相干长度，是能够发生干涉的最大光程差，其中</a:t>
            </a:r>
            <a:r>
              <a:rPr lang="en-US" altLang="zh-CN" dirty="0" err="1"/>
              <a:t>Δλ</a:t>
            </a:r>
            <a:r>
              <a:rPr lang="zh-CN" altLang="en-US" dirty="0"/>
              <a:t>是光源的光谱宽度，也就是光源里面最大波长和最小波长的差。</a:t>
            </a:r>
            <a:endParaRPr lang="en-US" altLang="zh-CN" dirty="0"/>
          </a:p>
          <a:p>
            <a:pPr marL="0" marR="0" lvl="0" indent="0" algn="l" defTabSz="914400" rtl="0" eaLnBrk="1" fontAlgn="base" latinLnBrk="0" hangingPunct="1">
              <a:lnSpc>
                <a:spcPct val="100000"/>
              </a:lnSpc>
              <a:spcBef>
                <a:spcPct val="0"/>
              </a:spcBef>
              <a:spcAft>
                <a:spcPct val="0"/>
              </a:spcAft>
              <a:buClrTx/>
              <a:buSzTx/>
              <a:buFontTx/>
              <a:buNone/>
              <a:tabLst/>
              <a:defRPr/>
            </a:pPr>
            <a:r>
              <a:rPr lang="zh-CN" altLang="en-US" dirty="0"/>
              <a:t>相干时间定义为</a:t>
            </a:r>
            <a:r>
              <a:rPr lang="en-US" altLang="zh-CN" dirty="0" err="1"/>
              <a:t>τc</a:t>
            </a:r>
            <a:r>
              <a:rPr lang="en-US" altLang="zh-CN" dirty="0"/>
              <a:t>=</a:t>
            </a:r>
            <a:r>
              <a:rPr lang="en-US" altLang="zh-CN" dirty="0" err="1"/>
              <a:t>Δc</a:t>
            </a:r>
            <a:r>
              <a:rPr lang="en-US" altLang="zh-CN" dirty="0"/>
              <a:t>/c</a:t>
            </a:r>
            <a:r>
              <a:rPr lang="zh-CN" altLang="en-US" dirty="0"/>
              <a:t>其中</a:t>
            </a:r>
            <a:r>
              <a:rPr lang="en-US" altLang="zh-CN" dirty="0" err="1"/>
              <a:t>Δc</a:t>
            </a:r>
            <a:r>
              <a:rPr lang="zh-CN" altLang="en-US" dirty="0"/>
              <a:t>是相干长度，</a:t>
            </a:r>
            <a:r>
              <a:rPr lang="en-US" altLang="zh-CN" dirty="0"/>
              <a:t>c</a:t>
            </a:r>
            <a:r>
              <a:rPr lang="zh-CN" altLang="en-US" dirty="0"/>
              <a:t>是光速。相干时间反应同一光源在不同时刻发出的光的干涉性，凡是在</a:t>
            </a:r>
            <a:r>
              <a:rPr lang="en-US" altLang="zh-CN" dirty="0" err="1"/>
              <a:t>τc</a:t>
            </a:r>
            <a:r>
              <a:rPr lang="zh-CN" altLang="en-US" dirty="0"/>
              <a:t>时间内发出的光都是相干的！</a:t>
            </a:r>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40</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8013036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41</a:t>
            </a:fld>
            <a:endParaRPr lang="zh-CN" altLang="en-US"/>
          </a:p>
        </p:txBody>
      </p:sp>
    </p:spTree>
    <p:extLst>
      <p:ext uri="{BB962C8B-B14F-4D97-AF65-F5344CB8AC3E}">
        <p14:creationId xmlns:p14="http://schemas.microsoft.com/office/powerpoint/2010/main" val="155936720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42</a:t>
            </a:fld>
            <a:endParaRPr lang="zh-CN" altLang="en-US"/>
          </a:p>
        </p:txBody>
      </p:sp>
    </p:spTree>
    <p:extLst>
      <p:ext uri="{BB962C8B-B14F-4D97-AF65-F5344CB8AC3E}">
        <p14:creationId xmlns:p14="http://schemas.microsoft.com/office/powerpoint/2010/main" val="20223878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43</a:t>
            </a:fld>
            <a:endParaRPr lang="zh-CN" altLang="en-US"/>
          </a:p>
        </p:txBody>
      </p:sp>
    </p:spTree>
    <p:extLst>
      <p:ext uri="{BB962C8B-B14F-4D97-AF65-F5344CB8AC3E}">
        <p14:creationId xmlns:p14="http://schemas.microsoft.com/office/powerpoint/2010/main" val="423263342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44</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14593143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45</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677719200"/>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17AB3FD9-D414-4E2E-80C1-4AFE48BCEA7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46</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88967173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FFFF66"/>
                </a:solidFill>
                <a:effectLst>
                  <a:outerShdw blurRad="38100" dist="38100" dir="2700000" algn="tl">
                    <a:srgbClr val="000000"/>
                  </a:outerShdw>
                </a:effectLst>
                <a:ea typeface="华文中宋" pitchFamily="2" charset="-122"/>
              </a:rPr>
              <a:t>条纹整体向下移动一段距离，但条纹宽度、间距和能看到的条纹数目不变。</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17AB3FD9-D414-4E2E-80C1-4AFE48BCEA7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47</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801611129"/>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dirty="0">
                <a:solidFill>
                  <a:srgbClr val="FFFF66"/>
                </a:solidFill>
                <a:effectLst>
                  <a:outerShdw blurRad="38100" dist="38100" dir="2700000" algn="tl">
                    <a:srgbClr val="000000"/>
                  </a:outerShdw>
                </a:effectLst>
                <a:ea typeface="华文中宋" pitchFamily="2" charset="-122"/>
              </a:rPr>
              <a:t>条纹逐渐整体向下移动，但条纹宽度、间距和能看到的条纹数目不变。</a:t>
            </a:r>
          </a:p>
          <a:p>
            <a:endParaRPr lang="zh-CN" altLang="en-US" dirty="0"/>
          </a:p>
        </p:txBody>
      </p:sp>
      <p:sp>
        <p:nvSpPr>
          <p:cNvPr id="4" name="灯片编号占位符 3"/>
          <p:cNvSpPr>
            <a:spLocks noGrp="1"/>
          </p:cNvSpPr>
          <p:nvPr>
            <p:ph type="sldNum" sz="quarter" idx="5"/>
          </p:nvPr>
        </p:nvSpPr>
        <p:spPr/>
        <p:txBody>
          <a:bodyPr/>
          <a:lstStyle/>
          <a:p>
            <a:pPr marL="0" marR="0" lvl="0" indent="0" algn="r" defTabSz="457200" rtl="0" eaLnBrk="0" fontAlgn="base" latinLnBrk="0" hangingPunct="0">
              <a:lnSpc>
                <a:spcPct val="100000"/>
              </a:lnSpc>
              <a:spcBef>
                <a:spcPct val="0"/>
              </a:spcBef>
              <a:spcAft>
                <a:spcPct val="0"/>
              </a:spcAft>
              <a:buClrTx/>
              <a:buSzTx/>
              <a:buFontTx/>
              <a:buNone/>
              <a:tabLst/>
              <a:defRPr/>
            </a:pPr>
            <a:fld id="{17AB3FD9-D414-4E2E-80C1-4AFE48BCEA7B}"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48</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23114484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7AB3FD9-D414-4E2E-80C1-4AFE48BCEA7B}" type="slidenum">
              <a:rPr lang="zh-CN" altLang="en-US" smtClean="0"/>
              <a:pPr>
                <a:defRPr/>
              </a:pPr>
              <a:t>49</a:t>
            </a:fld>
            <a:endParaRPr lang="zh-CN" altLang="en-US"/>
          </a:p>
        </p:txBody>
      </p:sp>
    </p:spTree>
    <p:extLst>
      <p:ext uri="{BB962C8B-B14F-4D97-AF65-F5344CB8AC3E}">
        <p14:creationId xmlns:p14="http://schemas.microsoft.com/office/powerpoint/2010/main" val="123114484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a:ln/>
        </p:spPr>
      </p:sp>
      <p:sp>
        <p:nvSpPr>
          <p:cNvPr id="86019" name="备注占位符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0" name="灯片编号占位符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宋体" panose="02010600030101010101" pitchFamily="2" charset="-122"/>
              </a:defRPr>
            </a:lvl9pPr>
          </a:lstStyle>
          <a:p>
            <a:pPr marL="0" marR="0" lvl="0" indent="0" algn="r" defTabSz="914400" rtl="0" eaLnBrk="1" fontAlgn="auto" latinLnBrk="0" hangingPunct="1">
              <a:lnSpc>
                <a:spcPct val="100000"/>
              </a:lnSpc>
              <a:spcBef>
                <a:spcPct val="0"/>
              </a:spcBef>
              <a:spcAft>
                <a:spcPts val="0"/>
              </a:spcAft>
              <a:buClrTx/>
              <a:buSzTx/>
              <a:buFontTx/>
              <a:buNone/>
              <a:tabLst/>
              <a:defRPr/>
            </a:pPr>
            <a:fld id="{19F7898A-9B90-44BA-9A90-975FD9DFDA98}" type="slidenum">
              <a:rPr kumimoji="0" lang="zh-CN" altLang="en-US"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auto" latinLnBrk="0" hangingPunct="1">
                <a:lnSpc>
                  <a:spcPct val="100000"/>
                </a:lnSpc>
                <a:spcBef>
                  <a:spcPct val="0"/>
                </a:spcBef>
                <a:spcAft>
                  <a:spcPts val="0"/>
                </a:spcAft>
                <a:buClrTx/>
                <a:buSzTx/>
                <a:buFontTx/>
                <a:buNone/>
                <a:tabLst/>
                <a:defRPr/>
              </a:pPr>
              <a:t>50</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Tree>
    <p:extLst>
      <p:ext uri="{BB962C8B-B14F-4D97-AF65-F5344CB8AC3E}">
        <p14:creationId xmlns:p14="http://schemas.microsoft.com/office/powerpoint/2010/main" val="2314819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52</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167123560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lang="zh-CN" altLang="en-US" dirty="0"/>
          </a:p>
        </p:txBody>
      </p:sp>
      <p:sp>
        <p:nvSpPr>
          <p:cNvPr id="12292" name="灯片编号占位符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marL="0" marR="0" lvl="0" indent="0" algn="r" defTabSz="457200" rtl="0" eaLnBrk="0" fontAlgn="base" latinLnBrk="0" hangingPunct="0">
              <a:lnSpc>
                <a:spcPct val="100000"/>
              </a:lnSpc>
              <a:spcBef>
                <a:spcPct val="0"/>
              </a:spcBef>
              <a:spcAft>
                <a:spcPct val="0"/>
              </a:spcAft>
              <a:buClrTx/>
              <a:buSzTx/>
              <a:buFontTx/>
              <a:buNone/>
              <a:tabLst/>
              <a:defRPr/>
            </a:pPr>
            <a:fld id="{3C7D7651-FF03-4BF2-90C3-B4D2948C323F}"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pitchFamily="34" charset="0"/>
                <a:ea typeface="等线" panose="02010600030101010101" pitchFamily="2" charset="-122"/>
                <a:cs typeface="+mn-cs"/>
              </a:rPr>
              <a:pPr marL="0" marR="0" lvl="0" indent="0" algn="r" defTabSz="457200" rtl="0" eaLnBrk="0" fontAlgn="base" latinLnBrk="0" hangingPunct="0">
                <a:lnSpc>
                  <a:spcPct val="100000"/>
                </a:lnSpc>
                <a:spcBef>
                  <a:spcPct val="0"/>
                </a:spcBef>
                <a:spcAft>
                  <a:spcPct val="0"/>
                </a:spcAft>
                <a:buClrTx/>
                <a:buSzTx/>
                <a:buFontTx/>
                <a:buNone/>
                <a:tabLst/>
                <a:defRPr/>
              </a:pPr>
              <a:t>53</a:t>
            </a:fld>
            <a:endParaRPr kumimoji="0" lang="zh-CN" altLang="en-US" sz="1200" b="0" i="0" u="none" strike="noStrike" kern="1200" cap="none" spc="0"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14593143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5" name="Picture 2" descr="C:\Users\xuqibin\Desktop\大礼堂.jpg"/>
          <p:cNvPicPr>
            <a:picLocks noChangeAspect="1" noChangeArrowheads="1"/>
          </p:cNvPicPr>
          <p:nvPr userDrawn="1"/>
        </p:nvPicPr>
        <p:blipFill>
          <a:blip r:embed="rId2">
            <a:extLst>
              <a:ext uri="{28A0092B-C50C-407E-A947-70E740481C1C}">
                <a14:useLocalDpi xmlns:a14="http://schemas.microsoft.com/office/drawing/2010/main" val="0"/>
              </a:ext>
            </a:extLst>
          </a:blip>
          <a:srcRect l="4642"/>
          <a:stretch>
            <a:fillRect/>
          </a:stretch>
        </p:blipFill>
        <p:spPr bwMode="auto">
          <a:xfrm>
            <a:off x="0" y="3278188"/>
            <a:ext cx="12192000" cy="357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8"/>
          <p:cNvGrpSpPr>
            <a:grpSpLocks/>
          </p:cNvGrpSpPr>
          <p:nvPr/>
        </p:nvGrpSpPr>
        <p:grpSpPr bwMode="auto">
          <a:xfrm>
            <a:off x="1174750" y="2624138"/>
            <a:ext cx="9964738" cy="55562"/>
            <a:chOff x="2981985" y="4876487"/>
            <a:chExt cx="2607945" cy="76200"/>
          </a:xfrm>
        </p:grpSpPr>
        <p:cxnSp>
          <p:nvCxnSpPr>
            <p:cNvPr id="8" name="直接连接符 7"/>
            <p:cNvCxnSpPr/>
            <p:nvPr/>
          </p:nvCxnSpPr>
          <p:spPr>
            <a:xfrm>
              <a:off x="2981985" y="4876487"/>
              <a:ext cx="2607945" cy="0"/>
            </a:xfrm>
            <a:prstGeom prst="line">
              <a:avLst/>
            </a:prstGeom>
            <a:ln>
              <a:solidFill>
                <a:srgbClr val="00B050"/>
              </a:solidFill>
            </a:ln>
          </p:spPr>
          <p:style>
            <a:lnRef idx="3">
              <a:schemeClr val="accent4"/>
            </a:lnRef>
            <a:fillRef idx="0">
              <a:schemeClr val="accent4"/>
            </a:fillRef>
            <a:effectRef idx="2">
              <a:schemeClr val="accent4"/>
            </a:effectRef>
            <a:fontRef idx="minor">
              <a:schemeClr val="tx1"/>
            </a:fontRef>
          </p:style>
        </p:cxnSp>
        <p:cxnSp>
          <p:nvCxnSpPr>
            <p:cNvPr id="9" name="直接连接符 10"/>
            <p:cNvCxnSpPr>
              <a:cxnSpLocks noChangeShapeType="1"/>
            </p:cNvCxnSpPr>
            <p:nvPr/>
          </p:nvCxnSpPr>
          <p:spPr bwMode="auto">
            <a:xfrm>
              <a:off x="2981985" y="4952687"/>
              <a:ext cx="2607945" cy="0"/>
            </a:xfrm>
            <a:prstGeom prst="line">
              <a:avLst/>
            </a:prstGeom>
            <a:ln>
              <a:solidFill>
                <a:srgbClr val="00B050"/>
              </a:solidFill>
              <a:headEnd/>
              <a:tailEnd/>
            </a:ln>
            <a:extLst>
              <a:ext uri="{909E8E84-426E-40DD-AFC4-6F175D3DCCD1}">
                <a14:hiddenFill xmlns:a14="http://schemas.microsoft.com/office/drawing/2010/main">
                  <a:noFill/>
                </a14:hiddenFill>
              </a:ext>
            </a:extLst>
          </p:spPr>
          <p:style>
            <a:lnRef idx="3">
              <a:schemeClr val="accent4"/>
            </a:lnRef>
            <a:fillRef idx="0">
              <a:schemeClr val="accent4"/>
            </a:fillRef>
            <a:effectRef idx="2">
              <a:schemeClr val="accent4"/>
            </a:effectRef>
            <a:fontRef idx="minor">
              <a:schemeClr val="tx1"/>
            </a:fontRef>
          </p:style>
        </p:cxnSp>
      </p:grpSp>
      <p:sp>
        <p:nvSpPr>
          <p:cNvPr id="22" name="标题 21"/>
          <p:cNvSpPr>
            <a:spLocks noGrp="1"/>
          </p:cNvSpPr>
          <p:nvPr>
            <p:ph type="title"/>
          </p:nvPr>
        </p:nvSpPr>
        <p:spPr>
          <a:xfrm>
            <a:off x="0" y="1612807"/>
            <a:ext cx="12192000" cy="983636"/>
          </a:xfrm>
        </p:spPr>
        <p:txBody>
          <a:bodyPr/>
          <a:lstStyle>
            <a:lvl1pPr algn="ctr">
              <a:defRPr sz="44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4" name="文本占位符 43"/>
          <p:cNvSpPr>
            <a:spLocks noGrp="1"/>
          </p:cNvSpPr>
          <p:nvPr>
            <p:ph type="body" sz="quarter" idx="11"/>
          </p:nvPr>
        </p:nvSpPr>
        <p:spPr>
          <a:xfrm>
            <a:off x="0" y="2827961"/>
            <a:ext cx="12192000" cy="430227"/>
          </a:xfrm>
        </p:spPr>
        <p:txBody>
          <a:bodyPr/>
          <a:lstStyle>
            <a:lvl1pPr marL="0" indent="0" algn="ctr">
              <a:buNone/>
              <a:defRPr sz="23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Tree>
    <p:extLst>
      <p:ext uri="{BB962C8B-B14F-4D97-AF65-F5344CB8AC3E}">
        <p14:creationId xmlns:p14="http://schemas.microsoft.com/office/powerpoint/2010/main" val="18158929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3" name="图片 6"/>
          <p:cNvPicPr>
            <a:picLocks noChangeAspect="1" noChangeArrowheads="1"/>
          </p:cNvPicPr>
          <p:nvPr userDrawn="1"/>
        </p:nvPicPr>
        <p:blipFill>
          <a:blip r:embed="rId2">
            <a:extLst>
              <a:ext uri="{28A0092B-C50C-407E-A947-70E740481C1C}">
                <a14:useLocalDpi xmlns:a14="http://schemas.microsoft.com/office/drawing/2010/main" val="0"/>
              </a:ext>
            </a:extLst>
          </a:blip>
          <a:srcRect l="13901" t="19392" r="1369"/>
          <a:stretch>
            <a:fillRect/>
          </a:stretch>
        </p:blipFill>
        <p:spPr bwMode="auto">
          <a:xfrm>
            <a:off x="0" y="-28575"/>
            <a:ext cx="12192000" cy="221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p:cNvSpPr txBox="1">
            <a:spLocks/>
          </p:cNvSpPr>
          <p:nvPr userDrawn="1"/>
        </p:nvSpPr>
        <p:spPr bwMode="auto">
          <a:xfrm>
            <a:off x="801688" y="0"/>
            <a:ext cx="8245475" cy="736600"/>
          </a:xfrm>
          <a:prstGeom prst="rect">
            <a:avLst/>
          </a:prstGeom>
          <a:noFill/>
          <a:ln>
            <a:noFill/>
          </a:ln>
        </p:spPr>
        <p:txBody>
          <a:bodyPr anchor="ctr"/>
          <a:lstStyle>
            <a:lvl1pPr algn="dist" rtl="0" eaLnBrk="0" fontAlgn="base" hangingPunct="0">
              <a:lnSpc>
                <a:spcPct val="90000"/>
              </a:lnSpc>
              <a:spcBef>
                <a:spcPct val="0"/>
              </a:spcBef>
              <a:spcAft>
                <a:spcPct val="0"/>
              </a:spcAft>
              <a:defRPr sz="4000" b="1" kern="120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914400">
              <a:defRPr/>
            </a:pPr>
            <a:r>
              <a:rPr lang="zh-CN" altLang="en-US" sz="3600" dirty="0">
                <a:solidFill>
                  <a:schemeClr val="tx1"/>
                </a:solidFill>
              </a:rPr>
              <a:t>大学物理（核心知识）</a:t>
            </a:r>
            <a:r>
              <a:rPr lang="en-US" altLang="zh-CN" sz="3600" dirty="0">
                <a:solidFill>
                  <a:schemeClr val="tx1"/>
                </a:solidFill>
              </a:rPr>
              <a:t>——</a:t>
            </a:r>
            <a:r>
              <a:rPr lang="zh-CN" altLang="en-US" sz="3600" dirty="0">
                <a:solidFill>
                  <a:schemeClr val="tx1"/>
                </a:solidFill>
              </a:rPr>
              <a:t>力学</a:t>
            </a:r>
          </a:p>
        </p:txBody>
      </p:sp>
      <p:pic>
        <p:nvPicPr>
          <p:cNvPr id="6" name="图片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72725" y="117475"/>
            <a:ext cx="24701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3"/>
          <p:cNvSpPr>
            <a:spLocks noGrp="1"/>
          </p:cNvSpPr>
          <p:nvPr>
            <p:ph sz="quarter" idx="10"/>
          </p:nvPr>
        </p:nvSpPr>
        <p:spPr>
          <a:xfrm>
            <a:off x="801021" y="1557246"/>
            <a:ext cx="6560691" cy="4612938"/>
          </a:xfrm>
          <a:prstGeom prst="rect">
            <a:avLst/>
          </a:prstGeom>
        </p:spPr>
        <p:txBody>
          <a:bodyPr/>
          <a:lstStyle>
            <a:lvl1pPr marL="457200" marR="0" indent="-457200" algn="l" defTabSz="914400" rtl="0" eaLnBrk="0" fontAlgn="base" latinLnBrk="0" hangingPunct="0">
              <a:lnSpc>
                <a:spcPts val="3600"/>
              </a:lnSpc>
              <a:spcBef>
                <a:spcPts val="1000"/>
              </a:spcBef>
              <a:spcAft>
                <a:spcPct val="0"/>
              </a:spcAft>
              <a:buClrTx/>
              <a:buSzTx/>
              <a:buFont typeface="Arial" panose="020B0604020202020204" pitchFamily="34" charset="0"/>
              <a:buChar char="•"/>
              <a:tabLst/>
              <a:defRPr sz="2800" b="1">
                <a:solidFill>
                  <a:schemeClr val="tx1"/>
                </a:solidFill>
                <a:effectLst/>
                <a:latin typeface="微软雅黑" panose="020B0503020204020204" pitchFamily="34" charset="-122"/>
                <a:ea typeface="微软雅黑" panose="020B0503020204020204" pitchFamily="34" charset="-122"/>
              </a:defRPr>
            </a:lvl1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Tree>
    <p:extLst>
      <p:ext uri="{BB962C8B-B14F-4D97-AF65-F5344CB8AC3E}">
        <p14:creationId xmlns:p14="http://schemas.microsoft.com/office/powerpoint/2010/main" val="5934821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grpSp>
        <p:nvGrpSpPr>
          <p:cNvPr id="5" name="组合 4"/>
          <p:cNvGrpSpPr>
            <a:grpSpLocks/>
          </p:cNvGrpSpPr>
          <p:nvPr userDrawn="1"/>
        </p:nvGrpSpPr>
        <p:grpSpPr bwMode="auto">
          <a:xfrm>
            <a:off x="4829174" y="2110700"/>
            <a:ext cx="2533650" cy="769937"/>
            <a:chOff x="4219447" y="2719498"/>
            <a:chExt cx="3753106" cy="769442"/>
          </a:xfrm>
          <a:solidFill>
            <a:srgbClr val="8DB3DD"/>
          </a:solidFill>
        </p:grpSpPr>
        <p:sp>
          <p:nvSpPr>
            <p:cNvPr id="6" name="矩形 5"/>
            <p:cNvSpPr/>
            <p:nvPr/>
          </p:nvSpPr>
          <p:spPr>
            <a:xfrm>
              <a:off x="4448063" y="2809927"/>
              <a:ext cx="3295875" cy="642525"/>
            </a:xfrm>
            <a:prstGeom prst="rect">
              <a:avLst/>
            </a:prstGeom>
            <a:grp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6"/>
            <p:cNvSpPr txBox="1"/>
            <p:nvPr/>
          </p:nvSpPr>
          <p:spPr>
            <a:xfrm>
              <a:off x="4219447" y="2719498"/>
              <a:ext cx="3753106" cy="769442"/>
            </a:xfrm>
            <a:prstGeom prst="rect">
              <a:avLst/>
            </a:prstGeom>
            <a:grpFill/>
            <a:ln>
              <a:solidFill>
                <a:srgbClr val="8DB3DD"/>
              </a:solidFill>
            </a:ln>
          </p:spPr>
          <p:txBody>
            <a:bodyPr>
              <a:spAutoFit/>
            </a:bodyPr>
            <a:lstStyle/>
            <a:p>
              <a:pPr algn="ctr" eaLnBrk="1" fontAlgn="auto" hangingPunct="1">
                <a:spcBef>
                  <a:spcPts val="0"/>
                </a:spcBef>
                <a:spcAft>
                  <a:spcPts val="0"/>
                </a:spcAft>
                <a:defRPr/>
              </a:pPr>
              <a:endParaRPr lang="zh-CN" altLang="en-US" sz="4400" b="1" dirty="0">
                <a:solidFill>
                  <a:schemeClr val="bg1"/>
                </a:solidFill>
                <a:latin typeface="+mj-lt"/>
              </a:endParaRPr>
            </a:p>
          </p:txBody>
        </p:sp>
      </p:grpSp>
      <p:cxnSp>
        <p:nvCxnSpPr>
          <p:cNvPr id="8" name="直接连接符 7"/>
          <p:cNvCxnSpPr>
            <a:cxnSpLocks/>
          </p:cNvCxnSpPr>
          <p:nvPr userDrawn="1"/>
        </p:nvCxnSpPr>
        <p:spPr>
          <a:xfrm>
            <a:off x="4448175" y="3044825"/>
            <a:ext cx="3295650" cy="0"/>
          </a:xfrm>
          <a:prstGeom prst="line">
            <a:avLst/>
          </a:prstGeom>
          <a:ln w="6350">
            <a:solidFill>
              <a:srgbClr val="0072A9"/>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9" name="直接连接符 8"/>
          <p:cNvCxnSpPr>
            <a:cxnSpLocks/>
          </p:cNvCxnSpPr>
          <p:nvPr userDrawn="1"/>
        </p:nvCxnSpPr>
        <p:spPr>
          <a:xfrm>
            <a:off x="4006850" y="4037013"/>
            <a:ext cx="4178300" cy="0"/>
          </a:xfrm>
          <a:prstGeom prst="line">
            <a:avLst/>
          </a:prstGeom>
          <a:ln w="6350">
            <a:solidFill>
              <a:srgbClr val="0072A9"/>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0" name="文本框 9"/>
          <p:cNvSpPr txBox="1">
            <a:spLocks noChangeArrowheads="1"/>
          </p:cNvSpPr>
          <p:nvPr userDrawn="1"/>
        </p:nvSpPr>
        <p:spPr bwMode="auto">
          <a:xfrm>
            <a:off x="4508500" y="4105275"/>
            <a:ext cx="3416300" cy="461963"/>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zh-CN" altLang="en-US" sz="2400" b="1">
                <a:solidFill>
                  <a:srgbClr val="0072A9"/>
                </a:solidFill>
                <a:latin typeface="Calibri Light" panose="020F0302020204030204" pitchFamily="34" charset="0"/>
              </a:rPr>
              <a:t>大学物理（核心知识）</a:t>
            </a:r>
          </a:p>
        </p:txBody>
      </p:sp>
      <p:pic>
        <p:nvPicPr>
          <p:cNvPr id="11" name="图片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382250" y="57150"/>
            <a:ext cx="24701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3"/>
          <p:cNvSpPr>
            <a:spLocks noGrp="1"/>
          </p:cNvSpPr>
          <p:nvPr>
            <p:ph sz="quarter" idx="10"/>
          </p:nvPr>
        </p:nvSpPr>
        <p:spPr>
          <a:xfrm>
            <a:off x="2826782" y="3244659"/>
            <a:ext cx="7155417" cy="630087"/>
          </a:xfrm>
          <a:prstGeom prst="rect">
            <a:avLst/>
          </a:prstGeom>
        </p:spPr>
        <p:txBody>
          <a:bodyPr/>
          <a:lstStyle>
            <a:lvl1pPr marL="0" indent="0" algn="ctr">
              <a:buFont typeface="Arial" panose="020B0604020202020204" pitchFamily="34" charset="0"/>
              <a:buNone/>
              <a:defRPr sz="4800" b="0">
                <a:solidFill>
                  <a:schemeClr val="tx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
        <p:nvSpPr>
          <p:cNvPr id="2" name="标题 1"/>
          <p:cNvSpPr>
            <a:spLocks noGrp="1"/>
          </p:cNvSpPr>
          <p:nvPr>
            <p:ph type="title"/>
          </p:nvPr>
        </p:nvSpPr>
        <p:spPr>
          <a:xfrm>
            <a:off x="5353169" y="2312562"/>
            <a:ext cx="1727200" cy="424046"/>
          </a:xfrm>
          <a:prstGeom prst="rect">
            <a:avLst/>
          </a:prstGeom>
        </p:spPr>
        <p:txBody>
          <a:bodyPr/>
          <a:lstStyle>
            <a:lvl1pPr algn="dist">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33044670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5" name="矩形 4"/>
          <p:cNvSpPr/>
          <p:nvPr userDrawn="1"/>
        </p:nvSpPr>
        <p:spPr>
          <a:xfrm>
            <a:off x="1714500" y="4763"/>
            <a:ext cx="10477500" cy="522287"/>
          </a:xfrm>
          <a:prstGeom prst="rect">
            <a:avLst/>
          </a:prstGeom>
          <a:solidFill>
            <a:srgbClr val="8DB3DD"/>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cxnSp>
        <p:nvCxnSpPr>
          <p:cNvPr id="6" name="直接连接符 5"/>
          <p:cNvCxnSpPr/>
          <p:nvPr userDrawn="1"/>
        </p:nvCxnSpPr>
        <p:spPr>
          <a:xfrm>
            <a:off x="8850313" y="6530975"/>
            <a:ext cx="2136775" cy="0"/>
          </a:xfrm>
          <a:prstGeom prst="line">
            <a:avLst/>
          </a:prstGeom>
          <a:ln>
            <a:solidFill>
              <a:srgbClr val="8DB3DD"/>
            </a:soli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0" y="6530975"/>
            <a:ext cx="8850313" cy="327025"/>
          </a:xfrm>
          <a:prstGeom prst="rect">
            <a:avLst/>
          </a:prstGeom>
          <a:solidFill>
            <a:srgbClr val="8DB3DD"/>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8" name="图片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306050" y="15875"/>
            <a:ext cx="24701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10947400" y="6524625"/>
            <a:ext cx="1244600" cy="327025"/>
          </a:xfrm>
          <a:prstGeom prst="rect">
            <a:avLst/>
          </a:prstGeom>
          <a:solidFill>
            <a:srgbClr val="8DB3DD"/>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10" name="图片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816975" y="6505575"/>
            <a:ext cx="228123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43"/>
          <p:cNvSpPr>
            <a:spLocks noChangeArrowheads="1"/>
          </p:cNvSpPr>
          <p:nvPr userDrawn="1"/>
        </p:nvSpPr>
        <p:spPr bwMode="auto">
          <a:xfrm>
            <a:off x="738188" y="123825"/>
            <a:ext cx="1546225" cy="368300"/>
          </a:xfrm>
          <a:prstGeom prst="rect">
            <a:avLst/>
          </a:prstGeom>
          <a:noFill/>
          <a:ln>
            <a:noFill/>
          </a:ln>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defRPr/>
            </a:pPr>
            <a:r>
              <a:rPr lang="zh-CN" altLang="en-US" sz="2400" b="1" dirty="0">
                <a:solidFill>
                  <a:srgbClr val="262626"/>
                </a:solidFill>
                <a:latin typeface="微软雅黑" panose="020B0503020204020204" pitchFamily="34" charset="-122"/>
                <a:ea typeface="微软雅黑" panose="020B0503020204020204" pitchFamily="34" charset="-122"/>
              </a:rPr>
              <a:t>思考题</a:t>
            </a:r>
          </a:p>
        </p:txBody>
      </p:sp>
      <p:sp>
        <p:nvSpPr>
          <p:cNvPr id="12" name="矩形 11"/>
          <p:cNvSpPr/>
          <p:nvPr userDrawn="1"/>
        </p:nvSpPr>
        <p:spPr>
          <a:xfrm>
            <a:off x="0" y="4763"/>
            <a:ext cx="661988" cy="522287"/>
          </a:xfrm>
          <a:prstGeom prst="rect">
            <a:avLst/>
          </a:prstGeom>
          <a:solidFill>
            <a:srgbClr val="8DB3DD"/>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2" name="标题 1"/>
          <p:cNvSpPr>
            <a:spLocks noGrp="1"/>
          </p:cNvSpPr>
          <p:nvPr>
            <p:ph type="title"/>
          </p:nvPr>
        </p:nvSpPr>
        <p:spPr>
          <a:xfrm>
            <a:off x="457518" y="1012912"/>
            <a:ext cx="8991360" cy="464004"/>
          </a:xfrm>
          <a:prstGeom prst="rect">
            <a:avLst/>
          </a:prstGeom>
        </p:spPr>
        <p:txBody>
          <a:bodyPr/>
          <a:lstStyle>
            <a:lvl1pPr marL="457200" indent="-457200">
              <a:buFont typeface="+mj-lt"/>
              <a:buAutoNum type="arabicPeriod"/>
              <a:defRPr sz="2400"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4" name="内容占位符 3"/>
          <p:cNvSpPr>
            <a:spLocks noGrp="1"/>
          </p:cNvSpPr>
          <p:nvPr>
            <p:ph sz="quarter" idx="10"/>
          </p:nvPr>
        </p:nvSpPr>
        <p:spPr>
          <a:xfrm>
            <a:off x="241540" y="6578698"/>
            <a:ext cx="5063067" cy="307778"/>
          </a:xfrm>
          <a:prstGeom prst="rect">
            <a:avLst/>
          </a:prstGeom>
        </p:spPr>
        <p:txBody>
          <a:bodyPr/>
          <a:lstStyle>
            <a:lvl1pPr marL="285750" indent="-285750">
              <a:buFont typeface="Arial" panose="020B0604020202020204" pitchFamily="34" charset="0"/>
              <a:buChar char="•"/>
              <a:defRPr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Tree>
    <p:extLst>
      <p:ext uri="{BB962C8B-B14F-4D97-AF65-F5344CB8AC3E}">
        <p14:creationId xmlns:p14="http://schemas.microsoft.com/office/powerpoint/2010/main" val="13326871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pic>
        <p:nvPicPr>
          <p:cNvPr id="4" name="Picture 2" descr="C:\Users\xuqibin\Desktop\大礼堂.jpg"/>
          <p:cNvPicPr>
            <a:picLocks noChangeAspect="1" noChangeArrowheads="1"/>
          </p:cNvPicPr>
          <p:nvPr userDrawn="1"/>
        </p:nvPicPr>
        <p:blipFill>
          <a:blip r:embed="rId2">
            <a:extLst>
              <a:ext uri="{28A0092B-C50C-407E-A947-70E740481C1C}">
                <a14:useLocalDpi xmlns:a14="http://schemas.microsoft.com/office/drawing/2010/main" val="0"/>
              </a:ext>
            </a:extLst>
          </a:blip>
          <a:srcRect l="4642"/>
          <a:stretch>
            <a:fillRect/>
          </a:stretch>
        </p:blipFill>
        <p:spPr bwMode="auto">
          <a:xfrm>
            <a:off x="0" y="3278188"/>
            <a:ext cx="12192000" cy="357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7"/>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4000" y="176213"/>
            <a:ext cx="3470275"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8"/>
          <p:cNvGrpSpPr>
            <a:grpSpLocks/>
          </p:cNvGrpSpPr>
          <p:nvPr/>
        </p:nvGrpSpPr>
        <p:grpSpPr bwMode="auto">
          <a:xfrm>
            <a:off x="1174750" y="2624138"/>
            <a:ext cx="9964738" cy="55562"/>
            <a:chOff x="2981985" y="4876487"/>
            <a:chExt cx="2607945" cy="76200"/>
          </a:xfrm>
        </p:grpSpPr>
        <p:cxnSp>
          <p:nvCxnSpPr>
            <p:cNvPr id="7" name="直接连接符 6"/>
            <p:cNvCxnSpPr/>
            <p:nvPr/>
          </p:nvCxnSpPr>
          <p:spPr>
            <a:xfrm>
              <a:off x="2981985" y="4876487"/>
              <a:ext cx="2607945" cy="0"/>
            </a:xfrm>
            <a:prstGeom prst="line">
              <a:avLst/>
            </a:prstGeom>
            <a:noFill/>
            <a:ln w="28575" cap="flat" cmpd="sng" algn="ctr">
              <a:solidFill>
                <a:schemeClr val="tx2">
                  <a:lumMod val="60000"/>
                  <a:lumOff val="40000"/>
                </a:schemeClr>
              </a:solidFill>
              <a:prstDash val="solid"/>
              <a:miter lim="800000"/>
            </a:ln>
            <a:effectLst/>
          </p:spPr>
        </p:cxnSp>
        <p:cxnSp>
          <p:nvCxnSpPr>
            <p:cNvPr id="8" name="直接连接符 10"/>
            <p:cNvCxnSpPr>
              <a:cxnSpLocks noChangeShapeType="1"/>
            </p:cNvCxnSpPr>
            <p:nvPr/>
          </p:nvCxnSpPr>
          <p:spPr bwMode="auto">
            <a:xfrm>
              <a:off x="2981985" y="4952687"/>
              <a:ext cx="2607945" cy="0"/>
            </a:xfrm>
            <a:prstGeom prst="line">
              <a:avLst/>
            </a:prstGeom>
            <a:noFill/>
            <a:ln w="6350" algn="ctr">
              <a:solidFill>
                <a:srgbClr val="8DB3DD"/>
              </a:solidFill>
              <a:miter lim="800000"/>
              <a:headEnd/>
              <a:tailEnd/>
            </a:ln>
            <a:extLst>
              <a:ext uri="{909E8E84-426E-40DD-AFC4-6F175D3DCCD1}">
                <a14:hiddenFill xmlns:a14="http://schemas.microsoft.com/office/drawing/2010/main">
                  <a:noFill/>
                </a14:hiddenFill>
              </a:ext>
            </a:extLst>
          </p:spPr>
        </p:cxnSp>
      </p:grpSp>
      <p:sp>
        <p:nvSpPr>
          <p:cNvPr id="9" name="文本框 8"/>
          <p:cNvSpPr txBox="1"/>
          <p:nvPr userDrawn="1"/>
        </p:nvSpPr>
        <p:spPr>
          <a:xfrm>
            <a:off x="4838700" y="3940175"/>
            <a:ext cx="1543050" cy="425450"/>
          </a:xfrm>
          <a:prstGeom prst="rect">
            <a:avLst/>
          </a:prstGeom>
          <a:noFill/>
        </p:spPr>
        <p:txBody>
          <a:bodyPr>
            <a:spAutoFit/>
          </a:bodyPr>
          <a:lstStyle/>
          <a:p>
            <a:pPr algn="ctr">
              <a:lnSpc>
                <a:spcPct val="90000"/>
              </a:lnSpc>
              <a:spcBef>
                <a:spcPts val="1000"/>
              </a:spcBef>
              <a:buFont typeface="Arial" panose="020B0604020202020204" pitchFamily="34" charset="0"/>
              <a:buNone/>
              <a:defRPr/>
            </a:pPr>
            <a:r>
              <a:rPr lang="zh-CN" altLang="en-US" sz="2400" b="1"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主讲人：</a:t>
            </a:r>
          </a:p>
        </p:txBody>
      </p:sp>
      <p:sp>
        <p:nvSpPr>
          <p:cNvPr id="10" name="文本框 9"/>
          <p:cNvSpPr txBox="1"/>
          <p:nvPr userDrawn="1"/>
        </p:nvSpPr>
        <p:spPr>
          <a:xfrm>
            <a:off x="4000500" y="1879600"/>
            <a:ext cx="4191000" cy="701675"/>
          </a:xfrm>
          <a:prstGeom prst="rect">
            <a:avLst/>
          </a:prstGeom>
          <a:noFill/>
        </p:spPr>
        <p:txBody>
          <a:bodyPr>
            <a:spAutoFit/>
          </a:bodyPr>
          <a:lstStyle/>
          <a:p>
            <a:pPr algn="ctr">
              <a:lnSpc>
                <a:spcPct val="90000"/>
              </a:lnSpc>
              <a:buFont typeface="Arial" panose="020B0604020202020204" pitchFamily="34" charset="0"/>
              <a:buNone/>
              <a:defRPr/>
            </a:pPr>
            <a:r>
              <a:rPr lang="zh-CN" altLang="en-US" sz="4400" b="1" spc="300"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rPr>
              <a:t>谢谢观看</a:t>
            </a:r>
          </a:p>
        </p:txBody>
      </p:sp>
      <p:sp>
        <p:nvSpPr>
          <p:cNvPr id="44" name="文本占位符 43"/>
          <p:cNvSpPr>
            <a:spLocks noGrp="1"/>
          </p:cNvSpPr>
          <p:nvPr>
            <p:ph type="body" sz="quarter" idx="11"/>
          </p:nvPr>
        </p:nvSpPr>
        <p:spPr>
          <a:xfrm>
            <a:off x="0" y="2827961"/>
            <a:ext cx="12192000" cy="430227"/>
          </a:xfrm>
        </p:spPr>
        <p:txBody>
          <a:bodyPr/>
          <a:lstStyle>
            <a:lvl1pPr marL="0" indent="0" algn="ctr">
              <a:buNone/>
              <a:defRPr sz="23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
        <p:nvSpPr>
          <p:cNvPr id="46" name="文本占位符 45"/>
          <p:cNvSpPr>
            <a:spLocks noGrp="1"/>
          </p:cNvSpPr>
          <p:nvPr>
            <p:ph type="body" sz="quarter" idx="12"/>
          </p:nvPr>
        </p:nvSpPr>
        <p:spPr>
          <a:xfrm>
            <a:off x="6157119" y="3940235"/>
            <a:ext cx="1257229" cy="424732"/>
          </a:xfrm>
        </p:spPr>
        <p:txBody>
          <a:bodyPr/>
          <a:lstStyle>
            <a:lvl1pPr marL="0" indent="0" algn="ctr">
              <a:buNone/>
              <a:defRPr sz="24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Tree>
    <p:extLst>
      <p:ext uri="{BB962C8B-B14F-4D97-AF65-F5344CB8AC3E}">
        <p14:creationId xmlns:p14="http://schemas.microsoft.com/office/powerpoint/2010/main" val="23960654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43398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3A4AEE9C-ACC1-4CD9-83E7-8F478FF83050}"/>
              </a:ext>
            </a:extLst>
          </p:cNvPr>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3" name="页脚占位符 2">
            <a:extLst>
              <a:ext uri="{FF2B5EF4-FFF2-40B4-BE49-F238E27FC236}">
                <a16:creationId xmlns:a16="http://schemas.microsoft.com/office/drawing/2014/main" id="{03563DE5-D1E9-441D-97CF-CCCDD1D1C6AA}"/>
              </a:ext>
            </a:extLst>
          </p:cNvPr>
          <p:cNvSpPr>
            <a:spLocks noGrp="1"/>
          </p:cNvSpPr>
          <p:nvPr>
            <p:ph type="ftr" sz="quarter" idx="11"/>
          </p:nvPr>
        </p:nvSpPr>
        <p:spPr/>
        <p:txBody>
          <a:bodyPr/>
          <a:lstStyle/>
          <a:p>
            <a:pPr>
              <a:defRPr/>
            </a:pPr>
            <a:endParaRPr lang="en-US" altLang="zh-CN"/>
          </a:p>
        </p:txBody>
      </p:sp>
      <p:sp>
        <p:nvSpPr>
          <p:cNvPr id="4" name="灯片编号占位符 3">
            <a:extLst>
              <a:ext uri="{FF2B5EF4-FFF2-40B4-BE49-F238E27FC236}">
                <a16:creationId xmlns:a16="http://schemas.microsoft.com/office/drawing/2014/main" id="{D1858A00-A4C4-4D0E-A376-C2C78E0E186F}"/>
              </a:ext>
            </a:extLst>
          </p:cNvPr>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4017020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itle" preserve="1">
  <p:cSld name="标题幻灯片">
    <p:bg bwMode="ltGray">
      <p:bgPr>
        <a:blipFill dpi="0" rotWithShape="0">
          <a:blip r:embed="rId2"/>
          <a:srcRect/>
          <a:stretch>
            <a:fillRect/>
          </a:stretch>
        </a:blipFill>
        <a:effectLst/>
      </p:bgPr>
    </p:bg>
    <p:spTree>
      <p:nvGrpSpPr>
        <p:cNvPr id="1" name=""/>
        <p:cNvGrpSpPr/>
        <p:nvPr/>
      </p:nvGrpSpPr>
      <p:grpSpPr>
        <a:xfrm>
          <a:off x="0" y="0"/>
          <a:ext cx="0" cy="0"/>
          <a:chOff x="0" y="0"/>
          <a:chExt cx="0" cy="0"/>
        </a:xfrm>
      </p:grpSpPr>
      <p:grpSp>
        <p:nvGrpSpPr>
          <p:cNvPr id="4" name="Group 2"/>
          <p:cNvGrpSpPr>
            <a:grpSpLocks/>
          </p:cNvGrpSpPr>
          <p:nvPr/>
        </p:nvGrpSpPr>
        <p:grpSpPr bwMode="auto">
          <a:xfrm>
            <a:off x="-12700" y="2708276"/>
            <a:ext cx="12244917" cy="1501775"/>
            <a:chOff x="-6" y="1706"/>
            <a:chExt cx="5785" cy="946"/>
          </a:xfrm>
        </p:grpSpPr>
        <p:sp>
          <p:nvSpPr>
            <p:cNvPr id="5" name="Freeform 3"/>
            <p:cNvSpPr>
              <a:spLocks/>
            </p:cNvSpPr>
            <p:nvPr/>
          </p:nvSpPr>
          <p:spPr bwMode="ltGray">
            <a:xfrm>
              <a:off x="-3" y="1706"/>
              <a:ext cx="5765" cy="946"/>
            </a:xfrm>
            <a:custGeom>
              <a:avLst/>
              <a:gdLst>
                <a:gd name="T0" fmla="*/ 6 w 5779"/>
                <a:gd name="T1" fmla="*/ 454 h 946"/>
                <a:gd name="T2" fmla="*/ 353 w 5779"/>
                <a:gd name="T3" fmla="*/ 454 h 946"/>
                <a:gd name="T4" fmla="*/ 753 w 5779"/>
                <a:gd name="T5" fmla="*/ 1 h 946"/>
                <a:gd name="T6" fmla="*/ 2499 w 5779"/>
                <a:gd name="T7" fmla="*/ 0 h 946"/>
                <a:gd name="T8" fmla="*/ 2634 w 5779"/>
                <a:gd name="T9" fmla="*/ 144 h 946"/>
                <a:gd name="T10" fmla="*/ 5751 w 5779"/>
                <a:gd name="T11" fmla="*/ 137 h 946"/>
                <a:gd name="T12" fmla="*/ 5751 w 5779"/>
                <a:gd name="T13" fmla="*/ 772 h 946"/>
                <a:gd name="T14" fmla="*/ 2885 w 5779"/>
                <a:gd name="T15" fmla="*/ 765 h 946"/>
                <a:gd name="T16" fmla="*/ 2743 w 5779"/>
                <a:gd name="T17" fmla="*/ 946 h 946"/>
                <a:gd name="T18" fmla="*/ 1873 w 5779"/>
                <a:gd name="T19" fmla="*/ 946 h 946"/>
                <a:gd name="T20" fmla="*/ 1655 w 5779"/>
                <a:gd name="T21" fmla="*/ 687 h 946"/>
                <a:gd name="T22" fmla="*/ 0 w 5779"/>
                <a:gd name="T23" fmla="*/ 687 h 946"/>
                <a:gd name="T24" fmla="*/ 35 w 5779"/>
                <a:gd name="T25" fmla="*/ 480 h 94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79" h="946">
                  <a:moveTo>
                    <a:pt x="6" y="454"/>
                  </a:moveTo>
                  <a:lnTo>
                    <a:pt x="355" y="454"/>
                  </a:lnTo>
                  <a:lnTo>
                    <a:pt x="757" y="1"/>
                  </a:lnTo>
                  <a:lnTo>
                    <a:pt x="2511" y="0"/>
                  </a:lnTo>
                  <a:lnTo>
                    <a:pt x="2646" y="144"/>
                  </a:lnTo>
                  <a:lnTo>
                    <a:pt x="5779" y="137"/>
                  </a:lnTo>
                  <a:lnTo>
                    <a:pt x="5779" y="772"/>
                  </a:lnTo>
                  <a:lnTo>
                    <a:pt x="2899" y="765"/>
                  </a:lnTo>
                  <a:lnTo>
                    <a:pt x="2757" y="946"/>
                  </a:lnTo>
                  <a:lnTo>
                    <a:pt x="1883" y="946"/>
                  </a:lnTo>
                  <a:lnTo>
                    <a:pt x="1663" y="687"/>
                  </a:lnTo>
                  <a:lnTo>
                    <a:pt x="0" y="687"/>
                  </a:lnTo>
                  <a:lnTo>
                    <a:pt x="35" y="480"/>
                  </a:lnTo>
                </a:path>
              </a:pathLst>
            </a:custGeom>
            <a:solidFill>
              <a:schemeClr val="tx2"/>
            </a:solidFill>
            <a:ln>
              <a:noFill/>
            </a:ln>
            <a:effectLst>
              <a:outerShdw dist="77251" dir="4832261" algn="ctr" rotWithShape="0">
                <a:srgbClr val="000066">
                  <a:alpha val="18999"/>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800">
                <a:solidFill>
                  <a:srgbClr val="B1E2FB"/>
                </a:solidFill>
                <a:latin typeface="Arial" panose="020B0604020202020204" pitchFamily="34" charset="0"/>
              </a:endParaRPr>
            </a:p>
          </p:txBody>
        </p:sp>
        <p:sp>
          <p:nvSpPr>
            <p:cNvPr id="6" name="Freeform 4" descr="01_img(Global Digtal Desigm(imageState)"/>
            <p:cNvSpPr>
              <a:spLocks/>
            </p:cNvSpPr>
            <p:nvPr/>
          </p:nvSpPr>
          <p:spPr bwMode="ltGray">
            <a:xfrm>
              <a:off x="-6" y="1731"/>
              <a:ext cx="5785" cy="895"/>
            </a:xfrm>
            <a:custGeom>
              <a:avLst/>
              <a:gdLst>
                <a:gd name="T0" fmla="*/ 0 w 5799"/>
                <a:gd name="T1" fmla="*/ 455 h 895"/>
                <a:gd name="T2" fmla="*/ 367 w 5799"/>
                <a:gd name="T3" fmla="*/ 454 h 895"/>
                <a:gd name="T4" fmla="*/ 772 w 5799"/>
                <a:gd name="T5" fmla="*/ 0 h 895"/>
                <a:gd name="T6" fmla="*/ 2484 w 5799"/>
                <a:gd name="T7" fmla="*/ 0 h 895"/>
                <a:gd name="T8" fmla="*/ 2620 w 5799"/>
                <a:gd name="T9" fmla="*/ 136 h 895"/>
                <a:gd name="T10" fmla="*/ 5771 w 5799"/>
                <a:gd name="T11" fmla="*/ 136 h 895"/>
                <a:gd name="T12" fmla="*/ 5760 w 5799"/>
                <a:gd name="T13" fmla="*/ 727 h 895"/>
                <a:gd name="T14" fmla="*/ 2869 w 5799"/>
                <a:gd name="T15" fmla="*/ 708 h 895"/>
                <a:gd name="T16" fmla="*/ 2733 w 5799"/>
                <a:gd name="T17" fmla="*/ 895 h 895"/>
                <a:gd name="T18" fmla="*/ 1889 w 5799"/>
                <a:gd name="T19" fmla="*/ 895 h 895"/>
                <a:gd name="T20" fmla="*/ 1673 w 5799"/>
                <a:gd name="T21" fmla="*/ 635 h 895"/>
                <a:gd name="T22" fmla="*/ 7 w 5799"/>
                <a:gd name="T23" fmla="*/ 635 h 895"/>
                <a:gd name="T24" fmla="*/ 7 w 5799"/>
                <a:gd name="T25" fmla="*/ 454 h 895"/>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799" h="895">
                  <a:moveTo>
                    <a:pt x="0" y="455"/>
                  </a:moveTo>
                  <a:lnTo>
                    <a:pt x="369" y="454"/>
                  </a:lnTo>
                  <a:lnTo>
                    <a:pt x="776" y="0"/>
                  </a:lnTo>
                  <a:lnTo>
                    <a:pt x="2496" y="0"/>
                  </a:lnTo>
                  <a:lnTo>
                    <a:pt x="2632" y="136"/>
                  </a:lnTo>
                  <a:lnTo>
                    <a:pt x="5799" y="136"/>
                  </a:lnTo>
                  <a:lnTo>
                    <a:pt x="5788" y="727"/>
                  </a:lnTo>
                  <a:lnTo>
                    <a:pt x="2883" y="708"/>
                  </a:lnTo>
                  <a:lnTo>
                    <a:pt x="2747" y="895"/>
                  </a:lnTo>
                  <a:lnTo>
                    <a:pt x="1899" y="895"/>
                  </a:lnTo>
                  <a:lnTo>
                    <a:pt x="1681" y="635"/>
                  </a:lnTo>
                  <a:lnTo>
                    <a:pt x="7" y="635"/>
                  </a:lnTo>
                  <a:lnTo>
                    <a:pt x="7" y="454"/>
                  </a:lnTo>
                </a:path>
              </a:pathLst>
            </a:custGeom>
            <a:blipFill dpi="0" rotWithShape="1">
              <a:blip r:embed="rId3"/>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800">
                <a:solidFill>
                  <a:srgbClr val="B1E2FB"/>
                </a:solidFill>
                <a:latin typeface="Arial" panose="020B0604020202020204" pitchFamily="34" charset="0"/>
              </a:endParaRPr>
            </a:p>
          </p:txBody>
        </p:sp>
      </p:grpSp>
      <p:sp>
        <p:nvSpPr>
          <p:cNvPr id="122885" name="Rectangle 5"/>
          <p:cNvSpPr>
            <a:spLocks noGrp="1" noChangeArrowheads="1"/>
          </p:cNvSpPr>
          <p:nvPr>
            <p:ph type="subTitle" idx="1"/>
          </p:nvPr>
        </p:nvSpPr>
        <p:spPr>
          <a:xfrm>
            <a:off x="711200" y="4876800"/>
            <a:ext cx="10871200" cy="533400"/>
          </a:xfrm>
        </p:spPr>
        <p:txBody>
          <a:bodyPr/>
          <a:lstStyle>
            <a:lvl1pPr marL="0" indent="0" algn="ctr">
              <a:buFont typeface="Wingdings" pitchFamily="2" charset="2"/>
              <a:buNone/>
              <a:defRPr sz="1600">
                <a:solidFill>
                  <a:schemeClr val="tx2"/>
                </a:solidFill>
              </a:defRPr>
            </a:lvl1pPr>
          </a:lstStyle>
          <a:p>
            <a:r>
              <a:rPr lang="en-US" altLang="zh-CN"/>
              <a:t>Click to edit Master subtitle style</a:t>
            </a:r>
          </a:p>
        </p:txBody>
      </p:sp>
      <p:sp>
        <p:nvSpPr>
          <p:cNvPr id="122886" name="Rectangle 6"/>
          <p:cNvSpPr>
            <a:spLocks noGrp="1" noChangeArrowheads="1"/>
          </p:cNvSpPr>
          <p:nvPr>
            <p:ph type="ctrTitle" sz="quarter"/>
          </p:nvPr>
        </p:nvSpPr>
        <p:spPr>
          <a:xfrm>
            <a:off x="1007534" y="1700213"/>
            <a:ext cx="10369551" cy="792162"/>
          </a:xfrm>
          <a:effectLst>
            <a:outerShdw dist="53882" dir="2700000" algn="ctr" rotWithShape="0">
              <a:srgbClr val="000066">
                <a:alpha val="50000"/>
              </a:srgbClr>
            </a:outerShdw>
          </a:effectLst>
        </p:spPr>
        <p:txBody>
          <a:bodyPr/>
          <a:lstStyle>
            <a:lvl1pPr>
              <a:defRPr sz="4000" b="1">
                <a:latin typeface="Verdana" pitchFamily="34" charset="0"/>
              </a:defRPr>
            </a:lvl1pPr>
          </a:lstStyle>
          <a:p>
            <a:r>
              <a:rPr lang="en-US" altLang="ko-KR"/>
              <a:t>Click to edit Master title </a:t>
            </a:r>
            <a:br>
              <a:rPr lang="en-US" altLang="ko-KR"/>
            </a:br>
            <a:r>
              <a:rPr lang="en-US" altLang="ko-KR"/>
              <a:t>style</a:t>
            </a:r>
          </a:p>
        </p:txBody>
      </p:sp>
    </p:spTree>
    <p:extLst>
      <p:ext uri="{BB962C8B-B14F-4D97-AF65-F5344CB8AC3E}">
        <p14:creationId xmlns:p14="http://schemas.microsoft.com/office/powerpoint/2010/main" val="4031107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638F52CC-2956-46C9-A510-6CEBAD05A9B4}"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10641470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50E879B2-47B0-4670-A1C6-34915F48CAD2}"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8946395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711200" y="1371601"/>
            <a:ext cx="53848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299200" y="1371601"/>
            <a:ext cx="5384800" cy="5248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81F5180B-C8EE-4BC4-AAD8-A4698F5D1311}"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23749689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8"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9" name="Rectangle 7"/>
          <p:cNvSpPr>
            <a:spLocks noGrp="1" noChangeArrowheads="1"/>
          </p:cNvSpPr>
          <p:nvPr>
            <p:ph type="sldNum" sz="quarter" idx="12"/>
          </p:nvPr>
        </p:nvSpPr>
        <p:spPr>
          <a:ln/>
        </p:spPr>
        <p:txBody>
          <a:bodyPr/>
          <a:lstStyle>
            <a:lvl1pPr>
              <a:defRPr/>
            </a:lvl1pPr>
          </a:lstStyle>
          <a:p>
            <a:pPr>
              <a:defRPr/>
            </a:pPr>
            <a:fld id="{FC950C57-0F61-4A0D-B500-665632B85F4E}"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141319203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4"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5" name="Rectangle 7"/>
          <p:cNvSpPr>
            <a:spLocks noGrp="1" noChangeArrowheads="1"/>
          </p:cNvSpPr>
          <p:nvPr>
            <p:ph type="sldNum" sz="quarter" idx="12"/>
          </p:nvPr>
        </p:nvSpPr>
        <p:spPr>
          <a:ln/>
        </p:spPr>
        <p:txBody>
          <a:bodyPr/>
          <a:lstStyle>
            <a:lvl1pPr>
              <a:defRPr/>
            </a:lvl1pPr>
          </a:lstStyle>
          <a:p>
            <a:pPr>
              <a:defRPr/>
            </a:pPr>
            <a:fld id="{7CDFDE6D-7C8C-46EE-9B90-3F18E113B895}"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2216431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3"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4" name="Rectangle 7"/>
          <p:cNvSpPr>
            <a:spLocks noGrp="1" noChangeArrowheads="1"/>
          </p:cNvSpPr>
          <p:nvPr>
            <p:ph type="sldNum" sz="quarter" idx="12"/>
          </p:nvPr>
        </p:nvSpPr>
        <p:spPr>
          <a:ln/>
        </p:spPr>
        <p:txBody>
          <a:bodyPr/>
          <a:lstStyle>
            <a:lvl1pPr>
              <a:defRPr/>
            </a:lvl1pPr>
          </a:lstStyle>
          <a:p>
            <a:pPr>
              <a:defRPr/>
            </a:pPr>
            <a:fld id="{2B9F3883-AECC-40DF-8C25-78E34FCA00D9}"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24184791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DE0F64B4-3F77-4695-8062-B37BF1F31756}"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2104538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6"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7" name="Rectangle 7"/>
          <p:cNvSpPr>
            <a:spLocks noGrp="1" noChangeArrowheads="1"/>
          </p:cNvSpPr>
          <p:nvPr>
            <p:ph type="sldNum" sz="quarter" idx="12"/>
          </p:nvPr>
        </p:nvSpPr>
        <p:spPr>
          <a:ln/>
        </p:spPr>
        <p:txBody>
          <a:bodyPr/>
          <a:lstStyle>
            <a:lvl1pPr>
              <a:defRPr/>
            </a:lvl1pPr>
          </a:lstStyle>
          <a:p>
            <a:pPr>
              <a:defRPr/>
            </a:pPr>
            <a:fld id="{162F0EEC-33CA-4B9C-A61E-4A52C25F7841}"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2646160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D334D6EC-AB23-4908-A67F-C24BB2DFD5A0}"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4628487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940800" y="533401"/>
            <a:ext cx="2743200" cy="608647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711200" y="533401"/>
            <a:ext cx="8026400" cy="608647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5"/>
          <p:cNvSpPr>
            <a:spLocks noGrp="1" noChangeArrowheads="1"/>
          </p:cNvSpPr>
          <p:nvPr>
            <p:ph type="dt" sz="half" idx="10"/>
          </p:nvPr>
        </p:nvSpPr>
        <p:spPr>
          <a:ln/>
        </p:spPr>
        <p:txBody>
          <a:bodyPr/>
          <a:lstStyle>
            <a:lvl1pPr>
              <a:defRPr/>
            </a:lvl1pPr>
          </a:lstStyle>
          <a:p>
            <a:pPr>
              <a:defRPr/>
            </a:pPr>
            <a:endParaRPr lang="en-US" altLang="zh-CN">
              <a:solidFill>
                <a:srgbClr val="B1E2FB"/>
              </a:solidFill>
            </a:endParaRPr>
          </a:p>
        </p:txBody>
      </p:sp>
      <p:sp>
        <p:nvSpPr>
          <p:cNvPr id="5" name="Rectangle 6"/>
          <p:cNvSpPr>
            <a:spLocks noGrp="1" noChangeArrowheads="1"/>
          </p:cNvSpPr>
          <p:nvPr>
            <p:ph type="ftr" sz="quarter" idx="11"/>
          </p:nvPr>
        </p:nvSpPr>
        <p:spPr>
          <a:ln/>
        </p:spPr>
        <p:txBody>
          <a:bodyPr/>
          <a:lstStyle>
            <a:lvl1pPr>
              <a:defRPr/>
            </a:lvl1pPr>
          </a:lstStyle>
          <a:p>
            <a:pPr>
              <a:defRPr/>
            </a:pPr>
            <a:endParaRPr lang="en-US" altLang="zh-CN">
              <a:solidFill>
                <a:srgbClr val="B1E2FB"/>
              </a:solidFill>
            </a:endParaRPr>
          </a:p>
        </p:txBody>
      </p:sp>
      <p:sp>
        <p:nvSpPr>
          <p:cNvPr id="6" name="Rectangle 7"/>
          <p:cNvSpPr>
            <a:spLocks noGrp="1" noChangeArrowheads="1"/>
          </p:cNvSpPr>
          <p:nvPr>
            <p:ph type="sldNum" sz="quarter" idx="12"/>
          </p:nvPr>
        </p:nvSpPr>
        <p:spPr>
          <a:ln/>
        </p:spPr>
        <p:txBody>
          <a:bodyPr/>
          <a:lstStyle>
            <a:lvl1pPr>
              <a:defRPr/>
            </a:lvl1pPr>
          </a:lstStyle>
          <a:p>
            <a:pPr>
              <a:defRPr/>
            </a:pPr>
            <a:fld id="{457DFDAD-AC13-4DDE-ABCD-C4CC70E15FCF}" type="slidenum">
              <a:rPr lang="zh-CN" altLang="en-US">
                <a:solidFill>
                  <a:srgbClr val="B1E2FB"/>
                </a:solidFill>
              </a:rPr>
              <a:pPr>
                <a:defRPr/>
              </a:pPr>
              <a:t>‹#›</a:t>
            </a:fld>
            <a:endParaRPr lang="en-US" altLang="zh-CN">
              <a:solidFill>
                <a:srgbClr val="B1E2FB"/>
              </a:solidFill>
            </a:endParaRPr>
          </a:p>
        </p:txBody>
      </p:sp>
    </p:spTree>
    <p:extLst>
      <p:ext uri="{BB962C8B-B14F-4D97-AF65-F5344CB8AC3E}">
        <p14:creationId xmlns:p14="http://schemas.microsoft.com/office/powerpoint/2010/main" val="18421703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4" name="Group 2"/>
          <p:cNvGrpSpPr>
            <a:grpSpLocks/>
          </p:cNvGrpSpPr>
          <p:nvPr/>
        </p:nvGrpSpPr>
        <p:grpSpPr bwMode="auto">
          <a:xfrm>
            <a:off x="1" y="0"/>
            <a:ext cx="12198351" cy="6851650"/>
            <a:chOff x="1" y="0"/>
            <a:chExt cx="5763" cy="4316"/>
          </a:xfrm>
        </p:grpSpPr>
        <p:sp>
          <p:nvSpPr>
            <p:cNvPr id="5" name="Freeform 3"/>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6" name="Freeform 4"/>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7" name="Freeform 5"/>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grpSp>
          <p:nvGrpSpPr>
            <p:cNvPr id="8" name="Group 6"/>
            <p:cNvGrpSpPr>
              <a:grpSpLocks/>
            </p:cNvGrpSpPr>
            <p:nvPr/>
          </p:nvGrpSpPr>
          <p:grpSpPr bwMode="auto">
            <a:xfrm>
              <a:off x="288" y="0"/>
              <a:ext cx="5098" cy="4316"/>
              <a:chOff x="288" y="0"/>
              <a:chExt cx="5098" cy="4316"/>
            </a:xfrm>
          </p:grpSpPr>
          <p:sp>
            <p:nvSpPr>
              <p:cNvPr id="28" name="Freeform 7"/>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29" name="Freeform 8"/>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0" name="Freeform 9"/>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1" name="Freeform 10"/>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2" name="Freeform 11"/>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3" name="Freeform 12"/>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4" name="Freeform 13"/>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5" name="Freeform 14"/>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6" name="Freeform 15"/>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7" name="Freeform 16"/>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8" name="Freeform 17"/>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39" name="Freeform 18"/>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40" name="Freeform 19"/>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grpSp>
        <p:sp>
          <p:nvSpPr>
            <p:cNvPr id="9" name="Freeform 20"/>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10" name="Freeform 21"/>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11" name="Freeform 22"/>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12" name="Freeform 23"/>
            <p:cNvSpPr>
              <a:spLocks/>
            </p:cNvSpPr>
            <p:nvPr/>
          </p:nvSpPr>
          <p:spPr bwMode="hidden">
            <a:xfrm>
              <a:off x="5041" y="0"/>
              <a:ext cx="719" cy="845"/>
            </a:xfrm>
            <a:custGeom>
              <a:avLst/>
              <a:gdLst>
                <a:gd name="T0" fmla="*/ 729 w 717"/>
                <a:gd name="T1" fmla="*/ 845 h 845"/>
                <a:gd name="T2" fmla="*/ 729 w 717"/>
                <a:gd name="T3" fmla="*/ 821 h 845"/>
                <a:gd name="T4" fmla="*/ 586 w 717"/>
                <a:gd name="T5" fmla="*/ 605 h 845"/>
                <a:gd name="T6" fmla="*/ 412 w 717"/>
                <a:gd name="T7" fmla="*/ 396 h 845"/>
                <a:gd name="T8" fmla="*/ 227 w 717"/>
                <a:gd name="T9" fmla="*/ 192 h 845"/>
                <a:gd name="T10" fmla="*/ 17 w 717"/>
                <a:gd name="T11" fmla="*/ 0 h 845"/>
                <a:gd name="T12" fmla="*/ 0 w 717"/>
                <a:gd name="T13" fmla="*/ 0 h 845"/>
                <a:gd name="T14" fmla="*/ 215 w 717"/>
                <a:gd name="T15" fmla="*/ 198 h 845"/>
                <a:gd name="T16" fmla="*/ 406 w 717"/>
                <a:gd name="T17" fmla="*/ 408 h 845"/>
                <a:gd name="T18" fmla="*/ 580 w 717"/>
                <a:gd name="T19" fmla="*/ 623 h 845"/>
                <a:gd name="T20" fmla="*/ 729 w 717"/>
                <a:gd name="T21" fmla="*/ 845 h 845"/>
                <a:gd name="T22" fmla="*/ 729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13" name="Freeform 24"/>
            <p:cNvSpPr>
              <a:spLocks/>
            </p:cNvSpPr>
            <p:nvPr/>
          </p:nvSpPr>
          <p:spPr bwMode="hidden">
            <a:xfrm>
              <a:off x="5352" y="0"/>
              <a:ext cx="408" cy="414"/>
            </a:xfrm>
            <a:custGeom>
              <a:avLst/>
              <a:gdLst>
                <a:gd name="T0" fmla="*/ 413 w 407"/>
                <a:gd name="T1" fmla="*/ 414 h 414"/>
                <a:gd name="T2" fmla="*/ 413 w 407"/>
                <a:gd name="T3" fmla="*/ 396 h 414"/>
                <a:gd name="T4" fmla="*/ 228 w 407"/>
                <a:gd name="T5" fmla="*/ 192 h 414"/>
                <a:gd name="T6" fmla="*/ 12 w 407"/>
                <a:gd name="T7" fmla="*/ 0 h 414"/>
                <a:gd name="T8" fmla="*/ 0 w 407"/>
                <a:gd name="T9" fmla="*/ 0 h 414"/>
                <a:gd name="T10" fmla="*/ 108 w 407"/>
                <a:gd name="T11" fmla="*/ 102 h 414"/>
                <a:gd name="T12" fmla="*/ 222 w 407"/>
                <a:gd name="T13" fmla="*/ 204 h 414"/>
                <a:gd name="T14" fmla="*/ 413 w 407"/>
                <a:gd name="T15" fmla="*/ 414 h 414"/>
                <a:gd name="T16" fmla="*/ 413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14" name="Freeform 25"/>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15" name="Freeform 26"/>
            <p:cNvSpPr>
              <a:spLocks/>
            </p:cNvSpPr>
            <p:nvPr/>
          </p:nvSpPr>
          <p:spPr bwMode="hidden">
            <a:xfrm>
              <a:off x="6" y="0"/>
              <a:ext cx="588" cy="599"/>
            </a:xfrm>
            <a:custGeom>
              <a:avLst/>
              <a:gdLst>
                <a:gd name="T0" fmla="*/ 598 w 586"/>
                <a:gd name="T1" fmla="*/ 0 h 599"/>
                <a:gd name="T2" fmla="*/ 580 w 586"/>
                <a:gd name="T3" fmla="*/ 0 h 599"/>
                <a:gd name="T4" fmla="*/ 413 w 586"/>
                <a:gd name="T5" fmla="*/ 132 h 599"/>
                <a:gd name="T6" fmla="*/ 263 w 586"/>
                <a:gd name="T7" fmla="*/ 270 h 599"/>
                <a:gd name="T8" fmla="*/ 120 w 586"/>
                <a:gd name="T9" fmla="*/ 420 h 599"/>
                <a:gd name="T10" fmla="*/ 0 w 586"/>
                <a:gd name="T11" fmla="*/ 575 h 599"/>
                <a:gd name="T12" fmla="*/ 0 w 586"/>
                <a:gd name="T13" fmla="*/ 599 h 599"/>
                <a:gd name="T14" fmla="*/ 120 w 586"/>
                <a:gd name="T15" fmla="*/ 432 h 599"/>
                <a:gd name="T16" fmla="*/ 263 w 586"/>
                <a:gd name="T17" fmla="*/ 282 h 599"/>
                <a:gd name="T18" fmla="*/ 419 w 586"/>
                <a:gd name="T19" fmla="*/ 138 h 599"/>
                <a:gd name="T20" fmla="*/ 598 w 586"/>
                <a:gd name="T21" fmla="*/ 0 h 599"/>
                <a:gd name="T22" fmla="*/ 598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16" name="Freeform 27"/>
            <p:cNvSpPr>
              <a:spLocks/>
            </p:cNvSpPr>
            <p:nvPr/>
          </p:nvSpPr>
          <p:spPr bwMode="hidden">
            <a:xfrm>
              <a:off x="6" y="0"/>
              <a:ext cx="270" cy="252"/>
            </a:xfrm>
            <a:custGeom>
              <a:avLst/>
              <a:gdLst>
                <a:gd name="T0" fmla="*/ 275 w 269"/>
                <a:gd name="T1" fmla="*/ 0 h 252"/>
                <a:gd name="T2" fmla="*/ 257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75 w 269"/>
                <a:gd name="T15" fmla="*/ 0 h 252"/>
                <a:gd name="T16" fmla="*/ 275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17" name="Line 28"/>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18" name="Line 29"/>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19" name="Line 30"/>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grpSp>
          <p:nvGrpSpPr>
            <p:cNvPr id="20" name="Group 31"/>
            <p:cNvGrpSpPr>
              <a:grpSpLocks/>
            </p:cNvGrpSpPr>
            <p:nvPr/>
          </p:nvGrpSpPr>
          <p:grpSpPr bwMode="auto">
            <a:xfrm>
              <a:off x="1" y="392"/>
              <a:ext cx="5758" cy="1571"/>
              <a:chOff x="1" y="392"/>
              <a:chExt cx="5758" cy="1571"/>
            </a:xfrm>
          </p:grpSpPr>
          <p:sp>
            <p:nvSpPr>
              <p:cNvPr id="23" name="Line 32"/>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24" name="Line 33"/>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25" name="Line 34"/>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26" name="Line 35"/>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27" name="Line 36"/>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grpSp>
        <p:sp>
          <p:nvSpPr>
            <p:cNvPr id="21" name="Line 37"/>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22" name="Line 38"/>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grpSp>
      <p:sp>
        <p:nvSpPr>
          <p:cNvPr id="87079" name="Rectangle 39"/>
          <p:cNvSpPr>
            <a:spLocks noGrp="1" noChangeArrowheads="1"/>
          </p:cNvSpPr>
          <p:nvPr>
            <p:ph type="ctrTitle" sz="quarter"/>
          </p:nvPr>
        </p:nvSpPr>
        <p:spPr>
          <a:xfrm>
            <a:off x="914400" y="1692276"/>
            <a:ext cx="10363200" cy="1736725"/>
          </a:xfrm>
        </p:spPr>
        <p:txBody>
          <a:bodyPr anchor="b"/>
          <a:lstStyle>
            <a:lvl1pPr>
              <a:defRPr sz="5400"/>
            </a:lvl1pPr>
          </a:lstStyle>
          <a:p>
            <a:r>
              <a:rPr lang="zh-CN" altLang="en-US"/>
              <a:t>单击此处编辑母版标题样式</a:t>
            </a:r>
          </a:p>
        </p:txBody>
      </p:sp>
      <p:sp>
        <p:nvSpPr>
          <p:cNvPr id="87080" name="Rectangle 40"/>
          <p:cNvSpPr>
            <a:spLocks noGrp="1" noChangeArrowheads="1"/>
          </p:cNvSpPr>
          <p:nvPr>
            <p:ph type="subTitle" sz="quarter" idx="1"/>
          </p:nvPr>
        </p:nvSpPr>
        <p:spPr>
          <a:xfrm>
            <a:off x="1828800" y="3886200"/>
            <a:ext cx="8534400" cy="1752600"/>
          </a:xfrm>
        </p:spPr>
        <p:txBody>
          <a:bodyPr/>
          <a:lstStyle>
            <a:lvl1pPr marL="0" indent="0" algn="ctr">
              <a:buFont typeface="Wingdings" pitchFamily="2" charset="2"/>
              <a:buNone/>
              <a:defRPr/>
            </a:lvl1pPr>
          </a:lstStyle>
          <a:p>
            <a:r>
              <a:rPr lang="zh-CN" altLang="en-US"/>
              <a:t>单击此处编辑母版副标题样式</a:t>
            </a:r>
          </a:p>
        </p:txBody>
      </p:sp>
      <p:sp>
        <p:nvSpPr>
          <p:cNvPr id="41" name="Rectangle 41"/>
          <p:cNvSpPr>
            <a:spLocks noGrp="1" noChangeArrowheads="1"/>
          </p:cNvSpPr>
          <p:nvPr>
            <p:ph type="dt" sz="quarter" idx="10"/>
          </p:nvPr>
        </p:nvSpPr>
        <p:spPr/>
        <p:txBody>
          <a:bodyPr/>
          <a:lstStyle>
            <a:lvl1pPr>
              <a:defRPr/>
            </a:lvl1pPr>
          </a:lstStyle>
          <a:p>
            <a:pPr>
              <a:defRPr/>
            </a:pPr>
            <a:endParaRPr lang="en-US" altLang="zh-CN">
              <a:solidFill>
                <a:srgbClr val="FFFFFF"/>
              </a:solidFill>
            </a:endParaRPr>
          </a:p>
        </p:txBody>
      </p:sp>
      <p:sp>
        <p:nvSpPr>
          <p:cNvPr id="42" name="Rectangle 42"/>
          <p:cNvSpPr>
            <a:spLocks noGrp="1" noChangeArrowheads="1"/>
          </p:cNvSpPr>
          <p:nvPr>
            <p:ph type="ftr" sz="quarter" idx="11"/>
          </p:nvPr>
        </p:nvSpPr>
        <p:spPr/>
        <p:txBody>
          <a:bodyPr/>
          <a:lstStyle>
            <a:lvl1pPr>
              <a:defRPr/>
            </a:lvl1pPr>
          </a:lstStyle>
          <a:p>
            <a:pPr>
              <a:defRPr/>
            </a:pPr>
            <a:endParaRPr lang="en-US" altLang="zh-CN">
              <a:solidFill>
                <a:srgbClr val="FFFFFF"/>
              </a:solidFill>
            </a:endParaRPr>
          </a:p>
        </p:txBody>
      </p:sp>
      <p:sp>
        <p:nvSpPr>
          <p:cNvPr id="43" name="Rectangle 43"/>
          <p:cNvSpPr>
            <a:spLocks noGrp="1" noChangeArrowheads="1"/>
          </p:cNvSpPr>
          <p:nvPr>
            <p:ph type="sldNum" sz="quarter" idx="12"/>
          </p:nvPr>
        </p:nvSpPr>
        <p:spPr/>
        <p:txBody>
          <a:bodyPr/>
          <a:lstStyle>
            <a:lvl1pPr>
              <a:defRPr/>
            </a:lvl1pPr>
          </a:lstStyle>
          <a:p>
            <a:pPr>
              <a:defRPr/>
            </a:pPr>
            <a:fld id="{9140265A-81A4-4BB7-8388-4488878A8E38}"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85090082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42"/>
          <p:cNvSpPr>
            <a:spLocks noGrp="1" noChangeArrowheads="1"/>
          </p:cNvSpPr>
          <p:nvPr>
            <p:ph type="sldNum" sz="quarter" idx="12"/>
          </p:nvPr>
        </p:nvSpPr>
        <p:spPr>
          <a:ln/>
        </p:spPr>
        <p:txBody>
          <a:bodyPr/>
          <a:lstStyle>
            <a:lvl1pPr>
              <a:defRPr/>
            </a:lvl1pPr>
          </a:lstStyle>
          <a:p>
            <a:pPr>
              <a:defRPr/>
            </a:pPr>
            <a:fld id="{E8AB5DB3-DA32-46BF-9E15-003955F3494A}"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29086388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42"/>
          <p:cNvSpPr>
            <a:spLocks noGrp="1" noChangeArrowheads="1"/>
          </p:cNvSpPr>
          <p:nvPr>
            <p:ph type="sldNum" sz="quarter" idx="12"/>
          </p:nvPr>
        </p:nvSpPr>
        <p:spPr>
          <a:ln/>
        </p:spPr>
        <p:txBody>
          <a:bodyPr/>
          <a:lstStyle>
            <a:lvl1pPr>
              <a:defRPr/>
            </a:lvl1pPr>
          </a:lstStyle>
          <a:p>
            <a:pPr>
              <a:defRPr/>
            </a:pPr>
            <a:fld id="{C71FD1E7-05D4-4D62-934A-2031B2ED69E5}"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0120682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42"/>
          <p:cNvSpPr>
            <a:spLocks noGrp="1" noChangeArrowheads="1"/>
          </p:cNvSpPr>
          <p:nvPr>
            <p:ph type="sldNum" sz="quarter" idx="12"/>
          </p:nvPr>
        </p:nvSpPr>
        <p:spPr>
          <a:ln/>
        </p:spPr>
        <p:txBody>
          <a:bodyPr/>
          <a:lstStyle>
            <a:lvl1pPr>
              <a:defRPr/>
            </a:lvl1pPr>
          </a:lstStyle>
          <a:p>
            <a:pPr>
              <a:defRPr/>
            </a:pPr>
            <a:fld id="{D131E711-63C2-441C-BF39-2BA9E5B2D390}"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51661874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8"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9" name="Rectangle 42"/>
          <p:cNvSpPr>
            <a:spLocks noGrp="1" noChangeArrowheads="1"/>
          </p:cNvSpPr>
          <p:nvPr>
            <p:ph type="sldNum" sz="quarter" idx="12"/>
          </p:nvPr>
        </p:nvSpPr>
        <p:spPr>
          <a:ln/>
        </p:spPr>
        <p:txBody>
          <a:bodyPr/>
          <a:lstStyle>
            <a:lvl1pPr>
              <a:defRPr/>
            </a:lvl1pPr>
          </a:lstStyle>
          <a:p>
            <a:pPr>
              <a:defRPr/>
            </a:pPr>
            <a:fld id="{E551035B-237E-45BE-B563-9E992D9CBF2F}"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29749965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4"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5" name="Rectangle 42"/>
          <p:cNvSpPr>
            <a:spLocks noGrp="1" noChangeArrowheads="1"/>
          </p:cNvSpPr>
          <p:nvPr>
            <p:ph type="sldNum" sz="quarter" idx="12"/>
          </p:nvPr>
        </p:nvSpPr>
        <p:spPr>
          <a:ln/>
        </p:spPr>
        <p:txBody>
          <a:bodyPr/>
          <a:lstStyle>
            <a:lvl1pPr>
              <a:defRPr/>
            </a:lvl1pPr>
          </a:lstStyle>
          <a:p>
            <a:pPr>
              <a:defRPr/>
            </a:pPr>
            <a:fld id="{6F09AFF8-F32D-49BD-A314-092D32E5362F}"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61175999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3"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4" name="Rectangle 42"/>
          <p:cNvSpPr>
            <a:spLocks noGrp="1" noChangeArrowheads="1"/>
          </p:cNvSpPr>
          <p:nvPr>
            <p:ph type="sldNum" sz="quarter" idx="12"/>
          </p:nvPr>
        </p:nvSpPr>
        <p:spPr>
          <a:ln/>
        </p:spPr>
        <p:txBody>
          <a:bodyPr/>
          <a:lstStyle>
            <a:lvl1pPr>
              <a:defRPr/>
            </a:lvl1pPr>
          </a:lstStyle>
          <a:p>
            <a:pPr>
              <a:defRPr/>
            </a:pPr>
            <a:fld id="{B863195E-DFEF-435F-BC7A-926FD3B34776}"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19522082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42"/>
          <p:cNvSpPr>
            <a:spLocks noGrp="1" noChangeArrowheads="1"/>
          </p:cNvSpPr>
          <p:nvPr>
            <p:ph type="sldNum" sz="quarter" idx="12"/>
          </p:nvPr>
        </p:nvSpPr>
        <p:spPr>
          <a:ln/>
        </p:spPr>
        <p:txBody>
          <a:bodyPr/>
          <a:lstStyle>
            <a:lvl1pPr>
              <a:defRPr/>
            </a:lvl1pPr>
          </a:lstStyle>
          <a:p>
            <a:pPr>
              <a:defRPr/>
            </a:pPr>
            <a:fld id="{5B04A459-95C9-403A-A6C1-4DA0F9B492D0}"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2469877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6"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7" name="Rectangle 42"/>
          <p:cNvSpPr>
            <a:spLocks noGrp="1" noChangeArrowheads="1"/>
          </p:cNvSpPr>
          <p:nvPr>
            <p:ph type="sldNum" sz="quarter" idx="12"/>
          </p:nvPr>
        </p:nvSpPr>
        <p:spPr>
          <a:ln/>
        </p:spPr>
        <p:txBody>
          <a:bodyPr/>
          <a:lstStyle>
            <a:lvl1pPr>
              <a:defRPr/>
            </a:lvl1pPr>
          </a:lstStyle>
          <a:p>
            <a:pPr>
              <a:defRPr/>
            </a:pPr>
            <a:fld id="{EED06D8A-A9D4-4F0D-ABB0-D5D179273BD5}"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13349006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42"/>
          <p:cNvSpPr>
            <a:spLocks noGrp="1" noChangeArrowheads="1"/>
          </p:cNvSpPr>
          <p:nvPr>
            <p:ph type="sldNum" sz="quarter" idx="12"/>
          </p:nvPr>
        </p:nvSpPr>
        <p:spPr>
          <a:ln/>
        </p:spPr>
        <p:txBody>
          <a:bodyPr/>
          <a:lstStyle>
            <a:lvl1pPr>
              <a:defRPr/>
            </a:lvl1pPr>
          </a:lstStyle>
          <a:p>
            <a:pPr>
              <a:defRPr/>
            </a:pPr>
            <a:fld id="{21F8EDAB-F15F-4D85-B421-70235373CE4E}"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324219671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7813"/>
            <a:ext cx="2743200" cy="5853112"/>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7813"/>
            <a:ext cx="8026400" cy="5853112"/>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0"/>
          <p:cNvSpPr>
            <a:spLocks noGrp="1" noChangeArrowheads="1"/>
          </p:cNvSpPr>
          <p:nvPr>
            <p:ph type="dt" sz="half" idx="10"/>
          </p:nvPr>
        </p:nvSpPr>
        <p:spPr>
          <a:ln/>
        </p:spPr>
        <p:txBody>
          <a:bodyPr/>
          <a:lstStyle>
            <a:lvl1pPr>
              <a:defRPr/>
            </a:lvl1pPr>
          </a:lstStyle>
          <a:p>
            <a:pPr>
              <a:defRPr/>
            </a:pPr>
            <a:endParaRPr lang="en-US" altLang="zh-CN">
              <a:solidFill>
                <a:srgbClr val="FFFFFF"/>
              </a:solidFill>
            </a:endParaRPr>
          </a:p>
        </p:txBody>
      </p:sp>
      <p:sp>
        <p:nvSpPr>
          <p:cNvPr id="5" name="Rectangle 41"/>
          <p:cNvSpPr>
            <a:spLocks noGrp="1" noChangeArrowheads="1"/>
          </p:cNvSpPr>
          <p:nvPr>
            <p:ph type="ftr" sz="quarter" idx="11"/>
          </p:nvPr>
        </p:nvSpPr>
        <p:spPr>
          <a:ln/>
        </p:spPr>
        <p:txBody>
          <a:bodyPr/>
          <a:lstStyle>
            <a:lvl1pPr>
              <a:defRPr/>
            </a:lvl1pPr>
          </a:lstStyle>
          <a:p>
            <a:pPr>
              <a:defRPr/>
            </a:pPr>
            <a:endParaRPr lang="en-US" altLang="zh-CN">
              <a:solidFill>
                <a:srgbClr val="FFFFFF"/>
              </a:solidFill>
            </a:endParaRPr>
          </a:p>
        </p:txBody>
      </p:sp>
      <p:sp>
        <p:nvSpPr>
          <p:cNvPr id="6" name="Rectangle 42"/>
          <p:cNvSpPr>
            <a:spLocks noGrp="1" noChangeArrowheads="1"/>
          </p:cNvSpPr>
          <p:nvPr>
            <p:ph type="sldNum" sz="quarter" idx="12"/>
          </p:nvPr>
        </p:nvSpPr>
        <p:spPr>
          <a:ln/>
        </p:spPr>
        <p:txBody>
          <a:bodyPr/>
          <a:lstStyle>
            <a:lvl1pPr>
              <a:defRPr/>
            </a:lvl1pPr>
          </a:lstStyle>
          <a:p>
            <a:pPr>
              <a:defRPr/>
            </a:pPr>
            <a:fld id="{3485F00D-46C0-431B-936F-322650BC0676}" type="slidenum">
              <a:rPr lang="zh-CN" altLang="en-US">
                <a:solidFill>
                  <a:srgbClr val="FFFFFF"/>
                </a:solidFill>
              </a:rPr>
              <a:pPr>
                <a:defRPr/>
              </a:pPr>
              <a:t>‹#›</a:t>
            </a:fld>
            <a:endParaRPr lang="en-US" altLang="zh-CN">
              <a:solidFill>
                <a:srgbClr val="FFFFFF"/>
              </a:solidFill>
            </a:endParaRPr>
          </a:p>
        </p:txBody>
      </p:sp>
    </p:spTree>
    <p:extLst>
      <p:ext uri="{BB962C8B-B14F-4D97-AF65-F5344CB8AC3E}">
        <p14:creationId xmlns:p14="http://schemas.microsoft.com/office/powerpoint/2010/main" val="42148349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pic>
        <p:nvPicPr>
          <p:cNvPr id="5" name="Picture 2" descr="C:\Users\xuqibin\Desktop\大礼堂.jpg"/>
          <p:cNvPicPr>
            <a:picLocks noChangeAspect="1" noChangeArrowheads="1"/>
          </p:cNvPicPr>
          <p:nvPr userDrawn="1"/>
        </p:nvPicPr>
        <p:blipFill>
          <a:blip r:embed="rId2">
            <a:extLst>
              <a:ext uri="{28A0092B-C50C-407E-A947-70E740481C1C}">
                <a14:useLocalDpi xmlns:a14="http://schemas.microsoft.com/office/drawing/2010/main" val="0"/>
              </a:ext>
            </a:extLst>
          </a:blip>
          <a:srcRect l="4642"/>
          <a:stretch>
            <a:fillRect/>
          </a:stretch>
        </p:blipFill>
        <p:spPr bwMode="auto">
          <a:xfrm>
            <a:off x="0" y="3278188"/>
            <a:ext cx="12192000" cy="357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图片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4000" y="176213"/>
            <a:ext cx="3470275" cy="697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组合 8"/>
          <p:cNvGrpSpPr>
            <a:grpSpLocks/>
          </p:cNvGrpSpPr>
          <p:nvPr/>
        </p:nvGrpSpPr>
        <p:grpSpPr bwMode="auto">
          <a:xfrm>
            <a:off x="1174750" y="2624138"/>
            <a:ext cx="9964738" cy="55562"/>
            <a:chOff x="2981985" y="4876487"/>
            <a:chExt cx="2607945" cy="76200"/>
          </a:xfrm>
        </p:grpSpPr>
        <p:cxnSp>
          <p:nvCxnSpPr>
            <p:cNvPr id="8" name="直接连接符 7"/>
            <p:cNvCxnSpPr/>
            <p:nvPr/>
          </p:nvCxnSpPr>
          <p:spPr>
            <a:xfrm>
              <a:off x="2981985" y="4876487"/>
              <a:ext cx="2607945" cy="0"/>
            </a:xfrm>
            <a:prstGeom prst="line">
              <a:avLst/>
            </a:prstGeom>
            <a:ln/>
          </p:spPr>
          <p:style>
            <a:lnRef idx="3">
              <a:schemeClr val="accent5"/>
            </a:lnRef>
            <a:fillRef idx="0">
              <a:schemeClr val="accent5"/>
            </a:fillRef>
            <a:effectRef idx="2">
              <a:schemeClr val="accent5"/>
            </a:effectRef>
            <a:fontRef idx="minor">
              <a:schemeClr val="tx1"/>
            </a:fontRef>
          </p:style>
        </p:cxnSp>
        <p:cxnSp>
          <p:nvCxnSpPr>
            <p:cNvPr id="9" name="直接连接符 10"/>
            <p:cNvCxnSpPr>
              <a:cxnSpLocks noChangeShapeType="1"/>
            </p:cNvCxnSpPr>
            <p:nvPr/>
          </p:nvCxnSpPr>
          <p:spPr bwMode="auto">
            <a:xfrm>
              <a:off x="2981985" y="4952687"/>
              <a:ext cx="2607945" cy="0"/>
            </a:xfrm>
            <a:prstGeom prst="line">
              <a:avLst/>
            </a:prstGeom>
            <a:ln>
              <a:headEnd/>
              <a:tailEnd/>
            </a:ln>
            <a:extLst>
              <a:ext uri="{909E8E84-426E-40DD-AFC4-6F175D3DCCD1}">
                <a14:hiddenFill xmlns:a14="http://schemas.microsoft.com/office/drawing/2010/main">
                  <a:noFill/>
                </a14:hiddenFill>
              </a:ext>
            </a:extLst>
          </p:spPr>
          <p:style>
            <a:lnRef idx="3">
              <a:schemeClr val="accent5"/>
            </a:lnRef>
            <a:fillRef idx="0">
              <a:schemeClr val="accent5"/>
            </a:fillRef>
            <a:effectRef idx="2">
              <a:schemeClr val="accent5"/>
            </a:effectRef>
            <a:fontRef idx="minor">
              <a:schemeClr val="tx1"/>
            </a:fontRef>
          </p:style>
        </p:cxnSp>
      </p:grpSp>
      <p:sp>
        <p:nvSpPr>
          <p:cNvPr id="10" name="文本框 9"/>
          <p:cNvSpPr txBox="1"/>
          <p:nvPr userDrawn="1"/>
        </p:nvSpPr>
        <p:spPr>
          <a:xfrm>
            <a:off x="4533900" y="3816350"/>
            <a:ext cx="1543050" cy="425450"/>
          </a:xfrm>
          <a:prstGeom prst="rect">
            <a:avLst/>
          </a:prstGeom>
          <a:noFill/>
        </p:spPr>
        <p:txBody>
          <a:bodyPr>
            <a:spAutoFit/>
          </a:bodyPr>
          <a:lstStyle/>
          <a:p>
            <a:pPr algn="ctr">
              <a:lnSpc>
                <a:spcPct val="90000"/>
              </a:lnSpc>
              <a:spcBef>
                <a:spcPts val="1000"/>
              </a:spcBef>
              <a:buFont typeface="Arial" panose="020B0604020202020204" pitchFamily="34" charset="0"/>
              <a:buNone/>
              <a:defRPr/>
            </a:pPr>
            <a:r>
              <a:rPr lang="zh-CN" altLang="en-US" sz="2400" b="1"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主讲人：</a:t>
            </a:r>
          </a:p>
        </p:txBody>
      </p:sp>
      <p:sp>
        <p:nvSpPr>
          <p:cNvPr id="22" name="标题 21"/>
          <p:cNvSpPr>
            <a:spLocks noGrp="1"/>
          </p:cNvSpPr>
          <p:nvPr>
            <p:ph type="title"/>
          </p:nvPr>
        </p:nvSpPr>
        <p:spPr>
          <a:xfrm>
            <a:off x="0" y="1612807"/>
            <a:ext cx="12192000" cy="983636"/>
          </a:xfrm>
        </p:spPr>
        <p:txBody>
          <a:bodyPr/>
          <a:lstStyle>
            <a:lvl1pPr algn="ctr">
              <a:defRPr sz="44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dirty="0"/>
              <a:t>单击此处编辑母版标题样式</a:t>
            </a:r>
          </a:p>
        </p:txBody>
      </p:sp>
      <p:sp>
        <p:nvSpPr>
          <p:cNvPr id="44" name="文本占位符 43"/>
          <p:cNvSpPr>
            <a:spLocks noGrp="1"/>
          </p:cNvSpPr>
          <p:nvPr>
            <p:ph type="body" sz="quarter" idx="11"/>
          </p:nvPr>
        </p:nvSpPr>
        <p:spPr>
          <a:xfrm>
            <a:off x="0" y="2827961"/>
            <a:ext cx="12192000" cy="430227"/>
          </a:xfrm>
        </p:spPr>
        <p:txBody>
          <a:bodyPr/>
          <a:lstStyle>
            <a:lvl1pPr marL="0" indent="0" algn="ctr">
              <a:buNone/>
              <a:defRPr sz="23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
        <p:nvSpPr>
          <p:cNvPr id="46" name="文本占位符 45"/>
          <p:cNvSpPr>
            <a:spLocks noGrp="1"/>
          </p:cNvSpPr>
          <p:nvPr>
            <p:ph type="body" sz="quarter" idx="12"/>
          </p:nvPr>
        </p:nvSpPr>
        <p:spPr>
          <a:xfrm>
            <a:off x="6076950" y="3816350"/>
            <a:ext cx="1542979" cy="345417"/>
          </a:xfrm>
        </p:spPr>
        <p:txBody>
          <a:bodyPr/>
          <a:lstStyle>
            <a:lvl1pPr marL="0" indent="0" algn="ctr">
              <a:buNone/>
              <a:defRPr sz="24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Tree>
    <p:extLst>
      <p:ext uri="{BB962C8B-B14F-4D97-AF65-F5344CB8AC3E}">
        <p14:creationId xmlns:p14="http://schemas.microsoft.com/office/powerpoint/2010/main" val="17323979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3" name="图片 6"/>
          <p:cNvPicPr>
            <a:picLocks noChangeAspect="1" noChangeArrowheads="1"/>
          </p:cNvPicPr>
          <p:nvPr userDrawn="1"/>
        </p:nvPicPr>
        <p:blipFill>
          <a:blip r:embed="rId2">
            <a:extLst>
              <a:ext uri="{28A0092B-C50C-407E-A947-70E740481C1C}">
                <a14:useLocalDpi xmlns:a14="http://schemas.microsoft.com/office/drawing/2010/main" val="0"/>
              </a:ext>
            </a:extLst>
          </a:blip>
          <a:srcRect l="13901" t="19392" r="1369"/>
          <a:stretch>
            <a:fillRect/>
          </a:stretch>
        </p:blipFill>
        <p:spPr bwMode="auto">
          <a:xfrm>
            <a:off x="0" y="-28575"/>
            <a:ext cx="12192000" cy="2217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标题 1"/>
          <p:cNvSpPr txBox="1">
            <a:spLocks/>
          </p:cNvSpPr>
          <p:nvPr userDrawn="1"/>
        </p:nvSpPr>
        <p:spPr bwMode="auto">
          <a:xfrm>
            <a:off x="801688" y="0"/>
            <a:ext cx="8245475" cy="736600"/>
          </a:xfrm>
          <a:prstGeom prst="rect">
            <a:avLst/>
          </a:prstGeom>
          <a:noFill/>
          <a:ln>
            <a:noFill/>
          </a:ln>
        </p:spPr>
        <p:txBody>
          <a:bodyPr anchor="ctr"/>
          <a:lstStyle>
            <a:lvl1pPr algn="dist" rtl="0" eaLnBrk="0" fontAlgn="base" hangingPunct="0">
              <a:lnSpc>
                <a:spcPct val="90000"/>
              </a:lnSpc>
              <a:spcBef>
                <a:spcPct val="0"/>
              </a:spcBef>
              <a:spcAft>
                <a:spcPct val="0"/>
              </a:spcAft>
              <a:defRPr sz="4000" b="1" kern="120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defTabSz="914400">
              <a:defRPr/>
            </a:pPr>
            <a:r>
              <a:rPr lang="zh-CN" altLang="en-US" sz="3600" dirty="0">
                <a:solidFill>
                  <a:schemeClr val="tx1"/>
                </a:solidFill>
              </a:rPr>
              <a:t>大学物理（核心知识）</a:t>
            </a:r>
            <a:r>
              <a:rPr lang="en-US" altLang="zh-CN" sz="3600" dirty="0">
                <a:solidFill>
                  <a:schemeClr val="tx1"/>
                </a:solidFill>
              </a:rPr>
              <a:t>——</a:t>
            </a:r>
            <a:r>
              <a:rPr lang="zh-CN" altLang="en-US" sz="3600" dirty="0">
                <a:solidFill>
                  <a:schemeClr val="tx1"/>
                </a:solidFill>
              </a:rPr>
              <a:t>力学</a:t>
            </a:r>
          </a:p>
        </p:txBody>
      </p:sp>
      <p:pic>
        <p:nvPicPr>
          <p:cNvPr id="6" name="图片 4"/>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372725" y="117475"/>
            <a:ext cx="24701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3"/>
          <p:cNvSpPr>
            <a:spLocks noGrp="1"/>
          </p:cNvSpPr>
          <p:nvPr>
            <p:ph sz="quarter" idx="10"/>
          </p:nvPr>
        </p:nvSpPr>
        <p:spPr>
          <a:xfrm>
            <a:off x="801021" y="1557246"/>
            <a:ext cx="6560691" cy="4612938"/>
          </a:xfrm>
          <a:prstGeom prst="rect">
            <a:avLst/>
          </a:prstGeom>
        </p:spPr>
        <p:txBody>
          <a:bodyPr/>
          <a:lstStyle>
            <a:lvl1pPr marL="457200" marR="0" indent="-457200" algn="l" defTabSz="914400" rtl="0" eaLnBrk="0" fontAlgn="base" latinLnBrk="0" hangingPunct="0">
              <a:lnSpc>
                <a:spcPts val="3600"/>
              </a:lnSpc>
              <a:spcBef>
                <a:spcPts val="1000"/>
              </a:spcBef>
              <a:spcAft>
                <a:spcPct val="0"/>
              </a:spcAft>
              <a:buClrTx/>
              <a:buSzTx/>
              <a:buFont typeface="Arial" panose="020B0604020202020204" pitchFamily="34" charset="0"/>
              <a:buChar char="•"/>
              <a:tabLst/>
              <a:defRPr sz="2800" b="1">
                <a:solidFill>
                  <a:schemeClr val="tx1"/>
                </a:solidFill>
                <a:effectLst/>
                <a:latin typeface="微软雅黑" panose="020B0503020204020204" pitchFamily="34" charset="-122"/>
                <a:ea typeface="微软雅黑" panose="020B0503020204020204" pitchFamily="34" charset="-122"/>
              </a:defRPr>
            </a:lvl1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Tree>
    <p:extLst>
      <p:ext uri="{BB962C8B-B14F-4D97-AF65-F5344CB8AC3E}">
        <p14:creationId xmlns:p14="http://schemas.microsoft.com/office/powerpoint/2010/main" val="182129206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过渡页">
    <p:spTree>
      <p:nvGrpSpPr>
        <p:cNvPr id="1" name=""/>
        <p:cNvGrpSpPr/>
        <p:nvPr/>
      </p:nvGrpSpPr>
      <p:grpSpPr>
        <a:xfrm>
          <a:off x="0" y="0"/>
          <a:ext cx="0" cy="0"/>
          <a:chOff x="0" y="0"/>
          <a:chExt cx="0" cy="0"/>
        </a:xfrm>
      </p:grpSpPr>
      <p:grpSp>
        <p:nvGrpSpPr>
          <p:cNvPr id="5" name="组合 4"/>
          <p:cNvGrpSpPr>
            <a:grpSpLocks/>
          </p:cNvGrpSpPr>
          <p:nvPr userDrawn="1"/>
        </p:nvGrpSpPr>
        <p:grpSpPr bwMode="auto">
          <a:xfrm>
            <a:off x="4829174" y="2110700"/>
            <a:ext cx="2533650" cy="769937"/>
            <a:chOff x="4219447" y="2719498"/>
            <a:chExt cx="3753106" cy="769442"/>
          </a:xfrm>
          <a:solidFill>
            <a:srgbClr val="8DB3DD"/>
          </a:solidFill>
        </p:grpSpPr>
        <p:sp>
          <p:nvSpPr>
            <p:cNvPr id="6" name="矩形 5"/>
            <p:cNvSpPr/>
            <p:nvPr/>
          </p:nvSpPr>
          <p:spPr>
            <a:xfrm>
              <a:off x="4448063" y="2809927"/>
              <a:ext cx="3295875" cy="642525"/>
            </a:xfrm>
            <a:prstGeom prst="rect">
              <a:avLst/>
            </a:prstGeom>
            <a:grp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7" name="文本框 6"/>
            <p:cNvSpPr txBox="1"/>
            <p:nvPr/>
          </p:nvSpPr>
          <p:spPr>
            <a:xfrm>
              <a:off x="4219447" y="2719498"/>
              <a:ext cx="3753106" cy="769442"/>
            </a:xfrm>
            <a:prstGeom prst="rect">
              <a:avLst/>
            </a:prstGeom>
            <a:grpFill/>
            <a:ln>
              <a:solidFill>
                <a:srgbClr val="8DB3DD"/>
              </a:solidFill>
            </a:ln>
          </p:spPr>
          <p:txBody>
            <a:bodyPr>
              <a:spAutoFit/>
            </a:bodyPr>
            <a:lstStyle/>
            <a:p>
              <a:pPr algn="ctr" eaLnBrk="1" fontAlgn="auto" hangingPunct="1">
                <a:spcBef>
                  <a:spcPts val="0"/>
                </a:spcBef>
                <a:spcAft>
                  <a:spcPts val="0"/>
                </a:spcAft>
                <a:defRPr/>
              </a:pPr>
              <a:endParaRPr lang="zh-CN" altLang="en-US" sz="4400" b="1" dirty="0">
                <a:solidFill>
                  <a:schemeClr val="bg1"/>
                </a:solidFill>
                <a:latin typeface="+mj-lt"/>
              </a:endParaRPr>
            </a:p>
          </p:txBody>
        </p:sp>
      </p:grpSp>
      <p:cxnSp>
        <p:nvCxnSpPr>
          <p:cNvPr id="8" name="直接连接符 7"/>
          <p:cNvCxnSpPr>
            <a:cxnSpLocks/>
          </p:cNvCxnSpPr>
          <p:nvPr userDrawn="1"/>
        </p:nvCxnSpPr>
        <p:spPr>
          <a:xfrm>
            <a:off x="4448175" y="3044825"/>
            <a:ext cx="3295650" cy="0"/>
          </a:xfrm>
          <a:prstGeom prst="line">
            <a:avLst/>
          </a:prstGeom>
          <a:ln w="6350">
            <a:solidFill>
              <a:srgbClr val="0072A9"/>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9" name="直接连接符 8"/>
          <p:cNvCxnSpPr>
            <a:cxnSpLocks/>
          </p:cNvCxnSpPr>
          <p:nvPr userDrawn="1"/>
        </p:nvCxnSpPr>
        <p:spPr>
          <a:xfrm>
            <a:off x="4006850" y="4037013"/>
            <a:ext cx="4178300" cy="0"/>
          </a:xfrm>
          <a:prstGeom prst="line">
            <a:avLst/>
          </a:prstGeom>
          <a:ln w="6350">
            <a:solidFill>
              <a:srgbClr val="0072A9"/>
            </a:solidFill>
            <a:headEnd type="stealth"/>
            <a:tailEnd type="stealth"/>
          </a:ln>
        </p:spPr>
        <p:style>
          <a:lnRef idx="1">
            <a:schemeClr val="accent1"/>
          </a:lnRef>
          <a:fillRef idx="0">
            <a:schemeClr val="accent1"/>
          </a:fillRef>
          <a:effectRef idx="0">
            <a:schemeClr val="accent1"/>
          </a:effectRef>
          <a:fontRef idx="minor">
            <a:schemeClr val="tx1"/>
          </a:fontRef>
        </p:style>
      </p:cxnSp>
      <p:sp>
        <p:nvSpPr>
          <p:cNvPr id="10" name="文本框 9"/>
          <p:cNvSpPr txBox="1">
            <a:spLocks noChangeArrowheads="1"/>
          </p:cNvSpPr>
          <p:nvPr userDrawn="1"/>
        </p:nvSpPr>
        <p:spPr bwMode="auto">
          <a:xfrm>
            <a:off x="4508500" y="4105275"/>
            <a:ext cx="3416300" cy="461963"/>
          </a:xfrm>
          <a:prstGeom prst="rect">
            <a:avLst/>
          </a:prstGeom>
          <a:noFill/>
          <a:ln>
            <a:noFill/>
          </a:ln>
        </p:spPr>
        <p:txBody>
          <a:bodyP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lgn="ctr" eaLnBrk="1" hangingPunct="1">
              <a:defRPr/>
            </a:pPr>
            <a:r>
              <a:rPr lang="zh-CN" altLang="en-US" sz="2400" b="1">
                <a:solidFill>
                  <a:srgbClr val="0072A9"/>
                </a:solidFill>
                <a:latin typeface="Calibri Light" panose="020F0302020204030204" pitchFamily="34" charset="0"/>
              </a:rPr>
              <a:t>大学物理（核心知识）</a:t>
            </a:r>
          </a:p>
        </p:txBody>
      </p:sp>
      <p:pic>
        <p:nvPicPr>
          <p:cNvPr id="11" name="图片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382250" y="57150"/>
            <a:ext cx="24701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内容占位符 3"/>
          <p:cNvSpPr>
            <a:spLocks noGrp="1"/>
          </p:cNvSpPr>
          <p:nvPr>
            <p:ph sz="quarter" idx="10"/>
          </p:nvPr>
        </p:nvSpPr>
        <p:spPr>
          <a:xfrm>
            <a:off x="2826782" y="3244659"/>
            <a:ext cx="7155417" cy="630087"/>
          </a:xfrm>
          <a:prstGeom prst="rect">
            <a:avLst/>
          </a:prstGeom>
        </p:spPr>
        <p:txBody>
          <a:bodyPr/>
          <a:lstStyle>
            <a:lvl1pPr marL="0" indent="0" algn="ctr">
              <a:buFont typeface="Arial" panose="020B0604020202020204" pitchFamily="34" charset="0"/>
              <a:buNone/>
              <a:defRPr sz="4800" b="0">
                <a:solidFill>
                  <a:schemeClr val="tx2">
                    <a:lumMod val="50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
        <p:nvSpPr>
          <p:cNvPr id="2" name="标题 1"/>
          <p:cNvSpPr>
            <a:spLocks noGrp="1"/>
          </p:cNvSpPr>
          <p:nvPr>
            <p:ph type="title"/>
          </p:nvPr>
        </p:nvSpPr>
        <p:spPr>
          <a:xfrm>
            <a:off x="5353169" y="2312562"/>
            <a:ext cx="1727200" cy="424046"/>
          </a:xfrm>
          <a:prstGeom prst="rect">
            <a:avLst/>
          </a:prstGeom>
        </p:spPr>
        <p:txBody>
          <a:bodyPr/>
          <a:lstStyle>
            <a:lvl1pPr algn="dist">
              <a:defRPr sz="4000" b="1">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Tree>
    <p:extLst>
      <p:ext uri="{BB962C8B-B14F-4D97-AF65-F5344CB8AC3E}">
        <p14:creationId xmlns:p14="http://schemas.microsoft.com/office/powerpoint/2010/main" val="1578147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par>
                                <p:cTn id="10" presetID="53" presetClass="entr" presetSubtype="16" fill="hold" nodeType="withEffect">
                                  <p:stCondLst>
                                    <p:cond delay="0"/>
                                  </p:stCondLst>
                                  <p:childTnLst>
                                    <p:set>
                                      <p:cBhvr>
                                        <p:cTn id="11" dur="1" fill="hold">
                                          <p:stCondLst>
                                            <p:cond delay="0"/>
                                          </p:stCondLst>
                                        </p:cTn>
                                        <p:tgtEl>
                                          <p:spTgt spid="8"/>
                                        </p:tgtEl>
                                        <p:attrNameLst>
                                          <p:attrName>style.visibility</p:attrName>
                                        </p:attrNameLst>
                                      </p:cBhvr>
                                      <p:to>
                                        <p:strVal val="visible"/>
                                      </p:to>
                                    </p:set>
                                    <p:anim calcmode="lin" valueType="num">
                                      <p:cBhvr>
                                        <p:cTn id="12" dur="500" fill="hold"/>
                                        <p:tgtEl>
                                          <p:spTgt spid="8"/>
                                        </p:tgtEl>
                                        <p:attrNameLst>
                                          <p:attrName>ppt_w</p:attrName>
                                        </p:attrNameLst>
                                      </p:cBhvr>
                                      <p:tavLst>
                                        <p:tav tm="0">
                                          <p:val>
                                            <p:fltVal val="0"/>
                                          </p:val>
                                        </p:tav>
                                        <p:tav tm="100000">
                                          <p:val>
                                            <p:strVal val="#ppt_w"/>
                                          </p:val>
                                        </p:tav>
                                      </p:tavLst>
                                    </p:anim>
                                    <p:anim calcmode="lin" valueType="num">
                                      <p:cBhvr>
                                        <p:cTn id="13" dur="500" fill="hold"/>
                                        <p:tgtEl>
                                          <p:spTgt spid="8"/>
                                        </p:tgtEl>
                                        <p:attrNameLst>
                                          <p:attrName>ppt_h</p:attrName>
                                        </p:attrNameLst>
                                      </p:cBhvr>
                                      <p:tavLst>
                                        <p:tav tm="0">
                                          <p:val>
                                            <p:fltVal val="0"/>
                                          </p:val>
                                        </p:tav>
                                        <p:tav tm="100000">
                                          <p:val>
                                            <p:strVal val="#ppt_h"/>
                                          </p:val>
                                        </p:tav>
                                      </p:tavLst>
                                    </p:anim>
                                    <p:animEffect transition="in" filter="fade">
                                      <p:cBhvr>
                                        <p:cTn id="14" dur="500"/>
                                        <p:tgtEl>
                                          <p:spTgt spid="8"/>
                                        </p:tgtEl>
                                      </p:cBhvr>
                                    </p:animEffect>
                                  </p:childTnLst>
                                </p:cTn>
                              </p:par>
                              <p:par>
                                <p:cTn id="15" presetID="53" presetClass="entr" presetSubtype="16"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 calcmode="lin" valueType="num">
                                      <p:cBhvr>
                                        <p:cTn id="17" dur="500" fill="hold"/>
                                        <p:tgtEl>
                                          <p:spTgt spid="9"/>
                                        </p:tgtEl>
                                        <p:attrNameLst>
                                          <p:attrName>ppt_w</p:attrName>
                                        </p:attrNameLst>
                                      </p:cBhvr>
                                      <p:tavLst>
                                        <p:tav tm="0">
                                          <p:val>
                                            <p:fltVal val="0"/>
                                          </p:val>
                                        </p:tav>
                                        <p:tav tm="100000">
                                          <p:val>
                                            <p:strVal val="#ppt_w"/>
                                          </p:val>
                                        </p:tav>
                                      </p:tavLst>
                                    </p:anim>
                                    <p:anim calcmode="lin" valueType="num">
                                      <p:cBhvr>
                                        <p:cTn id="18" dur="500" fill="hold"/>
                                        <p:tgtEl>
                                          <p:spTgt spid="9"/>
                                        </p:tgtEl>
                                        <p:attrNameLst>
                                          <p:attrName>ppt_h</p:attrName>
                                        </p:attrNameLst>
                                      </p:cBhvr>
                                      <p:tavLst>
                                        <p:tav tm="0">
                                          <p:val>
                                            <p:fltVal val="0"/>
                                          </p:val>
                                        </p:tav>
                                        <p:tav tm="100000">
                                          <p:val>
                                            <p:strVal val="#ppt_h"/>
                                          </p:val>
                                        </p:tav>
                                      </p:tavLst>
                                    </p:anim>
                                    <p:animEffect transition="in" filter="fade">
                                      <p:cBhvr>
                                        <p:cTn id="19" dur="500"/>
                                        <p:tgtEl>
                                          <p:spTgt spid="9"/>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 calcmode="lin" valueType="num">
                                      <p:cBhvr>
                                        <p:cTn id="22" dur="500" fill="hold"/>
                                        <p:tgtEl>
                                          <p:spTgt spid="10"/>
                                        </p:tgtEl>
                                        <p:attrNameLst>
                                          <p:attrName>ppt_w</p:attrName>
                                        </p:attrNameLst>
                                      </p:cBhvr>
                                      <p:tavLst>
                                        <p:tav tm="0">
                                          <p:val>
                                            <p:fltVal val="0"/>
                                          </p:val>
                                        </p:tav>
                                        <p:tav tm="100000">
                                          <p:val>
                                            <p:strVal val="#ppt_w"/>
                                          </p:val>
                                        </p:tav>
                                      </p:tavLst>
                                    </p:anim>
                                    <p:anim calcmode="lin" valueType="num">
                                      <p:cBhvr>
                                        <p:cTn id="23" dur="500" fill="hold"/>
                                        <p:tgtEl>
                                          <p:spTgt spid="10"/>
                                        </p:tgtEl>
                                        <p:attrNameLst>
                                          <p:attrName>ppt_h</p:attrName>
                                        </p:attrNameLst>
                                      </p:cBhvr>
                                      <p:tavLst>
                                        <p:tav tm="0">
                                          <p:val>
                                            <p:fltVal val="0"/>
                                          </p:val>
                                        </p:tav>
                                        <p:tav tm="100000">
                                          <p:val>
                                            <p:strVal val="#ppt_h"/>
                                          </p:val>
                                        </p:tav>
                                      </p:tavLst>
                                    </p:anim>
                                    <p:animEffect transition="in" filter="fade">
                                      <p:cBhvr>
                                        <p:cTn id="24"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cxnSp>
        <p:nvCxnSpPr>
          <p:cNvPr id="5" name="直接连接符 4"/>
          <p:cNvCxnSpPr/>
          <p:nvPr userDrawn="1"/>
        </p:nvCxnSpPr>
        <p:spPr>
          <a:xfrm>
            <a:off x="9786698" y="6530975"/>
            <a:ext cx="2136775" cy="0"/>
          </a:xfrm>
          <a:prstGeom prst="line">
            <a:avLst/>
          </a:prstGeom>
          <a:ln>
            <a:solidFill>
              <a:srgbClr val="8DB3DD"/>
            </a:solidFill>
          </a:ln>
        </p:spPr>
        <p:style>
          <a:lnRef idx="1">
            <a:schemeClr val="accent1"/>
          </a:lnRef>
          <a:fillRef idx="0">
            <a:schemeClr val="accent1"/>
          </a:fillRef>
          <a:effectRef idx="0">
            <a:schemeClr val="accent1"/>
          </a:effectRef>
          <a:fontRef idx="minor">
            <a:schemeClr val="tx1"/>
          </a:fontRef>
        </p:style>
      </p:cxnSp>
      <p:sp>
        <p:nvSpPr>
          <p:cNvPr id="6" name="矩形 5"/>
          <p:cNvSpPr/>
          <p:nvPr userDrawn="1"/>
        </p:nvSpPr>
        <p:spPr>
          <a:xfrm>
            <a:off x="0" y="-9525"/>
            <a:ext cx="12255500" cy="522288"/>
          </a:xfrm>
          <a:prstGeom prst="rect">
            <a:avLst/>
          </a:prstGeom>
          <a:solidFill>
            <a:schemeClr val="accent5"/>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7" name="矩形 6"/>
          <p:cNvSpPr/>
          <p:nvPr userDrawn="1"/>
        </p:nvSpPr>
        <p:spPr>
          <a:xfrm>
            <a:off x="0" y="6530975"/>
            <a:ext cx="9753360" cy="327025"/>
          </a:xfrm>
          <a:prstGeom prst="rect">
            <a:avLst/>
          </a:prstGeom>
          <a:solidFill>
            <a:schemeClr val="accent5"/>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8" name="图片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306050" y="15875"/>
            <a:ext cx="24701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11923472" y="6524625"/>
            <a:ext cx="268527" cy="327025"/>
          </a:xfrm>
          <a:prstGeom prst="rect">
            <a:avLst/>
          </a:prstGeom>
          <a:solidFill>
            <a:schemeClr val="accent5"/>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10" name="图片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9753360" y="6505575"/>
            <a:ext cx="228123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a:xfrm>
            <a:off x="241540" y="79462"/>
            <a:ext cx="8991360" cy="464004"/>
          </a:xfrm>
          <a:prstGeom prst="rect">
            <a:avLst/>
          </a:prstGeom>
        </p:spPr>
        <p:txBody>
          <a:bodyPr/>
          <a:lstStyle>
            <a:lvl1pPr>
              <a:defRPr sz="2400"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4" name="内容占位符 3"/>
          <p:cNvSpPr>
            <a:spLocks noGrp="1"/>
          </p:cNvSpPr>
          <p:nvPr>
            <p:ph sz="quarter" idx="10"/>
          </p:nvPr>
        </p:nvSpPr>
        <p:spPr>
          <a:xfrm>
            <a:off x="241540" y="6578698"/>
            <a:ext cx="5063067" cy="307778"/>
          </a:xfrm>
          <a:prstGeom prst="rect">
            <a:avLst/>
          </a:prstGeom>
        </p:spPr>
        <p:txBody>
          <a:bodyPr/>
          <a:lstStyle>
            <a:lvl1pPr marL="285750" indent="-285750">
              <a:buFont typeface="Arial" panose="020B0604020202020204" pitchFamily="34" charset="0"/>
              <a:buChar char="•"/>
              <a:defRPr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Tree>
    <p:extLst>
      <p:ext uri="{BB962C8B-B14F-4D97-AF65-F5344CB8AC3E}">
        <p14:creationId xmlns:p14="http://schemas.microsoft.com/office/powerpoint/2010/main" val="2325792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3_标题幻灯片">
    <p:spTree>
      <p:nvGrpSpPr>
        <p:cNvPr id="1" name=""/>
        <p:cNvGrpSpPr/>
        <p:nvPr/>
      </p:nvGrpSpPr>
      <p:grpSpPr>
        <a:xfrm>
          <a:off x="0" y="0"/>
          <a:ext cx="0" cy="0"/>
          <a:chOff x="0" y="0"/>
          <a:chExt cx="0" cy="0"/>
        </a:xfrm>
      </p:grpSpPr>
      <p:sp>
        <p:nvSpPr>
          <p:cNvPr id="5" name="矩形 4"/>
          <p:cNvSpPr/>
          <p:nvPr userDrawn="1"/>
        </p:nvSpPr>
        <p:spPr>
          <a:xfrm>
            <a:off x="1714500" y="4763"/>
            <a:ext cx="10477500" cy="522287"/>
          </a:xfrm>
          <a:prstGeom prst="rect">
            <a:avLst/>
          </a:prstGeom>
          <a:solidFill>
            <a:srgbClr val="8DB3DD"/>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cxnSp>
        <p:nvCxnSpPr>
          <p:cNvPr id="6" name="直接连接符 5"/>
          <p:cNvCxnSpPr/>
          <p:nvPr userDrawn="1"/>
        </p:nvCxnSpPr>
        <p:spPr>
          <a:xfrm>
            <a:off x="8850313" y="6530975"/>
            <a:ext cx="2136775" cy="0"/>
          </a:xfrm>
          <a:prstGeom prst="line">
            <a:avLst/>
          </a:prstGeom>
          <a:ln>
            <a:solidFill>
              <a:srgbClr val="8DB3DD"/>
            </a:solidFill>
          </a:ln>
        </p:spPr>
        <p:style>
          <a:lnRef idx="1">
            <a:schemeClr val="accent1"/>
          </a:lnRef>
          <a:fillRef idx="0">
            <a:schemeClr val="accent1"/>
          </a:fillRef>
          <a:effectRef idx="0">
            <a:schemeClr val="accent1"/>
          </a:effectRef>
          <a:fontRef idx="minor">
            <a:schemeClr val="tx1"/>
          </a:fontRef>
        </p:style>
      </p:cxnSp>
      <p:sp>
        <p:nvSpPr>
          <p:cNvPr id="7" name="矩形 6"/>
          <p:cNvSpPr/>
          <p:nvPr userDrawn="1"/>
        </p:nvSpPr>
        <p:spPr>
          <a:xfrm>
            <a:off x="0" y="6530975"/>
            <a:ext cx="8850313" cy="327025"/>
          </a:xfrm>
          <a:prstGeom prst="rect">
            <a:avLst/>
          </a:prstGeom>
          <a:solidFill>
            <a:srgbClr val="8DB3DD"/>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8" name="图片 4"/>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306050" y="15875"/>
            <a:ext cx="247015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矩形 8"/>
          <p:cNvSpPr/>
          <p:nvPr userDrawn="1"/>
        </p:nvSpPr>
        <p:spPr>
          <a:xfrm>
            <a:off x="10947400" y="6524625"/>
            <a:ext cx="1244600" cy="327025"/>
          </a:xfrm>
          <a:prstGeom prst="rect">
            <a:avLst/>
          </a:prstGeom>
          <a:solidFill>
            <a:srgbClr val="8DB3DD"/>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pic>
        <p:nvPicPr>
          <p:cNvPr id="10" name="图片 11"/>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8816975" y="6505575"/>
            <a:ext cx="2281238"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43"/>
          <p:cNvSpPr>
            <a:spLocks noChangeArrowheads="1"/>
          </p:cNvSpPr>
          <p:nvPr userDrawn="1"/>
        </p:nvSpPr>
        <p:spPr bwMode="auto">
          <a:xfrm>
            <a:off x="738188" y="123825"/>
            <a:ext cx="1546225" cy="368300"/>
          </a:xfrm>
          <a:prstGeom prst="rect">
            <a:avLst/>
          </a:prstGeom>
          <a:noFill/>
          <a:ln>
            <a:noFill/>
          </a:ln>
        </p:spPr>
        <p:txBody>
          <a:bodyPr lIns="0" tIns="0" rIns="0" bIns="0">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defRPr>
            </a:lvl9pPr>
          </a:lstStyle>
          <a:p>
            <a:pPr>
              <a:defRPr/>
            </a:pPr>
            <a:r>
              <a:rPr lang="zh-CN" altLang="en-US" sz="2400" b="1" dirty="0">
                <a:solidFill>
                  <a:srgbClr val="262626"/>
                </a:solidFill>
                <a:latin typeface="微软雅黑" panose="020B0503020204020204" pitchFamily="34" charset="-122"/>
                <a:ea typeface="微软雅黑" panose="020B0503020204020204" pitchFamily="34" charset="-122"/>
              </a:rPr>
              <a:t>思考题</a:t>
            </a:r>
          </a:p>
        </p:txBody>
      </p:sp>
      <p:sp>
        <p:nvSpPr>
          <p:cNvPr id="12" name="矩形 11"/>
          <p:cNvSpPr/>
          <p:nvPr userDrawn="1"/>
        </p:nvSpPr>
        <p:spPr>
          <a:xfrm>
            <a:off x="0" y="4763"/>
            <a:ext cx="661988" cy="522287"/>
          </a:xfrm>
          <a:prstGeom prst="rect">
            <a:avLst/>
          </a:prstGeom>
          <a:solidFill>
            <a:srgbClr val="8DB3DD"/>
          </a:solidFill>
          <a:ln>
            <a:solidFill>
              <a:srgbClr val="8DB3DD"/>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dirty="0"/>
          </a:p>
        </p:txBody>
      </p:sp>
      <p:sp>
        <p:nvSpPr>
          <p:cNvPr id="2" name="标题 1"/>
          <p:cNvSpPr>
            <a:spLocks noGrp="1"/>
          </p:cNvSpPr>
          <p:nvPr>
            <p:ph type="title"/>
          </p:nvPr>
        </p:nvSpPr>
        <p:spPr>
          <a:xfrm>
            <a:off x="457518" y="1012912"/>
            <a:ext cx="8991360" cy="464004"/>
          </a:xfrm>
          <a:prstGeom prst="rect">
            <a:avLst/>
          </a:prstGeom>
        </p:spPr>
        <p:txBody>
          <a:bodyPr/>
          <a:lstStyle>
            <a:lvl1pPr marL="457200" indent="-457200">
              <a:buFont typeface="+mj-lt"/>
              <a:buAutoNum type="arabicPeriod"/>
              <a:defRPr sz="2400" b="1">
                <a:latin typeface="微软雅黑" panose="020B0503020204020204" pitchFamily="34" charset="-122"/>
                <a:ea typeface="微软雅黑" panose="020B0503020204020204" pitchFamily="34" charset="-122"/>
              </a:defRPr>
            </a:lvl1pPr>
          </a:lstStyle>
          <a:p>
            <a:r>
              <a:rPr lang="zh-CN" altLang="en-US"/>
              <a:t>单击此处编辑母版标题样式</a:t>
            </a:r>
            <a:endParaRPr lang="zh-CN" altLang="en-US" dirty="0"/>
          </a:p>
        </p:txBody>
      </p:sp>
      <p:sp>
        <p:nvSpPr>
          <p:cNvPr id="4" name="内容占位符 3"/>
          <p:cNvSpPr>
            <a:spLocks noGrp="1"/>
          </p:cNvSpPr>
          <p:nvPr>
            <p:ph sz="quarter" idx="10"/>
          </p:nvPr>
        </p:nvSpPr>
        <p:spPr>
          <a:xfrm>
            <a:off x="241540" y="6578698"/>
            <a:ext cx="5063067" cy="307778"/>
          </a:xfrm>
          <a:prstGeom prst="rect">
            <a:avLst/>
          </a:prstGeom>
        </p:spPr>
        <p:txBody>
          <a:bodyPr/>
          <a:lstStyle>
            <a:lvl1pPr marL="285750" indent="-285750">
              <a:buFont typeface="Arial" panose="020B0604020202020204" pitchFamily="34" charset="0"/>
              <a:buChar char="•"/>
              <a:defRPr sz="1600" b="1">
                <a:solidFill>
                  <a:schemeClr val="bg2">
                    <a:lumMod val="2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Tree>
    <p:extLst>
      <p:ext uri="{BB962C8B-B14F-4D97-AF65-F5344CB8AC3E}">
        <p14:creationId xmlns:p14="http://schemas.microsoft.com/office/powerpoint/2010/main" val="364950292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结束页">
    <p:spTree>
      <p:nvGrpSpPr>
        <p:cNvPr id="1" name=""/>
        <p:cNvGrpSpPr/>
        <p:nvPr/>
      </p:nvGrpSpPr>
      <p:grpSpPr>
        <a:xfrm>
          <a:off x="0" y="0"/>
          <a:ext cx="0" cy="0"/>
          <a:chOff x="0" y="0"/>
          <a:chExt cx="0" cy="0"/>
        </a:xfrm>
      </p:grpSpPr>
      <p:pic>
        <p:nvPicPr>
          <p:cNvPr id="4" name="Picture 2" descr="C:\Users\xuqibin\Desktop\大礼堂.jpg"/>
          <p:cNvPicPr>
            <a:picLocks noChangeAspect="1" noChangeArrowheads="1"/>
          </p:cNvPicPr>
          <p:nvPr userDrawn="1"/>
        </p:nvPicPr>
        <p:blipFill>
          <a:blip r:embed="rId2">
            <a:extLst>
              <a:ext uri="{28A0092B-C50C-407E-A947-70E740481C1C}">
                <a14:useLocalDpi xmlns:a14="http://schemas.microsoft.com/office/drawing/2010/main" val="0"/>
              </a:ext>
            </a:extLst>
          </a:blip>
          <a:srcRect l="4642"/>
          <a:stretch>
            <a:fillRect/>
          </a:stretch>
        </p:blipFill>
        <p:spPr bwMode="auto">
          <a:xfrm>
            <a:off x="0" y="3278188"/>
            <a:ext cx="12192000" cy="357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图片 7"/>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254000" y="176213"/>
            <a:ext cx="3470275" cy="703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6" name="组合 8"/>
          <p:cNvGrpSpPr>
            <a:grpSpLocks/>
          </p:cNvGrpSpPr>
          <p:nvPr/>
        </p:nvGrpSpPr>
        <p:grpSpPr bwMode="auto">
          <a:xfrm>
            <a:off x="1174750" y="2624138"/>
            <a:ext cx="9964738" cy="55562"/>
            <a:chOff x="2981985" y="4876487"/>
            <a:chExt cx="2607945" cy="76200"/>
          </a:xfrm>
        </p:grpSpPr>
        <p:cxnSp>
          <p:nvCxnSpPr>
            <p:cNvPr id="7" name="直接连接符 6"/>
            <p:cNvCxnSpPr/>
            <p:nvPr/>
          </p:nvCxnSpPr>
          <p:spPr>
            <a:xfrm>
              <a:off x="2981985" y="4876487"/>
              <a:ext cx="2607945" cy="0"/>
            </a:xfrm>
            <a:prstGeom prst="line">
              <a:avLst/>
            </a:prstGeom>
            <a:noFill/>
            <a:ln w="28575" cap="flat" cmpd="sng" algn="ctr">
              <a:solidFill>
                <a:schemeClr val="tx2">
                  <a:lumMod val="60000"/>
                  <a:lumOff val="40000"/>
                </a:schemeClr>
              </a:solidFill>
              <a:prstDash val="solid"/>
              <a:miter lim="800000"/>
            </a:ln>
            <a:effectLst/>
          </p:spPr>
        </p:cxnSp>
        <p:cxnSp>
          <p:nvCxnSpPr>
            <p:cNvPr id="8" name="直接连接符 10"/>
            <p:cNvCxnSpPr>
              <a:cxnSpLocks noChangeShapeType="1"/>
            </p:cNvCxnSpPr>
            <p:nvPr/>
          </p:nvCxnSpPr>
          <p:spPr bwMode="auto">
            <a:xfrm>
              <a:off x="2981985" y="4952687"/>
              <a:ext cx="2607945" cy="0"/>
            </a:xfrm>
            <a:prstGeom prst="line">
              <a:avLst/>
            </a:prstGeom>
            <a:noFill/>
            <a:ln w="6350" algn="ctr">
              <a:solidFill>
                <a:srgbClr val="8DB3DD"/>
              </a:solidFill>
              <a:miter lim="800000"/>
              <a:headEnd/>
              <a:tailEnd/>
            </a:ln>
            <a:extLst>
              <a:ext uri="{909E8E84-426E-40DD-AFC4-6F175D3DCCD1}">
                <a14:hiddenFill xmlns:a14="http://schemas.microsoft.com/office/drawing/2010/main">
                  <a:noFill/>
                </a14:hiddenFill>
              </a:ext>
            </a:extLst>
          </p:spPr>
        </p:cxnSp>
      </p:grpSp>
      <p:sp>
        <p:nvSpPr>
          <p:cNvPr id="9" name="文本框 8"/>
          <p:cNvSpPr txBox="1"/>
          <p:nvPr userDrawn="1"/>
        </p:nvSpPr>
        <p:spPr>
          <a:xfrm>
            <a:off x="4838700" y="3940175"/>
            <a:ext cx="1543050" cy="425450"/>
          </a:xfrm>
          <a:prstGeom prst="rect">
            <a:avLst/>
          </a:prstGeom>
          <a:noFill/>
        </p:spPr>
        <p:txBody>
          <a:bodyPr>
            <a:spAutoFit/>
          </a:bodyPr>
          <a:lstStyle/>
          <a:p>
            <a:pPr algn="ctr">
              <a:lnSpc>
                <a:spcPct val="90000"/>
              </a:lnSpc>
              <a:spcBef>
                <a:spcPts val="1000"/>
              </a:spcBef>
              <a:buFont typeface="Arial" panose="020B0604020202020204" pitchFamily="34" charset="0"/>
              <a:buNone/>
              <a:defRPr/>
            </a:pPr>
            <a:r>
              <a:rPr lang="zh-CN" altLang="en-US" sz="2400" b="1"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rPr>
              <a:t>主讲人：</a:t>
            </a:r>
          </a:p>
        </p:txBody>
      </p:sp>
      <p:sp>
        <p:nvSpPr>
          <p:cNvPr id="10" name="文本框 9"/>
          <p:cNvSpPr txBox="1"/>
          <p:nvPr userDrawn="1"/>
        </p:nvSpPr>
        <p:spPr>
          <a:xfrm>
            <a:off x="4000500" y="1879600"/>
            <a:ext cx="4191000" cy="701675"/>
          </a:xfrm>
          <a:prstGeom prst="rect">
            <a:avLst/>
          </a:prstGeom>
          <a:noFill/>
        </p:spPr>
        <p:txBody>
          <a:bodyPr>
            <a:spAutoFit/>
          </a:bodyPr>
          <a:lstStyle/>
          <a:p>
            <a:pPr algn="ctr">
              <a:lnSpc>
                <a:spcPct val="90000"/>
              </a:lnSpc>
              <a:buFont typeface="Arial" panose="020B0604020202020204" pitchFamily="34" charset="0"/>
              <a:buNone/>
              <a:defRPr/>
            </a:pPr>
            <a:r>
              <a:rPr lang="zh-CN" altLang="en-US" sz="4400" b="1" spc="300" dirty="0">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j-cs"/>
              </a:rPr>
              <a:t>谢谢观看</a:t>
            </a:r>
          </a:p>
        </p:txBody>
      </p:sp>
      <p:sp>
        <p:nvSpPr>
          <p:cNvPr id="44" name="文本占位符 43"/>
          <p:cNvSpPr>
            <a:spLocks noGrp="1"/>
          </p:cNvSpPr>
          <p:nvPr>
            <p:ph type="body" sz="quarter" idx="11"/>
          </p:nvPr>
        </p:nvSpPr>
        <p:spPr>
          <a:xfrm>
            <a:off x="0" y="2827961"/>
            <a:ext cx="12192000" cy="430227"/>
          </a:xfrm>
        </p:spPr>
        <p:txBody>
          <a:bodyPr/>
          <a:lstStyle>
            <a:lvl1pPr marL="0" indent="0" algn="ctr">
              <a:buNone/>
              <a:defRPr sz="23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
        <p:nvSpPr>
          <p:cNvPr id="46" name="文本占位符 45"/>
          <p:cNvSpPr>
            <a:spLocks noGrp="1"/>
          </p:cNvSpPr>
          <p:nvPr>
            <p:ph type="body" sz="quarter" idx="12"/>
          </p:nvPr>
        </p:nvSpPr>
        <p:spPr>
          <a:xfrm>
            <a:off x="6157119" y="3940235"/>
            <a:ext cx="1257229" cy="424732"/>
          </a:xfrm>
        </p:spPr>
        <p:txBody>
          <a:bodyPr/>
          <a:lstStyle>
            <a:lvl1pPr marL="0" indent="0" algn="ctr">
              <a:buNone/>
              <a:defRPr sz="2400" b="1">
                <a:solidFill>
                  <a:schemeClr val="tx1">
                    <a:lumMod val="85000"/>
                    <a:lumOff val="15000"/>
                  </a:schemeClr>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defRPr>
            </a:lvl1pPr>
          </a:lstStyle>
          <a:p>
            <a:pPr lvl="0"/>
            <a:r>
              <a:rPr lang="zh-CN" altLang="en-US"/>
              <a:t>编辑母版文本样式</a:t>
            </a:r>
          </a:p>
        </p:txBody>
      </p:sp>
    </p:spTree>
    <p:extLst>
      <p:ext uri="{BB962C8B-B14F-4D97-AF65-F5344CB8AC3E}">
        <p14:creationId xmlns:p14="http://schemas.microsoft.com/office/powerpoint/2010/main" val="366879576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444035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D73744F-B472-4639-8E24-20EB01A18B10}"/>
              </a:ext>
            </a:extLst>
          </p:cNvPr>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3" name="页脚占位符 2">
            <a:extLst>
              <a:ext uri="{FF2B5EF4-FFF2-40B4-BE49-F238E27FC236}">
                <a16:creationId xmlns:a16="http://schemas.microsoft.com/office/drawing/2014/main" id="{6C8FD617-8656-4DC3-8050-C5FEF5043BD4}"/>
              </a:ext>
            </a:extLst>
          </p:cNvPr>
          <p:cNvSpPr>
            <a:spLocks noGrp="1"/>
          </p:cNvSpPr>
          <p:nvPr>
            <p:ph type="ftr" sz="quarter" idx="11"/>
          </p:nvPr>
        </p:nvSpPr>
        <p:spPr/>
        <p:txBody>
          <a:bodyPr/>
          <a:lstStyle/>
          <a:p>
            <a:pPr>
              <a:defRPr/>
            </a:pPr>
            <a:endParaRPr lang="en-US" altLang="zh-CN"/>
          </a:p>
        </p:txBody>
      </p:sp>
      <p:sp>
        <p:nvSpPr>
          <p:cNvPr id="4" name="灯片编号占位符 3">
            <a:extLst>
              <a:ext uri="{FF2B5EF4-FFF2-40B4-BE49-F238E27FC236}">
                <a16:creationId xmlns:a16="http://schemas.microsoft.com/office/drawing/2014/main" id="{7EB88980-0780-4507-8C70-186307FD06AD}"/>
              </a:ext>
            </a:extLst>
          </p:cNvPr>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157851591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zh-CN" altLang="en-US"/>
              <a:t>单击此处编辑母版标题样式</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pPr>
              <a:defRPr/>
            </a:pPr>
            <a:fld id="{E0B5D5B5-1352-435E-BFAA-7CBCBD9AB60A}" type="datetimeFigureOut">
              <a:rPr lang="en-US" altLang="zh-CN" smtClean="0"/>
              <a:pPr>
                <a:defRPr/>
              </a:pPr>
              <a:t>10/16/2025</a:t>
            </a:fld>
            <a:endParaRPr lang="en-US" altLang="zh-CN"/>
          </a:p>
        </p:txBody>
      </p:sp>
      <p:sp>
        <p:nvSpPr>
          <p:cNvPr id="5" name="Footer Placeholder 4"/>
          <p:cNvSpPr>
            <a:spLocks noGrp="1"/>
          </p:cNvSpPr>
          <p:nvPr>
            <p:ph type="ftr" sz="quarter" idx="11"/>
          </p:nvPr>
        </p:nvSpPr>
        <p:spPr/>
        <p:txBody>
          <a:bodyPr/>
          <a:lstStyle>
            <a:lvl1pPr>
              <a:defRPr>
                <a:solidFill>
                  <a:srgbClr val="FFFFFF"/>
                </a:solidFill>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solidFill>
                  <a:srgbClr val="FFFFFF"/>
                </a:solidFill>
              </a:defRPr>
            </a:lvl1pPr>
          </a:lstStyle>
          <a:p>
            <a:pPr>
              <a:defRPr/>
            </a:pPr>
            <a:fld id="{54E667E2-9777-4871-9C2E-5944068E16F1}" type="slidenum">
              <a:rPr lang="en-US" altLang="zh-CN" smtClean="0"/>
              <a:pPr>
                <a:defRPr/>
              </a:pPr>
              <a:t>‹#›</a:t>
            </a:fld>
            <a:endParaRPr lang="en-US" altLang="zh-CN"/>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141318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70255511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zh-CN" altLang="en-US"/>
              <a:t>单击此处编辑母版标题样式</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67373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Date Placeholder 4"/>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14177816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7" name="Date Placeholder 6"/>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8" name="Footer Placeholder 7"/>
          <p:cNvSpPr>
            <a:spLocks noGrp="1"/>
          </p:cNvSpPr>
          <p:nvPr>
            <p:ph type="ftr" sz="quarter" idx="11"/>
          </p:nvPr>
        </p:nvSpPr>
        <p:spPr/>
        <p:txBody>
          <a:bodyPr/>
          <a:lstStyle/>
          <a:p>
            <a:pPr>
              <a:defRPr/>
            </a:pPr>
            <a:endParaRPr lang="en-US" altLang="zh-CN"/>
          </a:p>
        </p:txBody>
      </p:sp>
      <p:sp>
        <p:nvSpPr>
          <p:cNvPr id="9" name="Slide Number Placeholder 8"/>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2975695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4" name="Footer Placeholder 3"/>
          <p:cNvSpPr>
            <a:spLocks noGrp="1"/>
          </p:cNvSpPr>
          <p:nvPr>
            <p:ph type="ftr" sz="quarter" idx="11"/>
          </p:nvPr>
        </p:nvSpPr>
        <p:spPr/>
        <p:txBody>
          <a:bodyPr/>
          <a:lstStyle/>
          <a:p>
            <a:pPr>
              <a:defRPr/>
            </a:pPr>
            <a:endParaRPr lang="en-US" altLang="zh-CN"/>
          </a:p>
        </p:txBody>
      </p:sp>
      <p:sp>
        <p:nvSpPr>
          <p:cNvPr id="5" name="Slide Number Placeholder 4"/>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5475468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3" name="Footer Placeholder 2"/>
          <p:cNvSpPr>
            <a:spLocks noGrp="1"/>
          </p:cNvSpPr>
          <p:nvPr>
            <p:ph type="ftr" sz="quarter" idx="11"/>
          </p:nvPr>
        </p:nvSpPr>
        <p:spPr/>
        <p:txBody>
          <a:bodyPr/>
          <a:lstStyle/>
          <a:p>
            <a:pPr>
              <a:defRPr/>
            </a:pPr>
            <a:endParaRPr lang="en-US" altLang="zh-CN"/>
          </a:p>
        </p:txBody>
      </p:sp>
      <p:sp>
        <p:nvSpPr>
          <p:cNvPr id="4" name="Slide Number Placeholder 3"/>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359949786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zh-CN" altLang="en-US"/>
              <a:t>单击此处编辑母版标题样式</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289154362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6" name="Footer Placeholder 5"/>
          <p:cNvSpPr>
            <a:spLocks noGrp="1"/>
          </p:cNvSpPr>
          <p:nvPr>
            <p:ph type="ftr" sz="quarter" idx="11"/>
          </p:nvPr>
        </p:nvSpPr>
        <p:spPr/>
        <p:txBody>
          <a:bodyPr/>
          <a:lstStyle/>
          <a:p>
            <a:pPr>
              <a:defRPr/>
            </a:pPr>
            <a:endParaRPr lang="en-US" altLang="zh-CN"/>
          </a:p>
        </p:txBody>
      </p:sp>
      <p:sp>
        <p:nvSpPr>
          <p:cNvPr id="7" name="Slide Number Placeholder 6"/>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54220165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199084493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10"/>
          </p:nvPr>
        </p:nvSpPr>
        <p:spPr/>
        <p:txBody>
          <a:bodyPr/>
          <a:lstStyle/>
          <a:p>
            <a:pPr>
              <a:defRPr/>
            </a:pPr>
            <a:fld id="{E0B5D5B5-1352-435E-BFAA-7CBCBD9AB60A}" type="datetimeFigureOut">
              <a:rPr lang="en-US" altLang="zh-CN" smtClean="0"/>
              <a:pPr>
                <a:defRPr/>
              </a:pPr>
              <a:t>10/16/2025</a:t>
            </a:fld>
            <a:endParaRPr lang="en-US" altLang="zh-CN"/>
          </a:p>
        </p:txBody>
      </p:sp>
      <p:sp>
        <p:nvSpPr>
          <p:cNvPr id="5" name="Footer Placeholder 4"/>
          <p:cNvSpPr>
            <a:spLocks noGrp="1"/>
          </p:cNvSpPr>
          <p:nvPr>
            <p:ph type="ftr" sz="quarter" idx="11"/>
          </p:nvPr>
        </p:nvSpPr>
        <p:spPr/>
        <p:txBody>
          <a:bodyPr/>
          <a:lstStyle/>
          <a:p>
            <a:pPr>
              <a:defRPr/>
            </a:pPr>
            <a:endParaRPr lang="en-US" altLang="zh-CN"/>
          </a:p>
        </p:txBody>
      </p:sp>
      <p:sp>
        <p:nvSpPr>
          <p:cNvPr id="6" name="Slide Number Placeholder 5"/>
          <p:cNvSpPr>
            <a:spLocks noGrp="1"/>
          </p:cNvSpPr>
          <p:nvPr>
            <p:ph type="sldNum" sz="quarter" idx="12"/>
          </p:nvPr>
        </p:nvSpPr>
        <p:spPr/>
        <p:txBody>
          <a:body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33031550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image" Target="../media/image5.jpeg"/><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theme" Target="../theme/theme2.xml"/><Relationship Id="rId2" Type="http://schemas.openxmlformats.org/officeDocument/2006/relationships/slideLayout" Target="../slideLayouts/slideLayout9.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0" Type="http://schemas.openxmlformats.org/officeDocument/2006/relationships/slideLayout" Target="../slideLayouts/slideLayout17.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image" Target="../media/image6.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theme" Target="../theme/theme3.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7.xml"/><Relationship Id="rId3" Type="http://schemas.openxmlformats.org/officeDocument/2006/relationships/slideLayout" Target="../slideLayouts/slideLayout32.xml"/><Relationship Id="rId7" Type="http://schemas.openxmlformats.org/officeDocument/2006/relationships/slideLayout" Target="../slideLayouts/slideLayout36.xml"/><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5" Type="http://schemas.openxmlformats.org/officeDocument/2006/relationships/slideLayout" Target="../slideLayouts/slideLayout34.xml"/><Relationship Id="rId4" Type="http://schemas.openxmlformats.org/officeDocument/2006/relationships/slideLayout" Target="../slideLayouts/slideLayout33.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5.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theme" Target="../theme/theme5.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ea typeface="宋体" panose="02010600030101010101" pitchFamily="2" charset="-122"/>
              </a:defRPr>
            </a:lvl1pPr>
          </a:lstStyle>
          <a:p>
            <a:pPr>
              <a:defRPr/>
            </a:pPr>
            <a:fld id="{E0B5D5B5-1352-435E-BFAA-7CBCBD9AB60A}" type="datetimeFigureOut">
              <a:rPr lang="en-US" altLang="zh-CN"/>
              <a:pPr>
                <a:defRPr/>
              </a:pPr>
              <a:t>10/16/2025</a:t>
            </a:fld>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ea typeface="宋体" panose="02010600030101010101" pitchFamily="2" charset="-122"/>
              </a:defRPr>
            </a:lvl1pPr>
          </a:lstStyle>
          <a:p>
            <a:pPr>
              <a:defRPr/>
            </a:pPr>
            <a:endParaRPr lang="en-US"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ea typeface="宋体" panose="02010600030101010101" pitchFamily="2" charset="-122"/>
              </a:defRPr>
            </a:lvl1pPr>
          </a:lstStyle>
          <a:p>
            <a:pPr>
              <a:defRPr/>
            </a:pPr>
            <a:fld id="{54E667E2-9777-4871-9C2E-5944068E16F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9" r:id="rId4"/>
    <p:sldLayoutId id="2147483950" r:id="rId5"/>
    <p:sldLayoutId id="2147483951" r:id="rId6"/>
    <p:sldLayoutId id="2147484025" r:id="rId7"/>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0">
          <a:blip r:embed="rId13"/>
          <a:srcRect/>
          <a:stretch>
            <a:fillRect/>
          </a:stretch>
        </a:blipFill>
        <a:effectLst/>
      </p:bgPr>
    </p:bg>
    <p:spTree>
      <p:nvGrpSpPr>
        <p:cNvPr id="1" name=""/>
        <p:cNvGrpSpPr/>
        <p:nvPr/>
      </p:nvGrpSpPr>
      <p:grpSpPr>
        <a:xfrm>
          <a:off x="0" y="0"/>
          <a:ext cx="0" cy="0"/>
          <a:chOff x="0" y="0"/>
          <a:chExt cx="0" cy="0"/>
        </a:xfrm>
      </p:grpSpPr>
      <p:sp>
        <p:nvSpPr>
          <p:cNvPr id="9218" name="Freeform 2"/>
          <p:cNvSpPr>
            <a:spLocks/>
          </p:cNvSpPr>
          <p:nvPr/>
        </p:nvSpPr>
        <p:spPr bwMode="gray">
          <a:xfrm>
            <a:off x="-21166" y="288926"/>
            <a:ext cx="12213167" cy="917575"/>
          </a:xfrm>
          <a:custGeom>
            <a:avLst/>
            <a:gdLst>
              <a:gd name="T0" fmla="*/ 1093747813 w 5770"/>
              <a:gd name="T1" fmla="*/ 897175625 h 578"/>
              <a:gd name="T2" fmla="*/ 1892638138 w 5770"/>
              <a:gd name="T3" fmla="*/ 5040313 h 578"/>
              <a:gd name="T4" fmla="*/ 2147483646 w 5770"/>
              <a:gd name="T5" fmla="*/ 0 h 578"/>
              <a:gd name="T6" fmla="*/ 2147483646 w 5770"/>
              <a:gd name="T7" fmla="*/ 289818763 h 578"/>
              <a:gd name="T8" fmla="*/ 2147483646 w 5770"/>
              <a:gd name="T9" fmla="*/ 289818763 h 578"/>
              <a:gd name="T10" fmla="*/ 2147483646 w 5770"/>
              <a:gd name="T11" fmla="*/ 1232357200 h 578"/>
              <a:gd name="T12" fmla="*/ 2147483646 w 5770"/>
              <a:gd name="T13" fmla="*/ 1247478138 h 578"/>
              <a:gd name="T14" fmla="*/ 2147483646 w 5770"/>
              <a:gd name="T15" fmla="*/ 1451610000 h 578"/>
              <a:gd name="T16" fmla="*/ 0 w 5770"/>
              <a:gd name="T17" fmla="*/ 1456650313 h 578"/>
              <a:gd name="T18" fmla="*/ 40322500 w 5770"/>
              <a:gd name="T19" fmla="*/ 929938450 h 578"/>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70" h="578">
                <a:moveTo>
                  <a:pt x="434" y="356"/>
                </a:moveTo>
                <a:lnTo>
                  <a:pt x="751" y="2"/>
                </a:lnTo>
                <a:lnTo>
                  <a:pt x="2158" y="0"/>
                </a:lnTo>
                <a:lnTo>
                  <a:pt x="2244" y="115"/>
                </a:lnTo>
                <a:lnTo>
                  <a:pt x="5770" y="115"/>
                </a:lnTo>
                <a:lnTo>
                  <a:pt x="5764" y="489"/>
                </a:lnTo>
                <a:lnTo>
                  <a:pt x="4998" y="495"/>
                </a:lnTo>
                <a:lnTo>
                  <a:pt x="4897" y="576"/>
                </a:lnTo>
                <a:lnTo>
                  <a:pt x="0" y="578"/>
                </a:lnTo>
                <a:lnTo>
                  <a:pt x="16" y="369"/>
                </a:lnTo>
              </a:path>
            </a:pathLst>
          </a:custGeom>
          <a:solidFill>
            <a:schemeClr val="tx2"/>
          </a:solidFill>
          <a:ln>
            <a:noFill/>
          </a:ln>
          <a:effectLst>
            <a:outerShdw dist="77251" dir="4832261" algn="ctr" rotWithShape="0">
              <a:srgbClr val="000066">
                <a:alpha val="29999"/>
              </a:srgbClr>
            </a:outerShdw>
          </a:effectLst>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800">
              <a:solidFill>
                <a:srgbClr val="B1E2FB"/>
              </a:solidFill>
              <a:latin typeface="Arial" panose="020B0604020202020204" pitchFamily="34" charset="0"/>
            </a:endParaRPr>
          </a:p>
        </p:txBody>
      </p:sp>
      <p:sp>
        <p:nvSpPr>
          <p:cNvPr id="9219" name="Freeform 3" descr="01c_img(Global Digtal Desigm(imageState)"/>
          <p:cNvSpPr>
            <a:spLocks/>
          </p:cNvSpPr>
          <p:nvPr/>
        </p:nvSpPr>
        <p:spPr bwMode="ltGray">
          <a:xfrm>
            <a:off x="-12699" y="322264"/>
            <a:ext cx="12204700" cy="854075"/>
          </a:xfrm>
          <a:custGeom>
            <a:avLst/>
            <a:gdLst>
              <a:gd name="T0" fmla="*/ 1091228450 w 5766"/>
              <a:gd name="T1" fmla="*/ 931334206 h 531"/>
              <a:gd name="T2" fmla="*/ 1932960638 w 5766"/>
              <a:gd name="T3" fmla="*/ 7760663 h 531"/>
              <a:gd name="T4" fmla="*/ 2147483646 w 5766"/>
              <a:gd name="T5" fmla="*/ 0 h 531"/>
              <a:gd name="T6" fmla="*/ 2147483646 w 5766"/>
              <a:gd name="T7" fmla="*/ 292334914 h 531"/>
              <a:gd name="T8" fmla="*/ 2147483646 w 5766"/>
              <a:gd name="T9" fmla="*/ 292334914 h 531"/>
              <a:gd name="T10" fmla="*/ 2147483646 w 5766"/>
              <a:gd name="T11" fmla="*/ 1143471317 h 531"/>
              <a:gd name="T12" fmla="*/ 2147483646 w 5766"/>
              <a:gd name="T13" fmla="*/ 1143471317 h 531"/>
              <a:gd name="T14" fmla="*/ 2147483646 w 5766"/>
              <a:gd name="T15" fmla="*/ 1373717713 h 531"/>
              <a:gd name="T16" fmla="*/ 0 w 5766"/>
              <a:gd name="T17" fmla="*/ 1347847765 h 531"/>
              <a:gd name="T18" fmla="*/ 0 w 5766"/>
              <a:gd name="T19" fmla="*/ 964964817 h 531"/>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5766" h="531">
                <a:moveTo>
                  <a:pt x="433" y="360"/>
                </a:moveTo>
                <a:lnTo>
                  <a:pt x="767" y="3"/>
                </a:lnTo>
                <a:lnTo>
                  <a:pt x="2152" y="0"/>
                </a:lnTo>
                <a:lnTo>
                  <a:pt x="2228" y="113"/>
                </a:lnTo>
                <a:lnTo>
                  <a:pt x="5766" y="113"/>
                </a:lnTo>
                <a:lnTo>
                  <a:pt x="5766" y="442"/>
                </a:lnTo>
                <a:lnTo>
                  <a:pt x="4968" y="442"/>
                </a:lnTo>
                <a:lnTo>
                  <a:pt x="4880" y="531"/>
                </a:lnTo>
                <a:lnTo>
                  <a:pt x="0" y="521"/>
                </a:lnTo>
                <a:lnTo>
                  <a:pt x="0" y="373"/>
                </a:lnTo>
              </a:path>
            </a:pathLst>
          </a:custGeom>
          <a:blipFill dpi="0" rotWithShape="1">
            <a:blip r:embed="rId14"/>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2800">
              <a:solidFill>
                <a:srgbClr val="B1E2FB"/>
              </a:solidFill>
              <a:latin typeface="Arial" panose="020B0604020202020204" pitchFamily="34" charset="0"/>
            </a:endParaRPr>
          </a:p>
        </p:txBody>
      </p:sp>
      <p:sp>
        <p:nvSpPr>
          <p:cNvPr id="9220" name="Rectangle 4"/>
          <p:cNvSpPr>
            <a:spLocks noGrp="1" noChangeArrowheads="1"/>
          </p:cNvSpPr>
          <p:nvPr>
            <p:ph type="body" idx="1"/>
          </p:nvPr>
        </p:nvSpPr>
        <p:spPr bwMode="auto">
          <a:xfrm>
            <a:off x="711200" y="1371601"/>
            <a:ext cx="10972800" cy="5248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21861" name="Rectangle 5"/>
          <p:cNvSpPr>
            <a:spLocks noGrp="1" noChangeArrowheads="1"/>
          </p:cNvSpPr>
          <p:nvPr>
            <p:ph type="dt" sz="half" idx="2"/>
          </p:nvPr>
        </p:nvSpPr>
        <p:spPr bwMode="auto">
          <a:xfrm>
            <a:off x="609600" y="6400801"/>
            <a:ext cx="2844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spcBef>
                <a:spcPct val="50000"/>
              </a:spcBef>
              <a:defRPr sz="1400">
                <a:latin typeface="+mj-lt"/>
              </a:defRPr>
            </a:lvl1pPr>
          </a:lstStyle>
          <a:p>
            <a:pPr fontAlgn="base">
              <a:spcAft>
                <a:spcPct val="0"/>
              </a:spcAft>
              <a:defRPr/>
            </a:pPr>
            <a:endParaRPr lang="en-US" altLang="zh-CN">
              <a:solidFill>
                <a:srgbClr val="B1E2FB"/>
              </a:solidFill>
            </a:endParaRPr>
          </a:p>
        </p:txBody>
      </p:sp>
      <p:sp>
        <p:nvSpPr>
          <p:cNvPr id="121862" name="Rectangle 6"/>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spcBef>
                <a:spcPct val="50000"/>
              </a:spcBef>
              <a:defRPr sz="1400">
                <a:latin typeface="+mj-lt"/>
              </a:defRPr>
            </a:lvl1pPr>
          </a:lstStyle>
          <a:p>
            <a:pPr fontAlgn="base">
              <a:spcAft>
                <a:spcPct val="0"/>
              </a:spcAft>
              <a:defRPr/>
            </a:pPr>
            <a:endParaRPr lang="en-US" altLang="zh-CN">
              <a:solidFill>
                <a:srgbClr val="B1E2FB"/>
              </a:solidFill>
            </a:endParaRPr>
          </a:p>
        </p:txBody>
      </p:sp>
      <p:sp>
        <p:nvSpPr>
          <p:cNvPr id="121863" name="Rectangle 7"/>
          <p:cNvSpPr>
            <a:spLocks noGrp="1" noChangeArrowheads="1"/>
          </p:cNvSpPr>
          <p:nvPr>
            <p:ph type="sldNum" sz="quarter" idx="4"/>
          </p:nvPr>
        </p:nvSpPr>
        <p:spPr bwMode="auto">
          <a:xfrm>
            <a:off x="8737600" y="6400801"/>
            <a:ext cx="2844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spcBef>
                <a:spcPct val="50000"/>
              </a:spcBef>
              <a:defRPr sz="1400" smtClean="0"/>
            </a:lvl1pPr>
          </a:lstStyle>
          <a:p>
            <a:pPr fontAlgn="base">
              <a:spcAft>
                <a:spcPct val="0"/>
              </a:spcAft>
              <a:defRPr/>
            </a:pPr>
            <a:fld id="{5BB52131-AE5F-4720-A06D-F9163A221247}" type="slidenum">
              <a:rPr lang="zh-CN" altLang="en-US">
                <a:solidFill>
                  <a:srgbClr val="B1E2FB"/>
                </a:solidFill>
                <a:latin typeface="Arial" panose="020B0604020202020204" pitchFamily="34" charset="0"/>
              </a:rPr>
              <a:pPr fontAlgn="base">
                <a:spcAft>
                  <a:spcPct val="0"/>
                </a:spcAft>
                <a:defRPr/>
              </a:pPr>
              <a:t>‹#›</a:t>
            </a:fld>
            <a:endParaRPr lang="en-US" altLang="zh-CN">
              <a:solidFill>
                <a:srgbClr val="B1E2FB"/>
              </a:solidFill>
              <a:latin typeface="Arial" panose="020B0604020202020204" pitchFamily="34" charset="0"/>
            </a:endParaRPr>
          </a:p>
        </p:txBody>
      </p:sp>
      <p:sp>
        <p:nvSpPr>
          <p:cNvPr id="9224" name="Rectangle 8"/>
          <p:cNvSpPr>
            <a:spLocks noGrp="1" noChangeArrowheads="1"/>
          </p:cNvSpPr>
          <p:nvPr>
            <p:ph type="title"/>
          </p:nvPr>
        </p:nvSpPr>
        <p:spPr bwMode="auto">
          <a:xfrm>
            <a:off x="1422400" y="533401"/>
            <a:ext cx="9855200" cy="563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p>
        </p:txBody>
      </p:sp>
    </p:spTree>
    <p:extLst>
      <p:ext uri="{BB962C8B-B14F-4D97-AF65-F5344CB8AC3E}">
        <p14:creationId xmlns:p14="http://schemas.microsoft.com/office/powerpoint/2010/main" val="2293487451"/>
      </p:ext>
    </p:extLst>
  </p:cSld>
  <p:clrMap bg1="dk2" tx1="lt1" bg2="dk1" tx2="lt2" accent1="accent1" accent2="accent2" accent3="accent3" accent4="accent4" accent5="accent5" accent6="accent6" hlink="hlink" folHlink="folHlink"/>
  <p:sldLayoutIdLst>
    <p:sldLayoutId id="2147484001" r:id="rId1"/>
    <p:sldLayoutId id="2147484002" r:id="rId2"/>
    <p:sldLayoutId id="2147484003" r:id="rId3"/>
    <p:sldLayoutId id="2147484004" r:id="rId4"/>
    <p:sldLayoutId id="2147484005" r:id="rId5"/>
    <p:sldLayoutId id="2147484006" r:id="rId6"/>
    <p:sldLayoutId id="2147484007" r:id="rId7"/>
    <p:sldLayoutId id="2147484008" r:id="rId8"/>
    <p:sldLayoutId id="2147484009" r:id="rId9"/>
    <p:sldLayoutId id="2147484010" r:id="rId10"/>
    <p:sldLayoutId id="2147484011" r:id="rId11"/>
  </p:sldLayoutIdLst>
  <p:txStyles>
    <p:titleStyle>
      <a:lvl1pPr algn="ctr" rtl="0" eaLnBrk="0" fontAlgn="base" hangingPunct="0">
        <a:spcBef>
          <a:spcPct val="0"/>
        </a:spcBef>
        <a:spcAft>
          <a:spcPct val="0"/>
        </a:spcAft>
        <a:defRPr sz="3600">
          <a:solidFill>
            <a:schemeClr val="tx2"/>
          </a:solidFill>
          <a:latin typeface="+mj-lt"/>
          <a:ea typeface="+mj-ea"/>
          <a:cs typeface="+mj-cs"/>
        </a:defRPr>
      </a:lvl1pPr>
      <a:lvl2pPr algn="ctr" rtl="0" eaLnBrk="0" fontAlgn="base" hangingPunct="0">
        <a:spcBef>
          <a:spcPct val="0"/>
        </a:spcBef>
        <a:spcAft>
          <a:spcPct val="0"/>
        </a:spcAft>
        <a:defRPr sz="3600">
          <a:solidFill>
            <a:schemeClr val="tx2"/>
          </a:solidFill>
          <a:latin typeface="Arial" charset="0"/>
          <a:ea typeface="宋体" pitchFamily="2" charset="-122"/>
        </a:defRPr>
      </a:lvl2pPr>
      <a:lvl3pPr algn="ctr" rtl="0" eaLnBrk="0" fontAlgn="base" hangingPunct="0">
        <a:spcBef>
          <a:spcPct val="0"/>
        </a:spcBef>
        <a:spcAft>
          <a:spcPct val="0"/>
        </a:spcAft>
        <a:defRPr sz="3600">
          <a:solidFill>
            <a:schemeClr val="tx2"/>
          </a:solidFill>
          <a:latin typeface="Arial" charset="0"/>
          <a:ea typeface="宋体" pitchFamily="2" charset="-122"/>
        </a:defRPr>
      </a:lvl3pPr>
      <a:lvl4pPr algn="ctr" rtl="0" eaLnBrk="0" fontAlgn="base" hangingPunct="0">
        <a:spcBef>
          <a:spcPct val="0"/>
        </a:spcBef>
        <a:spcAft>
          <a:spcPct val="0"/>
        </a:spcAft>
        <a:defRPr sz="3600">
          <a:solidFill>
            <a:schemeClr val="tx2"/>
          </a:solidFill>
          <a:latin typeface="Arial" charset="0"/>
          <a:ea typeface="宋体" pitchFamily="2" charset="-122"/>
        </a:defRPr>
      </a:lvl4pPr>
      <a:lvl5pPr algn="ctr" rtl="0" eaLnBrk="0" fontAlgn="base" hangingPunct="0">
        <a:spcBef>
          <a:spcPct val="0"/>
        </a:spcBef>
        <a:spcAft>
          <a:spcPct val="0"/>
        </a:spcAft>
        <a:defRPr sz="3600">
          <a:solidFill>
            <a:schemeClr val="tx2"/>
          </a:solidFill>
          <a:latin typeface="Arial" charset="0"/>
          <a:ea typeface="宋体" pitchFamily="2" charset="-122"/>
        </a:defRPr>
      </a:lvl5pPr>
      <a:lvl6pPr marL="457200" algn="ctr" rtl="0" fontAlgn="base">
        <a:spcBef>
          <a:spcPct val="0"/>
        </a:spcBef>
        <a:spcAft>
          <a:spcPct val="0"/>
        </a:spcAft>
        <a:defRPr sz="3600">
          <a:solidFill>
            <a:schemeClr val="tx2"/>
          </a:solidFill>
          <a:latin typeface="Arial" charset="0"/>
          <a:ea typeface="宋体" pitchFamily="2" charset="-122"/>
        </a:defRPr>
      </a:lvl6pPr>
      <a:lvl7pPr marL="914400" algn="ctr" rtl="0" fontAlgn="base">
        <a:spcBef>
          <a:spcPct val="0"/>
        </a:spcBef>
        <a:spcAft>
          <a:spcPct val="0"/>
        </a:spcAft>
        <a:defRPr sz="3600">
          <a:solidFill>
            <a:schemeClr val="tx2"/>
          </a:solidFill>
          <a:latin typeface="Arial" charset="0"/>
          <a:ea typeface="宋体" pitchFamily="2" charset="-122"/>
        </a:defRPr>
      </a:lvl7pPr>
      <a:lvl8pPr marL="1371600" algn="ctr" rtl="0" fontAlgn="base">
        <a:spcBef>
          <a:spcPct val="0"/>
        </a:spcBef>
        <a:spcAft>
          <a:spcPct val="0"/>
        </a:spcAft>
        <a:defRPr sz="3600">
          <a:solidFill>
            <a:schemeClr val="tx2"/>
          </a:solidFill>
          <a:latin typeface="Arial" charset="0"/>
          <a:ea typeface="宋体" pitchFamily="2" charset="-122"/>
        </a:defRPr>
      </a:lvl8pPr>
      <a:lvl9pPr marL="1828800" algn="ctr" rtl="0" fontAlgn="base">
        <a:spcBef>
          <a:spcPct val="0"/>
        </a:spcBef>
        <a:spcAft>
          <a:spcPct val="0"/>
        </a:spcAft>
        <a:defRPr sz="36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Font typeface="Wingdings" panose="05000000000000000000" pitchFamily="2" charset="2"/>
        <a:buChar char="v"/>
        <a:defRPr sz="2800" b="1">
          <a:solidFill>
            <a:schemeClr val="tx1"/>
          </a:solidFill>
          <a:latin typeface="+mn-lt"/>
          <a:ea typeface="+mn-ea"/>
          <a:cs typeface="+mn-cs"/>
        </a:defRPr>
      </a:lvl1pPr>
      <a:lvl2pPr marL="742950" indent="-285750" algn="l" rtl="0" eaLnBrk="0" fontAlgn="base" hangingPunct="0">
        <a:spcBef>
          <a:spcPct val="20000"/>
        </a:spcBef>
        <a:spcAft>
          <a:spcPct val="0"/>
        </a:spcAft>
        <a:buClr>
          <a:schemeClr val="accent1"/>
        </a:buClr>
        <a:buFont typeface="Wingdings" panose="05000000000000000000" pitchFamily="2" charset="2"/>
        <a:buChar char="§"/>
        <a:defRPr sz="2800">
          <a:solidFill>
            <a:schemeClr val="tx1"/>
          </a:solidFill>
          <a:latin typeface="+mj-lt"/>
          <a:ea typeface="+mn-ea"/>
        </a:defRPr>
      </a:lvl2pPr>
      <a:lvl3pPr marL="1143000" indent="-228600" algn="l" rtl="0" eaLnBrk="0" fontAlgn="base" hangingPunct="0">
        <a:spcBef>
          <a:spcPct val="20000"/>
        </a:spcBef>
        <a:spcAft>
          <a:spcPct val="0"/>
        </a:spcAft>
        <a:buClr>
          <a:schemeClr val="tx1"/>
        </a:buClr>
        <a:buChar char="•"/>
        <a:defRPr sz="2400">
          <a:solidFill>
            <a:schemeClr val="tx1"/>
          </a:solidFill>
          <a:latin typeface="+mj-lt"/>
          <a:ea typeface="+mn-ea"/>
        </a:defRPr>
      </a:lvl3pPr>
      <a:lvl4pPr marL="1600200" indent="-228600" algn="l" rtl="0" eaLnBrk="0" fontAlgn="base" hangingPunct="0">
        <a:spcBef>
          <a:spcPct val="20000"/>
        </a:spcBef>
        <a:spcAft>
          <a:spcPct val="0"/>
        </a:spcAft>
        <a:buChar char="–"/>
        <a:defRPr sz="2000">
          <a:solidFill>
            <a:schemeClr val="tx1"/>
          </a:solidFill>
          <a:latin typeface="+mj-lt"/>
          <a:ea typeface="+mn-ea"/>
        </a:defRPr>
      </a:lvl4pPr>
      <a:lvl5pPr marL="2057400" indent="-228600" algn="l" rtl="0" eaLnBrk="0" fontAlgn="base" hangingPunct="0">
        <a:spcBef>
          <a:spcPct val="20000"/>
        </a:spcBef>
        <a:spcAft>
          <a:spcPct val="0"/>
        </a:spcAft>
        <a:buChar char="»"/>
        <a:defRPr sz="2000">
          <a:solidFill>
            <a:schemeClr val="tx1"/>
          </a:solidFill>
          <a:latin typeface="+mj-lt"/>
          <a:ea typeface="+mn-ea"/>
        </a:defRPr>
      </a:lvl5pPr>
      <a:lvl6pPr marL="2514600" indent="-228600" algn="l" rtl="0" fontAlgn="base">
        <a:spcBef>
          <a:spcPct val="20000"/>
        </a:spcBef>
        <a:spcAft>
          <a:spcPct val="0"/>
        </a:spcAft>
        <a:buChar char="»"/>
        <a:defRPr sz="2000">
          <a:solidFill>
            <a:schemeClr val="tx1"/>
          </a:solidFill>
          <a:latin typeface="+mj-lt"/>
          <a:ea typeface="+mn-ea"/>
        </a:defRPr>
      </a:lvl6pPr>
      <a:lvl7pPr marL="2971800" indent="-228600" algn="l" rtl="0" fontAlgn="base">
        <a:spcBef>
          <a:spcPct val="20000"/>
        </a:spcBef>
        <a:spcAft>
          <a:spcPct val="0"/>
        </a:spcAft>
        <a:buChar char="»"/>
        <a:defRPr sz="2000">
          <a:solidFill>
            <a:schemeClr val="tx1"/>
          </a:solidFill>
          <a:latin typeface="+mj-lt"/>
          <a:ea typeface="+mn-ea"/>
        </a:defRPr>
      </a:lvl7pPr>
      <a:lvl8pPr marL="3429000" indent="-228600" algn="l" rtl="0" fontAlgn="base">
        <a:spcBef>
          <a:spcPct val="20000"/>
        </a:spcBef>
        <a:spcAft>
          <a:spcPct val="0"/>
        </a:spcAft>
        <a:buChar char="»"/>
        <a:defRPr sz="2000">
          <a:solidFill>
            <a:schemeClr val="tx1"/>
          </a:solidFill>
          <a:latin typeface="+mj-lt"/>
          <a:ea typeface="+mn-ea"/>
        </a:defRPr>
      </a:lvl8pPr>
      <a:lvl9pPr marL="3886200" indent="-228600" algn="l" rtl="0" fontAlgn="base">
        <a:spcBef>
          <a:spcPct val="20000"/>
        </a:spcBef>
        <a:spcAft>
          <a:spcPct val="0"/>
        </a:spcAft>
        <a:buChar char="»"/>
        <a:defRPr sz="2000">
          <a:solidFill>
            <a:schemeClr val="tx1"/>
          </a:solidFill>
          <a:latin typeface="+mj-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002850"/>
            </a:gs>
          </a:gsLst>
          <a:lin ang="5400000" scaled="1"/>
        </a:gradFill>
        <a:effectLst/>
      </p:bgPr>
    </p:bg>
    <p:spTree>
      <p:nvGrpSpPr>
        <p:cNvPr id="1" name=""/>
        <p:cNvGrpSpPr/>
        <p:nvPr/>
      </p:nvGrpSpPr>
      <p:grpSpPr>
        <a:xfrm>
          <a:off x="0" y="0"/>
          <a:ext cx="0" cy="0"/>
          <a:chOff x="0" y="0"/>
          <a:chExt cx="0" cy="0"/>
        </a:xfrm>
      </p:grpSpPr>
      <p:grpSp>
        <p:nvGrpSpPr>
          <p:cNvPr id="5122" name="Group 2"/>
          <p:cNvGrpSpPr>
            <a:grpSpLocks/>
          </p:cNvGrpSpPr>
          <p:nvPr/>
        </p:nvGrpSpPr>
        <p:grpSpPr bwMode="auto">
          <a:xfrm>
            <a:off x="2118" y="0"/>
            <a:ext cx="12198349" cy="6851650"/>
            <a:chOff x="1" y="0"/>
            <a:chExt cx="5763" cy="4316"/>
          </a:xfrm>
        </p:grpSpPr>
        <p:sp>
          <p:nvSpPr>
            <p:cNvPr id="86019" name="Freeform 3"/>
            <p:cNvSpPr>
              <a:spLocks/>
            </p:cNvSpPr>
            <p:nvPr/>
          </p:nvSpPr>
          <p:spPr bwMode="hidden">
            <a:xfrm>
              <a:off x="5045" y="2626"/>
              <a:ext cx="719" cy="1690"/>
            </a:xfrm>
            <a:custGeom>
              <a:avLst/>
              <a:gdLst/>
              <a:ahLst/>
              <a:cxnLst>
                <a:cxn ang="0">
                  <a:pos x="717" y="72"/>
                </a:cxn>
                <a:cxn ang="0">
                  <a:pos x="717" y="0"/>
                </a:cxn>
                <a:cxn ang="0">
                  <a:pos x="699" y="101"/>
                </a:cxn>
                <a:cxn ang="0">
                  <a:pos x="675" y="209"/>
                </a:cxn>
                <a:cxn ang="0">
                  <a:pos x="627" y="389"/>
                </a:cxn>
                <a:cxn ang="0">
                  <a:pos x="574" y="569"/>
                </a:cxn>
                <a:cxn ang="0">
                  <a:pos x="502" y="749"/>
                </a:cxn>
                <a:cxn ang="0">
                  <a:pos x="424" y="935"/>
                </a:cxn>
                <a:cxn ang="0">
                  <a:pos x="334" y="1121"/>
                </a:cxn>
                <a:cxn ang="0">
                  <a:pos x="233" y="1312"/>
                </a:cxn>
                <a:cxn ang="0">
                  <a:pos x="125" y="1498"/>
                </a:cxn>
                <a:cxn ang="0">
                  <a:pos x="0" y="1690"/>
                </a:cxn>
                <a:cxn ang="0">
                  <a:pos x="11" y="1690"/>
                </a:cxn>
                <a:cxn ang="0">
                  <a:pos x="137" y="1498"/>
                </a:cxn>
                <a:cxn ang="0">
                  <a:pos x="245" y="1312"/>
                </a:cxn>
                <a:cxn ang="0">
                  <a:pos x="346" y="1121"/>
                </a:cxn>
                <a:cxn ang="0">
                  <a:pos x="436" y="935"/>
                </a:cxn>
                <a:cxn ang="0">
                  <a:pos x="514" y="749"/>
                </a:cxn>
                <a:cxn ang="0">
                  <a:pos x="585" y="569"/>
                </a:cxn>
                <a:cxn ang="0">
                  <a:pos x="639" y="389"/>
                </a:cxn>
                <a:cxn ang="0">
                  <a:pos x="687" y="209"/>
                </a:cxn>
                <a:cxn ang="0">
                  <a:pos x="705" y="143"/>
                </a:cxn>
                <a:cxn ang="0">
                  <a:pos x="717" y="72"/>
                </a:cxn>
                <a:cxn ang="0">
                  <a:pos x="717" y="72"/>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lnTo>
                    <a:pt x="717" y="7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20" name="Freeform 4"/>
            <p:cNvSpPr>
              <a:spLocks/>
            </p:cNvSpPr>
            <p:nvPr/>
          </p:nvSpPr>
          <p:spPr bwMode="hidden">
            <a:xfrm>
              <a:off x="5386" y="3794"/>
              <a:ext cx="378" cy="522"/>
            </a:xfrm>
            <a:custGeom>
              <a:avLst/>
              <a:gdLst/>
              <a:ahLst/>
              <a:cxnLst>
                <a:cxn ang="0">
                  <a:pos x="377" y="0"/>
                </a:cxn>
                <a:cxn ang="0">
                  <a:pos x="293" y="132"/>
                </a:cxn>
                <a:cxn ang="0">
                  <a:pos x="204" y="264"/>
                </a:cxn>
                <a:cxn ang="0">
                  <a:pos x="102" y="396"/>
                </a:cxn>
                <a:cxn ang="0">
                  <a:pos x="0" y="522"/>
                </a:cxn>
                <a:cxn ang="0">
                  <a:pos x="12" y="522"/>
                </a:cxn>
                <a:cxn ang="0">
                  <a:pos x="114" y="402"/>
                </a:cxn>
                <a:cxn ang="0">
                  <a:pos x="204" y="282"/>
                </a:cxn>
                <a:cxn ang="0">
                  <a:pos x="377" y="24"/>
                </a:cxn>
                <a:cxn ang="0">
                  <a:pos x="377" y="0"/>
                </a:cxn>
                <a:cxn ang="0">
                  <a:pos x="377" y="0"/>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lnTo>
                    <a:pt x="377" y="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21" name="Freeform 5"/>
            <p:cNvSpPr>
              <a:spLocks/>
            </p:cNvSpPr>
            <p:nvPr/>
          </p:nvSpPr>
          <p:spPr bwMode="hidden">
            <a:xfrm>
              <a:off x="5680" y="4214"/>
              <a:ext cx="84" cy="102"/>
            </a:xfrm>
            <a:custGeom>
              <a:avLst/>
              <a:gdLst/>
              <a:ahLst/>
              <a:cxnLst>
                <a:cxn ang="0">
                  <a:pos x="0" y="102"/>
                </a:cxn>
                <a:cxn ang="0">
                  <a:pos x="18" y="102"/>
                </a:cxn>
                <a:cxn ang="0">
                  <a:pos x="48" y="60"/>
                </a:cxn>
                <a:cxn ang="0">
                  <a:pos x="84" y="24"/>
                </a:cxn>
                <a:cxn ang="0">
                  <a:pos x="84" y="0"/>
                </a:cxn>
                <a:cxn ang="0">
                  <a:pos x="42" y="54"/>
                </a:cxn>
                <a:cxn ang="0">
                  <a:pos x="0" y="102"/>
                </a:cxn>
                <a:cxn ang="0">
                  <a:pos x="0" y="102"/>
                </a:cxn>
              </a:cxnLst>
              <a:rect l="0" t="0" r="r" b="b"/>
              <a:pathLst>
                <a:path w="84" h="102">
                  <a:moveTo>
                    <a:pt x="0" y="102"/>
                  </a:moveTo>
                  <a:lnTo>
                    <a:pt x="18" y="102"/>
                  </a:lnTo>
                  <a:lnTo>
                    <a:pt x="48" y="60"/>
                  </a:lnTo>
                  <a:lnTo>
                    <a:pt x="84" y="24"/>
                  </a:lnTo>
                  <a:lnTo>
                    <a:pt x="84" y="0"/>
                  </a:lnTo>
                  <a:lnTo>
                    <a:pt x="42" y="54"/>
                  </a:lnTo>
                  <a:lnTo>
                    <a:pt x="0" y="102"/>
                  </a:lnTo>
                  <a:lnTo>
                    <a:pt x="0" y="102"/>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grpSp>
          <p:nvGrpSpPr>
            <p:cNvPr id="5131" name="Group 6"/>
            <p:cNvGrpSpPr>
              <a:grpSpLocks/>
            </p:cNvGrpSpPr>
            <p:nvPr/>
          </p:nvGrpSpPr>
          <p:grpSpPr bwMode="auto">
            <a:xfrm>
              <a:off x="288" y="0"/>
              <a:ext cx="5098" cy="4316"/>
              <a:chOff x="288" y="0"/>
              <a:chExt cx="5098" cy="4316"/>
            </a:xfrm>
          </p:grpSpPr>
          <p:sp>
            <p:nvSpPr>
              <p:cNvPr id="86023" name="Freeform 7"/>
              <p:cNvSpPr>
                <a:spLocks/>
              </p:cNvSpPr>
              <p:nvPr userDrawn="1"/>
            </p:nvSpPr>
            <p:spPr bwMode="hidden">
              <a:xfrm>
                <a:off x="2789" y="0"/>
                <a:ext cx="72" cy="4316"/>
              </a:xfrm>
              <a:custGeom>
                <a:avLst/>
                <a:gdLst/>
                <a:ahLst/>
                <a:cxnLst>
                  <a:cxn ang="0">
                    <a:pos x="0" y="0"/>
                  </a:cxn>
                  <a:cxn ang="0">
                    <a:pos x="60" y="4316"/>
                  </a:cxn>
                  <a:cxn ang="0">
                    <a:pos x="72" y="4316"/>
                  </a:cxn>
                  <a:cxn ang="0">
                    <a:pos x="12" y="0"/>
                  </a:cxn>
                  <a:cxn ang="0">
                    <a:pos x="0" y="0"/>
                  </a:cxn>
                  <a:cxn ang="0">
                    <a:pos x="0" y="0"/>
                  </a:cxn>
                </a:cxnLst>
                <a:rect l="0" t="0" r="r" b="b"/>
                <a:pathLst>
                  <a:path w="72" h="4316">
                    <a:moveTo>
                      <a:pt x="0" y="0"/>
                    </a:moveTo>
                    <a:lnTo>
                      <a:pt x="60" y="4316"/>
                    </a:lnTo>
                    <a:lnTo>
                      <a:pt x="72" y="4316"/>
                    </a:lnTo>
                    <a:lnTo>
                      <a:pt x="12" y="0"/>
                    </a:lnTo>
                    <a:lnTo>
                      <a:pt x="0" y="0"/>
                    </a:lnTo>
                    <a:lnTo>
                      <a:pt x="0"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24" name="Freeform 8"/>
              <p:cNvSpPr>
                <a:spLocks/>
              </p:cNvSpPr>
              <p:nvPr userDrawn="1"/>
            </p:nvSpPr>
            <p:spPr bwMode="hidden">
              <a:xfrm>
                <a:off x="3089" y="0"/>
                <a:ext cx="174" cy="4316"/>
              </a:xfrm>
              <a:custGeom>
                <a:avLst/>
                <a:gdLst/>
                <a:ahLst/>
                <a:cxnLst>
                  <a:cxn ang="0">
                    <a:pos x="24" y="0"/>
                  </a:cxn>
                  <a:cxn ang="0">
                    <a:pos x="12" y="0"/>
                  </a:cxn>
                  <a:cxn ang="0">
                    <a:pos x="42" y="216"/>
                  </a:cxn>
                  <a:cxn ang="0">
                    <a:pos x="72" y="444"/>
                  </a:cxn>
                  <a:cxn ang="0">
                    <a:pos x="96" y="689"/>
                  </a:cxn>
                  <a:cxn ang="0">
                    <a:pos x="120" y="947"/>
                  </a:cxn>
                  <a:cxn ang="0">
                    <a:pos x="132" y="1211"/>
                  </a:cxn>
                  <a:cxn ang="0">
                    <a:pos x="150" y="1487"/>
                  </a:cxn>
                  <a:cxn ang="0">
                    <a:pos x="156" y="1768"/>
                  </a:cxn>
                  <a:cxn ang="0">
                    <a:pos x="162" y="2062"/>
                  </a:cxn>
                  <a:cxn ang="0">
                    <a:pos x="156" y="2644"/>
                  </a:cxn>
                  <a:cxn ang="0">
                    <a:pos x="126" y="3225"/>
                  </a:cxn>
                  <a:cxn ang="0">
                    <a:pos x="108" y="3507"/>
                  </a:cxn>
                  <a:cxn ang="0">
                    <a:pos x="78" y="3788"/>
                  </a:cxn>
                  <a:cxn ang="0">
                    <a:pos x="42" y="4058"/>
                  </a:cxn>
                  <a:cxn ang="0">
                    <a:pos x="0" y="4316"/>
                  </a:cxn>
                  <a:cxn ang="0">
                    <a:pos x="12" y="4316"/>
                  </a:cxn>
                  <a:cxn ang="0">
                    <a:pos x="54" y="4058"/>
                  </a:cxn>
                  <a:cxn ang="0">
                    <a:pos x="90" y="3782"/>
                  </a:cxn>
                  <a:cxn ang="0">
                    <a:pos x="120" y="3507"/>
                  </a:cxn>
                  <a:cxn ang="0">
                    <a:pos x="138" y="3219"/>
                  </a:cxn>
                  <a:cxn ang="0">
                    <a:pos x="168" y="2638"/>
                  </a:cxn>
                  <a:cxn ang="0">
                    <a:pos x="174" y="2056"/>
                  </a:cxn>
                  <a:cxn ang="0">
                    <a:pos x="168" y="1768"/>
                  </a:cxn>
                  <a:cxn ang="0">
                    <a:pos x="162" y="1487"/>
                  </a:cxn>
                  <a:cxn ang="0">
                    <a:pos x="144" y="1211"/>
                  </a:cxn>
                  <a:cxn ang="0">
                    <a:pos x="132" y="941"/>
                  </a:cxn>
                  <a:cxn ang="0">
                    <a:pos x="108" y="689"/>
                  </a:cxn>
                  <a:cxn ang="0">
                    <a:pos x="84" y="444"/>
                  </a:cxn>
                  <a:cxn ang="0">
                    <a:pos x="54" y="216"/>
                  </a:cxn>
                  <a:cxn ang="0">
                    <a:pos x="24" y="0"/>
                  </a:cxn>
                  <a:cxn ang="0">
                    <a:pos x="24" y="0"/>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lnTo>
                      <a:pt x="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25" name="Freeform 9"/>
              <p:cNvSpPr>
                <a:spLocks/>
              </p:cNvSpPr>
              <p:nvPr userDrawn="1"/>
            </p:nvSpPr>
            <p:spPr bwMode="hidden">
              <a:xfrm>
                <a:off x="3358" y="0"/>
                <a:ext cx="337" cy="4316"/>
              </a:xfrm>
              <a:custGeom>
                <a:avLst/>
                <a:gdLst/>
                <a:ahLst/>
                <a:cxnLst>
                  <a:cxn ang="0">
                    <a:pos x="329" y="2014"/>
                  </a:cxn>
                  <a:cxn ang="0">
                    <a:pos x="317" y="1726"/>
                  </a:cxn>
                  <a:cxn ang="0">
                    <a:pos x="293" y="1445"/>
                  </a:cxn>
                  <a:cxn ang="0">
                    <a:pos x="263" y="1175"/>
                  </a:cxn>
                  <a:cxn ang="0">
                    <a:pos x="228" y="917"/>
                  </a:cxn>
                  <a:cxn ang="0">
                    <a:pos x="186" y="665"/>
                  </a:cxn>
                  <a:cxn ang="0">
                    <a:pos x="132" y="432"/>
                  </a:cxn>
                  <a:cxn ang="0">
                    <a:pos x="78" y="204"/>
                  </a:cxn>
                  <a:cxn ang="0">
                    <a:pos x="12" y="0"/>
                  </a:cxn>
                  <a:cxn ang="0">
                    <a:pos x="0" y="0"/>
                  </a:cxn>
                  <a:cxn ang="0">
                    <a:pos x="66" y="204"/>
                  </a:cxn>
                  <a:cxn ang="0">
                    <a:pos x="120" y="432"/>
                  </a:cxn>
                  <a:cxn ang="0">
                    <a:pos x="174" y="665"/>
                  </a:cxn>
                  <a:cxn ang="0">
                    <a:pos x="216" y="917"/>
                  </a:cxn>
                  <a:cxn ang="0">
                    <a:pos x="251" y="1175"/>
                  </a:cxn>
                  <a:cxn ang="0">
                    <a:pos x="281" y="1445"/>
                  </a:cxn>
                  <a:cxn ang="0">
                    <a:pos x="305" y="1726"/>
                  </a:cxn>
                  <a:cxn ang="0">
                    <a:pos x="317" y="2014"/>
                  </a:cxn>
                  <a:cxn ang="0">
                    <a:pos x="323" y="2314"/>
                  </a:cxn>
                  <a:cxn ang="0">
                    <a:pos x="317" y="2608"/>
                  </a:cxn>
                  <a:cxn ang="0">
                    <a:pos x="305" y="2907"/>
                  </a:cxn>
                  <a:cxn ang="0">
                    <a:pos x="281" y="3201"/>
                  </a:cxn>
                  <a:cxn ang="0">
                    <a:pos x="257" y="3489"/>
                  </a:cxn>
                  <a:cxn ang="0">
                    <a:pos x="216" y="3777"/>
                  </a:cxn>
                  <a:cxn ang="0">
                    <a:pos x="174" y="4052"/>
                  </a:cxn>
                  <a:cxn ang="0">
                    <a:pos x="120" y="4316"/>
                  </a:cxn>
                  <a:cxn ang="0">
                    <a:pos x="132" y="4316"/>
                  </a:cxn>
                  <a:cxn ang="0">
                    <a:pos x="186" y="4052"/>
                  </a:cxn>
                  <a:cxn ang="0">
                    <a:pos x="228" y="3777"/>
                  </a:cxn>
                  <a:cxn ang="0">
                    <a:pos x="269" y="3489"/>
                  </a:cxn>
                  <a:cxn ang="0">
                    <a:pos x="293" y="3201"/>
                  </a:cxn>
                  <a:cxn ang="0">
                    <a:pos x="317" y="2907"/>
                  </a:cxn>
                  <a:cxn ang="0">
                    <a:pos x="329" y="2608"/>
                  </a:cxn>
                  <a:cxn ang="0">
                    <a:pos x="335" y="2314"/>
                  </a:cxn>
                  <a:cxn ang="0">
                    <a:pos x="329" y="2014"/>
                  </a:cxn>
                  <a:cxn ang="0">
                    <a:pos x="329" y="2014"/>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lnTo>
                      <a:pt x="329" y="201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26" name="Freeform 10"/>
              <p:cNvSpPr>
                <a:spLocks/>
              </p:cNvSpPr>
              <p:nvPr userDrawn="1"/>
            </p:nvSpPr>
            <p:spPr bwMode="hidden">
              <a:xfrm>
                <a:off x="3676" y="0"/>
                <a:ext cx="427" cy="4316"/>
              </a:xfrm>
              <a:custGeom>
                <a:avLst/>
                <a:gdLst/>
                <a:ahLst/>
                <a:cxnLst>
                  <a:cxn ang="0">
                    <a:pos x="413" y="1924"/>
                  </a:cxn>
                  <a:cxn ang="0">
                    <a:pos x="395" y="1690"/>
                  </a:cxn>
                  <a:cxn ang="0">
                    <a:pos x="365" y="1457"/>
                  </a:cxn>
                  <a:cxn ang="0">
                    <a:pos x="329" y="1229"/>
                  </a:cxn>
                  <a:cxn ang="0">
                    <a:pos x="281" y="1001"/>
                  </a:cxn>
                  <a:cxn ang="0">
                    <a:pos x="227" y="761"/>
                  </a:cxn>
                  <a:cxn ang="0">
                    <a:pos x="162" y="522"/>
                  </a:cxn>
                  <a:cxn ang="0">
                    <a:pos x="90" y="270"/>
                  </a:cxn>
                  <a:cxn ang="0">
                    <a:pos x="12" y="0"/>
                  </a:cxn>
                  <a:cxn ang="0">
                    <a:pos x="0" y="0"/>
                  </a:cxn>
                  <a:cxn ang="0">
                    <a:pos x="84" y="270"/>
                  </a:cxn>
                  <a:cxn ang="0">
                    <a:pos x="156" y="522"/>
                  </a:cxn>
                  <a:cxn ang="0">
                    <a:pos x="216" y="767"/>
                  </a:cxn>
                  <a:cxn ang="0">
                    <a:pos x="275" y="1001"/>
                  </a:cxn>
                  <a:cxn ang="0">
                    <a:pos x="317" y="1235"/>
                  </a:cxn>
                  <a:cxn ang="0">
                    <a:pos x="353" y="1463"/>
                  </a:cxn>
                  <a:cxn ang="0">
                    <a:pos x="383" y="1690"/>
                  </a:cxn>
                  <a:cxn ang="0">
                    <a:pos x="401" y="1924"/>
                  </a:cxn>
                  <a:cxn ang="0">
                    <a:pos x="413" y="2188"/>
                  </a:cxn>
                  <a:cxn ang="0">
                    <a:pos x="407" y="2458"/>
                  </a:cxn>
                  <a:cxn ang="0">
                    <a:pos x="395" y="2733"/>
                  </a:cxn>
                  <a:cxn ang="0">
                    <a:pos x="365" y="3021"/>
                  </a:cxn>
                  <a:cxn ang="0">
                    <a:pos x="329" y="3321"/>
                  </a:cxn>
                  <a:cxn ang="0">
                    <a:pos x="275" y="3639"/>
                  </a:cxn>
                  <a:cxn ang="0">
                    <a:pos x="204" y="3968"/>
                  </a:cxn>
                  <a:cxn ang="0">
                    <a:pos x="126" y="4316"/>
                  </a:cxn>
                  <a:cxn ang="0">
                    <a:pos x="138" y="4316"/>
                  </a:cxn>
                  <a:cxn ang="0">
                    <a:pos x="216" y="3968"/>
                  </a:cxn>
                  <a:cxn ang="0">
                    <a:pos x="287" y="3639"/>
                  </a:cxn>
                  <a:cxn ang="0">
                    <a:pos x="341" y="3321"/>
                  </a:cxn>
                  <a:cxn ang="0">
                    <a:pos x="377" y="3021"/>
                  </a:cxn>
                  <a:cxn ang="0">
                    <a:pos x="407" y="2733"/>
                  </a:cxn>
                  <a:cxn ang="0">
                    <a:pos x="419" y="2458"/>
                  </a:cxn>
                  <a:cxn ang="0">
                    <a:pos x="425" y="2188"/>
                  </a:cxn>
                  <a:cxn ang="0">
                    <a:pos x="413" y="1924"/>
                  </a:cxn>
                  <a:cxn ang="0">
                    <a:pos x="413" y="1924"/>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lnTo>
                      <a:pt x="413" y="1924"/>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27" name="Freeform 11"/>
              <p:cNvSpPr>
                <a:spLocks/>
              </p:cNvSpPr>
              <p:nvPr userDrawn="1"/>
            </p:nvSpPr>
            <p:spPr bwMode="hidden">
              <a:xfrm>
                <a:off x="3946" y="0"/>
                <a:ext cx="558" cy="4316"/>
              </a:xfrm>
              <a:custGeom>
                <a:avLst/>
                <a:gdLst/>
                <a:ahLst/>
                <a:cxnLst>
                  <a:cxn ang="0">
                    <a:pos x="556" y="2020"/>
                  </a:cxn>
                  <a:cxn ang="0">
                    <a:pos x="538" y="1732"/>
                  </a:cxn>
                  <a:cxn ang="0">
                    <a:pos x="503" y="1445"/>
                  </a:cxn>
                  <a:cxn ang="0">
                    <a:pos x="455" y="1175"/>
                  </a:cxn>
                  <a:cxn ang="0">
                    <a:pos x="395" y="911"/>
                  </a:cxn>
                  <a:cxn ang="0">
                    <a:pos x="317" y="659"/>
                  </a:cxn>
                  <a:cxn ang="0">
                    <a:pos x="228" y="426"/>
                  </a:cxn>
                  <a:cxn ang="0">
                    <a:pos x="126" y="204"/>
                  </a:cxn>
                  <a:cxn ang="0">
                    <a:pos x="12" y="0"/>
                  </a:cxn>
                  <a:cxn ang="0">
                    <a:pos x="0" y="0"/>
                  </a:cxn>
                  <a:cxn ang="0">
                    <a:pos x="114" y="204"/>
                  </a:cxn>
                  <a:cxn ang="0">
                    <a:pos x="216" y="426"/>
                  </a:cxn>
                  <a:cxn ang="0">
                    <a:pos x="305" y="659"/>
                  </a:cxn>
                  <a:cxn ang="0">
                    <a:pos x="383" y="911"/>
                  </a:cxn>
                  <a:cxn ang="0">
                    <a:pos x="443" y="1175"/>
                  </a:cxn>
                  <a:cxn ang="0">
                    <a:pos x="491" y="1445"/>
                  </a:cxn>
                  <a:cxn ang="0">
                    <a:pos x="526" y="1732"/>
                  </a:cxn>
                  <a:cxn ang="0">
                    <a:pos x="544" y="2020"/>
                  </a:cxn>
                  <a:cxn ang="0">
                    <a:pos x="544" y="2326"/>
                  </a:cxn>
                  <a:cxn ang="0">
                    <a:pos x="532" y="2632"/>
                  </a:cxn>
                  <a:cxn ang="0">
                    <a:pos x="503" y="2931"/>
                  </a:cxn>
                  <a:cxn ang="0">
                    <a:pos x="455" y="3225"/>
                  </a:cxn>
                  <a:cxn ang="0">
                    <a:pos x="389" y="3513"/>
                  </a:cxn>
                  <a:cxn ang="0">
                    <a:pos x="311" y="3788"/>
                  </a:cxn>
                  <a:cxn ang="0">
                    <a:pos x="216" y="4058"/>
                  </a:cxn>
                  <a:cxn ang="0">
                    <a:pos x="102" y="4316"/>
                  </a:cxn>
                  <a:cxn ang="0">
                    <a:pos x="114" y="4316"/>
                  </a:cxn>
                  <a:cxn ang="0">
                    <a:pos x="228" y="4058"/>
                  </a:cxn>
                  <a:cxn ang="0">
                    <a:pos x="323" y="3788"/>
                  </a:cxn>
                  <a:cxn ang="0">
                    <a:pos x="401" y="3513"/>
                  </a:cxn>
                  <a:cxn ang="0">
                    <a:pos x="467" y="3225"/>
                  </a:cxn>
                  <a:cxn ang="0">
                    <a:pos x="515" y="2931"/>
                  </a:cxn>
                  <a:cxn ang="0">
                    <a:pos x="544" y="2632"/>
                  </a:cxn>
                  <a:cxn ang="0">
                    <a:pos x="556" y="2326"/>
                  </a:cxn>
                  <a:cxn ang="0">
                    <a:pos x="556" y="2020"/>
                  </a:cxn>
                  <a:cxn ang="0">
                    <a:pos x="556" y="2020"/>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lnTo>
                      <a:pt x="556" y="202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28" name="Freeform 12"/>
              <p:cNvSpPr>
                <a:spLocks/>
              </p:cNvSpPr>
              <p:nvPr userDrawn="1"/>
            </p:nvSpPr>
            <p:spPr bwMode="hidden">
              <a:xfrm>
                <a:off x="4246" y="0"/>
                <a:ext cx="690" cy="4316"/>
              </a:xfrm>
              <a:custGeom>
                <a:avLst/>
                <a:gdLst/>
                <a:ahLst/>
                <a:cxnLst>
                  <a:cxn ang="0">
                    <a:pos x="688" y="2086"/>
                  </a:cxn>
                  <a:cxn ang="0">
                    <a:pos x="670" y="1810"/>
                  </a:cxn>
                  <a:cxn ang="0">
                    <a:pos x="634" y="1541"/>
                  </a:cxn>
                  <a:cxn ang="0">
                    <a:pos x="574" y="1271"/>
                  </a:cxn>
                  <a:cxn ang="0">
                    <a:pos x="497" y="1007"/>
                  </a:cxn>
                  <a:cxn ang="0">
                    <a:pos x="401" y="749"/>
                  </a:cxn>
                  <a:cxn ang="0">
                    <a:pos x="293" y="492"/>
                  </a:cxn>
                  <a:cxn ang="0">
                    <a:pos x="162" y="240"/>
                  </a:cxn>
                  <a:cxn ang="0">
                    <a:pos x="12" y="0"/>
                  </a:cxn>
                  <a:cxn ang="0">
                    <a:pos x="0" y="0"/>
                  </a:cxn>
                  <a:cxn ang="0">
                    <a:pos x="150" y="240"/>
                  </a:cxn>
                  <a:cxn ang="0">
                    <a:pos x="281" y="492"/>
                  </a:cxn>
                  <a:cxn ang="0">
                    <a:pos x="389" y="749"/>
                  </a:cxn>
                  <a:cxn ang="0">
                    <a:pos x="485" y="1007"/>
                  </a:cxn>
                  <a:cxn ang="0">
                    <a:pos x="562" y="1271"/>
                  </a:cxn>
                  <a:cxn ang="0">
                    <a:pos x="622" y="1541"/>
                  </a:cxn>
                  <a:cxn ang="0">
                    <a:pos x="658" y="1810"/>
                  </a:cxn>
                  <a:cxn ang="0">
                    <a:pos x="676" y="2086"/>
                  </a:cxn>
                  <a:cxn ang="0">
                    <a:pos x="676" y="2368"/>
                  </a:cxn>
                  <a:cxn ang="0">
                    <a:pos x="658" y="2650"/>
                  </a:cxn>
                  <a:cxn ang="0">
                    <a:pos x="616" y="2931"/>
                  </a:cxn>
                  <a:cxn ang="0">
                    <a:pos x="556" y="3213"/>
                  </a:cxn>
                  <a:cxn ang="0">
                    <a:pos x="473" y="3495"/>
                  </a:cxn>
                  <a:cxn ang="0">
                    <a:pos x="371" y="3777"/>
                  </a:cxn>
                  <a:cxn ang="0">
                    <a:pos x="251" y="4046"/>
                  </a:cxn>
                  <a:cxn ang="0">
                    <a:pos x="114" y="4316"/>
                  </a:cxn>
                  <a:cxn ang="0">
                    <a:pos x="126" y="4316"/>
                  </a:cxn>
                  <a:cxn ang="0">
                    <a:pos x="263" y="4046"/>
                  </a:cxn>
                  <a:cxn ang="0">
                    <a:pos x="383" y="3777"/>
                  </a:cxn>
                  <a:cxn ang="0">
                    <a:pos x="485" y="3495"/>
                  </a:cxn>
                  <a:cxn ang="0">
                    <a:pos x="568" y="3219"/>
                  </a:cxn>
                  <a:cxn ang="0">
                    <a:pos x="628" y="2937"/>
                  </a:cxn>
                  <a:cxn ang="0">
                    <a:pos x="670" y="2656"/>
                  </a:cxn>
                  <a:cxn ang="0">
                    <a:pos x="688" y="2368"/>
                  </a:cxn>
                  <a:cxn ang="0">
                    <a:pos x="688" y="2086"/>
                  </a:cxn>
                  <a:cxn ang="0">
                    <a:pos x="688" y="2086"/>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lnTo>
                      <a:pt x="688" y="208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29" name="Freeform 13"/>
              <p:cNvSpPr>
                <a:spLocks/>
              </p:cNvSpPr>
              <p:nvPr userDrawn="1"/>
            </p:nvSpPr>
            <p:spPr bwMode="hidden">
              <a:xfrm>
                <a:off x="4522" y="0"/>
                <a:ext cx="864" cy="4316"/>
              </a:xfrm>
              <a:custGeom>
                <a:avLst/>
                <a:gdLst/>
                <a:ahLst/>
                <a:cxnLst>
                  <a:cxn ang="0">
                    <a:pos x="855" y="2128"/>
                  </a:cxn>
                  <a:cxn ang="0">
                    <a:pos x="831" y="1834"/>
                  </a:cxn>
                  <a:cxn ang="0">
                    <a:pos x="808" y="1684"/>
                  </a:cxn>
                  <a:cxn ang="0">
                    <a:pos x="784" y="1541"/>
                  </a:cxn>
                  <a:cxn ang="0">
                    <a:pos x="748" y="1397"/>
                  </a:cxn>
                  <a:cxn ang="0">
                    <a:pos x="712" y="1253"/>
                  </a:cxn>
                  <a:cxn ang="0">
                    <a:pos x="664" y="1115"/>
                  </a:cxn>
                  <a:cxn ang="0">
                    <a:pos x="610" y="977"/>
                  </a:cxn>
                  <a:cxn ang="0">
                    <a:pos x="491" y="719"/>
                  </a:cxn>
                  <a:cxn ang="0">
                    <a:pos x="353" y="468"/>
                  </a:cxn>
                  <a:cxn ang="0">
                    <a:pos x="192" y="228"/>
                  </a:cxn>
                  <a:cxn ang="0">
                    <a:pos x="12" y="0"/>
                  </a:cxn>
                  <a:cxn ang="0">
                    <a:pos x="0" y="0"/>
                  </a:cxn>
                  <a:cxn ang="0">
                    <a:pos x="180" y="228"/>
                  </a:cxn>
                  <a:cxn ang="0">
                    <a:pos x="341" y="468"/>
                  </a:cxn>
                  <a:cxn ang="0">
                    <a:pos x="479" y="719"/>
                  </a:cxn>
                  <a:cxn ang="0">
                    <a:pos x="598" y="983"/>
                  </a:cxn>
                  <a:cxn ang="0">
                    <a:pos x="652" y="1121"/>
                  </a:cxn>
                  <a:cxn ang="0">
                    <a:pos x="700" y="1259"/>
                  </a:cxn>
                  <a:cxn ang="0">
                    <a:pos x="736" y="1403"/>
                  </a:cxn>
                  <a:cxn ang="0">
                    <a:pos x="772" y="1547"/>
                  </a:cxn>
                  <a:cxn ang="0">
                    <a:pos x="802" y="1690"/>
                  </a:cxn>
                  <a:cxn ang="0">
                    <a:pos x="819" y="1834"/>
                  </a:cxn>
                  <a:cxn ang="0">
                    <a:pos x="837" y="1984"/>
                  </a:cxn>
                  <a:cxn ang="0">
                    <a:pos x="843" y="2128"/>
                  </a:cxn>
                  <a:cxn ang="0">
                    <a:pos x="849" y="2278"/>
                  </a:cxn>
                  <a:cxn ang="0">
                    <a:pos x="843" y="2428"/>
                  </a:cxn>
                  <a:cxn ang="0">
                    <a:pos x="831" y="2572"/>
                  </a:cxn>
                  <a:cxn ang="0">
                    <a:pos x="819" y="2721"/>
                  </a:cxn>
                  <a:cxn ang="0">
                    <a:pos x="796" y="2865"/>
                  </a:cxn>
                  <a:cxn ang="0">
                    <a:pos x="766" y="3015"/>
                  </a:cxn>
                  <a:cxn ang="0">
                    <a:pos x="724" y="3159"/>
                  </a:cxn>
                  <a:cxn ang="0">
                    <a:pos x="682" y="3303"/>
                  </a:cxn>
                  <a:cxn ang="0">
                    <a:pos x="586" y="3567"/>
                  </a:cxn>
                  <a:cxn ang="0">
                    <a:pos x="473" y="3824"/>
                  </a:cxn>
                  <a:cxn ang="0">
                    <a:pos x="335" y="4076"/>
                  </a:cxn>
                  <a:cxn ang="0">
                    <a:pos x="180" y="4316"/>
                  </a:cxn>
                  <a:cxn ang="0">
                    <a:pos x="192" y="4316"/>
                  </a:cxn>
                  <a:cxn ang="0">
                    <a:pos x="347" y="4076"/>
                  </a:cxn>
                  <a:cxn ang="0">
                    <a:pos x="485" y="3824"/>
                  </a:cxn>
                  <a:cxn ang="0">
                    <a:pos x="598" y="3573"/>
                  </a:cxn>
                  <a:cxn ang="0">
                    <a:pos x="694" y="3309"/>
                  </a:cxn>
                  <a:cxn ang="0">
                    <a:pos x="736" y="3165"/>
                  </a:cxn>
                  <a:cxn ang="0">
                    <a:pos x="778" y="3021"/>
                  </a:cxn>
                  <a:cxn ang="0">
                    <a:pos x="808" y="2871"/>
                  </a:cxn>
                  <a:cxn ang="0">
                    <a:pos x="831" y="2727"/>
                  </a:cxn>
                  <a:cxn ang="0">
                    <a:pos x="843" y="2578"/>
                  </a:cxn>
                  <a:cxn ang="0">
                    <a:pos x="855" y="2428"/>
                  </a:cxn>
                  <a:cxn ang="0">
                    <a:pos x="861" y="2278"/>
                  </a:cxn>
                  <a:cxn ang="0">
                    <a:pos x="855" y="2128"/>
                  </a:cxn>
                  <a:cxn ang="0">
                    <a:pos x="855" y="2128"/>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lnTo>
                      <a:pt x="855" y="212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30" name="Freeform 14"/>
              <p:cNvSpPr>
                <a:spLocks/>
              </p:cNvSpPr>
              <p:nvPr userDrawn="1"/>
            </p:nvSpPr>
            <p:spPr bwMode="hidden">
              <a:xfrm>
                <a:off x="2399" y="0"/>
                <a:ext cx="150" cy="4316"/>
              </a:xfrm>
              <a:custGeom>
                <a:avLst/>
                <a:gdLst/>
                <a:ahLst/>
                <a:cxnLst>
                  <a:cxn ang="0">
                    <a:pos x="18" y="1942"/>
                  </a:cxn>
                  <a:cxn ang="0">
                    <a:pos x="30" y="1630"/>
                  </a:cxn>
                  <a:cxn ang="0">
                    <a:pos x="42" y="1331"/>
                  </a:cxn>
                  <a:cxn ang="0">
                    <a:pos x="59" y="1055"/>
                  </a:cxn>
                  <a:cxn ang="0">
                    <a:pos x="77" y="791"/>
                  </a:cxn>
                  <a:cxn ang="0">
                    <a:pos x="83" y="671"/>
                  </a:cxn>
                  <a:cxn ang="0">
                    <a:pos x="95" y="557"/>
                  </a:cxn>
                  <a:cxn ang="0">
                    <a:pos x="107" y="444"/>
                  </a:cxn>
                  <a:cxn ang="0">
                    <a:pos x="113" y="342"/>
                  </a:cxn>
                  <a:cxn ang="0">
                    <a:pos x="125" y="246"/>
                  </a:cxn>
                  <a:cxn ang="0">
                    <a:pos x="131" y="156"/>
                  </a:cxn>
                  <a:cxn ang="0">
                    <a:pos x="143" y="72"/>
                  </a:cxn>
                  <a:cxn ang="0">
                    <a:pos x="149" y="0"/>
                  </a:cxn>
                  <a:cxn ang="0">
                    <a:pos x="137" y="0"/>
                  </a:cxn>
                  <a:cxn ang="0">
                    <a:pos x="131" y="72"/>
                  </a:cxn>
                  <a:cxn ang="0">
                    <a:pos x="119" y="156"/>
                  </a:cxn>
                  <a:cxn ang="0">
                    <a:pos x="113" y="246"/>
                  </a:cxn>
                  <a:cxn ang="0">
                    <a:pos x="101" y="342"/>
                  </a:cxn>
                  <a:cxn ang="0">
                    <a:pos x="95" y="444"/>
                  </a:cxn>
                  <a:cxn ang="0">
                    <a:pos x="83" y="557"/>
                  </a:cxn>
                  <a:cxn ang="0">
                    <a:pos x="71" y="671"/>
                  </a:cxn>
                  <a:cxn ang="0">
                    <a:pos x="65" y="791"/>
                  </a:cxn>
                  <a:cxn ang="0">
                    <a:pos x="48" y="1055"/>
                  </a:cxn>
                  <a:cxn ang="0">
                    <a:pos x="30" y="1331"/>
                  </a:cxn>
                  <a:cxn ang="0">
                    <a:pos x="18" y="1630"/>
                  </a:cxn>
                  <a:cxn ang="0">
                    <a:pos x="6" y="1942"/>
                  </a:cxn>
                  <a:cxn ang="0">
                    <a:pos x="0" y="2278"/>
                  </a:cxn>
                  <a:cxn ang="0">
                    <a:pos x="6" y="2602"/>
                  </a:cxn>
                  <a:cxn ang="0">
                    <a:pos x="12" y="2919"/>
                  </a:cxn>
                  <a:cxn ang="0">
                    <a:pos x="24" y="3219"/>
                  </a:cxn>
                  <a:cxn ang="0">
                    <a:pos x="36" y="3513"/>
                  </a:cxn>
                  <a:cxn ang="0">
                    <a:pos x="59" y="3794"/>
                  </a:cxn>
                  <a:cxn ang="0">
                    <a:pos x="89" y="4058"/>
                  </a:cxn>
                  <a:cxn ang="0">
                    <a:pos x="125" y="4316"/>
                  </a:cxn>
                  <a:cxn ang="0">
                    <a:pos x="137" y="4316"/>
                  </a:cxn>
                  <a:cxn ang="0">
                    <a:pos x="101" y="4058"/>
                  </a:cxn>
                  <a:cxn ang="0">
                    <a:pos x="71" y="3794"/>
                  </a:cxn>
                  <a:cxn ang="0">
                    <a:pos x="48" y="3513"/>
                  </a:cxn>
                  <a:cxn ang="0">
                    <a:pos x="36" y="3225"/>
                  </a:cxn>
                  <a:cxn ang="0">
                    <a:pos x="24" y="2919"/>
                  </a:cxn>
                  <a:cxn ang="0">
                    <a:pos x="18" y="2608"/>
                  </a:cxn>
                  <a:cxn ang="0">
                    <a:pos x="12" y="2278"/>
                  </a:cxn>
                  <a:cxn ang="0">
                    <a:pos x="18" y="1942"/>
                  </a:cxn>
                  <a:cxn ang="0">
                    <a:pos x="18" y="1942"/>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lnTo>
                      <a:pt x="18" y="194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31" name="Freeform 15"/>
              <p:cNvSpPr>
                <a:spLocks/>
              </p:cNvSpPr>
              <p:nvPr userDrawn="1"/>
            </p:nvSpPr>
            <p:spPr bwMode="hidden">
              <a:xfrm>
                <a:off x="1967" y="0"/>
                <a:ext cx="300" cy="4316"/>
              </a:xfrm>
              <a:custGeom>
                <a:avLst/>
                <a:gdLst/>
                <a:ahLst/>
                <a:cxnLst>
                  <a:cxn ang="0">
                    <a:pos x="18" y="2062"/>
                  </a:cxn>
                  <a:cxn ang="0">
                    <a:pos x="30" y="1750"/>
                  </a:cxn>
                  <a:cxn ang="0">
                    <a:pos x="54" y="1451"/>
                  </a:cxn>
                  <a:cxn ang="0">
                    <a:pos x="84" y="1169"/>
                  </a:cxn>
                  <a:cxn ang="0">
                    <a:pos x="126" y="899"/>
                  </a:cxn>
                  <a:cxn ang="0">
                    <a:pos x="162" y="641"/>
                  </a:cxn>
                  <a:cxn ang="0">
                    <a:pos x="209" y="408"/>
                  </a:cxn>
                  <a:cxn ang="0">
                    <a:pos x="251" y="192"/>
                  </a:cxn>
                  <a:cxn ang="0">
                    <a:pos x="299" y="0"/>
                  </a:cxn>
                  <a:cxn ang="0">
                    <a:pos x="287" y="0"/>
                  </a:cxn>
                  <a:cxn ang="0">
                    <a:pos x="239" y="192"/>
                  </a:cxn>
                  <a:cxn ang="0">
                    <a:pos x="198" y="408"/>
                  </a:cxn>
                  <a:cxn ang="0">
                    <a:pos x="156" y="641"/>
                  </a:cxn>
                  <a:cxn ang="0">
                    <a:pos x="114" y="899"/>
                  </a:cxn>
                  <a:cxn ang="0">
                    <a:pos x="78" y="1169"/>
                  </a:cxn>
                  <a:cxn ang="0">
                    <a:pos x="48" y="1451"/>
                  </a:cxn>
                  <a:cxn ang="0">
                    <a:pos x="24" y="1750"/>
                  </a:cxn>
                  <a:cxn ang="0">
                    <a:pos x="6" y="2062"/>
                  </a:cxn>
                  <a:cxn ang="0">
                    <a:pos x="0" y="2374"/>
                  </a:cxn>
                  <a:cxn ang="0">
                    <a:pos x="12" y="2674"/>
                  </a:cxn>
                  <a:cxn ang="0">
                    <a:pos x="30" y="2973"/>
                  </a:cxn>
                  <a:cxn ang="0">
                    <a:pos x="54" y="3255"/>
                  </a:cxn>
                  <a:cxn ang="0">
                    <a:pos x="96" y="3537"/>
                  </a:cxn>
                  <a:cxn ang="0">
                    <a:pos x="144" y="3806"/>
                  </a:cxn>
                  <a:cxn ang="0">
                    <a:pos x="203" y="4064"/>
                  </a:cxn>
                  <a:cxn ang="0">
                    <a:pos x="275" y="4316"/>
                  </a:cxn>
                  <a:cxn ang="0">
                    <a:pos x="287" y="4316"/>
                  </a:cxn>
                  <a:cxn ang="0">
                    <a:pos x="215" y="4064"/>
                  </a:cxn>
                  <a:cxn ang="0">
                    <a:pos x="156" y="3806"/>
                  </a:cxn>
                  <a:cxn ang="0">
                    <a:pos x="108" y="3537"/>
                  </a:cxn>
                  <a:cxn ang="0">
                    <a:pos x="66" y="3261"/>
                  </a:cxn>
                  <a:cxn ang="0">
                    <a:pos x="42" y="2973"/>
                  </a:cxn>
                  <a:cxn ang="0">
                    <a:pos x="24" y="2680"/>
                  </a:cxn>
                  <a:cxn ang="0">
                    <a:pos x="12" y="2374"/>
                  </a:cxn>
                  <a:cxn ang="0">
                    <a:pos x="18" y="2062"/>
                  </a:cxn>
                  <a:cxn ang="0">
                    <a:pos x="18" y="2062"/>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lnTo>
                      <a:pt x="18" y="2062"/>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32" name="Freeform 16"/>
              <p:cNvSpPr>
                <a:spLocks/>
              </p:cNvSpPr>
              <p:nvPr userDrawn="1"/>
            </p:nvSpPr>
            <p:spPr bwMode="hidden">
              <a:xfrm>
                <a:off x="1566" y="0"/>
                <a:ext cx="425" cy="4316"/>
              </a:xfrm>
              <a:custGeom>
                <a:avLst/>
                <a:gdLst/>
                <a:ahLst/>
                <a:cxnLst>
                  <a:cxn ang="0">
                    <a:pos x="424" y="0"/>
                  </a:cxn>
                  <a:cxn ang="0">
                    <a:pos x="412" y="0"/>
                  </a:cxn>
                  <a:cxn ang="0">
                    <a:pos x="316" y="222"/>
                  </a:cxn>
                  <a:cxn ang="0">
                    <a:pos x="239" y="462"/>
                  </a:cxn>
                  <a:cxn ang="0">
                    <a:pos x="167" y="707"/>
                  </a:cxn>
                  <a:cxn ang="0">
                    <a:pos x="107" y="971"/>
                  </a:cxn>
                  <a:cxn ang="0">
                    <a:pos x="65" y="1247"/>
                  </a:cxn>
                  <a:cxn ang="0">
                    <a:pos x="29" y="1529"/>
                  </a:cxn>
                  <a:cxn ang="0">
                    <a:pos x="6" y="1822"/>
                  </a:cxn>
                  <a:cxn ang="0">
                    <a:pos x="0" y="2122"/>
                  </a:cxn>
                  <a:cxn ang="0">
                    <a:pos x="6" y="2404"/>
                  </a:cxn>
                  <a:cxn ang="0">
                    <a:pos x="24" y="2686"/>
                  </a:cxn>
                  <a:cxn ang="0">
                    <a:pos x="47" y="2961"/>
                  </a:cxn>
                  <a:cxn ang="0">
                    <a:pos x="89" y="3243"/>
                  </a:cxn>
                  <a:cxn ang="0">
                    <a:pos x="137" y="3519"/>
                  </a:cxn>
                  <a:cxn ang="0">
                    <a:pos x="197" y="3788"/>
                  </a:cxn>
                  <a:cxn ang="0">
                    <a:pos x="269" y="4058"/>
                  </a:cxn>
                  <a:cxn ang="0">
                    <a:pos x="346" y="4316"/>
                  </a:cxn>
                  <a:cxn ang="0">
                    <a:pos x="358" y="4316"/>
                  </a:cxn>
                  <a:cxn ang="0">
                    <a:pos x="281" y="4058"/>
                  </a:cxn>
                  <a:cxn ang="0">
                    <a:pos x="209" y="3788"/>
                  </a:cxn>
                  <a:cxn ang="0">
                    <a:pos x="149" y="3519"/>
                  </a:cxn>
                  <a:cxn ang="0">
                    <a:pos x="101" y="3243"/>
                  </a:cxn>
                  <a:cxn ang="0">
                    <a:pos x="59" y="2961"/>
                  </a:cxn>
                  <a:cxn ang="0">
                    <a:pos x="35" y="2686"/>
                  </a:cxn>
                  <a:cxn ang="0">
                    <a:pos x="18" y="2404"/>
                  </a:cxn>
                  <a:cxn ang="0">
                    <a:pos x="12" y="2122"/>
                  </a:cxn>
                  <a:cxn ang="0">
                    <a:pos x="18" y="1822"/>
                  </a:cxn>
                  <a:cxn ang="0">
                    <a:pos x="41" y="1529"/>
                  </a:cxn>
                  <a:cxn ang="0">
                    <a:pos x="71" y="1247"/>
                  </a:cxn>
                  <a:cxn ang="0">
                    <a:pos x="119" y="971"/>
                  </a:cxn>
                  <a:cxn ang="0">
                    <a:pos x="179" y="707"/>
                  </a:cxn>
                  <a:cxn ang="0">
                    <a:pos x="245" y="462"/>
                  </a:cxn>
                  <a:cxn ang="0">
                    <a:pos x="328" y="222"/>
                  </a:cxn>
                  <a:cxn ang="0">
                    <a:pos x="424" y="0"/>
                  </a:cxn>
                  <a:cxn ang="0">
                    <a:pos x="424" y="0"/>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lnTo>
                      <a:pt x="424" y="0"/>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33" name="Freeform 17"/>
              <p:cNvSpPr>
                <a:spLocks/>
              </p:cNvSpPr>
              <p:nvPr userDrawn="1"/>
            </p:nvSpPr>
            <p:spPr bwMode="hidden">
              <a:xfrm>
                <a:off x="1128" y="0"/>
                <a:ext cx="575" cy="4316"/>
              </a:xfrm>
              <a:custGeom>
                <a:avLst/>
                <a:gdLst/>
                <a:ahLst/>
                <a:cxnLst>
                  <a:cxn ang="0">
                    <a:pos x="12" y="2146"/>
                  </a:cxn>
                  <a:cxn ang="0">
                    <a:pos x="24" y="1846"/>
                  </a:cxn>
                  <a:cxn ang="0">
                    <a:pos x="54" y="1559"/>
                  </a:cxn>
                  <a:cxn ang="0">
                    <a:pos x="96" y="1277"/>
                  </a:cxn>
                  <a:cxn ang="0">
                    <a:pos x="162" y="1001"/>
                  </a:cxn>
                  <a:cxn ang="0">
                    <a:pos x="239" y="731"/>
                  </a:cxn>
                  <a:cxn ang="0">
                    <a:pos x="335" y="480"/>
                  </a:cxn>
                  <a:cxn ang="0">
                    <a:pos x="449" y="234"/>
                  </a:cxn>
                  <a:cxn ang="0">
                    <a:pos x="574" y="0"/>
                  </a:cxn>
                  <a:cxn ang="0">
                    <a:pos x="562" y="0"/>
                  </a:cxn>
                  <a:cxn ang="0">
                    <a:pos x="437" y="234"/>
                  </a:cxn>
                  <a:cxn ang="0">
                    <a:pos x="323" y="480"/>
                  </a:cxn>
                  <a:cxn ang="0">
                    <a:pos x="227" y="737"/>
                  </a:cxn>
                  <a:cxn ang="0">
                    <a:pos x="150" y="1001"/>
                  </a:cxn>
                  <a:cxn ang="0">
                    <a:pos x="84" y="1277"/>
                  </a:cxn>
                  <a:cxn ang="0">
                    <a:pos x="42" y="1559"/>
                  </a:cxn>
                  <a:cxn ang="0">
                    <a:pos x="12" y="1852"/>
                  </a:cxn>
                  <a:cxn ang="0">
                    <a:pos x="0" y="2146"/>
                  </a:cxn>
                  <a:cxn ang="0">
                    <a:pos x="6" y="2434"/>
                  </a:cxn>
                  <a:cxn ang="0">
                    <a:pos x="30" y="2715"/>
                  </a:cxn>
                  <a:cxn ang="0">
                    <a:pos x="66" y="2997"/>
                  </a:cxn>
                  <a:cxn ang="0">
                    <a:pos x="120" y="3273"/>
                  </a:cxn>
                  <a:cxn ang="0">
                    <a:pos x="191" y="3549"/>
                  </a:cxn>
                  <a:cxn ang="0">
                    <a:pos x="275" y="3812"/>
                  </a:cxn>
                  <a:cxn ang="0">
                    <a:pos x="371" y="4070"/>
                  </a:cxn>
                  <a:cxn ang="0">
                    <a:pos x="484" y="4316"/>
                  </a:cxn>
                  <a:cxn ang="0">
                    <a:pos x="496" y="4316"/>
                  </a:cxn>
                  <a:cxn ang="0">
                    <a:pos x="383" y="4070"/>
                  </a:cxn>
                  <a:cxn ang="0">
                    <a:pos x="287" y="3812"/>
                  </a:cxn>
                  <a:cxn ang="0">
                    <a:pos x="203" y="3549"/>
                  </a:cxn>
                  <a:cxn ang="0">
                    <a:pos x="132" y="3273"/>
                  </a:cxn>
                  <a:cxn ang="0">
                    <a:pos x="78" y="2997"/>
                  </a:cxn>
                  <a:cxn ang="0">
                    <a:pos x="42" y="2715"/>
                  </a:cxn>
                  <a:cxn ang="0">
                    <a:pos x="18" y="2434"/>
                  </a:cxn>
                  <a:cxn ang="0">
                    <a:pos x="12" y="2146"/>
                  </a:cxn>
                  <a:cxn ang="0">
                    <a:pos x="12" y="2146"/>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lnTo>
                      <a:pt x="12" y="2146"/>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34" name="Freeform 18"/>
              <p:cNvSpPr>
                <a:spLocks/>
              </p:cNvSpPr>
              <p:nvPr userDrawn="1"/>
            </p:nvSpPr>
            <p:spPr bwMode="hidden">
              <a:xfrm>
                <a:off x="702" y="0"/>
                <a:ext cx="737" cy="4316"/>
              </a:xfrm>
              <a:custGeom>
                <a:avLst/>
                <a:gdLst/>
                <a:ahLst/>
                <a:cxnLst>
                  <a:cxn ang="0">
                    <a:pos x="12" y="2098"/>
                  </a:cxn>
                  <a:cxn ang="0">
                    <a:pos x="29" y="1798"/>
                  </a:cxn>
                  <a:cxn ang="0">
                    <a:pos x="71" y="1505"/>
                  </a:cxn>
                  <a:cxn ang="0">
                    <a:pos x="131" y="1223"/>
                  </a:cxn>
                  <a:cxn ang="0">
                    <a:pos x="215" y="941"/>
                  </a:cxn>
                  <a:cxn ang="0">
                    <a:pos x="316" y="689"/>
                  </a:cxn>
                  <a:cxn ang="0">
                    <a:pos x="442" y="444"/>
                  </a:cxn>
                  <a:cxn ang="0">
                    <a:pos x="580" y="216"/>
                  </a:cxn>
                  <a:cxn ang="0">
                    <a:pos x="735" y="0"/>
                  </a:cxn>
                  <a:cxn ang="0">
                    <a:pos x="723" y="0"/>
                  </a:cxn>
                  <a:cxn ang="0">
                    <a:pos x="568" y="210"/>
                  </a:cxn>
                  <a:cxn ang="0">
                    <a:pos x="430" y="438"/>
                  </a:cxn>
                  <a:cxn ang="0">
                    <a:pos x="311" y="683"/>
                  </a:cxn>
                  <a:cxn ang="0">
                    <a:pos x="209" y="941"/>
                  </a:cxn>
                  <a:cxn ang="0">
                    <a:pos x="125" y="1217"/>
                  </a:cxn>
                  <a:cxn ang="0">
                    <a:pos x="59" y="1505"/>
                  </a:cxn>
                  <a:cxn ang="0">
                    <a:pos x="18" y="1798"/>
                  </a:cxn>
                  <a:cxn ang="0">
                    <a:pos x="0" y="2098"/>
                  </a:cxn>
                  <a:cxn ang="0">
                    <a:pos x="6" y="2404"/>
                  </a:cxn>
                  <a:cxn ang="0">
                    <a:pos x="29" y="2709"/>
                  </a:cxn>
                  <a:cxn ang="0">
                    <a:pos x="77" y="3015"/>
                  </a:cxn>
                  <a:cxn ang="0">
                    <a:pos x="149" y="3315"/>
                  </a:cxn>
                  <a:cxn ang="0">
                    <a:pos x="227" y="3573"/>
                  </a:cxn>
                  <a:cxn ang="0">
                    <a:pos x="316" y="3824"/>
                  </a:cxn>
                  <a:cxn ang="0">
                    <a:pos x="424" y="4076"/>
                  </a:cxn>
                  <a:cxn ang="0">
                    <a:pos x="544" y="4316"/>
                  </a:cxn>
                  <a:cxn ang="0">
                    <a:pos x="556" y="4316"/>
                  </a:cxn>
                  <a:cxn ang="0">
                    <a:pos x="436" y="4076"/>
                  </a:cxn>
                  <a:cxn ang="0">
                    <a:pos x="328" y="3824"/>
                  </a:cxn>
                  <a:cxn ang="0">
                    <a:pos x="239" y="3573"/>
                  </a:cxn>
                  <a:cxn ang="0">
                    <a:pos x="161" y="3315"/>
                  </a:cxn>
                  <a:cxn ang="0">
                    <a:pos x="89" y="3015"/>
                  </a:cxn>
                  <a:cxn ang="0">
                    <a:pos x="41" y="2709"/>
                  </a:cxn>
                  <a:cxn ang="0">
                    <a:pos x="18" y="2404"/>
                  </a:cxn>
                  <a:cxn ang="0">
                    <a:pos x="12" y="2098"/>
                  </a:cxn>
                  <a:cxn ang="0">
                    <a:pos x="12" y="2098"/>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lnTo>
                      <a:pt x="12" y="209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35" name="Freeform 19"/>
              <p:cNvSpPr>
                <a:spLocks/>
              </p:cNvSpPr>
              <p:nvPr userDrawn="1"/>
            </p:nvSpPr>
            <p:spPr bwMode="hidden">
              <a:xfrm>
                <a:off x="288" y="0"/>
                <a:ext cx="840" cy="4316"/>
              </a:xfrm>
              <a:custGeom>
                <a:avLst/>
                <a:gdLst/>
                <a:ahLst/>
                <a:cxnLst>
                  <a:cxn ang="0">
                    <a:pos x="18" y="1948"/>
                  </a:cxn>
                  <a:cxn ang="0">
                    <a:pos x="48" y="1708"/>
                  </a:cxn>
                  <a:cxn ang="0">
                    <a:pos x="96" y="1475"/>
                  </a:cxn>
                  <a:cxn ang="0">
                    <a:pos x="161" y="1235"/>
                  </a:cxn>
                  <a:cxn ang="0">
                    <a:pos x="251" y="995"/>
                  </a:cxn>
                  <a:cxn ang="0">
                    <a:pos x="365" y="755"/>
                  </a:cxn>
                  <a:cxn ang="0">
                    <a:pos x="496" y="510"/>
                  </a:cxn>
                  <a:cxn ang="0">
                    <a:pos x="658" y="258"/>
                  </a:cxn>
                  <a:cxn ang="0">
                    <a:pos x="741" y="132"/>
                  </a:cxn>
                  <a:cxn ang="0">
                    <a:pos x="837" y="0"/>
                  </a:cxn>
                  <a:cxn ang="0">
                    <a:pos x="825" y="0"/>
                  </a:cxn>
                  <a:cxn ang="0">
                    <a:pos x="729" y="132"/>
                  </a:cxn>
                  <a:cxn ang="0">
                    <a:pos x="640" y="258"/>
                  </a:cxn>
                  <a:cxn ang="0">
                    <a:pos x="562" y="384"/>
                  </a:cxn>
                  <a:cxn ang="0">
                    <a:pos x="484" y="510"/>
                  </a:cxn>
                  <a:cxn ang="0">
                    <a:pos x="353" y="755"/>
                  </a:cxn>
                  <a:cxn ang="0">
                    <a:pos x="239" y="995"/>
                  </a:cxn>
                  <a:cxn ang="0">
                    <a:pos x="150" y="1235"/>
                  </a:cxn>
                  <a:cxn ang="0">
                    <a:pos x="84" y="1469"/>
                  </a:cxn>
                  <a:cxn ang="0">
                    <a:pos x="36" y="1702"/>
                  </a:cxn>
                  <a:cxn ang="0">
                    <a:pos x="6" y="1942"/>
                  </a:cxn>
                  <a:cxn ang="0">
                    <a:pos x="0" y="2200"/>
                  </a:cxn>
                  <a:cxn ang="0">
                    <a:pos x="12" y="2470"/>
                  </a:cxn>
                  <a:cxn ang="0">
                    <a:pos x="48" y="2739"/>
                  </a:cxn>
                  <a:cxn ang="0">
                    <a:pos x="114" y="3027"/>
                  </a:cxn>
                  <a:cxn ang="0">
                    <a:pos x="150" y="3171"/>
                  </a:cxn>
                  <a:cxn ang="0">
                    <a:pos x="197" y="3321"/>
                  </a:cxn>
                  <a:cxn ang="0">
                    <a:pos x="245" y="3477"/>
                  </a:cxn>
                  <a:cxn ang="0">
                    <a:pos x="305" y="3639"/>
                  </a:cxn>
                  <a:cxn ang="0">
                    <a:pos x="365" y="3800"/>
                  </a:cxn>
                  <a:cxn ang="0">
                    <a:pos x="437" y="3968"/>
                  </a:cxn>
                  <a:cxn ang="0">
                    <a:pos x="508" y="4136"/>
                  </a:cxn>
                  <a:cxn ang="0">
                    <a:pos x="592" y="4316"/>
                  </a:cxn>
                  <a:cxn ang="0">
                    <a:pos x="604" y="4316"/>
                  </a:cxn>
                  <a:cxn ang="0">
                    <a:pos x="520" y="4136"/>
                  </a:cxn>
                  <a:cxn ang="0">
                    <a:pos x="448" y="3968"/>
                  </a:cxn>
                  <a:cxn ang="0">
                    <a:pos x="377" y="3800"/>
                  </a:cxn>
                  <a:cxn ang="0">
                    <a:pos x="317" y="3639"/>
                  </a:cxn>
                  <a:cxn ang="0">
                    <a:pos x="257" y="3477"/>
                  </a:cxn>
                  <a:cxn ang="0">
                    <a:pos x="209" y="3327"/>
                  </a:cxn>
                  <a:cxn ang="0">
                    <a:pos x="161" y="3171"/>
                  </a:cxn>
                  <a:cxn ang="0">
                    <a:pos x="126" y="3027"/>
                  </a:cxn>
                  <a:cxn ang="0">
                    <a:pos x="60" y="2739"/>
                  </a:cxn>
                  <a:cxn ang="0">
                    <a:pos x="24" y="2470"/>
                  </a:cxn>
                  <a:cxn ang="0">
                    <a:pos x="12" y="2206"/>
                  </a:cxn>
                  <a:cxn ang="0">
                    <a:pos x="18" y="1948"/>
                  </a:cxn>
                  <a:cxn ang="0">
                    <a:pos x="18" y="1948"/>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lnTo>
                      <a:pt x="18" y="1948"/>
                    </a:lnTo>
                    <a:close/>
                  </a:path>
                </a:pathLst>
              </a:custGeom>
              <a:gradFill rotWithShape="0">
                <a:gsLst>
                  <a:gs pos="0">
                    <a:schemeClr val="bg1"/>
                  </a:gs>
                  <a:gs pos="100000">
                    <a:schemeClr val="bg1">
                      <a:gamma/>
                      <a:shade val="66667"/>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grpSp>
        <p:sp>
          <p:nvSpPr>
            <p:cNvPr id="86036" name="Freeform 20"/>
            <p:cNvSpPr>
              <a:spLocks/>
            </p:cNvSpPr>
            <p:nvPr/>
          </p:nvSpPr>
          <p:spPr bwMode="hidden">
            <a:xfrm>
              <a:off x="6" y="2901"/>
              <a:ext cx="606" cy="1415"/>
            </a:xfrm>
            <a:custGeom>
              <a:avLst/>
              <a:gdLst/>
              <a:ahLst/>
              <a:cxnLst>
                <a:cxn ang="0">
                  <a:pos x="0" y="54"/>
                </a:cxn>
                <a:cxn ang="0">
                  <a:pos x="42" y="228"/>
                </a:cxn>
                <a:cxn ang="0">
                  <a:pos x="96" y="402"/>
                </a:cxn>
                <a:cxn ang="0">
                  <a:pos x="161" y="576"/>
                </a:cxn>
                <a:cxn ang="0">
                  <a:pos x="227" y="744"/>
                </a:cxn>
                <a:cxn ang="0">
                  <a:pos x="305" y="917"/>
                </a:cxn>
                <a:cxn ang="0">
                  <a:pos x="389" y="1085"/>
                </a:cxn>
                <a:cxn ang="0">
                  <a:pos x="484" y="1253"/>
                </a:cxn>
                <a:cxn ang="0">
                  <a:pos x="586" y="1415"/>
                </a:cxn>
                <a:cxn ang="0">
                  <a:pos x="604" y="1415"/>
                </a:cxn>
                <a:cxn ang="0">
                  <a:pos x="496" y="1247"/>
                </a:cxn>
                <a:cxn ang="0">
                  <a:pos x="401" y="1073"/>
                </a:cxn>
                <a:cxn ang="0">
                  <a:pos x="311" y="899"/>
                </a:cxn>
                <a:cxn ang="0">
                  <a:pos x="233" y="720"/>
                </a:cxn>
                <a:cxn ang="0">
                  <a:pos x="161" y="546"/>
                </a:cxn>
                <a:cxn ang="0">
                  <a:pos x="102" y="366"/>
                </a:cxn>
                <a:cxn ang="0">
                  <a:pos x="48" y="180"/>
                </a:cxn>
                <a:cxn ang="0">
                  <a:pos x="0" y="0"/>
                </a:cxn>
                <a:cxn ang="0">
                  <a:pos x="0" y="54"/>
                </a:cxn>
                <a:cxn ang="0">
                  <a:pos x="0" y="54"/>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lnTo>
                    <a:pt x="0" y="54"/>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37" name="Freeform 21"/>
            <p:cNvSpPr>
              <a:spLocks/>
            </p:cNvSpPr>
            <p:nvPr/>
          </p:nvSpPr>
          <p:spPr bwMode="hidden">
            <a:xfrm>
              <a:off x="6" y="3890"/>
              <a:ext cx="228" cy="426"/>
            </a:xfrm>
            <a:custGeom>
              <a:avLst/>
              <a:gdLst/>
              <a:ahLst/>
              <a:cxnLst>
                <a:cxn ang="0">
                  <a:pos x="0" y="30"/>
                </a:cxn>
                <a:cxn ang="0">
                  <a:pos x="108" y="240"/>
                </a:cxn>
                <a:cxn ang="0">
                  <a:pos x="215" y="426"/>
                </a:cxn>
                <a:cxn ang="0">
                  <a:pos x="227" y="426"/>
                </a:cxn>
                <a:cxn ang="0">
                  <a:pos x="167" y="330"/>
                </a:cxn>
                <a:cxn ang="0">
                  <a:pos x="114" y="222"/>
                </a:cxn>
                <a:cxn ang="0">
                  <a:pos x="0" y="0"/>
                </a:cxn>
                <a:cxn ang="0">
                  <a:pos x="0" y="30"/>
                </a:cxn>
                <a:cxn ang="0">
                  <a:pos x="0" y="30"/>
                </a:cxn>
              </a:cxnLst>
              <a:rect l="0" t="0" r="r" b="b"/>
              <a:pathLst>
                <a:path w="227" h="426">
                  <a:moveTo>
                    <a:pt x="0" y="30"/>
                  </a:moveTo>
                  <a:lnTo>
                    <a:pt x="108" y="240"/>
                  </a:lnTo>
                  <a:lnTo>
                    <a:pt x="215" y="426"/>
                  </a:lnTo>
                  <a:lnTo>
                    <a:pt x="227" y="426"/>
                  </a:lnTo>
                  <a:lnTo>
                    <a:pt x="167" y="330"/>
                  </a:lnTo>
                  <a:lnTo>
                    <a:pt x="114" y="222"/>
                  </a:lnTo>
                  <a:lnTo>
                    <a:pt x="0" y="0"/>
                  </a:lnTo>
                  <a:lnTo>
                    <a:pt x="0" y="30"/>
                  </a:lnTo>
                  <a:lnTo>
                    <a:pt x="0" y="30"/>
                  </a:lnTo>
                  <a:close/>
                </a:path>
              </a:pathLst>
            </a:custGeom>
            <a:gradFill rotWithShape="0">
              <a:gsLst>
                <a:gs pos="0">
                  <a:schemeClr val="bg2"/>
                </a:gs>
                <a:gs pos="100000">
                  <a:schemeClr val="bg2">
                    <a:gamma/>
                    <a:shade val="60784"/>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86038" name="Freeform 22"/>
            <p:cNvSpPr>
              <a:spLocks/>
            </p:cNvSpPr>
            <p:nvPr/>
          </p:nvSpPr>
          <p:spPr bwMode="hidden">
            <a:xfrm>
              <a:off x="4776" y="0"/>
              <a:ext cx="984" cy="1786"/>
            </a:xfrm>
            <a:custGeom>
              <a:avLst/>
              <a:gdLst/>
              <a:ahLst/>
              <a:cxnLst>
                <a:cxn ang="0">
                  <a:pos x="981" y="1786"/>
                </a:cxn>
                <a:cxn ang="0">
                  <a:pos x="981" y="1720"/>
                </a:cxn>
                <a:cxn ang="0">
                  <a:pos x="969" y="1666"/>
                </a:cxn>
                <a:cxn ang="0">
                  <a:pos x="957" y="1613"/>
                </a:cxn>
                <a:cxn ang="0">
                  <a:pos x="921" y="1487"/>
                </a:cxn>
                <a:cxn ang="0">
                  <a:pos x="885" y="1361"/>
                </a:cxn>
                <a:cxn ang="0">
                  <a:pos x="796" y="1121"/>
                </a:cxn>
                <a:cxn ang="0">
                  <a:pos x="682" y="899"/>
                </a:cxn>
                <a:cxn ang="0">
                  <a:pos x="562" y="689"/>
                </a:cxn>
                <a:cxn ang="0">
                  <a:pos x="431" y="498"/>
                </a:cxn>
                <a:cxn ang="0">
                  <a:pos x="293" y="318"/>
                </a:cxn>
                <a:cxn ang="0">
                  <a:pos x="150" y="150"/>
                </a:cxn>
                <a:cxn ang="0">
                  <a:pos x="12" y="0"/>
                </a:cxn>
                <a:cxn ang="0">
                  <a:pos x="0" y="0"/>
                </a:cxn>
                <a:cxn ang="0">
                  <a:pos x="138" y="150"/>
                </a:cxn>
                <a:cxn ang="0">
                  <a:pos x="275" y="318"/>
                </a:cxn>
                <a:cxn ang="0">
                  <a:pos x="413" y="498"/>
                </a:cxn>
                <a:cxn ang="0">
                  <a:pos x="545" y="689"/>
                </a:cxn>
                <a:cxn ang="0">
                  <a:pos x="670" y="899"/>
                </a:cxn>
                <a:cxn ang="0">
                  <a:pos x="778" y="1121"/>
                </a:cxn>
                <a:cxn ang="0">
                  <a:pos x="873" y="1361"/>
                </a:cxn>
                <a:cxn ang="0">
                  <a:pos x="909" y="1487"/>
                </a:cxn>
                <a:cxn ang="0">
                  <a:pos x="945" y="1619"/>
                </a:cxn>
                <a:cxn ang="0">
                  <a:pos x="963" y="1702"/>
                </a:cxn>
                <a:cxn ang="0">
                  <a:pos x="981" y="1786"/>
                </a:cxn>
                <a:cxn ang="0">
                  <a:pos x="981" y="1786"/>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lnTo>
                    <a:pt x="981" y="1786"/>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5135" name="Freeform 23"/>
            <p:cNvSpPr>
              <a:spLocks/>
            </p:cNvSpPr>
            <p:nvPr/>
          </p:nvSpPr>
          <p:spPr bwMode="hidden">
            <a:xfrm>
              <a:off x="5041" y="0"/>
              <a:ext cx="719" cy="845"/>
            </a:xfrm>
            <a:custGeom>
              <a:avLst/>
              <a:gdLst>
                <a:gd name="T0" fmla="*/ 729 w 717"/>
                <a:gd name="T1" fmla="*/ 845 h 845"/>
                <a:gd name="T2" fmla="*/ 729 w 717"/>
                <a:gd name="T3" fmla="*/ 821 h 845"/>
                <a:gd name="T4" fmla="*/ 586 w 717"/>
                <a:gd name="T5" fmla="*/ 605 h 845"/>
                <a:gd name="T6" fmla="*/ 412 w 717"/>
                <a:gd name="T7" fmla="*/ 396 h 845"/>
                <a:gd name="T8" fmla="*/ 227 w 717"/>
                <a:gd name="T9" fmla="*/ 192 h 845"/>
                <a:gd name="T10" fmla="*/ 17 w 717"/>
                <a:gd name="T11" fmla="*/ 0 h 845"/>
                <a:gd name="T12" fmla="*/ 0 w 717"/>
                <a:gd name="T13" fmla="*/ 0 h 845"/>
                <a:gd name="T14" fmla="*/ 215 w 717"/>
                <a:gd name="T15" fmla="*/ 198 h 845"/>
                <a:gd name="T16" fmla="*/ 406 w 717"/>
                <a:gd name="T17" fmla="*/ 408 h 845"/>
                <a:gd name="T18" fmla="*/ 580 w 717"/>
                <a:gd name="T19" fmla="*/ 623 h 845"/>
                <a:gd name="T20" fmla="*/ 729 w 717"/>
                <a:gd name="T21" fmla="*/ 845 h 845"/>
                <a:gd name="T22" fmla="*/ 729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36" name="Freeform 24"/>
            <p:cNvSpPr>
              <a:spLocks/>
            </p:cNvSpPr>
            <p:nvPr/>
          </p:nvSpPr>
          <p:spPr bwMode="hidden">
            <a:xfrm>
              <a:off x="5352" y="0"/>
              <a:ext cx="408" cy="414"/>
            </a:xfrm>
            <a:custGeom>
              <a:avLst/>
              <a:gdLst>
                <a:gd name="T0" fmla="*/ 413 w 407"/>
                <a:gd name="T1" fmla="*/ 414 h 414"/>
                <a:gd name="T2" fmla="*/ 413 w 407"/>
                <a:gd name="T3" fmla="*/ 396 h 414"/>
                <a:gd name="T4" fmla="*/ 228 w 407"/>
                <a:gd name="T5" fmla="*/ 192 h 414"/>
                <a:gd name="T6" fmla="*/ 12 w 407"/>
                <a:gd name="T7" fmla="*/ 0 h 414"/>
                <a:gd name="T8" fmla="*/ 0 w 407"/>
                <a:gd name="T9" fmla="*/ 0 h 414"/>
                <a:gd name="T10" fmla="*/ 108 w 407"/>
                <a:gd name="T11" fmla="*/ 102 h 414"/>
                <a:gd name="T12" fmla="*/ 222 w 407"/>
                <a:gd name="T13" fmla="*/ 204 h 414"/>
                <a:gd name="T14" fmla="*/ 413 w 407"/>
                <a:gd name="T15" fmla="*/ 414 h 414"/>
                <a:gd name="T16" fmla="*/ 413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86041" name="Freeform 25"/>
            <p:cNvSpPr>
              <a:spLocks/>
            </p:cNvSpPr>
            <p:nvPr/>
          </p:nvSpPr>
          <p:spPr bwMode="hidden">
            <a:xfrm>
              <a:off x="6" y="0"/>
              <a:ext cx="858" cy="1409"/>
            </a:xfrm>
            <a:custGeom>
              <a:avLst/>
              <a:gdLst/>
              <a:ahLst/>
              <a:cxnLst>
                <a:cxn ang="0">
                  <a:pos x="0" y="1361"/>
                </a:cxn>
                <a:cxn ang="0">
                  <a:pos x="0" y="1409"/>
                </a:cxn>
                <a:cxn ang="0">
                  <a:pos x="54" y="1211"/>
                </a:cxn>
                <a:cxn ang="0">
                  <a:pos x="126" y="1013"/>
                </a:cxn>
                <a:cxn ang="0">
                  <a:pos x="215" y="827"/>
                </a:cxn>
                <a:cxn ang="0">
                  <a:pos x="311" y="647"/>
                </a:cxn>
                <a:cxn ang="0">
                  <a:pos x="431" y="474"/>
                </a:cxn>
                <a:cxn ang="0">
                  <a:pos x="556" y="312"/>
                </a:cxn>
                <a:cxn ang="0">
                  <a:pos x="700" y="150"/>
                </a:cxn>
                <a:cxn ang="0">
                  <a:pos x="855" y="0"/>
                </a:cxn>
                <a:cxn ang="0">
                  <a:pos x="837" y="0"/>
                </a:cxn>
                <a:cxn ang="0">
                  <a:pos x="688" y="144"/>
                </a:cxn>
                <a:cxn ang="0">
                  <a:pos x="550" y="300"/>
                </a:cxn>
                <a:cxn ang="0">
                  <a:pos x="425" y="462"/>
                </a:cxn>
                <a:cxn ang="0">
                  <a:pos x="311" y="629"/>
                </a:cxn>
                <a:cxn ang="0">
                  <a:pos x="215" y="803"/>
                </a:cxn>
                <a:cxn ang="0">
                  <a:pos x="132" y="983"/>
                </a:cxn>
                <a:cxn ang="0">
                  <a:pos x="60" y="1169"/>
                </a:cxn>
                <a:cxn ang="0">
                  <a:pos x="0" y="1361"/>
                </a:cxn>
                <a:cxn ang="0">
                  <a:pos x="0" y="1361"/>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lnTo>
                    <a:pt x="0" y="1361"/>
                  </a:lnTo>
                  <a:close/>
                </a:path>
              </a:pathLst>
            </a:custGeom>
            <a:gradFill rotWithShape="0">
              <a:gsLst>
                <a:gs pos="0">
                  <a:schemeClr val="bg1"/>
                </a:gs>
                <a:gs pos="100000">
                  <a:schemeClr val="bg1">
                    <a:gamma/>
                    <a:shade val="94118"/>
                    <a:invGamma/>
                  </a:schemeClr>
                </a:gs>
              </a:gsLst>
              <a:lin ang="5400000" scaled="1"/>
            </a:gradFill>
            <a:ln w="9525">
              <a:noFill/>
              <a:round/>
              <a:headEnd/>
              <a:tailEnd/>
            </a:ln>
          </p:spPr>
          <p:txBody>
            <a:bodyPr/>
            <a:lstStyle/>
            <a:p>
              <a:pPr fontAlgn="base">
                <a:spcBef>
                  <a:spcPct val="0"/>
                </a:spcBef>
                <a:spcAft>
                  <a:spcPct val="0"/>
                </a:spcAft>
                <a:defRPr/>
              </a:pPr>
              <a:endParaRPr lang="zh-CN" altLang="en-US" sz="3200" b="1">
                <a:solidFill>
                  <a:srgbClr val="FFFFFF"/>
                </a:solidFill>
                <a:latin typeface="Times New Roman" panose="02020603050405020304" pitchFamily="18" charset="0"/>
              </a:endParaRPr>
            </a:p>
          </p:txBody>
        </p:sp>
        <p:sp>
          <p:nvSpPr>
            <p:cNvPr id="5138" name="Freeform 26"/>
            <p:cNvSpPr>
              <a:spLocks/>
            </p:cNvSpPr>
            <p:nvPr/>
          </p:nvSpPr>
          <p:spPr bwMode="hidden">
            <a:xfrm>
              <a:off x="6" y="0"/>
              <a:ext cx="588" cy="599"/>
            </a:xfrm>
            <a:custGeom>
              <a:avLst/>
              <a:gdLst>
                <a:gd name="T0" fmla="*/ 598 w 586"/>
                <a:gd name="T1" fmla="*/ 0 h 599"/>
                <a:gd name="T2" fmla="*/ 580 w 586"/>
                <a:gd name="T3" fmla="*/ 0 h 599"/>
                <a:gd name="T4" fmla="*/ 413 w 586"/>
                <a:gd name="T5" fmla="*/ 132 h 599"/>
                <a:gd name="T6" fmla="*/ 263 w 586"/>
                <a:gd name="T7" fmla="*/ 270 h 599"/>
                <a:gd name="T8" fmla="*/ 120 w 586"/>
                <a:gd name="T9" fmla="*/ 420 h 599"/>
                <a:gd name="T10" fmla="*/ 0 w 586"/>
                <a:gd name="T11" fmla="*/ 575 h 599"/>
                <a:gd name="T12" fmla="*/ 0 w 586"/>
                <a:gd name="T13" fmla="*/ 599 h 599"/>
                <a:gd name="T14" fmla="*/ 120 w 586"/>
                <a:gd name="T15" fmla="*/ 432 h 599"/>
                <a:gd name="T16" fmla="*/ 263 w 586"/>
                <a:gd name="T17" fmla="*/ 282 h 599"/>
                <a:gd name="T18" fmla="*/ 419 w 586"/>
                <a:gd name="T19" fmla="*/ 138 h 599"/>
                <a:gd name="T20" fmla="*/ 598 w 586"/>
                <a:gd name="T21" fmla="*/ 0 h 599"/>
                <a:gd name="T22" fmla="*/ 598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39" name="Freeform 27"/>
            <p:cNvSpPr>
              <a:spLocks/>
            </p:cNvSpPr>
            <p:nvPr/>
          </p:nvSpPr>
          <p:spPr bwMode="hidden">
            <a:xfrm>
              <a:off x="6" y="0"/>
              <a:ext cx="270" cy="252"/>
            </a:xfrm>
            <a:custGeom>
              <a:avLst/>
              <a:gdLst>
                <a:gd name="T0" fmla="*/ 275 w 269"/>
                <a:gd name="T1" fmla="*/ 0 h 252"/>
                <a:gd name="T2" fmla="*/ 257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75 w 269"/>
                <a:gd name="T15" fmla="*/ 0 h 252"/>
                <a:gd name="T16" fmla="*/ 275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40" name="Line 28"/>
            <p:cNvSpPr>
              <a:spLocks noChangeShapeType="1"/>
            </p:cNvSpPr>
            <p:nvPr/>
          </p:nvSpPr>
          <p:spPr bwMode="hidden">
            <a:xfrm>
              <a:off x="1" y="2749"/>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41" name="Line 29"/>
            <p:cNvSpPr>
              <a:spLocks noChangeShapeType="1"/>
            </p:cNvSpPr>
            <p:nvPr/>
          </p:nvSpPr>
          <p:spPr bwMode="hidden">
            <a:xfrm>
              <a:off x="1" y="2356"/>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42" name="Line 30"/>
            <p:cNvSpPr>
              <a:spLocks noChangeShapeType="1"/>
            </p:cNvSpPr>
            <p:nvPr/>
          </p:nvSpPr>
          <p:spPr bwMode="hidden">
            <a:xfrm>
              <a:off x="1" y="3142"/>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grpSp>
          <p:nvGrpSpPr>
            <p:cNvPr id="5143" name="Group 31"/>
            <p:cNvGrpSpPr>
              <a:grpSpLocks/>
            </p:cNvGrpSpPr>
            <p:nvPr/>
          </p:nvGrpSpPr>
          <p:grpSpPr bwMode="auto">
            <a:xfrm>
              <a:off x="1" y="392"/>
              <a:ext cx="5758" cy="1571"/>
              <a:chOff x="1" y="392"/>
              <a:chExt cx="5758" cy="1571"/>
            </a:xfrm>
          </p:grpSpPr>
          <p:sp>
            <p:nvSpPr>
              <p:cNvPr id="5146" name="Line 32"/>
              <p:cNvSpPr>
                <a:spLocks noChangeShapeType="1"/>
              </p:cNvSpPr>
              <p:nvPr userDrawn="1"/>
            </p:nvSpPr>
            <p:spPr bwMode="hidden">
              <a:xfrm>
                <a:off x="1" y="784"/>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47" name="Line 33"/>
              <p:cNvSpPr>
                <a:spLocks noChangeShapeType="1"/>
              </p:cNvSpPr>
              <p:nvPr userDrawn="1"/>
            </p:nvSpPr>
            <p:spPr bwMode="hidden">
              <a:xfrm>
                <a:off x="1" y="1963"/>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48" name="Line 34"/>
              <p:cNvSpPr>
                <a:spLocks noChangeShapeType="1"/>
              </p:cNvSpPr>
              <p:nvPr userDrawn="1"/>
            </p:nvSpPr>
            <p:spPr bwMode="hidden">
              <a:xfrm>
                <a:off x="1" y="1570"/>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49" name="Line 35"/>
              <p:cNvSpPr>
                <a:spLocks noChangeShapeType="1"/>
              </p:cNvSpPr>
              <p:nvPr userDrawn="1"/>
            </p:nvSpPr>
            <p:spPr bwMode="hidden">
              <a:xfrm>
                <a:off x="1" y="1177"/>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50" name="Line 36"/>
              <p:cNvSpPr>
                <a:spLocks noChangeShapeType="1"/>
              </p:cNvSpPr>
              <p:nvPr userDrawn="1"/>
            </p:nvSpPr>
            <p:spPr bwMode="hidden">
              <a:xfrm>
                <a:off x="1" y="392"/>
                <a:ext cx="5758" cy="0"/>
              </a:xfrm>
              <a:prstGeom prst="line">
                <a:avLst/>
              </a:prstGeom>
              <a:noFill/>
              <a:ln w="15875">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grpSp>
        <p:sp>
          <p:nvSpPr>
            <p:cNvPr id="5144" name="Line 37"/>
            <p:cNvSpPr>
              <a:spLocks noChangeShapeType="1"/>
            </p:cNvSpPr>
            <p:nvPr/>
          </p:nvSpPr>
          <p:spPr bwMode="hidden">
            <a:xfrm>
              <a:off x="1" y="3928"/>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sp>
          <p:nvSpPr>
            <p:cNvPr id="5145" name="Line 38"/>
            <p:cNvSpPr>
              <a:spLocks noChangeShapeType="1"/>
            </p:cNvSpPr>
            <p:nvPr/>
          </p:nvSpPr>
          <p:spPr bwMode="hidden">
            <a:xfrm>
              <a:off x="1" y="3535"/>
              <a:ext cx="5758" cy="0"/>
            </a:xfrm>
            <a:prstGeom prst="line">
              <a:avLst/>
            </a:prstGeom>
            <a:noFill/>
            <a:ln w="15875">
              <a:solidFill>
                <a:schemeClr val="bg2"/>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sz="3200" b="1">
                <a:solidFill>
                  <a:srgbClr val="FFFFFF"/>
                </a:solidFill>
                <a:latin typeface="Times New Roman" panose="02020603050405020304" pitchFamily="18" charset="0"/>
              </a:endParaRPr>
            </a:p>
          </p:txBody>
        </p:sp>
      </p:grpSp>
      <p:sp>
        <p:nvSpPr>
          <p:cNvPr id="86055" name="Rectangle 39"/>
          <p:cNvSpPr>
            <a:spLocks noGrp="1" noChangeArrowheads="1"/>
          </p:cNvSpPr>
          <p:nvPr>
            <p:ph type="title"/>
          </p:nvPr>
        </p:nvSpPr>
        <p:spPr bwMode="auto">
          <a:xfrm>
            <a:off x="609600" y="277814"/>
            <a:ext cx="10972800" cy="1139825"/>
          </a:xfrm>
          <a:prstGeom prst="rect">
            <a:avLst/>
          </a:prstGeom>
          <a:noFill/>
          <a:ln w="9525">
            <a:noFill/>
            <a:miter lim="800000"/>
            <a:headEnd/>
            <a:tailEnd/>
          </a:ln>
          <a:effectLst/>
        </p:spPr>
        <p:txBody>
          <a:bodyPr vert="horz" wrap="square" lIns="91440" tIns="45720" rIns="91440" bIns="45720" numCol="1" anchor="ctr" anchorCtr="1" compatLnSpc="1">
            <a:prstTxWarp prst="textNoShape">
              <a:avLst/>
            </a:prstTxWarp>
          </a:bodyPr>
          <a:lstStyle/>
          <a:p>
            <a:pPr lvl="0"/>
            <a:r>
              <a:rPr lang="zh-CN" altLang="en-US"/>
              <a:t>单击此处编辑母版标题样式</a:t>
            </a:r>
          </a:p>
        </p:txBody>
      </p:sp>
      <p:sp>
        <p:nvSpPr>
          <p:cNvPr id="86056" name="Rectangle 40"/>
          <p:cNvSpPr>
            <a:spLocks noGrp="1" noChangeArrowheads="1"/>
          </p:cNvSpPr>
          <p:nvPr>
            <p:ph type="dt" sz="half" idx="2"/>
          </p:nvPr>
        </p:nvSpPr>
        <p:spPr bwMode="auto">
          <a:xfrm>
            <a:off x="609600" y="6243638"/>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000" b="0">
                <a:effectLst>
                  <a:outerShdw blurRad="38100" dist="38100" dir="2700000" algn="tl">
                    <a:srgbClr val="000000"/>
                  </a:outerShdw>
                </a:effectLst>
                <a:latin typeface="+mn-lt"/>
              </a:defRPr>
            </a:lvl1pPr>
          </a:lstStyle>
          <a:p>
            <a:pPr fontAlgn="base">
              <a:spcBef>
                <a:spcPct val="0"/>
              </a:spcBef>
              <a:spcAft>
                <a:spcPct val="0"/>
              </a:spcAft>
              <a:defRPr/>
            </a:pPr>
            <a:endParaRPr lang="en-US" altLang="zh-CN">
              <a:solidFill>
                <a:srgbClr val="FFFFFF"/>
              </a:solidFill>
            </a:endParaRPr>
          </a:p>
        </p:txBody>
      </p:sp>
      <p:sp>
        <p:nvSpPr>
          <p:cNvPr id="86057" name="Rectangle 41"/>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000" b="0">
                <a:effectLst>
                  <a:outerShdw blurRad="38100" dist="38100" dir="2700000" algn="tl">
                    <a:srgbClr val="000000"/>
                  </a:outerShdw>
                </a:effectLst>
                <a:latin typeface="+mn-lt"/>
              </a:defRPr>
            </a:lvl1pPr>
          </a:lstStyle>
          <a:p>
            <a:pPr fontAlgn="base">
              <a:spcBef>
                <a:spcPct val="0"/>
              </a:spcBef>
              <a:spcAft>
                <a:spcPct val="0"/>
              </a:spcAft>
              <a:defRPr/>
            </a:pPr>
            <a:endParaRPr lang="en-US" altLang="zh-CN">
              <a:solidFill>
                <a:srgbClr val="FFFFFF"/>
              </a:solidFill>
            </a:endParaRPr>
          </a:p>
        </p:txBody>
      </p:sp>
      <p:sp>
        <p:nvSpPr>
          <p:cNvPr id="86058" name="Rectangle 42"/>
          <p:cNvSpPr>
            <a:spLocks noGrp="1" noChangeArrowheads="1"/>
          </p:cNvSpPr>
          <p:nvPr>
            <p:ph type="sldNum" sz="quarter" idx="4"/>
          </p:nvPr>
        </p:nvSpPr>
        <p:spPr bwMode="auto">
          <a:xfrm>
            <a:off x="8737600" y="6243638"/>
            <a:ext cx="2844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000" b="0">
                <a:effectLst>
                  <a:outerShdw blurRad="38100" dist="38100" dir="2700000" algn="tl">
                    <a:srgbClr val="000000"/>
                  </a:outerShdw>
                </a:effectLst>
                <a:latin typeface="Verdana" panose="020B0604030504040204" pitchFamily="34" charset="0"/>
              </a:defRPr>
            </a:lvl1pPr>
          </a:lstStyle>
          <a:p>
            <a:pPr fontAlgn="base">
              <a:spcBef>
                <a:spcPct val="0"/>
              </a:spcBef>
              <a:spcAft>
                <a:spcPct val="0"/>
              </a:spcAft>
              <a:defRPr/>
            </a:pPr>
            <a:fld id="{B26A3BC2-0359-4F44-84A8-9AFF709B11DF}" type="slidenum">
              <a:rPr lang="zh-CN" altLang="en-US">
                <a:solidFill>
                  <a:srgbClr val="FFFFFF"/>
                </a:solidFill>
              </a:rPr>
              <a:pPr fontAlgn="base">
                <a:spcBef>
                  <a:spcPct val="0"/>
                </a:spcBef>
                <a:spcAft>
                  <a:spcPct val="0"/>
                </a:spcAft>
                <a:defRPr/>
              </a:pPr>
              <a:t>‹#›</a:t>
            </a:fld>
            <a:endParaRPr lang="en-US" altLang="zh-CN">
              <a:solidFill>
                <a:srgbClr val="FFFFFF"/>
              </a:solidFill>
            </a:endParaRPr>
          </a:p>
        </p:txBody>
      </p:sp>
      <p:sp>
        <p:nvSpPr>
          <p:cNvPr id="86059" name="Rectangle 43"/>
          <p:cNvSpPr>
            <a:spLocks noGrp="1" noChangeArrowheads="1"/>
          </p:cNvSpPr>
          <p:nvPr>
            <p:ph type="body" idx="1"/>
          </p:nvPr>
        </p:nvSpPr>
        <p:spPr bwMode="auto">
          <a:xfrm>
            <a:off x="609600" y="1600201"/>
            <a:ext cx="10972800" cy="453072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4140172698"/>
      </p:ext>
    </p:extLst>
  </p:cSld>
  <p:clrMap bg1="dk2" tx1="lt1" bg2="dk1" tx2="lt2" accent1="accent1" accent2="accent2" accent3="accent3" accent4="accent4" accent5="accent5" accent6="accent6" hlink="hlink" folHlink="folHlink"/>
  <p:sldLayoutIdLst>
    <p:sldLayoutId id="2147484028" r:id="rId1"/>
    <p:sldLayoutId id="2147484029" r:id="rId2"/>
    <p:sldLayoutId id="2147484030" r:id="rId3"/>
    <p:sldLayoutId id="2147484031" r:id="rId4"/>
    <p:sldLayoutId id="2147484032" r:id="rId5"/>
    <p:sldLayoutId id="2147484033" r:id="rId6"/>
    <p:sldLayoutId id="2147484034" r:id="rId7"/>
    <p:sldLayoutId id="2147484035" r:id="rId8"/>
    <p:sldLayoutId id="2147484036" r:id="rId9"/>
    <p:sldLayoutId id="2147484037" r:id="rId10"/>
    <p:sldLayoutId id="2147484038" r:id="rId11"/>
  </p:sldLayoutIdLst>
  <p:txStyles>
    <p:titleStyle>
      <a:lvl1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mj-lt"/>
          <a:ea typeface="+mj-ea"/>
          <a:cs typeface="+mj-cs"/>
        </a:defRPr>
      </a:lvl1pPr>
      <a:lvl2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2pPr>
      <a:lvl3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3pPr>
      <a:lvl4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4pPr>
      <a:lvl5pPr algn="ctr" rtl="0" eaLnBrk="0" fontAlgn="base" hangingPunct="0">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5pPr>
      <a:lvl6pPr marL="4572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6pPr>
      <a:lvl7pPr marL="9144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7pPr>
      <a:lvl8pPr marL="13716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8pPr>
      <a:lvl9pPr marL="1828800" algn="ctr" rtl="0" fontAlgn="base">
        <a:spcBef>
          <a:spcPct val="0"/>
        </a:spcBef>
        <a:spcAft>
          <a:spcPct val="0"/>
        </a:spcAft>
        <a:defRPr sz="4400">
          <a:solidFill>
            <a:schemeClr val="tx2"/>
          </a:solidFill>
          <a:effectLst>
            <a:outerShdw blurRad="38100" dist="38100" dir="2700000" algn="tl">
              <a:srgbClr val="000000"/>
            </a:outerShdw>
          </a:effectLst>
          <a:latin typeface="Arial" charset="0"/>
          <a:ea typeface="宋体" pitchFamily="2" charset="-122"/>
        </a:defRPr>
      </a:lvl9pPr>
    </p:titleStyle>
    <p:bodyStyle>
      <a:lvl1pPr marL="342900" indent="-342900" algn="l" rtl="0" eaLnBrk="0" fontAlgn="base" hangingPunct="0">
        <a:spcBef>
          <a:spcPct val="20000"/>
        </a:spcBef>
        <a:spcAft>
          <a:spcPct val="0"/>
        </a:spcAft>
        <a:buClr>
          <a:schemeClr val="hlink"/>
        </a:buClr>
        <a:buSzPct val="60000"/>
        <a:buFont typeface="Wingdings" panose="05000000000000000000" pitchFamily="2" charset="2"/>
        <a:buChar char="n"/>
        <a:defRPr sz="3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Char char="•"/>
        <a:defRPr sz="2800">
          <a:solidFill>
            <a:schemeClr val="tx1"/>
          </a:solidFill>
          <a:effectLst>
            <a:outerShdw blurRad="38100" dist="38100" dir="2700000" algn="tl">
              <a:srgbClr val="000000"/>
            </a:outerShdw>
          </a:effectLst>
          <a:latin typeface="+mn-lt"/>
          <a:ea typeface="+mn-ea"/>
        </a:defRPr>
      </a:lvl2pPr>
      <a:lvl3pPr marL="1143000" indent="-228600" algn="l" rtl="0" eaLnBrk="0" fontAlgn="base" hangingPunct="0">
        <a:spcBef>
          <a:spcPct val="20000"/>
        </a:spcBef>
        <a:spcAft>
          <a:spcPct val="0"/>
        </a:spcAft>
        <a:buClr>
          <a:schemeClr val="accent2"/>
        </a:buClr>
        <a:buSzPct val="60000"/>
        <a:buFont typeface="Wingdings" panose="05000000000000000000" pitchFamily="2" charset="2"/>
        <a:buChar char="n"/>
        <a:defRPr sz="2400">
          <a:solidFill>
            <a:schemeClr val="tx1"/>
          </a:solidFill>
          <a:effectLst>
            <a:outerShdw blurRad="38100" dist="38100" dir="2700000" algn="tl">
              <a:srgbClr val="000000"/>
            </a:outerShdw>
          </a:effectLst>
          <a:latin typeface="+mn-lt"/>
          <a:ea typeface="+mn-ea"/>
        </a:defRPr>
      </a:lvl3pPr>
      <a:lvl4pPr marL="1600200" indent="-228600" algn="l" rtl="0" eaLnBrk="0" fontAlgn="base" hangingPunct="0">
        <a:spcBef>
          <a:spcPct val="20000"/>
        </a:spcBef>
        <a:spcAft>
          <a:spcPct val="0"/>
        </a:spcAft>
        <a:buClr>
          <a:schemeClr val="tx2"/>
        </a:buClr>
        <a:buChar char="•"/>
        <a:defRPr sz="2000">
          <a:solidFill>
            <a:schemeClr val="tx1"/>
          </a:solidFill>
          <a:effectLst>
            <a:outerShdw blurRad="38100" dist="38100" dir="2700000" algn="tl">
              <a:srgbClr val="000000"/>
            </a:outerShdw>
          </a:effectLst>
          <a:latin typeface="+mn-lt"/>
          <a:ea typeface="+mn-ea"/>
        </a:defRPr>
      </a:lvl4pPr>
      <a:lvl5pPr marL="2057400" indent="-228600" algn="l" rtl="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effectLst>
            <a:outerShdw blurRad="38100" dist="38100" dir="2700000" algn="tl">
              <a:srgbClr val="000000"/>
            </a:outerShdw>
          </a:effectLst>
          <a:latin typeface="+mn-lt"/>
          <a:ea typeface="+mn-ea"/>
        </a:defRPr>
      </a:lvl5pPr>
      <a:lvl6pPr marL="25146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6pPr>
      <a:lvl7pPr marL="29718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7pPr>
      <a:lvl8pPr marL="34290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8pPr>
      <a:lvl9pPr marL="3886200" indent="-228600" algn="l" rtl="0" fontAlgn="base">
        <a:spcBef>
          <a:spcPct val="20000"/>
        </a:spcBef>
        <a:spcAft>
          <a:spcPct val="0"/>
        </a:spcAft>
        <a:buClr>
          <a:schemeClr val="folHlink"/>
        </a:buClr>
        <a:buSzPct val="60000"/>
        <a:buFont typeface="Wingdings" pitchFamily="2" charset="2"/>
        <a:buChar char="n"/>
        <a:defRPr sz="2000">
          <a:solidFill>
            <a:schemeClr val="tx1"/>
          </a:solidFill>
          <a:effectLst>
            <a:outerShdw blurRad="38100" dist="38100" dir="2700000" algn="tl">
              <a:srgbClr val="000000"/>
            </a:outerShdw>
          </a:effectLst>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noChangeArrowheads="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Text Placeholder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Date Placeholder 3"/>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ea typeface="宋体" panose="02010600030101010101" pitchFamily="2" charset="-122"/>
              </a:defRPr>
            </a:lvl1pPr>
          </a:lstStyle>
          <a:p>
            <a:pPr>
              <a:defRPr/>
            </a:pPr>
            <a:fld id="{E0B5D5B5-1352-435E-BFAA-7CBCBD9AB60A}" type="datetimeFigureOut">
              <a:rPr lang="en-US" altLang="zh-CN"/>
              <a:pPr>
                <a:defRPr/>
              </a:pPr>
              <a:t>10/16/2025</a:t>
            </a:fld>
            <a:endParaRPr lang="en-US" altLang="zh-CN"/>
          </a:p>
        </p:txBody>
      </p:sp>
      <p:sp>
        <p:nvSpPr>
          <p:cNvPr id="5" name="Footer Placeholder 4"/>
          <p:cNvSpPr>
            <a:spLocks noGrp="1"/>
          </p:cNvSpPr>
          <p:nvPr>
            <p:ph type="ftr" sz="quarter" idx="3"/>
          </p:nvPr>
        </p:nvSpPr>
        <p:spPr>
          <a:xfrm>
            <a:off x="4038600" y="6356350"/>
            <a:ext cx="4114800"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ea typeface="宋体" panose="02010600030101010101" pitchFamily="2" charset="-122"/>
              </a:defRPr>
            </a:lvl1pPr>
          </a:lstStyle>
          <a:p>
            <a:pPr>
              <a:defRPr/>
            </a:pPr>
            <a:endParaRPr lang="en-US" altLang="zh-C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ea typeface="宋体" panose="02010600030101010101" pitchFamily="2" charset="-122"/>
              </a:defRPr>
            </a:lvl1pPr>
          </a:lstStyle>
          <a:p>
            <a:pPr>
              <a:defRPr/>
            </a:pPr>
            <a:fld id="{54E667E2-9777-4871-9C2E-5944068E16F1}" type="slidenum">
              <a:rPr lang="en-US" altLang="zh-CN"/>
              <a:pPr>
                <a:defRPr/>
              </a:pPr>
              <a:t>‹#›</a:t>
            </a:fld>
            <a:endParaRPr lang="en-US" altLang="zh-CN"/>
          </a:p>
        </p:txBody>
      </p:sp>
    </p:spTree>
    <p:extLst>
      <p:ext uri="{BB962C8B-B14F-4D97-AF65-F5344CB8AC3E}">
        <p14:creationId xmlns:p14="http://schemas.microsoft.com/office/powerpoint/2010/main" val="2414038254"/>
      </p:ext>
    </p:extLst>
  </p:cSld>
  <p:clrMap bg1="lt1" tx1="dk1" bg2="lt2" tx2="dk2" accent1="accent1" accent2="accent2" accent3="accent3" accent4="accent4" accent5="accent5" accent6="accent6" hlink="hlink" folHlink="folHlink"/>
  <p:sldLayoutIdLst>
    <p:sldLayoutId id="2147484040" r:id="rId1"/>
    <p:sldLayoutId id="2147484041" r:id="rId2"/>
    <p:sldLayoutId id="2147484042" r:id="rId3"/>
    <p:sldLayoutId id="2147484043" r:id="rId4"/>
    <p:sldLayoutId id="2147484044" r:id="rId5"/>
    <p:sldLayoutId id="2147484045" r:id="rId6"/>
    <p:sldLayoutId id="2147484046" r:id="rId7"/>
    <p:sldLayoutId id="2147484047" r:id="rId8"/>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zh-CN" altLang="en-US"/>
              <a:t>单击此处编辑母版标题样式</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pPr>
              <a:defRPr/>
            </a:pPr>
            <a:fld id="{E0B5D5B5-1352-435E-BFAA-7CBCBD9AB60A}" type="datetimeFigureOut">
              <a:rPr lang="en-US" altLang="zh-CN" smtClean="0"/>
              <a:pPr>
                <a:defRPr/>
              </a:pPr>
              <a:t>10/16/2025</a:t>
            </a:fld>
            <a:endParaRPr lang="en-US" altLang="zh-CN"/>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pPr>
              <a:defRPr/>
            </a:pPr>
            <a:endParaRPr lang="en-US" altLang="zh-CN"/>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pPr>
              <a:defRPr/>
            </a:pPr>
            <a:fld id="{54E667E2-9777-4871-9C2E-5944068E16F1}" type="slidenum">
              <a:rPr lang="en-US" altLang="zh-CN" smtClean="0"/>
              <a:pPr>
                <a:defRPr/>
              </a:pPr>
              <a:t>‹#›</a:t>
            </a:fld>
            <a:endParaRPr lang="en-US" altLang="zh-CN"/>
          </a:p>
        </p:txBody>
      </p:sp>
    </p:spTree>
    <p:extLst>
      <p:ext uri="{BB962C8B-B14F-4D97-AF65-F5344CB8AC3E}">
        <p14:creationId xmlns:p14="http://schemas.microsoft.com/office/powerpoint/2010/main" val="2262186218"/>
      </p:ext>
    </p:extLst>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 id="2147484058" r:id="rId10"/>
    <p:sldLayoutId id="2147484059"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3.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33.xml"/><Relationship Id="rId6" Type="http://schemas.openxmlformats.org/officeDocument/2006/relationships/image" Target="../media/image13.jpeg"/><Relationship Id="rId5" Type="http://schemas.openxmlformats.org/officeDocument/2006/relationships/image" Target="../media/image12.jpeg"/><Relationship Id="rId4" Type="http://schemas.openxmlformats.org/officeDocument/2006/relationships/image" Target="../media/image11.jpeg"/></Relationships>
</file>

<file path=ppt/slides/_rels/slide4.xml.rels><?xml version="1.0" encoding="UTF-8" standalone="yes"?>
<Relationships xmlns="http://schemas.openxmlformats.org/package/2006/relationships"><Relationship Id="rId8" Type="http://schemas.openxmlformats.org/officeDocument/2006/relationships/image" Target="../media/image19.jpeg"/><Relationship Id="rId3" Type="http://schemas.openxmlformats.org/officeDocument/2006/relationships/image" Target="../media/image14.jpeg"/><Relationship Id="rId7" Type="http://schemas.openxmlformats.org/officeDocument/2006/relationships/image" Target="../media/image18.jpeg"/><Relationship Id="rId2" Type="http://schemas.openxmlformats.org/officeDocument/2006/relationships/notesSlide" Target="../notesSlides/notesSlide4.xml"/><Relationship Id="rId1" Type="http://schemas.openxmlformats.org/officeDocument/2006/relationships/slideLayout" Target="../slideLayouts/slideLayout33.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 Id="rId9" Type="http://schemas.openxmlformats.org/officeDocument/2006/relationships/image" Target="../media/image20.gif"/></Relationships>
</file>

<file path=ppt/slides/_rels/slide5.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1.png"/><Relationship Id="rId7" Type="http://schemas.openxmlformats.org/officeDocument/2006/relationships/image" Target="../media/image25.jpeg"/><Relationship Id="rId2" Type="http://schemas.openxmlformats.org/officeDocument/2006/relationships/notesSlide" Target="../notesSlides/notesSlide5.xml"/><Relationship Id="rId1" Type="http://schemas.openxmlformats.org/officeDocument/2006/relationships/slideLayout" Target="../slideLayouts/slideLayout33.xml"/><Relationship Id="rId6" Type="http://schemas.openxmlformats.org/officeDocument/2006/relationships/image" Target="../media/image24.png"/><Relationship Id="rId5" Type="http://schemas.openxmlformats.org/officeDocument/2006/relationships/image" Target="../media/image23.jpeg"/><Relationship Id="rId4" Type="http://schemas.openxmlformats.org/officeDocument/2006/relationships/image" Target="../media/image22.jpeg"/></Relationships>
</file>

<file path=ppt/slides/_rels/slide6.xml.rels><?xml version="1.0" encoding="UTF-8" standalone="yes"?>
<Relationships xmlns="http://schemas.openxmlformats.org/package/2006/relationships"><Relationship Id="rId8" Type="http://schemas.openxmlformats.org/officeDocument/2006/relationships/customXml" Target="../ink/ink1.xml"/><Relationship Id="rId3" Type="http://schemas.openxmlformats.org/officeDocument/2006/relationships/image" Target="../media/image27.png"/><Relationship Id="rId7" Type="http://schemas.openxmlformats.org/officeDocument/2006/relationships/image" Target="../media/image29.wmf"/><Relationship Id="rId2" Type="http://schemas.openxmlformats.org/officeDocument/2006/relationships/notesSlide" Target="../notesSlides/notesSlide6.xml"/><Relationship Id="rId1" Type="http://schemas.openxmlformats.org/officeDocument/2006/relationships/slideLayout" Target="../slideLayouts/slideLayout33.xml"/><Relationship Id="rId6" Type="http://schemas.openxmlformats.org/officeDocument/2006/relationships/oleObject" Target="../embeddings/oleObject2.bin"/><Relationship Id="rId5" Type="http://schemas.openxmlformats.org/officeDocument/2006/relationships/image" Target="../media/image28.wmf"/><Relationship Id="rId10" Type="http://schemas.openxmlformats.org/officeDocument/2006/relationships/image" Target="../media/image28.png"/><Relationship Id="rId4" Type="http://schemas.openxmlformats.org/officeDocument/2006/relationships/oleObject" Target="../embeddings/oleObject1.bin"/></Relationships>
</file>

<file path=ppt/slides/_rels/slide7.xml.rels><?xml version="1.0" encoding="UTF-8" standalone="yes"?>
<Relationships xmlns="http://schemas.openxmlformats.org/package/2006/relationships"><Relationship Id="rId8" Type="http://schemas.openxmlformats.org/officeDocument/2006/relationships/image" Target="../media/image33.png"/><Relationship Id="rId3" Type="http://schemas.openxmlformats.org/officeDocument/2006/relationships/oleObject" Target="../embeddings/oleObject3.bin"/><Relationship Id="rId7" Type="http://schemas.openxmlformats.org/officeDocument/2006/relationships/image" Target="../media/image32.png"/><Relationship Id="rId2" Type="http://schemas.openxmlformats.org/officeDocument/2006/relationships/notesSlide" Target="../notesSlides/notesSlide7.xml"/><Relationship Id="rId1" Type="http://schemas.openxmlformats.org/officeDocument/2006/relationships/slideLayout" Target="../slideLayouts/slideLayout33.xml"/><Relationship Id="rId6" Type="http://schemas.openxmlformats.org/officeDocument/2006/relationships/image" Target="../media/image31.wmf"/><Relationship Id="rId11" Type="http://schemas.openxmlformats.org/officeDocument/2006/relationships/image" Target="../media/image36.png"/><Relationship Id="rId5" Type="http://schemas.openxmlformats.org/officeDocument/2006/relationships/oleObject" Target="../embeddings/oleObject4.bin"/><Relationship Id="rId10" Type="http://schemas.openxmlformats.org/officeDocument/2006/relationships/image" Target="../media/image35.gif"/><Relationship Id="rId4" Type="http://schemas.openxmlformats.org/officeDocument/2006/relationships/image" Target="../media/image30.wmf"/><Relationship Id="rId9" Type="http://schemas.openxmlformats.org/officeDocument/2006/relationships/image" Target="../media/image34.png"/></Relationships>
</file>

<file path=ppt/slides/_rels/slide8.xml.rels><?xml version="1.0" encoding="UTF-8" standalone="yes"?>
<Relationships xmlns="http://schemas.openxmlformats.org/package/2006/relationships"><Relationship Id="rId8" Type="http://schemas.openxmlformats.org/officeDocument/2006/relationships/image" Target="../media/image31.wmf"/><Relationship Id="rId3" Type="http://schemas.openxmlformats.org/officeDocument/2006/relationships/image" Target="../media/image37.gif"/><Relationship Id="rId7" Type="http://schemas.openxmlformats.org/officeDocument/2006/relationships/oleObject" Target="../embeddings/oleObject6.bin"/><Relationship Id="rId2" Type="http://schemas.openxmlformats.org/officeDocument/2006/relationships/notesSlide" Target="../notesSlides/notesSlide8.xml"/><Relationship Id="rId1" Type="http://schemas.openxmlformats.org/officeDocument/2006/relationships/slideLayout" Target="../slideLayouts/slideLayout33.xml"/><Relationship Id="rId6" Type="http://schemas.openxmlformats.org/officeDocument/2006/relationships/image" Target="../media/image38.gif"/><Relationship Id="rId5" Type="http://schemas.openxmlformats.org/officeDocument/2006/relationships/image" Target="../media/image30.wmf"/><Relationship Id="rId10" Type="http://schemas.openxmlformats.org/officeDocument/2006/relationships/image" Target="../media/image40.png"/><Relationship Id="rId4" Type="http://schemas.openxmlformats.org/officeDocument/2006/relationships/oleObject" Target="../embeddings/oleObject5.bin"/><Relationship Id="rId9"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7.bin"/><Relationship Id="rId7" Type="http://schemas.openxmlformats.org/officeDocument/2006/relationships/customXml" Target="../ink/ink2.xml"/><Relationship Id="rId2" Type="http://schemas.openxmlformats.org/officeDocument/2006/relationships/notesSlide" Target="../notesSlides/notesSlide9.xml"/><Relationship Id="rId1" Type="http://schemas.openxmlformats.org/officeDocument/2006/relationships/slideLayout" Target="../slideLayouts/slideLayout33.xml"/><Relationship Id="rId6" Type="http://schemas.openxmlformats.org/officeDocument/2006/relationships/image" Target="../media/image42.wmf"/><Relationship Id="rId5" Type="http://schemas.openxmlformats.org/officeDocument/2006/relationships/oleObject" Target="../embeddings/oleObject8.bin"/><Relationship Id="rId10" Type="http://schemas.openxmlformats.org/officeDocument/2006/relationships/image" Target="../media/image28.png"/><Relationship Id="rId4" Type="http://schemas.openxmlformats.org/officeDocument/2006/relationships/image" Target="../media/image41.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notesSlide" Target="../notesSlides/notesSlide10.xml"/><Relationship Id="rId1" Type="http://schemas.openxmlformats.org/officeDocument/2006/relationships/slideLayout" Target="../slideLayouts/slideLayout33.xml"/><Relationship Id="rId4" Type="http://schemas.openxmlformats.org/officeDocument/2006/relationships/image" Target="../media/image43.wmf"/></Relationships>
</file>

<file path=ppt/slides/_rels/slide11.xml.rels><?xml version="1.0" encoding="UTF-8" standalone="yes"?>
<Relationships xmlns="http://schemas.openxmlformats.org/package/2006/relationships"><Relationship Id="rId8" Type="http://schemas.openxmlformats.org/officeDocument/2006/relationships/image" Target="../media/image46.wmf"/><Relationship Id="rId13" Type="http://schemas.openxmlformats.org/officeDocument/2006/relationships/oleObject" Target="../embeddings/oleObject15.bin"/><Relationship Id="rId18" Type="http://schemas.openxmlformats.org/officeDocument/2006/relationships/image" Target="../media/image51.emf"/><Relationship Id="rId26" Type="http://schemas.openxmlformats.org/officeDocument/2006/relationships/image" Target="../media/image55.emf"/><Relationship Id="rId3" Type="http://schemas.openxmlformats.org/officeDocument/2006/relationships/oleObject" Target="../embeddings/oleObject10.bin"/><Relationship Id="rId21" Type="http://schemas.openxmlformats.org/officeDocument/2006/relationships/oleObject" Target="../embeddings/oleObject19.bin"/><Relationship Id="rId7" Type="http://schemas.openxmlformats.org/officeDocument/2006/relationships/oleObject" Target="../embeddings/oleObject12.bin"/><Relationship Id="rId12" Type="http://schemas.openxmlformats.org/officeDocument/2006/relationships/image" Target="../media/image48.emf"/><Relationship Id="rId17" Type="http://schemas.openxmlformats.org/officeDocument/2006/relationships/oleObject" Target="../embeddings/oleObject17.bin"/><Relationship Id="rId25" Type="http://schemas.openxmlformats.org/officeDocument/2006/relationships/oleObject" Target="../embeddings/oleObject21.bin"/><Relationship Id="rId2" Type="http://schemas.openxmlformats.org/officeDocument/2006/relationships/notesSlide" Target="../notesSlides/notesSlide11.xml"/><Relationship Id="rId16" Type="http://schemas.openxmlformats.org/officeDocument/2006/relationships/image" Target="../media/image50.emf"/><Relationship Id="rId20" Type="http://schemas.openxmlformats.org/officeDocument/2006/relationships/image" Target="../media/image52.emf"/><Relationship Id="rId29" Type="http://schemas.openxmlformats.org/officeDocument/2006/relationships/image" Target="../media/image45.png"/><Relationship Id="rId1" Type="http://schemas.openxmlformats.org/officeDocument/2006/relationships/slideLayout" Target="../slideLayouts/slideLayout33.xml"/><Relationship Id="rId6" Type="http://schemas.openxmlformats.org/officeDocument/2006/relationships/image" Target="../media/image45.wmf"/><Relationship Id="rId11" Type="http://schemas.openxmlformats.org/officeDocument/2006/relationships/oleObject" Target="../embeddings/oleObject14.bin"/><Relationship Id="rId24" Type="http://schemas.openxmlformats.org/officeDocument/2006/relationships/image" Target="../media/image54.emf"/><Relationship Id="rId5" Type="http://schemas.openxmlformats.org/officeDocument/2006/relationships/oleObject" Target="../embeddings/oleObject11.bin"/><Relationship Id="rId15" Type="http://schemas.openxmlformats.org/officeDocument/2006/relationships/oleObject" Target="../embeddings/oleObject16.bin"/><Relationship Id="rId23" Type="http://schemas.openxmlformats.org/officeDocument/2006/relationships/oleObject" Target="../embeddings/oleObject20.bin"/><Relationship Id="rId10" Type="http://schemas.openxmlformats.org/officeDocument/2006/relationships/image" Target="../media/image47.emf"/><Relationship Id="rId19" Type="http://schemas.openxmlformats.org/officeDocument/2006/relationships/oleObject" Target="../embeddings/oleObject18.bin"/><Relationship Id="rId4" Type="http://schemas.openxmlformats.org/officeDocument/2006/relationships/image" Target="../media/image44.wmf"/><Relationship Id="rId9" Type="http://schemas.openxmlformats.org/officeDocument/2006/relationships/oleObject" Target="../embeddings/oleObject13.bin"/><Relationship Id="rId14" Type="http://schemas.openxmlformats.org/officeDocument/2006/relationships/image" Target="../media/image49.emf"/><Relationship Id="rId22" Type="http://schemas.openxmlformats.org/officeDocument/2006/relationships/image" Target="../media/image53.emf"/><Relationship Id="rId27" Type="http://schemas.openxmlformats.org/officeDocument/2006/relationships/customXml" Target="../ink/ink3.xml"/></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notesSlide" Target="../notesSlides/notesSlide12.xml"/><Relationship Id="rId1" Type="http://schemas.openxmlformats.org/officeDocument/2006/relationships/slideLayout" Target="../slideLayouts/slideLayout33.xml"/><Relationship Id="rId4" Type="http://schemas.openxmlformats.org/officeDocument/2006/relationships/image" Target="../media/image56.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notesSlide" Target="../notesSlides/notesSlide13.xml"/><Relationship Id="rId1" Type="http://schemas.openxmlformats.org/officeDocument/2006/relationships/slideLayout" Target="../slideLayouts/slideLayout33.xml"/><Relationship Id="rId5" Type="http://schemas.openxmlformats.org/officeDocument/2006/relationships/image" Target="../media/image58.jpeg"/><Relationship Id="rId4" Type="http://schemas.openxmlformats.org/officeDocument/2006/relationships/image" Target="../media/image57.png"/></Relationships>
</file>

<file path=ppt/slides/_rels/slide14.xml.rels><?xml version="1.0" encoding="UTF-8" standalone="yes"?>
<Relationships xmlns="http://schemas.openxmlformats.org/package/2006/relationships"><Relationship Id="rId13" Type="http://schemas.openxmlformats.org/officeDocument/2006/relationships/oleObject" Target="../embeddings/oleObject29.bin"/><Relationship Id="rId18" Type="http://schemas.openxmlformats.org/officeDocument/2006/relationships/image" Target="../media/image66.wmf"/><Relationship Id="rId26" Type="http://schemas.openxmlformats.org/officeDocument/2006/relationships/image" Target="../media/image70.wmf"/><Relationship Id="rId39" Type="http://schemas.openxmlformats.org/officeDocument/2006/relationships/oleObject" Target="../embeddings/oleObject42.bin"/><Relationship Id="rId21" Type="http://schemas.openxmlformats.org/officeDocument/2006/relationships/oleObject" Target="../embeddings/oleObject33.bin"/><Relationship Id="rId34" Type="http://schemas.openxmlformats.org/officeDocument/2006/relationships/image" Target="../media/image74.emf"/><Relationship Id="rId42" Type="http://schemas.openxmlformats.org/officeDocument/2006/relationships/image" Target="../media/image73.png"/><Relationship Id="rId7" Type="http://schemas.openxmlformats.org/officeDocument/2006/relationships/oleObject" Target="../embeddings/oleObject26.bin"/><Relationship Id="rId2" Type="http://schemas.openxmlformats.org/officeDocument/2006/relationships/notesSlide" Target="../notesSlides/notesSlide14.xml"/><Relationship Id="rId16" Type="http://schemas.openxmlformats.org/officeDocument/2006/relationships/image" Target="../media/image65.wmf"/><Relationship Id="rId20" Type="http://schemas.openxmlformats.org/officeDocument/2006/relationships/image" Target="../media/image67.wmf"/><Relationship Id="rId29" Type="http://schemas.openxmlformats.org/officeDocument/2006/relationships/oleObject" Target="../embeddings/oleObject37.bin"/><Relationship Id="rId1" Type="http://schemas.openxmlformats.org/officeDocument/2006/relationships/slideLayout" Target="../slideLayouts/slideLayout33.xml"/><Relationship Id="rId6" Type="http://schemas.openxmlformats.org/officeDocument/2006/relationships/image" Target="../media/image60.wmf"/><Relationship Id="rId11" Type="http://schemas.openxmlformats.org/officeDocument/2006/relationships/oleObject" Target="../embeddings/oleObject28.bin"/><Relationship Id="rId24" Type="http://schemas.openxmlformats.org/officeDocument/2006/relationships/image" Target="../media/image69.wmf"/><Relationship Id="rId32" Type="http://schemas.openxmlformats.org/officeDocument/2006/relationships/image" Target="../media/image73.emf"/><Relationship Id="rId37" Type="http://schemas.openxmlformats.org/officeDocument/2006/relationships/oleObject" Target="../embeddings/oleObject41.bin"/><Relationship Id="rId40" Type="http://schemas.openxmlformats.org/officeDocument/2006/relationships/image" Target="../media/image77.wmf"/><Relationship Id="rId5" Type="http://schemas.openxmlformats.org/officeDocument/2006/relationships/oleObject" Target="../embeddings/oleObject25.bin"/><Relationship Id="rId15" Type="http://schemas.openxmlformats.org/officeDocument/2006/relationships/oleObject" Target="../embeddings/oleObject30.bin"/><Relationship Id="rId23" Type="http://schemas.openxmlformats.org/officeDocument/2006/relationships/oleObject" Target="../embeddings/oleObject34.bin"/><Relationship Id="rId28" Type="http://schemas.openxmlformats.org/officeDocument/2006/relationships/image" Target="../media/image71.wmf"/><Relationship Id="rId36" Type="http://schemas.openxmlformats.org/officeDocument/2006/relationships/image" Target="../media/image75.wmf"/><Relationship Id="rId10" Type="http://schemas.openxmlformats.org/officeDocument/2006/relationships/image" Target="../media/image62.wmf"/><Relationship Id="rId19" Type="http://schemas.openxmlformats.org/officeDocument/2006/relationships/oleObject" Target="../embeddings/oleObject32.bin"/><Relationship Id="rId31" Type="http://schemas.openxmlformats.org/officeDocument/2006/relationships/oleObject" Target="../embeddings/oleObject38.bin"/><Relationship Id="rId4" Type="http://schemas.openxmlformats.org/officeDocument/2006/relationships/image" Target="../media/image59.wmf"/><Relationship Id="rId9" Type="http://schemas.openxmlformats.org/officeDocument/2006/relationships/oleObject" Target="../embeddings/oleObject27.bin"/><Relationship Id="rId14" Type="http://schemas.openxmlformats.org/officeDocument/2006/relationships/image" Target="../media/image64.wmf"/><Relationship Id="rId22" Type="http://schemas.openxmlformats.org/officeDocument/2006/relationships/image" Target="../media/image68.wmf"/><Relationship Id="rId27" Type="http://schemas.openxmlformats.org/officeDocument/2006/relationships/oleObject" Target="../embeddings/oleObject36.bin"/><Relationship Id="rId30" Type="http://schemas.openxmlformats.org/officeDocument/2006/relationships/image" Target="../media/image72.wmf"/><Relationship Id="rId35" Type="http://schemas.openxmlformats.org/officeDocument/2006/relationships/oleObject" Target="../embeddings/oleObject40.bin"/><Relationship Id="rId8" Type="http://schemas.openxmlformats.org/officeDocument/2006/relationships/image" Target="../media/image61.wmf"/><Relationship Id="rId3" Type="http://schemas.openxmlformats.org/officeDocument/2006/relationships/oleObject" Target="../embeddings/oleObject24.bin"/><Relationship Id="rId12" Type="http://schemas.openxmlformats.org/officeDocument/2006/relationships/image" Target="../media/image63.wmf"/><Relationship Id="rId17" Type="http://schemas.openxmlformats.org/officeDocument/2006/relationships/oleObject" Target="../embeddings/oleObject31.bin"/><Relationship Id="rId25" Type="http://schemas.openxmlformats.org/officeDocument/2006/relationships/oleObject" Target="../embeddings/oleObject35.bin"/><Relationship Id="rId33" Type="http://schemas.openxmlformats.org/officeDocument/2006/relationships/oleObject" Target="../embeddings/oleObject39.bin"/><Relationship Id="rId38" Type="http://schemas.openxmlformats.org/officeDocument/2006/relationships/image" Target="../media/image76.w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3.bin"/><Relationship Id="rId7" Type="http://schemas.openxmlformats.org/officeDocument/2006/relationships/image" Target="../media/image79.gif"/><Relationship Id="rId2" Type="http://schemas.openxmlformats.org/officeDocument/2006/relationships/notesSlide" Target="../notesSlides/notesSlide15.xml"/><Relationship Id="rId1" Type="http://schemas.openxmlformats.org/officeDocument/2006/relationships/slideLayout" Target="../slideLayouts/slideLayout33.xml"/><Relationship Id="rId6" Type="http://schemas.openxmlformats.org/officeDocument/2006/relationships/hyperlink" Target="file:///C:\&#25945;&#23398;&#24037;&#20316;\&#22823;&#23398;&#29289;&#29702;&#8545;&#65288;64&#23398;&#26102;&#65289;\&#31532;9&#35762;%20&#30456;&#24178;&#20809;&#12289;&#26472;&#27663;&#21452;&#32541;&#24178;&#28041;\yf.SWF" TargetMode="External"/><Relationship Id="rId5" Type="http://schemas.openxmlformats.org/officeDocument/2006/relationships/hyperlink" Target="file:///C:\&#25945;&#23398;&#24037;&#20316;\&#22823;&#23398;&#29289;&#29702;&#8545;&#65288;64&#23398;&#26102;&#65289;\&#31532;9&#35762;%20&#30456;&#24178;&#20809;&#12289;&#26472;&#27663;&#21452;&#32541;&#24178;&#28041;\yy.SWF" TargetMode="External"/><Relationship Id="rId4" Type="http://schemas.openxmlformats.org/officeDocument/2006/relationships/image" Target="../media/image78.wmf"/></Relationships>
</file>

<file path=ppt/slides/_rels/slide16.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33.xml"/></Relationships>
</file>

<file path=ppt/slides/_rels/slide17.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81.tmp"/><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slideLayout" Target="../slideLayouts/slideLayout37.xml"/><Relationship Id="rId5" Type="http://schemas.openxmlformats.org/officeDocument/2006/relationships/tags" Target="../tags/tag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s>
</file>

<file path=ppt/slides/_rels/slide1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44.xml"/><Relationship Id="rId4" Type="http://schemas.openxmlformats.org/officeDocument/2006/relationships/image" Target="../media/image79.png"/></Relationships>
</file>

<file path=ppt/slides/_rels/slide19.xml.rels><?xml version="1.0" encoding="UTF-8" standalone="yes"?>
<Relationships xmlns="http://schemas.openxmlformats.org/package/2006/relationships"><Relationship Id="rId8" Type="http://schemas.openxmlformats.org/officeDocument/2006/relationships/image" Target="../media/image84.wmf"/><Relationship Id="rId13" Type="http://schemas.openxmlformats.org/officeDocument/2006/relationships/oleObject" Target="../embeddings/oleObject49.bin"/><Relationship Id="rId18" Type="http://schemas.openxmlformats.org/officeDocument/2006/relationships/image" Target="../media/image68.wmf"/><Relationship Id="rId3" Type="http://schemas.openxmlformats.org/officeDocument/2006/relationships/oleObject" Target="../embeddings/oleObject44.bin"/><Relationship Id="rId21" Type="http://schemas.openxmlformats.org/officeDocument/2006/relationships/oleObject" Target="../embeddings/oleObject53.bin"/><Relationship Id="rId7" Type="http://schemas.openxmlformats.org/officeDocument/2006/relationships/oleObject" Target="../embeddings/oleObject46.bin"/><Relationship Id="rId12" Type="http://schemas.openxmlformats.org/officeDocument/2006/relationships/image" Target="../media/image86.wmf"/><Relationship Id="rId17" Type="http://schemas.openxmlformats.org/officeDocument/2006/relationships/oleObject" Target="../embeddings/oleObject51.bin"/><Relationship Id="rId2" Type="http://schemas.openxmlformats.org/officeDocument/2006/relationships/notesSlide" Target="../notesSlides/notesSlide16.xml"/><Relationship Id="rId16" Type="http://schemas.openxmlformats.org/officeDocument/2006/relationships/image" Target="../media/image61.wmf"/><Relationship Id="rId20" Type="http://schemas.openxmlformats.org/officeDocument/2006/relationships/image" Target="../media/image60.wmf"/><Relationship Id="rId1" Type="http://schemas.openxmlformats.org/officeDocument/2006/relationships/slideLayout" Target="../slideLayouts/slideLayout33.xml"/><Relationship Id="rId6" Type="http://schemas.openxmlformats.org/officeDocument/2006/relationships/image" Target="../media/image83.wmf"/><Relationship Id="rId11" Type="http://schemas.openxmlformats.org/officeDocument/2006/relationships/oleObject" Target="../embeddings/oleObject48.bin"/><Relationship Id="rId5" Type="http://schemas.openxmlformats.org/officeDocument/2006/relationships/oleObject" Target="../embeddings/oleObject45.bin"/><Relationship Id="rId15" Type="http://schemas.openxmlformats.org/officeDocument/2006/relationships/oleObject" Target="../embeddings/oleObject50.bin"/><Relationship Id="rId10" Type="http://schemas.openxmlformats.org/officeDocument/2006/relationships/image" Target="../media/image85.wmf"/><Relationship Id="rId19" Type="http://schemas.openxmlformats.org/officeDocument/2006/relationships/oleObject" Target="../embeddings/oleObject52.bin"/><Relationship Id="rId4" Type="http://schemas.openxmlformats.org/officeDocument/2006/relationships/image" Target="../media/image82.wmf"/><Relationship Id="rId9" Type="http://schemas.openxmlformats.org/officeDocument/2006/relationships/oleObject" Target="../embeddings/oleObject47.bin"/><Relationship Id="rId14" Type="http://schemas.openxmlformats.org/officeDocument/2006/relationships/image" Target="../media/image87.wmf"/><Relationship Id="rId22" Type="http://schemas.openxmlformats.org/officeDocument/2006/relationships/image" Target="../media/image62.wmf"/></Relationships>
</file>

<file path=ppt/slides/_rels/slide20.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54.bin"/><Relationship Id="rId7" Type="http://schemas.openxmlformats.org/officeDocument/2006/relationships/oleObject" Target="../embeddings/oleObject56.bin"/><Relationship Id="rId12" Type="http://schemas.openxmlformats.org/officeDocument/2006/relationships/image" Target="../media/image89.wmf"/><Relationship Id="rId2" Type="http://schemas.openxmlformats.org/officeDocument/2006/relationships/notesSlide" Target="../notesSlides/notesSlide17.xml"/><Relationship Id="rId1" Type="http://schemas.openxmlformats.org/officeDocument/2006/relationships/slideLayout" Target="../slideLayouts/slideLayout33.xml"/><Relationship Id="rId6" Type="http://schemas.openxmlformats.org/officeDocument/2006/relationships/image" Target="../media/image61.wmf"/><Relationship Id="rId11" Type="http://schemas.openxmlformats.org/officeDocument/2006/relationships/oleObject" Target="../embeddings/oleObject58.bin"/><Relationship Id="rId5" Type="http://schemas.openxmlformats.org/officeDocument/2006/relationships/oleObject" Target="../embeddings/oleObject55.bin"/><Relationship Id="rId10" Type="http://schemas.openxmlformats.org/officeDocument/2006/relationships/image" Target="../media/image68.wmf"/><Relationship Id="rId4" Type="http://schemas.openxmlformats.org/officeDocument/2006/relationships/image" Target="../media/image60.wmf"/><Relationship Id="rId9" Type="http://schemas.openxmlformats.org/officeDocument/2006/relationships/oleObject" Target="../embeddings/oleObject57.bin"/></Relationships>
</file>

<file path=ppt/slides/_rels/slide21.xml.rels><?xml version="1.0" encoding="UTF-8" standalone="yes"?>
<Relationships xmlns="http://schemas.openxmlformats.org/package/2006/relationships"><Relationship Id="rId8" Type="http://schemas.openxmlformats.org/officeDocument/2006/relationships/tags" Target="../tags/tag18.xml"/><Relationship Id="rId13" Type="http://schemas.openxmlformats.org/officeDocument/2006/relationships/tags" Target="../tags/tag23.xml"/><Relationship Id="rId18" Type="http://schemas.openxmlformats.org/officeDocument/2006/relationships/slideLayout" Target="../slideLayouts/slideLayout37.xml"/><Relationship Id="rId3" Type="http://schemas.openxmlformats.org/officeDocument/2006/relationships/tags" Target="../tags/tag13.xml"/><Relationship Id="rId21" Type="http://schemas.openxmlformats.org/officeDocument/2006/relationships/image" Target="../media/image81.tmp"/><Relationship Id="rId7" Type="http://schemas.openxmlformats.org/officeDocument/2006/relationships/tags" Target="../tags/tag17.xml"/><Relationship Id="rId12" Type="http://schemas.openxmlformats.org/officeDocument/2006/relationships/tags" Target="../tags/tag22.xml"/><Relationship Id="rId17" Type="http://schemas.openxmlformats.org/officeDocument/2006/relationships/tags" Target="../tags/tag27.xml"/><Relationship Id="rId2" Type="http://schemas.openxmlformats.org/officeDocument/2006/relationships/tags" Target="../tags/tag12.xml"/><Relationship Id="rId16" Type="http://schemas.openxmlformats.org/officeDocument/2006/relationships/tags" Target="../tags/tag26.xml"/><Relationship Id="rId20" Type="http://schemas.openxmlformats.org/officeDocument/2006/relationships/image" Target="../media/image90.png"/><Relationship Id="rId1" Type="http://schemas.openxmlformats.org/officeDocument/2006/relationships/tags" Target="../tags/tag11.xml"/><Relationship Id="rId6" Type="http://schemas.openxmlformats.org/officeDocument/2006/relationships/tags" Target="../tags/tag16.xml"/><Relationship Id="rId11" Type="http://schemas.openxmlformats.org/officeDocument/2006/relationships/tags" Target="../tags/tag21.xml"/><Relationship Id="rId5" Type="http://schemas.openxmlformats.org/officeDocument/2006/relationships/tags" Target="../tags/tag15.xml"/><Relationship Id="rId15" Type="http://schemas.openxmlformats.org/officeDocument/2006/relationships/tags" Target="../tags/tag25.xml"/><Relationship Id="rId10" Type="http://schemas.openxmlformats.org/officeDocument/2006/relationships/tags" Target="../tags/tag20.xml"/><Relationship Id="rId19" Type="http://schemas.openxmlformats.org/officeDocument/2006/relationships/notesSlide" Target="../notesSlides/notesSlide18.xml"/><Relationship Id="rId4" Type="http://schemas.openxmlformats.org/officeDocument/2006/relationships/tags" Target="../tags/tag14.xml"/><Relationship Id="rId9" Type="http://schemas.openxmlformats.org/officeDocument/2006/relationships/tags" Target="../tags/tag19.xml"/><Relationship Id="rId14" Type="http://schemas.openxmlformats.org/officeDocument/2006/relationships/tags" Target="../tags/tag24.xml"/></Relationships>
</file>

<file path=ppt/slides/_rels/slide22.xml.rels><?xml version="1.0" encoding="UTF-8" standalone="yes"?>
<Relationships xmlns="http://schemas.openxmlformats.org/package/2006/relationships"><Relationship Id="rId8" Type="http://schemas.openxmlformats.org/officeDocument/2006/relationships/tags" Target="../tags/tag35.xml"/><Relationship Id="rId13" Type="http://schemas.openxmlformats.org/officeDocument/2006/relationships/tags" Target="../tags/tag40.xml"/><Relationship Id="rId18" Type="http://schemas.openxmlformats.org/officeDocument/2006/relationships/slideLayout" Target="../slideLayouts/slideLayout37.xml"/><Relationship Id="rId3" Type="http://schemas.openxmlformats.org/officeDocument/2006/relationships/tags" Target="../tags/tag30.xml"/><Relationship Id="rId21" Type="http://schemas.openxmlformats.org/officeDocument/2006/relationships/image" Target="../media/image81.tmp"/><Relationship Id="rId7" Type="http://schemas.openxmlformats.org/officeDocument/2006/relationships/tags" Target="../tags/tag34.xml"/><Relationship Id="rId12" Type="http://schemas.openxmlformats.org/officeDocument/2006/relationships/tags" Target="../tags/tag39.xml"/><Relationship Id="rId17" Type="http://schemas.openxmlformats.org/officeDocument/2006/relationships/tags" Target="../tags/tag44.xml"/><Relationship Id="rId2" Type="http://schemas.openxmlformats.org/officeDocument/2006/relationships/tags" Target="../tags/tag29.xml"/><Relationship Id="rId16" Type="http://schemas.openxmlformats.org/officeDocument/2006/relationships/tags" Target="../tags/tag43.xml"/><Relationship Id="rId20" Type="http://schemas.openxmlformats.org/officeDocument/2006/relationships/image" Target="../media/image90.png"/><Relationship Id="rId1" Type="http://schemas.openxmlformats.org/officeDocument/2006/relationships/tags" Target="../tags/tag28.xml"/><Relationship Id="rId6" Type="http://schemas.openxmlformats.org/officeDocument/2006/relationships/tags" Target="../tags/tag33.xml"/><Relationship Id="rId11" Type="http://schemas.openxmlformats.org/officeDocument/2006/relationships/tags" Target="../tags/tag38.xml"/><Relationship Id="rId5" Type="http://schemas.openxmlformats.org/officeDocument/2006/relationships/tags" Target="../tags/tag32.xml"/><Relationship Id="rId15" Type="http://schemas.openxmlformats.org/officeDocument/2006/relationships/tags" Target="../tags/tag42.xml"/><Relationship Id="rId10" Type="http://schemas.openxmlformats.org/officeDocument/2006/relationships/tags" Target="../tags/tag37.xml"/><Relationship Id="rId19" Type="http://schemas.openxmlformats.org/officeDocument/2006/relationships/notesSlide" Target="../notesSlides/notesSlide19.xml"/><Relationship Id="rId4" Type="http://schemas.openxmlformats.org/officeDocument/2006/relationships/tags" Target="../tags/tag31.xml"/><Relationship Id="rId9" Type="http://schemas.openxmlformats.org/officeDocument/2006/relationships/tags" Target="../tags/tag36.xml"/><Relationship Id="rId14" Type="http://schemas.openxmlformats.org/officeDocument/2006/relationships/tags" Target="../tags/tag41.xml"/></Relationships>
</file>

<file path=ppt/slides/_rels/slide23.xml.rels><?xml version="1.0" encoding="UTF-8" standalone="yes"?>
<Relationships xmlns="http://schemas.openxmlformats.org/package/2006/relationships"><Relationship Id="rId8" Type="http://schemas.openxmlformats.org/officeDocument/2006/relationships/tags" Target="../tags/tag52.xml"/><Relationship Id="rId13" Type="http://schemas.openxmlformats.org/officeDocument/2006/relationships/tags" Target="../tags/tag57.xml"/><Relationship Id="rId18" Type="http://schemas.openxmlformats.org/officeDocument/2006/relationships/slideLayout" Target="../slideLayouts/slideLayout37.xml"/><Relationship Id="rId3" Type="http://schemas.openxmlformats.org/officeDocument/2006/relationships/tags" Target="../tags/tag47.xml"/><Relationship Id="rId21" Type="http://schemas.openxmlformats.org/officeDocument/2006/relationships/image" Target="../media/image81.tmp"/><Relationship Id="rId7" Type="http://schemas.openxmlformats.org/officeDocument/2006/relationships/tags" Target="../tags/tag51.xml"/><Relationship Id="rId12" Type="http://schemas.openxmlformats.org/officeDocument/2006/relationships/tags" Target="../tags/tag56.xml"/><Relationship Id="rId17" Type="http://schemas.openxmlformats.org/officeDocument/2006/relationships/tags" Target="../tags/tag61.xml"/><Relationship Id="rId2" Type="http://schemas.openxmlformats.org/officeDocument/2006/relationships/tags" Target="../tags/tag46.xml"/><Relationship Id="rId16" Type="http://schemas.openxmlformats.org/officeDocument/2006/relationships/tags" Target="../tags/tag60.xml"/><Relationship Id="rId20" Type="http://schemas.openxmlformats.org/officeDocument/2006/relationships/image" Target="../media/image91.png"/><Relationship Id="rId1" Type="http://schemas.openxmlformats.org/officeDocument/2006/relationships/tags" Target="../tags/tag45.xml"/><Relationship Id="rId6" Type="http://schemas.openxmlformats.org/officeDocument/2006/relationships/tags" Target="../tags/tag50.xml"/><Relationship Id="rId11" Type="http://schemas.openxmlformats.org/officeDocument/2006/relationships/tags" Target="../tags/tag55.xml"/><Relationship Id="rId5" Type="http://schemas.openxmlformats.org/officeDocument/2006/relationships/tags" Target="../tags/tag49.xml"/><Relationship Id="rId15" Type="http://schemas.openxmlformats.org/officeDocument/2006/relationships/tags" Target="../tags/tag59.xml"/><Relationship Id="rId10" Type="http://schemas.openxmlformats.org/officeDocument/2006/relationships/tags" Target="../tags/tag54.xml"/><Relationship Id="rId19" Type="http://schemas.openxmlformats.org/officeDocument/2006/relationships/notesSlide" Target="../notesSlides/notesSlide20.xml"/><Relationship Id="rId4" Type="http://schemas.openxmlformats.org/officeDocument/2006/relationships/tags" Target="../tags/tag48.xml"/><Relationship Id="rId9" Type="http://schemas.openxmlformats.org/officeDocument/2006/relationships/tags" Target="../tags/tag53.xml"/><Relationship Id="rId14" Type="http://schemas.openxmlformats.org/officeDocument/2006/relationships/tags" Target="../tags/tag58.xml"/></Relationships>
</file>

<file path=ppt/slides/_rels/slide24.xml.rels><?xml version="1.0" encoding="UTF-8" standalone="yes"?>
<Relationships xmlns="http://schemas.openxmlformats.org/package/2006/relationships"><Relationship Id="rId8" Type="http://schemas.openxmlformats.org/officeDocument/2006/relationships/tags" Target="../tags/tag69.xml"/><Relationship Id="rId13" Type="http://schemas.openxmlformats.org/officeDocument/2006/relationships/tags" Target="../tags/tag74.xml"/><Relationship Id="rId18" Type="http://schemas.openxmlformats.org/officeDocument/2006/relationships/slideLayout" Target="../slideLayouts/slideLayout37.xml"/><Relationship Id="rId3" Type="http://schemas.openxmlformats.org/officeDocument/2006/relationships/tags" Target="../tags/tag64.xml"/><Relationship Id="rId21" Type="http://schemas.openxmlformats.org/officeDocument/2006/relationships/image" Target="../media/image81.tmp"/><Relationship Id="rId7" Type="http://schemas.openxmlformats.org/officeDocument/2006/relationships/tags" Target="../tags/tag68.xml"/><Relationship Id="rId12" Type="http://schemas.openxmlformats.org/officeDocument/2006/relationships/tags" Target="../tags/tag73.xml"/><Relationship Id="rId17" Type="http://schemas.openxmlformats.org/officeDocument/2006/relationships/tags" Target="../tags/tag78.xml"/><Relationship Id="rId2" Type="http://schemas.openxmlformats.org/officeDocument/2006/relationships/tags" Target="../tags/tag63.xml"/><Relationship Id="rId16" Type="http://schemas.openxmlformats.org/officeDocument/2006/relationships/tags" Target="../tags/tag77.xml"/><Relationship Id="rId20" Type="http://schemas.openxmlformats.org/officeDocument/2006/relationships/image" Target="../media/image91.png"/><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5" Type="http://schemas.openxmlformats.org/officeDocument/2006/relationships/tags" Target="../tags/tag66.xml"/><Relationship Id="rId15" Type="http://schemas.openxmlformats.org/officeDocument/2006/relationships/tags" Target="../tags/tag76.xml"/><Relationship Id="rId10" Type="http://schemas.openxmlformats.org/officeDocument/2006/relationships/tags" Target="../tags/tag71.xml"/><Relationship Id="rId19" Type="http://schemas.openxmlformats.org/officeDocument/2006/relationships/notesSlide" Target="../notesSlides/notesSlide21.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s>
</file>

<file path=ppt/slides/_rels/slide25.xml.rels><?xml version="1.0" encoding="UTF-8" standalone="yes"?>
<Relationships xmlns="http://schemas.openxmlformats.org/package/2006/relationships"><Relationship Id="rId8" Type="http://schemas.openxmlformats.org/officeDocument/2006/relationships/tags" Target="../tags/tag86.xml"/><Relationship Id="rId13" Type="http://schemas.openxmlformats.org/officeDocument/2006/relationships/image" Target="../media/image81.tmp"/><Relationship Id="rId3" Type="http://schemas.openxmlformats.org/officeDocument/2006/relationships/tags" Target="../tags/tag81.xml"/><Relationship Id="rId7" Type="http://schemas.openxmlformats.org/officeDocument/2006/relationships/tags" Target="../tags/tag85.xml"/><Relationship Id="rId12" Type="http://schemas.openxmlformats.org/officeDocument/2006/relationships/notesSlide" Target="../notesSlides/notesSlide22.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slideLayout" Target="../slideLayouts/slideLayout37.xml"/><Relationship Id="rId5" Type="http://schemas.openxmlformats.org/officeDocument/2006/relationships/tags" Target="../tags/tag83.xml"/><Relationship Id="rId10" Type="http://schemas.openxmlformats.org/officeDocument/2006/relationships/tags" Target="../tags/tag88.xml"/><Relationship Id="rId4" Type="http://schemas.openxmlformats.org/officeDocument/2006/relationships/tags" Target="../tags/tag82.xml"/><Relationship Id="rId9" Type="http://schemas.openxmlformats.org/officeDocument/2006/relationships/tags" Target="../tags/tag8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image" Target="../media/image81.tmp"/><Relationship Id="rId3" Type="http://schemas.openxmlformats.org/officeDocument/2006/relationships/tags" Target="../tags/tag91.xml"/><Relationship Id="rId7" Type="http://schemas.openxmlformats.org/officeDocument/2006/relationships/tags" Target="../tags/tag95.xml"/><Relationship Id="rId12" Type="http://schemas.openxmlformats.org/officeDocument/2006/relationships/notesSlide" Target="../notesSlides/notesSlide24.xml"/><Relationship Id="rId2" Type="http://schemas.openxmlformats.org/officeDocument/2006/relationships/tags" Target="../tags/tag90.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slideLayout" Target="../slideLayouts/slideLayout37.xml"/><Relationship Id="rId5" Type="http://schemas.openxmlformats.org/officeDocument/2006/relationships/tags" Target="../tags/tag93.xml"/><Relationship Id="rId10" Type="http://schemas.openxmlformats.org/officeDocument/2006/relationships/tags" Target="../tags/tag98.xml"/><Relationship Id="rId4" Type="http://schemas.openxmlformats.org/officeDocument/2006/relationships/tags" Target="../tags/tag92.xml"/><Relationship Id="rId9" Type="http://schemas.openxmlformats.org/officeDocument/2006/relationships/tags" Target="../tags/tag97.xml"/></Relationships>
</file>

<file path=ppt/slides/_rels/slide28.xml.rels><?xml version="1.0" encoding="UTF-8" standalone="yes"?>
<Relationships xmlns="http://schemas.openxmlformats.org/package/2006/relationships"><Relationship Id="rId8" Type="http://schemas.openxmlformats.org/officeDocument/2006/relationships/image" Target="../media/image62.wmf"/><Relationship Id="rId13" Type="http://schemas.openxmlformats.org/officeDocument/2006/relationships/oleObject" Target="../embeddings/oleObject64.bin"/><Relationship Id="rId18" Type="http://schemas.openxmlformats.org/officeDocument/2006/relationships/image" Target="../media/image66.wmf"/><Relationship Id="rId3" Type="http://schemas.openxmlformats.org/officeDocument/2006/relationships/oleObject" Target="../embeddings/oleObject59.bin"/><Relationship Id="rId21" Type="http://schemas.openxmlformats.org/officeDocument/2006/relationships/oleObject" Target="../embeddings/oleObject68.bin"/><Relationship Id="rId7" Type="http://schemas.openxmlformats.org/officeDocument/2006/relationships/oleObject" Target="../embeddings/oleObject61.bin"/><Relationship Id="rId12" Type="http://schemas.openxmlformats.org/officeDocument/2006/relationships/image" Target="../media/image63.wmf"/><Relationship Id="rId17" Type="http://schemas.openxmlformats.org/officeDocument/2006/relationships/oleObject" Target="../embeddings/oleObject66.bin"/><Relationship Id="rId2" Type="http://schemas.openxmlformats.org/officeDocument/2006/relationships/notesSlide" Target="../notesSlides/notesSlide25.xml"/><Relationship Id="rId16" Type="http://schemas.openxmlformats.org/officeDocument/2006/relationships/image" Target="../media/image75.wmf"/><Relationship Id="rId20" Type="http://schemas.openxmlformats.org/officeDocument/2006/relationships/image" Target="../media/image67.wmf"/><Relationship Id="rId1" Type="http://schemas.openxmlformats.org/officeDocument/2006/relationships/slideLayout" Target="../slideLayouts/slideLayout33.xml"/><Relationship Id="rId6" Type="http://schemas.openxmlformats.org/officeDocument/2006/relationships/image" Target="../media/image61.wmf"/><Relationship Id="rId11" Type="http://schemas.openxmlformats.org/officeDocument/2006/relationships/oleObject" Target="../embeddings/oleObject63.bin"/><Relationship Id="rId5" Type="http://schemas.openxmlformats.org/officeDocument/2006/relationships/oleObject" Target="../embeddings/oleObject60.bin"/><Relationship Id="rId15" Type="http://schemas.openxmlformats.org/officeDocument/2006/relationships/oleObject" Target="../embeddings/oleObject65.bin"/><Relationship Id="rId23" Type="http://schemas.openxmlformats.org/officeDocument/2006/relationships/image" Target="../media/image92.jpeg"/><Relationship Id="rId10" Type="http://schemas.openxmlformats.org/officeDocument/2006/relationships/image" Target="../media/image76.wmf"/><Relationship Id="rId19" Type="http://schemas.openxmlformats.org/officeDocument/2006/relationships/oleObject" Target="../embeddings/oleObject67.bin"/><Relationship Id="rId4" Type="http://schemas.openxmlformats.org/officeDocument/2006/relationships/image" Target="../media/image60.wmf"/><Relationship Id="rId9" Type="http://schemas.openxmlformats.org/officeDocument/2006/relationships/oleObject" Target="../embeddings/oleObject62.bin"/><Relationship Id="rId14" Type="http://schemas.openxmlformats.org/officeDocument/2006/relationships/image" Target="../media/image64.wmf"/><Relationship Id="rId22" Type="http://schemas.openxmlformats.org/officeDocument/2006/relationships/image" Target="../media/image68.wmf"/></Relationships>
</file>

<file path=ppt/slides/_rels/slide29.xml.rels><?xml version="1.0" encoding="UTF-8" standalone="yes"?>
<Relationships xmlns="http://schemas.openxmlformats.org/package/2006/relationships"><Relationship Id="rId8" Type="http://schemas.openxmlformats.org/officeDocument/2006/relationships/tags" Target="../tags/tag106.xml"/><Relationship Id="rId13" Type="http://schemas.openxmlformats.org/officeDocument/2006/relationships/image" Target="../media/image81.tmp"/><Relationship Id="rId3" Type="http://schemas.openxmlformats.org/officeDocument/2006/relationships/tags" Target="../tags/tag101.xml"/><Relationship Id="rId7" Type="http://schemas.openxmlformats.org/officeDocument/2006/relationships/tags" Target="../tags/tag105.xml"/><Relationship Id="rId12" Type="http://schemas.openxmlformats.org/officeDocument/2006/relationships/notesSlide" Target="../notesSlides/notesSlide26.xml"/><Relationship Id="rId2" Type="http://schemas.openxmlformats.org/officeDocument/2006/relationships/tags" Target="../tags/tag100.xml"/><Relationship Id="rId1" Type="http://schemas.openxmlformats.org/officeDocument/2006/relationships/tags" Target="../tags/tag99.xml"/><Relationship Id="rId6" Type="http://schemas.openxmlformats.org/officeDocument/2006/relationships/tags" Target="../tags/tag104.xml"/><Relationship Id="rId11" Type="http://schemas.openxmlformats.org/officeDocument/2006/relationships/slideLayout" Target="../slideLayouts/slideLayout37.xml"/><Relationship Id="rId5" Type="http://schemas.openxmlformats.org/officeDocument/2006/relationships/tags" Target="../tags/tag103.xml"/><Relationship Id="rId10" Type="http://schemas.openxmlformats.org/officeDocument/2006/relationships/tags" Target="../tags/tag108.xml"/><Relationship Id="rId4" Type="http://schemas.openxmlformats.org/officeDocument/2006/relationships/tags" Target="../tags/tag102.xml"/><Relationship Id="rId9" Type="http://schemas.openxmlformats.org/officeDocument/2006/relationships/tags" Target="../tags/tag107.xml"/></Relationships>
</file>

<file path=ppt/slides/_rels/slide30.xml.rels><?xml version="1.0" encoding="UTF-8" standalone="yes"?>
<Relationships xmlns="http://schemas.openxmlformats.org/package/2006/relationships"><Relationship Id="rId8" Type="http://schemas.openxmlformats.org/officeDocument/2006/relationships/image" Target="../media/image49.emf"/><Relationship Id="rId13" Type="http://schemas.openxmlformats.org/officeDocument/2006/relationships/oleObject" Target="../embeddings/oleObject18.bin"/><Relationship Id="rId18" Type="http://schemas.openxmlformats.org/officeDocument/2006/relationships/image" Target="../media/image54.emf"/><Relationship Id="rId26" Type="http://schemas.openxmlformats.org/officeDocument/2006/relationships/image" Target="../media/image95.wmf"/><Relationship Id="rId3" Type="http://schemas.openxmlformats.org/officeDocument/2006/relationships/oleObject" Target="../embeddings/oleObject13.bin"/><Relationship Id="rId21" Type="http://schemas.openxmlformats.org/officeDocument/2006/relationships/oleObject" Target="../embeddings/oleObject69.bin"/><Relationship Id="rId7" Type="http://schemas.openxmlformats.org/officeDocument/2006/relationships/oleObject" Target="../embeddings/oleObject15.bin"/><Relationship Id="rId12" Type="http://schemas.openxmlformats.org/officeDocument/2006/relationships/image" Target="../media/image51.emf"/><Relationship Id="rId17" Type="http://schemas.openxmlformats.org/officeDocument/2006/relationships/oleObject" Target="../embeddings/oleObject20.bin"/><Relationship Id="rId25" Type="http://schemas.openxmlformats.org/officeDocument/2006/relationships/oleObject" Target="../embeddings/oleObject71.bin"/><Relationship Id="rId2" Type="http://schemas.openxmlformats.org/officeDocument/2006/relationships/notesSlide" Target="../notesSlides/notesSlide27.xml"/><Relationship Id="rId16" Type="http://schemas.openxmlformats.org/officeDocument/2006/relationships/image" Target="../media/image53.emf"/><Relationship Id="rId20" Type="http://schemas.openxmlformats.org/officeDocument/2006/relationships/image" Target="../media/image55.emf"/><Relationship Id="rId1" Type="http://schemas.openxmlformats.org/officeDocument/2006/relationships/slideLayout" Target="../slideLayouts/slideLayout33.xml"/><Relationship Id="rId6" Type="http://schemas.openxmlformats.org/officeDocument/2006/relationships/image" Target="../media/image48.emf"/><Relationship Id="rId11" Type="http://schemas.openxmlformats.org/officeDocument/2006/relationships/oleObject" Target="../embeddings/oleObject17.bin"/><Relationship Id="rId24" Type="http://schemas.openxmlformats.org/officeDocument/2006/relationships/image" Target="../media/image94.wmf"/><Relationship Id="rId5" Type="http://schemas.openxmlformats.org/officeDocument/2006/relationships/oleObject" Target="../embeddings/oleObject14.bin"/><Relationship Id="rId15" Type="http://schemas.openxmlformats.org/officeDocument/2006/relationships/oleObject" Target="../embeddings/oleObject19.bin"/><Relationship Id="rId23" Type="http://schemas.openxmlformats.org/officeDocument/2006/relationships/oleObject" Target="../embeddings/oleObject70.bin"/><Relationship Id="rId10" Type="http://schemas.openxmlformats.org/officeDocument/2006/relationships/image" Target="../media/image50.emf"/><Relationship Id="rId19" Type="http://schemas.openxmlformats.org/officeDocument/2006/relationships/oleObject" Target="../embeddings/oleObject21.bin"/><Relationship Id="rId4" Type="http://schemas.openxmlformats.org/officeDocument/2006/relationships/image" Target="../media/image47.emf"/><Relationship Id="rId9" Type="http://schemas.openxmlformats.org/officeDocument/2006/relationships/oleObject" Target="../embeddings/oleObject16.bin"/><Relationship Id="rId14" Type="http://schemas.openxmlformats.org/officeDocument/2006/relationships/image" Target="../media/image52.emf"/><Relationship Id="rId22" Type="http://schemas.openxmlformats.org/officeDocument/2006/relationships/image" Target="../media/image93.wmf"/></Relationships>
</file>

<file path=ppt/slides/_rels/slide31.xml.rels><?xml version="1.0" encoding="UTF-8" standalone="yes"?>
<Relationships xmlns="http://schemas.openxmlformats.org/package/2006/relationships"><Relationship Id="rId8" Type="http://schemas.openxmlformats.org/officeDocument/2006/relationships/tags" Target="../tags/tag116.xml"/><Relationship Id="rId13" Type="http://schemas.openxmlformats.org/officeDocument/2006/relationships/image" Target="../media/image81.tmp"/><Relationship Id="rId3" Type="http://schemas.openxmlformats.org/officeDocument/2006/relationships/tags" Target="../tags/tag111.xml"/><Relationship Id="rId7" Type="http://schemas.openxmlformats.org/officeDocument/2006/relationships/tags" Target="../tags/tag115.xml"/><Relationship Id="rId12" Type="http://schemas.openxmlformats.org/officeDocument/2006/relationships/notesSlide" Target="../notesSlides/notesSlide28.xml"/><Relationship Id="rId2" Type="http://schemas.openxmlformats.org/officeDocument/2006/relationships/tags" Target="../tags/tag110.xml"/><Relationship Id="rId1" Type="http://schemas.openxmlformats.org/officeDocument/2006/relationships/tags" Target="../tags/tag109.xml"/><Relationship Id="rId6" Type="http://schemas.openxmlformats.org/officeDocument/2006/relationships/tags" Target="../tags/tag114.xml"/><Relationship Id="rId11" Type="http://schemas.openxmlformats.org/officeDocument/2006/relationships/slideLayout" Target="../slideLayouts/slideLayout37.xml"/><Relationship Id="rId5" Type="http://schemas.openxmlformats.org/officeDocument/2006/relationships/tags" Target="../tags/tag113.xml"/><Relationship Id="rId10" Type="http://schemas.openxmlformats.org/officeDocument/2006/relationships/tags" Target="../tags/tag118.xml"/><Relationship Id="rId4" Type="http://schemas.openxmlformats.org/officeDocument/2006/relationships/tags" Target="../tags/tag112.xml"/><Relationship Id="rId9" Type="http://schemas.openxmlformats.org/officeDocument/2006/relationships/tags" Target="../tags/tag117.xml"/></Relationships>
</file>

<file path=ppt/slides/_rels/slide3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29.xml"/><Relationship Id="rId1" Type="http://schemas.openxmlformats.org/officeDocument/2006/relationships/slideLayout" Target="../slideLayouts/slideLayout33.xml"/><Relationship Id="rId4" Type="http://schemas.openxmlformats.org/officeDocument/2006/relationships/image" Target="../media/image97.jpeg"/></Relationships>
</file>

<file path=ppt/slides/_rels/slide33.xml.rels><?xml version="1.0" encoding="UTF-8" standalone="yes"?>
<Relationships xmlns="http://schemas.openxmlformats.org/package/2006/relationships"><Relationship Id="rId8" Type="http://schemas.openxmlformats.org/officeDocument/2006/relationships/tags" Target="../tags/tag126.xml"/><Relationship Id="rId3" Type="http://schemas.openxmlformats.org/officeDocument/2006/relationships/tags" Target="../tags/tag121.xml"/><Relationship Id="rId7" Type="http://schemas.openxmlformats.org/officeDocument/2006/relationships/tags" Target="../tags/tag125.xml"/><Relationship Id="rId12" Type="http://schemas.openxmlformats.org/officeDocument/2006/relationships/image" Target="../media/image81.tmp"/><Relationship Id="rId2" Type="http://schemas.openxmlformats.org/officeDocument/2006/relationships/tags" Target="../tags/tag120.xml"/><Relationship Id="rId1" Type="http://schemas.openxmlformats.org/officeDocument/2006/relationships/tags" Target="../tags/tag119.xml"/><Relationship Id="rId6" Type="http://schemas.openxmlformats.org/officeDocument/2006/relationships/tags" Target="../tags/tag124.xml"/><Relationship Id="rId11" Type="http://schemas.openxmlformats.org/officeDocument/2006/relationships/notesSlide" Target="../notesSlides/notesSlide30.xml"/><Relationship Id="rId5" Type="http://schemas.openxmlformats.org/officeDocument/2006/relationships/tags" Target="../tags/tag123.xml"/><Relationship Id="rId10" Type="http://schemas.openxmlformats.org/officeDocument/2006/relationships/slideLayout" Target="../slideLayouts/slideLayout37.xml"/><Relationship Id="rId4" Type="http://schemas.openxmlformats.org/officeDocument/2006/relationships/tags" Target="../tags/tag122.xml"/><Relationship Id="rId9" Type="http://schemas.openxmlformats.org/officeDocument/2006/relationships/tags" Target="../tags/tag127.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74.bin"/><Relationship Id="rId13" Type="http://schemas.openxmlformats.org/officeDocument/2006/relationships/image" Target="../media/image102.wmf"/><Relationship Id="rId18" Type="http://schemas.openxmlformats.org/officeDocument/2006/relationships/oleObject" Target="../embeddings/oleObject79.bin"/><Relationship Id="rId3" Type="http://schemas.openxmlformats.org/officeDocument/2006/relationships/hyperlink" Target="space%20interference.swf" TargetMode="External"/><Relationship Id="rId21" Type="http://schemas.openxmlformats.org/officeDocument/2006/relationships/image" Target="../media/image106.wmf"/><Relationship Id="rId7" Type="http://schemas.openxmlformats.org/officeDocument/2006/relationships/image" Target="../media/image99.wmf"/><Relationship Id="rId12" Type="http://schemas.openxmlformats.org/officeDocument/2006/relationships/oleObject" Target="../embeddings/oleObject76.bin"/><Relationship Id="rId17" Type="http://schemas.openxmlformats.org/officeDocument/2006/relationships/image" Target="../media/image104.wmf"/><Relationship Id="rId2" Type="http://schemas.openxmlformats.org/officeDocument/2006/relationships/notesSlide" Target="../notesSlides/notesSlide31.xml"/><Relationship Id="rId16" Type="http://schemas.openxmlformats.org/officeDocument/2006/relationships/oleObject" Target="../embeddings/oleObject78.bin"/><Relationship Id="rId20" Type="http://schemas.openxmlformats.org/officeDocument/2006/relationships/oleObject" Target="../embeddings/oleObject80.bin"/><Relationship Id="rId1" Type="http://schemas.openxmlformats.org/officeDocument/2006/relationships/slideLayout" Target="../slideLayouts/slideLayout33.xml"/><Relationship Id="rId6" Type="http://schemas.openxmlformats.org/officeDocument/2006/relationships/oleObject" Target="../embeddings/oleObject73.bin"/><Relationship Id="rId11" Type="http://schemas.openxmlformats.org/officeDocument/2006/relationships/image" Target="../media/image101.wmf"/><Relationship Id="rId5" Type="http://schemas.openxmlformats.org/officeDocument/2006/relationships/image" Target="../media/image98.wmf"/><Relationship Id="rId15" Type="http://schemas.openxmlformats.org/officeDocument/2006/relationships/image" Target="../media/image103.wmf"/><Relationship Id="rId23" Type="http://schemas.openxmlformats.org/officeDocument/2006/relationships/image" Target="../media/image107.wmf"/><Relationship Id="rId10" Type="http://schemas.openxmlformats.org/officeDocument/2006/relationships/oleObject" Target="../embeddings/oleObject75.bin"/><Relationship Id="rId19" Type="http://schemas.openxmlformats.org/officeDocument/2006/relationships/image" Target="../media/image105.wmf"/><Relationship Id="rId4" Type="http://schemas.openxmlformats.org/officeDocument/2006/relationships/oleObject" Target="../embeddings/oleObject72.bin"/><Relationship Id="rId9" Type="http://schemas.openxmlformats.org/officeDocument/2006/relationships/image" Target="../media/image100.wmf"/><Relationship Id="rId14" Type="http://schemas.openxmlformats.org/officeDocument/2006/relationships/oleObject" Target="../embeddings/oleObject77.bin"/><Relationship Id="rId22" Type="http://schemas.openxmlformats.org/officeDocument/2006/relationships/oleObject" Target="../embeddings/oleObject81.bin"/></Relationships>
</file>

<file path=ppt/slides/_rels/slide35.xml.rels><?xml version="1.0" encoding="UTF-8" standalone="yes"?>
<Relationships xmlns="http://schemas.openxmlformats.org/package/2006/relationships"><Relationship Id="rId8" Type="http://schemas.openxmlformats.org/officeDocument/2006/relationships/oleObject" Target="../embeddings/oleObject83.bin"/><Relationship Id="rId13" Type="http://schemas.openxmlformats.org/officeDocument/2006/relationships/image" Target="../media/image66.wmf"/><Relationship Id="rId18" Type="http://schemas.openxmlformats.org/officeDocument/2006/relationships/image" Target="../media/image68.wmf"/><Relationship Id="rId26" Type="http://schemas.openxmlformats.org/officeDocument/2006/relationships/oleObject" Target="../embeddings/oleObject85.bin"/><Relationship Id="rId3" Type="http://schemas.openxmlformats.org/officeDocument/2006/relationships/oleObject" Target="../embeddings/oleObject82.bin"/><Relationship Id="rId21" Type="http://schemas.openxmlformats.org/officeDocument/2006/relationships/image" Target="../media/image68.wmf"/><Relationship Id="rId12" Type="http://schemas.openxmlformats.org/officeDocument/2006/relationships/oleObject" Target="../embeddings/oleObject66.bin"/><Relationship Id="rId17" Type="http://schemas.openxmlformats.org/officeDocument/2006/relationships/image" Target="../media/image67.wmf"/><Relationship Id="rId25" Type="http://schemas.openxmlformats.org/officeDocument/2006/relationships/image" Target="../media/image109.wmf"/><Relationship Id="rId2" Type="http://schemas.openxmlformats.org/officeDocument/2006/relationships/notesSlide" Target="../notesSlides/notesSlide32.xml"/><Relationship Id="rId16" Type="http://schemas.openxmlformats.org/officeDocument/2006/relationships/oleObject" Target="../embeddings/oleObject67.bin"/><Relationship Id="rId20" Type="http://schemas.openxmlformats.org/officeDocument/2006/relationships/oleObject" Target="../embeddings/oleObject68.bin"/><Relationship Id="rId29" Type="http://schemas.openxmlformats.org/officeDocument/2006/relationships/image" Target="../media/image110.wmf"/><Relationship Id="rId1" Type="http://schemas.openxmlformats.org/officeDocument/2006/relationships/slideLayout" Target="../slideLayouts/slideLayout33.xml"/><Relationship Id="rId6" Type="http://schemas.openxmlformats.org/officeDocument/2006/relationships/image" Target="../media/image75.wmf"/><Relationship Id="rId11" Type="http://schemas.openxmlformats.org/officeDocument/2006/relationships/image" Target="../media/image66.wmf"/><Relationship Id="rId24" Type="http://schemas.openxmlformats.org/officeDocument/2006/relationships/oleObject" Target="../embeddings/oleObject84.bin"/><Relationship Id="rId40" Type="http://schemas.openxmlformats.org/officeDocument/2006/relationships/image" Target="../media/image112.png"/><Relationship Id="rId5" Type="http://schemas.openxmlformats.org/officeDocument/2006/relationships/oleObject" Target="../embeddings/oleObject83.bin"/><Relationship Id="rId15" Type="http://schemas.openxmlformats.org/officeDocument/2006/relationships/image" Target="../media/image67.wmf"/><Relationship Id="rId23" Type="http://schemas.openxmlformats.org/officeDocument/2006/relationships/image" Target="../media/image109.wmf"/><Relationship Id="rId28" Type="http://schemas.openxmlformats.org/officeDocument/2006/relationships/oleObject" Target="../embeddings/oleObject85.bin"/><Relationship Id="rId36" Type="http://schemas.openxmlformats.org/officeDocument/2006/relationships/image" Target="../media/image111.png"/><Relationship Id="rId10" Type="http://schemas.openxmlformats.org/officeDocument/2006/relationships/oleObject" Target="../embeddings/oleObject66.bin"/><Relationship Id="rId31" Type="http://schemas.openxmlformats.org/officeDocument/2006/relationships/image" Target="../media/image107.png"/><Relationship Id="rId4" Type="http://schemas.openxmlformats.org/officeDocument/2006/relationships/image" Target="../media/image108.wmf"/><Relationship Id="rId9" Type="http://schemas.openxmlformats.org/officeDocument/2006/relationships/image" Target="../media/image75.wmf"/><Relationship Id="rId14" Type="http://schemas.openxmlformats.org/officeDocument/2006/relationships/oleObject" Target="../embeddings/oleObject67.bin"/><Relationship Id="rId22" Type="http://schemas.openxmlformats.org/officeDocument/2006/relationships/oleObject" Target="../embeddings/oleObject84.bin"/><Relationship Id="rId27" Type="http://schemas.openxmlformats.org/officeDocument/2006/relationships/image" Target="../media/image110.wmf"/><Relationship Id="rId30" Type="http://schemas.openxmlformats.org/officeDocument/2006/relationships/image" Target="../media/image106.png"/></Relationships>
</file>

<file path=ppt/slides/_rels/slide36.xml.rels><?xml version="1.0" encoding="UTF-8" standalone="yes"?>
<Relationships xmlns="http://schemas.openxmlformats.org/package/2006/relationships"><Relationship Id="rId3" Type="http://schemas.openxmlformats.org/officeDocument/2006/relationships/image" Target="../media/image109.png"/><Relationship Id="rId7" Type="http://schemas.openxmlformats.org/officeDocument/2006/relationships/image" Target="../media/image115.png"/><Relationship Id="rId2" Type="http://schemas.openxmlformats.org/officeDocument/2006/relationships/notesSlide" Target="../notesSlides/notesSlide33.xml"/><Relationship Id="rId1" Type="http://schemas.openxmlformats.org/officeDocument/2006/relationships/slideLayout" Target="../slideLayouts/slideLayout33.xml"/><Relationship Id="rId6" Type="http://schemas.openxmlformats.org/officeDocument/2006/relationships/image" Target="../media/image114.png"/><Relationship Id="rId5" Type="http://schemas.openxmlformats.org/officeDocument/2006/relationships/image" Target="../media/image113.png"/><Relationship Id="rId4" Type="http://schemas.openxmlformats.org/officeDocument/2006/relationships/image" Target="../media/image110.png"/></Relationships>
</file>

<file path=ppt/slides/_rels/slide37.xml.rels><?xml version="1.0" encoding="UTF-8" standalone="yes"?>
<Relationships xmlns="http://schemas.openxmlformats.org/package/2006/relationships"><Relationship Id="rId8" Type="http://schemas.openxmlformats.org/officeDocument/2006/relationships/tags" Target="../tags/tag135.xml"/><Relationship Id="rId3" Type="http://schemas.openxmlformats.org/officeDocument/2006/relationships/tags" Target="../tags/tag130.xml"/><Relationship Id="rId7" Type="http://schemas.openxmlformats.org/officeDocument/2006/relationships/tags" Target="../tags/tag134.xml"/><Relationship Id="rId12" Type="http://schemas.openxmlformats.org/officeDocument/2006/relationships/image" Target="../media/image81.tmp"/><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tags" Target="../tags/tag133.xml"/><Relationship Id="rId11" Type="http://schemas.openxmlformats.org/officeDocument/2006/relationships/notesSlide" Target="../notesSlides/notesSlide34.xml"/><Relationship Id="rId5" Type="http://schemas.openxmlformats.org/officeDocument/2006/relationships/tags" Target="../tags/tag132.xml"/><Relationship Id="rId10" Type="http://schemas.openxmlformats.org/officeDocument/2006/relationships/slideLayout" Target="../slideLayouts/slideLayout37.xml"/><Relationship Id="rId4" Type="http://schemas.openxmlformats.org/officeDocument/2006/relationships/tags" Target="../tags/tag131.xml"/><Relationship Id="rId9" Type="http://schemas.openxmlformats.org/officeDocument/2006/relationships/tags" Target="../tags/tag136.xml"/></Relationships>
</file>

<file path=ppt/slides/_rels/slide38.xml.rels><?xml version="1.0" encoding="UTF-8" standalone="yes"?>
<Relationships xmlns="http://schemas.openxmlformats.org/package/2006/relationships"><Relationship Id="rId3" Type="http://schemas.openxmlformats.org/officeDocument/2006/relationships/image" Target="../media/image116.jpeg"/><Relationship Id="rId2" Type="http://schemas.openxmlformats.org/officeDocument/2006/relationships/notesSlide" Target="../notesSlides/notesSlide35.xml"/><Relationship Id="rId1" Type="http://schemas.openxmlformats.org/officeDocument/2006/relationships/slideLayout" Target="../slideLayouts/slideLayout33.xml"/><Relationship Id="rId4" Type="http://schemas.openxmlformats.org/officeDocument/2006/relationships/image" Target="../media/image117.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3.xml"/></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88.bin"/><Relationship Id="rId3" Type="http://schemas.openxmlformats.org/officeDocument/2006/relationships/image" Target="../media/image118.png"/><Relationship Id="rId7" Type="http://schemas.openxmlformats.org/officeDocument/2006/relationships/image" Target="../media/image120.wmf"/><Relationship Id="rId2" Type="http://schemas.openxmlformats.org/officeDocument/2006/relationships/notesSlide" Target="../notesSlides/notesSlide37.xml"/><Relationship Id="rId1" Type="http://schemas.openxmlformats.org/officeDocument/2006/relationships/slideLayout" Target="../slideLayouts/slideLayout33.xml"/><Relationship Id="rId6" Type="http://schemas.openxmlformats.org/officeDocument/2006/relationships/oleObject" Target="../embeddings/oleObject87.bin"/><Relationship Id="rId5" Type="http://schemas.openxmlformats.org/officeDocument/2006/relationships/image" Target="../media/image119.wmf"/><Relationship Id="rId4" Type="http://schemas.openxmlformats.org/officeDocument/2006/relationships/oleObject" Target="../embeddings/oleObject86.bin"/><Relationship Id="rId9" Type="http://schemas.openxmlformats.org/officeDocument/2006/relationships/image" Target="../media/image121.wmf"/></Relationships>
</file>

<file path=ppt/slides/_rels/slide41.xml.rels><?xml version="1.0" encoding="UTF-8" standalone="yes"?>
<Relationships xmlns="http://schemas.openxmlformats.org/package/2006/relationships"><Relationship Id="rId8" Type="http://schemas.openxmlformats.org/officeDocument/2006/relationships/tags" Target="../tags/tag144.xml"/><Relationship Id="rId13" Type="http://schemas.openxmlformats.org/officeDocument/2006/relationships/tags" Target="../tags/tag149.xml"/><Relationship Id="rId18" Type="http://schemas.openxmlformats.org/officeDocument/2006/relationships/slideLayout" Target="../slideLayouts/slideLayout37.xml"/><Relationship Id="rId3" Type="http://schemas.openxmlformats.org/officeDocument/2006/relationships/tags" Target="../tags/tag139.xml"/><Relationship Id="rId21" Type="http://schemas.openxmlformats.org/officeDocument/2006/relationships/image" Target="../media/image81.tmp"/><Relationship Id="rId7" Type="http://schemas.openxmlformats.org/officeDocument/2006/relationships/tags" Target="../tags/tag143.xml"/><Relationship Id="rId12" Type="http://schemas.openxmlformats.org/officeDocument/2006/relationships/tags" Target="../tags/tag148.xml"/><Relationship Id="rId17" Type="http://schemas.openxmlformats.org/officeDocument/2006/relationships/tags" Target="../tags/tag153.xml"/><Relationship Id="rId2" Type="http://schemas.openxmlformats.org/officeDocument/2006/relationships/tags" Target="../tags/tag138.xml"/><Relationship Id="rId16" Type="http://schemas.openxmlformats.org/officeDocument/2006/relationships/tags" Target="../tags/tag152.xml"/><Relationship Id="rId20" Type="http://schemas.openxmlformats.org/officeDocument/2006/relationships/image" Target="../media/image91.png"/><Relationship Id="rId1" Type="http://schemas.openxmlformats.org/officeDocument/2006/relationships/tags" Target="../tags/tag137.xml"/><Relationship Id="rId6" Type="http://schemas.openxmlformats.org/officeDocument/2006/relationships/tags" Target="../tags/tag142.xml"/><Relationship Id="rId11" Type="http://schemas.openxmlformats.org/officeDocument/2006/relationships/tags" Target="../tags/tag147.xml"/><Relationship Id="rId5" Type="http://schemas.openxmlformats.org/officeDocument/2006/relationships/tags" Target="../tags/tag141.xml"/><Relationship Id="rId15" Type="http://schemas.openxmlformats.org/officeDocument/2006/relationships/tags" Target="../tags/tag151.xml"/><Relationship Id="rId10" Type="http://schemas.openxmlformats.org/officeDocument/2006/relationships/tags" Target="../tags/tag146.xml"/><Relationship Id="rId19" Type="http://schemas.openxmlformats.org/officeDocument/2006/relationships/notesSlide" Target="../notesSlides/notesSlide38.xml"/><Relationship Id="rId4" Type="http://schemas.openxmlformats.org/officeDocument/2006/relationships/tags" Target="../tags/tag140.xml"/><Relationship Id="rId9" Type="http://schemas.openxmlformats.org/officeDocument/2006/relationships/tags" Target="../tags/tag145.xml"/><Relationship Id="rId14" Type="http://schemas.openxmlformats.org/officeDocument/2006/relationships/tags" Target="../tags/tag150.xml"/></Relationships>
</file>

<file path=ppt/slides/_rels/slide42.xml.rels><?xml version="1.0" encoding="UTF-8" standalone="yes"?>
<Relationships xmlns="http://schemas.openxmlformats.org/package/2006/relationships"><Relationship Id="rId8" Type="http://schemas.openxmlformats.org/officeDocument/2006/relationships/tags" Target="../tags/tag161.xml"/><Relationship Id="rId13" Type="http://schemas.openxmlformats.org/officeDocument/2006/relationships/tags" Target="../tags/tag166.xml"/><Relationship Id="rId18" Type="http://schemas.openxmlformats.org/officeDocument/2006/relationships/slideLayout" Target="../slideLayouts/slideLayout37.xml"/><Relationship Id="rId3" Type="http://schemas.openxmlformats.org/officeDocument/2006/relationships/tags" Target="../tags/tag156.xml"/><Relationship Id="rId21" Type="http://schemas.openxmlformats.org/officeDocument/2006/relationships/image" Target="../media/image81.tmp"/><Relationship Id="rId7" Type="http://schemas.openxmlformats.org/officeDocument/2006/relationships/tags" Target="../tags/tag160.xml"/><Relationship Id="rId12" Type="http://schemas.openxmlformats.org/officeDocument/2006/relationships/tags" Target="../tags/tag165.xml"/><Relationship Id="rId17" Type="http://schemas.openxmlformats.org/officeDocument/2006/relationships/tags" Target="../tags/tag170.xml"/><Relationship Id="rId2" Type="http://schemas.openxmlformats.org/officeDocument/2006/relationships/tags" Target="../tags/tag155.xml"/><Relationship Id="rId16" Type="http://schemas.openxmlformats.org/officeDocument/2006/relationships/tags" Target="../tags/tag169.xml"/><Relationship Id="rId20" Type="http://schemas.openxmlformats.org/officeDocument/2006/relationships/image" Target="../media/image91.png"/><Relationship Id="rId1" Type="http://schemas.openxmlformats.org/officeDocument/2006/relationships/tags" Target="../tags/tag154.xml"/><Relationship Id="rId6" Type="http://schemas.openxmlformats.org/officeDocument/2006/relationships/tags" Target="../tags/tag159.xml"/><Relationship Id="rId11" Type="http://schemas.openxmlformats.org/officeDocument/2006/relationships/tags" Target="../tags/tag164.xml"/><Relationship Id="rId5" Type="http://schemas.openxmlformats.org/officeDocument/2006/relationships/tags" Target="../tags/tag158.xml"/><Relationship Id="rId15" Type="http://schemas.openxmlformats.org/officeDocument/2006/relationships/tags" Target="../tags/tag168.xml"/><Relationship Id="rId10" Type="http://schemas.openxmlformats.org/officeDocument/2006/relationships/tags" Target="../tags/tag163.xml"/><Relationship Id="rId19" Type="http://schemas.openxmlformats.org/officeDocument/2006/relationships/notesSlide" Target="../notesSlides/notesSlide39.xml"/><Relationship Id="rId4" Type="http://schemas.openxmlformats.org/officeDocument/2006/relationships/tags" Target="../tags/tag157.xml"/><Relationship Id="rId9" Type="http://schemas.openxmlformats.org/officeDocument/2006/relationships/tags" Target="../tags/tag162.xml"/><Relationship Id="rId14" Type="http://schemas.openxmlformats.org/officeDocument/2006/relationships/tags" Target="../tags/tag167.xml"/></Relationships>
</file>

<file path=ppt/slides/_rels/slide43.xml.rels><?xml version="1.0" encoding="UTF-8" standalone="yes"?>
<Relationships xmlns="http://schemas.openxmlformats.org/package/2006/relationships"><Relationship Id="rId8" Type="http://schemas.openxmlformats.org/officeDocument/2006/relationships/tags" Target="../tags/tag178.xml"/><Relationship Id="rId13" Type="http://schemas.openxmlformats.org/officeDocument/2006/relationships/tags" Target="../tags/tag183.xml"/><Relationship Id="rId18" Type="http://schemas.openxmlformats.org/officeDocument/2006/relationships/slideLayout" Target="../slideLayouts/slideLayout37.xml"/><Relationship Id="rId3" Type="http://schemas.openxmlformats.org/officeDocument/2006/relationships/tags" Target="../tags/tag173.xml"/><Relationship Id="rId21" Type="http://schemas.openxmlformats.org/officeDocument/2006/relationships/image" Target="../media/image81.tmp"/><Relationship Id="rId7" Type="http://schemas.openxmlformats.org/officeDocument/2006/relationships/tags" Target="../tags/tag177.xml"/><Relationship Id="rId12" Type="http://schemas.openxmlformats.org/officeDocument/2006/relationships/tags" Target="../tags/tag182.xml"/><Relationship Id="rId17" Type="http://schemas.openxmlformats.org/officeDocument/2006/relationships/tags" Target="../tags/tag187.xml"/><Relationship Id="rId2" Type="http://schemas.openxmlformats.org/officeDocument/2006/relationships/tags" Target="../tags/tag172.xml"/><Relationship Id="rId16" Type="http://schemas.openxmlformats.org/officeDocument/2006/relationships/tags" Target="../tags/tag186.xml"/><Relationship Id="rId20" Type="http://schemas.openxmlformats.org/officeDocument/2006/relationships/image" Target="../media/image122.png"/><Relationship Id="rId1" Type="http://schemas.openxmlformats.org/officeDocument/2006/relationships/tags" Target="../tags/tag171.xml"/><Relationship Id="rId6" Type="http://schemas.openxmlformats.org/officeDocument/2006/relationships/tags" Target="../tags/tag176.xml"/><Relationship Id="rId11" Type="http://schemas.openxmlformats.org/officeDocument/2006/relationships/tags" Target="../tags/tag181.xml"/><Relationship Id="rId5" Type="http://schemas.openxmlformats.org/officeDocument/2006/relationships/tags" Target="../tags/tag175.xml"/><Relationship Id="rId15" Type="http://schemas.openxmlformats.org/officeDocument/2006/relationships/tags" Target="../tags/tag185.xml"/><Relationship Id="rId10" Type="http://schemas.openxmlformats.org/officeDocument/2006/relationships/tags" Target="../tags/tag180.xml"/><Relationship Id="rId19" Type="http://schemas.openxmlformats.org/officeDocument/2006/relationships/notesSlide" Target="../notesSlides/notesSlide40.xml"/><Relationship Id="rId4" Type="http://schemas.openxmlformats.org/officeDocument/2006/relationships/tags" Target="../tags/tag174.xml"/><Relationship Id="rId9" Type="http://schemas.openxmlformats.org/officeDocument/2006/relationships/tags" Target="../tags/tag179.xml"/><Relationship Id="rId14" Type="http://schemas.openxmlformats.org/officeDocument/2006/relationships/tags" Target="../tags/tag184.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89.bin"/><Relationship Id="rId2" Type="http://schemas.openxmlformats.org/officeDocument/2006/relationships/notesSlide" Target="../notesSlides/notesSlide41.xml"/><Relationship Id="rId1" Type="http://schemas.openxmlformats.org/officeDocument/2006/relationships/slideLayout" Target="../slideLayouts/slideLayout33.xml"/><Relationship Id="rId6" Type="http://schemas.openxmlformats.org/officeDocument/2006/relationships/image" Target="../media/image124.wmf"/><Relationship Id="rId5" Type="http://schemas.openxmlformats.org/officeDocument/2006/relationships/oleObject" Target="../embeddings/oleObject90.bin"/><Relationship Id="rId4" Type="http://schemas.openxmlformats.org/officeDocument/2006/relationships/image" Target="../media/image123.wmf"/></Relationships>
</file>

<file path=ppt/slides/_rels/slide45.xml.rels><?xml version="1.0" encoding="UTF-8" standalone="yes"?>
<Relationships xmlns="http://schemas.openxmlformats.org/package/2006/relationships"><Relationship Id="rId8" Type="http://schemas.openxmlformats.org/officeDocument/2006/relationships/image" Target="../media/image127.wmf"/><Relationship Id="rId13" Type="http://schemas.openxmlformats.org/officeDocument/2006/relationships/oleObject" Target="../embeddings/oleObject96.bin"/><Relationship Id="rId18" Type="http://schemas.openxmlformats.org/officeDocument/2006/relationships/image" Target="../media/image132.wmf"/><Relationship Id="rId3" Type="http://schemas.openxmlformats.org/officeDocument/2006/relationships/oleObject" Target="../embeddings/oleObject91.bin"/><Relationship Id="rId21" Type="http://schemas.openxmlformats.org/officeDocument/2006/relationships/oleObject" Target="../embeddings/oleObject100.bin"/><Relationship Id="rId7" Type="http://schemas.openxmlformats.org/officeDocument/2006/relationships/oleObject" Target="../embeddings/oleObject93.bin"/><Relationship Id="rId12" Type="http://schemas.openxmlformats.org/officeDocument/2006/relationships/image" Target="../media/image129.wmf"/><Relationship Id="rId17" Type="http://schemas.openxmlformats.org/officeDocument/2006/relationships/oleObject" Target="../embeddings/oleObject98.bin"/><Relationship Id="rId2" Type="http://schemas.openxmlformats.org/officeDocument/2006/relationships/notesSlide" Target="../notesSlides/notesSlide42.xml"/><Relationship Id="rId16" Type="http://schemas.openxmlformats.org/officeDocument/2006/relationships/image" Target="../media/image131.wmf"/><Relationship Id="rId20" Type="http://schemas.openxmlformats.org/officeDocument/2006/relationships/image" Target="../media/image133.wmf"/><Relationship Id="rId1" Type="http://schemas.openxmlformats.org/officeDocument/2006/relationships/slideLayout" Target="../slideLayouts/slideLayout33.xml"/><Relationship Id="rId6" Type="http://schemas.openxmlformats.org/officeDocument/2006/relationships/image" Target="../media/image126.wmf"/><Relationship Id="rId11" Type="http://schemas.openxmlformats.org/officeDocument/2006/relationships/oleObject" Target="../embeddings/oleObject95.bin"/><Relationship Id="rId24" Type="http://schemas.openxmlformats.org/officeDocument/2006/relationships/image" Target="../media/image135.wmf"/><Relationship Id="rId5" Type="http://schemas.openxmlformats.org/officeDocument/2006/relationships/oleObject" Target="../embeddings/oleObject92.bin"/><Relationship Id="rId15" Type="http://schemas.openxmlformats.org/officeDocument/2006/relationships/oleObject" Target="../embeddings/oleObject97.bin"/><Relationship Id="rId23" Type="http://schemas.openxmlformats.org/officeDocument/2006/relationships/oleObject" Target="../embeddings/oleObject101.bin"/><Relationship Id="rId10" Type="http://schemas.openxmlformats.org/officeDocument/2006/relationships/image" Target="../media/image128.wmf"/><Relationship Id="rId19" Type="http://schemas.openxmlformats.org/officeDocument/2006/relationships/oleObject" Target="../embeddings/oleObject99.bin"/><Relationship Id="rId4" Type="http://schemas.openxmlformats.org/officeDocument/2006/relationships/image" Target="../media/image125.wmf"/><Relationship Id="rId9" Type="http://schemas.openxmlformats.org/officeDocument/2006/relationships/oleObject" Target="../embeddings/oleObject94.bin"/><Relationship Id="rId14" Type="http://schemas.openxmlformats.org/officeDocument/2006/relationships/image" Target="../media/image130.wmf"/><Relationship Id="rId22" Type="http://schemas.openxmlformats.org/officeDocument/2006/relationships/image" Target="../media/image134.wmf"/></Relationships>
</file>

<file path=ppt/slides/_rels/slide46.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oleObject" Target="../embeddings/oleObject102.bin"/><Relationship Id="rId18" Type="http://schemas.openxmlformats.org/officeDocument/2006/relationships/image" Target="../media/image138.wmf"/><Relationship Id="rId26" Type="http://schemas.openxmlformats.org/officeDocument/2006/relationships/image" Target="../media/image142.wmf"/><Relationship Id="rId3" Type="http://schemas.openxmlformats.org/officeDocument/2006/relationships/tags" Target="../tags/tag190.xml"/><Relationship Id="rId21" Type="http://schemas.openxmlformats.org/officeDocument/2006/relationships/oleObject" Target="../embeddings/oleObject106.bin"/><Relationship Id="rId7" Type="http://schemas.openxmlformats.org/officeDocument/2006/relationships/tags" Target="../tags/tag194.xml"/><Relationship Id="rId12" Type="http://schemas.openxmlformats.org/officeDocument/2006/relationships/notesSlide" Target="../notesSlides/notesSlide43.xml"/><Relationship Id="rId17" Type="http://schemas.openxmlformats.org/officeDocument/2006/relationships/oleObject" Target="../embeddings/oleObject104.bin"/><Relationship Id="rId25" Type="http://schemas.openxmlformats.org/officeDocument/2006/relationships/oleObject" Target="../embeddings/oleObject108.bin"/><Relationship Id="rId2" Type="http://schemas.openxmlformats.org/officeDocument/2006/relationships/tags" Target="../tags/tag189.xml"/><Relationship Id="rId16" Type="http://schemas.openxmlformats.org/officeDocument/2006/relationships/image" Target="../media/image137.wmf"/><Relationship Id="rId20" Type="http://schemas.openxmlformats.org/officeDocument/2006/relationships/image" Target="../media/image139.wmf"/><Relationship Id="rId29" Type="http://schemas.openxmlformats.org/officeDocument/2006/relationships/image" Target="../media/image81.tmp"/><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slideLayout" Target="../slideLayouts/slideLayout37.xml"/><Relationship Id="rId24" Type="http://schemas.openxmlformats.org/officeDocument/2006/relationships/image" Target="../media/image141.wmf"/><Relationship Id="rId5" Type="http://schemas.openxmlformats.org/officeDocument/2006/relationships/tags" Target="../tags/tag192.xml"/><Relationship Id="rId15" Type="http://schemas.openxmlformats.org/officeDocument/2006/relationships/oleObject" Target="../embeddings/oleObject103.bin"/><Relationship Id="rId23" Type="http://schemas.openxmlformats.org/officeDocument/2006/relationships/oleObject" Target="../embeddings/oleObject107.bin"/><Relationship Id="rId28" Type="http://schemas.openxmlformats.org/officeDocument/2006/relationships/image" Target="../media/image143.wmf"/><Relationship Id="rId10" Type="http://schemas.openxmlformats.org/officeDocument/2006/relationships/tags" Target="../tags/tag197.xml"/><Relationship Id="rId19" Type="http://schemas.openxmlformats.org/officeDocument/2006/relationships/oleObject" Target="../embeddings/oleObject105.bin"/><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image" Target="../media/image136.wmf"/><Relationship Id="rId22" Type="http://schemas.openxmlformats.org/officeDocument/2006/relationships/image" Target="../media/image140.wmf"/><Relationship Id="rId27" Type="http://schemas.openxmlformats.org/officeDocument/2006/relationships/oleObject" Target="../embeddings/oleObject109.bin"/></Relationships>
</file>

<file path=ppt/slides/_rels/slide47.xml.rels><?xml version="1.0" encoding="UTF-8" standalone="yes"?>
<Relationships xmlns="http://schemas.openxmlformats.org/package/2006/relationships"><Relationship Id="rId8" Type="http://schemas.openxmlformats.org/officeDocument/2006/relationships/tags" Target="../tags/tag205.xml"/><Relationship Id="rId13" Type="http://schemas.openxmlformats.org/officeDocument/2006/relationships/tags" Target="../tags/tag210.xml"/><Relationship Id="rId18" Type="http://schemas.openxmlformats.org/officeDocument/2006/relationships/slideLayout" Target="../slideLayouts/slideLayout37.xml"/><Relationship Id="rId3" Type="http://schemas.openxmlformats.org/officeDocument/2006/relationships/tags" Target="../tags/tag200.xml"/><Relationship Id="rId21" Type="http://schemas.openxmlformats.org/officeDocument/2006/relationships/image" Target="../media/image81.tmp"/><Relationship Id="rId7" Type="http://schemas.openxmlformats.org/officeDocument/2006/relationships/tags" Target="../tags/tag204.xml"/><Relationship Id="rId12" Type="http://schemas.openxmlformats.org/officeDocument/2006/relationships/tags" Target="../tags/tag209.xml"/><Relationship Id="rId17" Type="http://schemas.openxmlformats.org/officeDocument/2006/relationships/tags" Target="../tags/tag214.xml"/><Relationship Id="rId2" Type="http://schemas.openxmlformats.org/officeDocument/2006/relationships/tags" Target="../tags/tag199.xml"/><Relationship Id="rId16" Type="http://schemas.openxmlformats.org/officeDocument/2006/relationships/tags" Target="../tags/tag213.xml"/><Relationship Id="rId20" Type="http://schemas.openxmlformats.org/officeDocument/2006/relationships/image" Target="../media/image122.png"/><Relationship Id="rId1" Type="http://schemas.openxmlformats.org/officeDocument/2006/relationships/tags" Target="../tags/tag198.xml"/><Relationship Id="rId6" Type="http://schemas.openxmlformats.org/officeDocument/2006/relationships/tags" Target="../tags/tag203.xml"/><Relationship Id="rId11" Type="http://schemas.openxmlformats.org/officeDocument/2006/relationships/tags" Target="../tags/tag208.xml"/><Relationship Id="rId5" Type="http://schemas.openxmlformats.org/officeDocument/2006/relationships/tags" Target="../tags/tag202.xml"/><Relationship Id="rId15" Type="http://schemas.openxmlformats.org/officeDocument/2006/relationships/tags" Target="../tags/tag212.xml"/><Relationship Id="rId10" Type="http://schemas.openxmlformats.org/officeDocument/2006/relationships/tags" Target="../tags/tag207.xml"/><Relationship Id="rId19" Type="http://schemas.openxmlformats.org/officeDocument/2006/relationships/notesSlide" Target="../notesSlides/notesSlide44.xml"/><Relationship Id="rId4" Type="http://schemas.openxmlformats.org/officeDocument/2006/relationships/tags" Target="../tags/tag201.xml"/><Relationship Id="rId9" Type="http://schemas.openxmlformats.org/officeDocument/2006/relationships/tags" Target="../tags/tag206.xml"/><Relationship Id="rId14" Type="http://schemas.openxmlformats.org/officeDocument/2006/relationships/tags" Target="../tags/tag211.xml"/></Relationships>
</file>

<file path=ppt/slides/_rels/slide48.xml.rels><?xml version="1.0" encoding="UTF-8" standalone="yes"?>
<Relationships xmlns="http://schemas.openxmlformats.org/package/2006/relationships"><Relationship Id="rId8" Type="http://schemas.openxmlformats.org/officeDocument/2006/relationships/tags" Target="../tags/tag222.xml"/><Relationship Id="rId13" Type="http://schemas.openxmlformats.org/officeDocument/2006/relationships/tags" Target="../tags/tag227.xml"/><Relationship Id="rId18" Type="http://schemas.openxmlformats.org/officeDocument/2006/relationships/slideLayout" Target="../slideLayouts/slideLayout37.xml"/><Relationship Id="rId3" Type="http://schemas.openxmlformats.org/officeDocument/2006/relationships/tags" Target="../tags/tag217.xml"/><Relationship Id="rId21" Type="http://schemas.openxmlformats.org/officeDocument/2006/relationships/image" Target="../media/image81.tmp"/><Relationship Id="rId7" Type="http://schemas.openxmlformats.org/officeDocument/2006/relationships/tags" Target="../tags/tag221.xml"/><Relationship Id="rId12" Type="http://schemas.openxmlformats.org/officeDocument/2006/relationships/tags" Target="../tags/tag226.xml"/><Relationship Id="rId17" Type="http://schemas.openxmlformats.org/officeDocument/2006/relationships/tags" Target="../tags/tag231.xml"/><Relationship Id="rId2" Type="http://schemas.openxmlformats.org/officeDocument/2006/relationships/tags" Target="../tags/tag216.xml"/><Relationship Id="rId16" Type="http://schemas.openxmlformats.org/officeDocument/2006/relationships/tags" Target="../tags/tag230.xml"/><Relationship Id="rId20" Type="http://schemas.openxmlformats.org/officeDocument/2006/relationships/image" Target="../media/image144.png"/><Relationship Id="rId1" Type="http://schemas.openxmlformats.org/officeDocument/2006/relationships/tags" Target="../tags/tag215.xml"/><Relationship Id="rId6" Type="http://schemas.openxmlformats.org/officeDocument/2006/relationships/tags" Target="../tags/tag220.xml"/><Relationship Id="rId11" Type="http://schemas.openxmlformats.org/officeDocument/2006/relationships/tags" Target="../tags/tag225.xml"/><Relationship Id="rId5" Type="http://schemas.openxmlformats.org/officeDocument/2006/relationships/tags" Target="../tags/tag219.xml"/><Relationship Id="rId15" Type="http://schemas.openxmlformats.org/officeDocument/2006/relationships/tags" Target="../tags/tag229.xml"/><Relationship Id="rId10" Type="http://schemas.openxmlformats.org/officeDocument/2006/relationships/tags" Target="../tags/tag224.xml"/><Relationship Id="rId19" Type="http://schemas.openxmlformats.org/officeDocument/2006/relationships/notesSlide" Target="../notesSlides/notesSlide45.xml"/><Relationship Id="rId4" Type="http://schemas.openxmlformats.org/officeDocument/2006/relationships/tags" Target="../tags/tag218.xml"/><Relationship Id="rId9" Type="http://schemas.openxmlformats.org/officeDocument/2006/relationships/tags" Target="../tags/tag223.xml"/><Relationship Id="rId14" Type="http://schemas.openxmlformats.org/officeDocument/2006/relationships/tags" Target="../tags/tag228.xml"/></Relationships>
</file>

<file path=ppt/slides/_rels/slide49.xml.rels><?xml version="1.0" encoding="UTF-8" standalone="yes"?>
<Relationships xmlns="http://schemas.openxmlformats.org/package/2006/relationships"><Relationship Id="rId8" Type="http://schemas.openxmlformats.org/officeDocument/2006/relationships/tags" Target="../tags/tag239.xml"/><Relationship Id="rId13" Type="http://schemas.openxmlformats.org/officeDocument/2006/relationships/tags" Target="../tags/tag244.xml"/><Relationship Id="rId18" Type="http://schemas.openxmlformats.org/officeDocument/2006/relationships/slideLayout" Target="../slideLayouts/slideLayout37.xml"/><Relationship Id="rId3" Type="http://schemas.openxmlformats.org/officeDocument/2006/relationships/tags" Target="../tags/tag234.xml"/><Relationship Id="rId21" Type="http://schemas.openxmlformats.org/officeDocument/2006/relationships/image" Target="../media/image81.tmp"/><Relationship Id="rId7" Type="http://schemas.openxmlformats.org/officeDocument/2006/relationships/tags" Target="../tags/tag238.xml"/><Relationship Id="rId12" Type="http://schemas.openxmlformats.org/officeDocument/2006/relationships/tags" Target="../tags/tag243.xml"/><Relationship Id="rId17" Type="http://schemas.openxmlformats.org/officeDocument/2006/relationships/tags" Target="../tags/tag248.xml"/><Relationship Id="rId2" Type="http://schemas.openxmlformats.org/officeDocument/2006/relationships/tags" Target="../tags/tag233.xml"/><Relationship Id="rId16" Type="http://schemas.openxmlformats.org/officeDocument/2006/relationships/tags" Target="../tags/tag247.xml"/><Relationship Id="rId20" Type="http://schemas.openxmlformats.org/officeDocument/2006/relationships/image" Target="../media/image144.png"/><Relationship Id="rId1" Type="http://schemas.openxmlformats.org/officeDocument/2006/relationships/tags" Target="../tags/tag232.xml"/><Relationship Id="rId6" Type="http://schemas.openxmlformats.org/officeDocument/2006/relationships/tags" Target="../tags/tag237.xml"/><Relationship Id="rId11" Type="http://schemas.openxmlformats.org/officeDocument/2006/relationships/tags" Target="../tags/tag242.xml"/><Relationship Id="rId5" Type="http://schemas.openxmlformats.org/officeDocument/2006/relationships/tags" Target="../tags/tag236.xml"/><Relationship Id="rId15" Type="http://schemas.openxmlformats.org/officeDocument/2006/relationships/tags" Target="../tags/tag246.xml"/><Relationship Id="rId10" Type="http://schemas.openxmlformats.org/officeDocument/2006/relationships/tags" Target="../tags/tag241.xml"/><Relationship Id="rId19" Type="http://schemas.openxmlformats.org/officeDocument/2006/relationships/notesSlide" Target="../notesSlides/notesSlide46.xml"/><Relationship Id="rId4" Type="http://schemas.openxmlformats.org/officeDocument/2006/relationships/tags" Target="../tags/tag235.xml"/><Relationship Id="rId9" Type="http://schemas.openxmlformats.org/officeDocument/2006/relationships/tags" Target="../tags/tag240.xml"/><Relationship Id="rId14" Type="http://schemas.openxmlformats.org/officeDocument/2006/relationships/tags" Target="../tags/tag245.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4.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5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48.xml"/><Relationship Id="rId1" Type="http://schemas.openxmlformats.org/officeDocument/2006/relationships/slideLayout" Target="../slideLayouts/slideLayout33.xml"/><Relationship Id="rId4" Type="http://schemas.openxmlformats.org/officeDocument/2006/relationships/image" Target="../media/image15.jpeg"/></Relationships>
</file>

<file path=ppt/slides/_rels/slide53.xml.rels><?xml version="1.0" encoding="UTF-8" standalone="yes"?>
<Relationships xmlns="http://schemas.openxmlformats.org/package/2006/relationships"><Relationship Id="rId3" Type="http://schemas.openxmlformats.org/officeDocument/2006/relationships/image" Target="../media/image79.gif"/><Relationship Id="rId2" Type="http://schemas.openxmlformats.org/officeDocument/2006/relationships/notesSlide" Target="../notesSlides/notesSlide49.xml"/><Relationship Id="rId1" Type="http://schemas.openxmlformats.org/officeDocument/2006/relationships/slideLayout" Target="../slideLayouts/slideLayout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9202" name="Picture 2">
            <a:extLst>
              <a:ext uri="{FF2B5EF4-FFF2-40B4-BE49-F238E27FC236}">
                <a16:creationId xmlns:a16="http://schemas.microsoft.com/office/drawing/2014/main" id="{5724409B-31CB-4570-AB60-E65683693193}"/>
              </a:ext>
            </a:extLst>
          </p:cNvPr>
          <p:cNvPicPr>
            <a:picLocks noChangeAspect="1" noChangeArrowheads="1"/>
          </p:cNvPicPr>
          <p:nvPr/>
        </p:nvPicPr>
        <p:blipFill>
          <a:blip r:embed="rId3">
            <a:duotone>
              <a:schemeClr val="accent2">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a:off x="0" y="35290"/>
            <a:ext cx="12192000" cy="6822710"/>
          </a:xfrm>
          <a:prstGeom prst="rect">
            <a:avLst/>
          </a:prstGeom>
          <a:noFill/>
          <a:extLst>
            <a:ext uri="{909E8E84-426E-40DD-AFC4-6F175D3DCCD1}">
              <a14:hiddenFill xmlns:a14="http://schemas.microsoft.com/office/drawing/2010/main">
                <a:solidFill>
                  <a:srgbClr val="FFFFFF"/>
                </a:solidFill>
              </a14:hiddenFill>
            </a:ext>
          </a:extLst>
        </p:spPr>
      </p:pic>
      <p:sp>
        <p:nvSpPr>
          <p:cNvPr id="5" name="标题 4"/>
          <p:cNvSpPr>
            <a:spLocks noGrp="1"/>
          </p:cNvSpPr>
          <p:nvPr>
            <p:ph type="title"/>
          </p:nvPr>
        </p:nvSpPr>
        <p:spPr>
          <a:xfrm>
            <a:off x="345827" y="419435"/>
            <a:ext cx="5944905" cy="2082800"/>
          </a:xfrm>
        </p:spPr>
        <p:txBody>
          <a:bodyPr/>
          <a:lstStyle/>
          <a:p>
            <a:pPr eaLnBrk="1" hangingPunct="1">
              <a:lnSpc>
                <a:spcPts val="6000"/>
              </a:lnSpc>
              <a:spcBef>
                <a:spcPts val="0"/>
              </a:spcBef>
              <a:spcAft>
                <a:spcPts val="0"/>
              </a:spcAft>
              <a:defRPr/>
            </a:pPr>
            <a:r>
              <a:rPr lang="zh-CN" altLang="en-US" dirty="0">
                <a:solidFill>
                  <a:schemeClr val="bg1"/>
                </a:solidFill>
              </a:rPr>
              <a:t>第</a:t>
            </a:r>
            <a:r>
              <a:rPr lang="en-US" altLang="zh-CN" dirty="0">
                <a:solidFill>
                  <a:schemeClr val="bg1"/>
                </a:solidFill>
              </a:rPr>
              <a:t>7</a:t>
            </a:r>
            <a:r>
              <a:rPr lang="zh-CN" altLang="en-US" dirty="0">
                <a:solidFill>
                  <a:schemeClr val="bg1"/>
                </a:solidFill>
              </a:rPr>
              <a:t>讲   </a:t>
            </a:r>
            <a:br>
              <a:rPr lang="en-US" altLang="zh-CN" dirty="0">
                <a:solidFill>
                  <a:schemeClr val="bg1"/>
                </a:solidFill>
              </a:rPr>
            </a:br>
            <a:r>
              <a:rPr lang="zh-CN" altLang="en-US" dirty="0">
                <a:solidFill>
                  <a:schemeClr val="bg1"/>
                </a:solidFill>
              </a:rPr>
              <a:t>相干光、杨氏双缝干涉</a:t>
            </a:r>
          </a:p>
        </p:txBody>
      </p:sp>
      <p:pic>
        <p:nvPicPr>
          <p:cNvPr id="6" name="图片 4">
            <a:extLst>
              <a:ext uri="{FF2B5EF4-FFF2-40B4-BE49-F238E27FC236}">
                <a16:creationId xmlns:a16="http://schemas.microsoft.com/office/drawing/2014/main" id="{CA34A73C-D85B-4931-8D73-7D07E55D026D}"/>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79794"/>
          <a:stretch/>
        </p:blipFill>
        <p:spPr bwMode="auto">
          <a:xfrm>
            <a:off x="248561" y="275496"/>
            <a:ext cx="1098976" cy="1102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3" name="Rectangle 3">
            <a:extLst>
              <a:ext uri="{FF2B5EF4-FFF2-40B4-BE49-F238E27FC236}">
                <a16:creationId xmlns:a16="http://schemas.microsoft.com/office/drawing/2014/main" id="{80DB6F9D-EC28-4DAE-AE59-1E543524FE76}"/>
              </a:ext>
            </a:extLst>
          </p:cNvPr>
          <p:cNvSpPr>
            <a:spLocks noChangeArrowheads="1"/>
          </p:cNvSpPr>
          <p:nvPr/>
        </p:nvSpPr>
        <p:spPr bwMode="auto">
          <a:xfrm>
            <a:off x="700426" y="3914629"/>
            <a:ext cx="3171999"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lvl="0" defTabSz="914400" eaLnBrk="1" hangingPunct="1">
              <a:buClr>
                <a:srgbClr val="0000FF"/>
              </a:buClr>
              <a:defRPr/>
            </a:pPr>
            <a:r>
              <a:rPr kumimoji="1" lang="zh-CN" altLang="en-US" sz="4000" dirty="0">
                <a:solidFill>
                  <a:prstClr val="black"/>
                </a:solidFill>
                <a:latin typeface="微软雅黑" panose="020B0503020204020204" pitchFamily="34" charset="-122"/>
                <a:ea typeface="微软雅黑" panose="020B0503020204020204" pitchFamily="34" charset="-122"/>
              </a:rPr>
              <a:t>光是什么？</a:t>
            </a:r>
          </a:p>
        </p:txBody>
      </p:sp>
      <p:sp>
        <p:nvSpPr>
          <p:cNvPr id="14" name="矩形 13">
            <a:extLst>
              <a:ext uri="{FF2B5EF4-FFF2-40B4-BE49-F238E27FC236}">
                <a16:creationId xmlns:a16="http://schemas.microsoft.com/office/drawing/2014/main" id="{33A9FB77-93D3-4837-8BE8-59D6A02DFF25}"/>
              </a:ext>
            </a:extLst>
          </p:cNvPr>
          <p:cNvSpPr/>
          <p:nvPr/>
        </p:nvSpPr>
        <p:spPr>
          <a:xfrm>
            <a:off x="3448716" y="2688707"/>
            <a:ext cx="2291554" cy="743986"/>
          </a:xfrm>
          <a:prstGeom prst="rect">
            <a:avLst/>
          </a:prstGeom>
        </p:spPr>
        <p:txBody>
          <a:bodyPr wrap="square">
            <a:spAutoFit/>
          </a:bodyPr>
          <a:lstStyle/>
          <a:p>
            <a:pPr defTabSz="914400" eaLnBrk="1" hangingPunct="1">
              <a:lnSpc>
                <a:spcPct val="150000"/>
              </a:lnSpc>
              <a:buClr>
                <a:srgbClr val="FFFF00"/>
              </a:buClr>
              <a:buSzPct val="100000"/>
            </a:pPr>
            <a:r>
              <a:rPr lang="zh-CN" altLang="en-US" sz="3200" b="1"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“粒子”</a:t>
            </a:r>
            <a:endParaRPr kumimoji="1" lang="zh-CN" altLang="en-US" sz="3200" b="1" dirty="0">
              <a:solidFill>
                <a:srgbClr val="0000FF"/>
              </a:solidFill>
              <a:latin typeface="楷体_GB2312" pitchFamily="49" charset="-122"/>
              <a:ea typeface="楷体_GB2312" pitchFamily="49" charset="-122"/>
            </a:endParaRPr>
          </a:p>
        </p:txBody>
      </p:sp>
      <p:sp>
        <p:nvSpPr>
          <p:cNvPr id="15" name="矩形 6">
            <a:extLst>
              <a:ext uri="{FF2B5EF4-FFF2-40B4-BE49-F238E27FC236}">
                <a16:creationId xmlns:a16="http://schemas.microsoft.com/office/drawing/2014/main" id="{D92CB723-9792-492A-A2F7-A3231E3940BD}"/>
              </a:ext>
            </a:extLst>
          </p:cNvPr>
          <p:cNvSpPr>
            <a:spLocks noChangeArrowheads="1"/>
          </p:cNvSpPr>
          <p:nvPr/>
        </p:nvSpPr>
        <p:spPr bwMode="auto">
          <a:xfrm>
            <a:off x="4964229" y="2836193"/>
            <a:ext cx="5173379" cy="584775"/>
          </a:xfrm>
          <a:prstGeom prst="rect">
            <a:avLst/>
          </a:prstGeom>
          <a:noFill/>
          <a:ln w="9525">
            <a:noFill/>
            <a:miter lim="800000"/>
            <a:headEnd/>
            <a:tailEnd/>
          </a:ln>
        </p:spPr>
        <p:txBody>
          <a:bodyPr wrap="square">
            <a:spAutoFit/>
          </a:bodyPr>
          <a:lstStyle/>
          <a:p>
            <a:pPr algn="ctr"/>
            <a:r>
              <a:rPr lang="zh-CN" altLang="en-US" sz="3200" b="1" dirty="0">
                <a:solidFill>
                  <a:srgbClr val="000000"/>
                </a:solidFill>
                <a:latin typeface="微软雅黑" panose="020B0503020204020204" pitchFamily="34" charset="-122"/>
                <a:ea typeface="微软雅黑" panose="020B0503020204020204" pitchFamily="34" charset="-122"/>
              </a:rPr>
              <a:t>牛顿（</a:t>
            </a:r>
            <a:r>
              <a:rPr lang="en-US" altLang="zh-CN" sz="3200" b="1" dirty="0">
                <a:solidFill>
                  <a:srgbClr val="000000"/>
                </a:solidFill>
                <a:latin typeface="微软雅黑" panose="020B0503020204020204" pitchFamily="34" charset="-122"/>
                <a:ea typeface="微软雅黑" panose="020B0503020204020204" pitchFamily="34" charset="-122"/>
              </a:rPr>
              <a:t>1643-1727</a:t>
            </a:r>
            <a:r>
              <a:rPr lang="zh-CN" altLang="en-US" sz="3200" b="1" dirty="0">
                <a:solidFill>
                  <a:srgbClr val="000000"/>
                </a:solidFill>
                <a:latin typeface="微软雅黑" panose="020B0503020204020204" pitchFamily="34" charset="-122"/>
                <a:ea typeface="微软雅黑" panose="020B0503020204020204" pitchFamily="34" charset="-122"/>
              </a:rPr>
              <a:t>）</a:t>
            </a:r>
          </a:p>
        </p:txBody>
      </p:sp>
      <p:sp>
        <p:nvSpPr>
          <p:cNvPr id="16" name="矩形 15">
            <a:extLst>
              <a:ext uri="{FF2B5EF4-FFF2-40B4-BE49-F238E27FC236}">
                <a16:creationId xmlns:a16="http://schemas.microsoft.com/office/drawing/2014/main" id="{1BAB682A-9977-41F7-A403-B307DB2C9D5F}"/>
              </a:ext>
            </a:extLst>
          </p:cNvPr>
          <p:cNvSpPr/>
          <p:nvPr/>
        </p:nvSpPr>
        <p:spPr>
          <a:xfrm>
            <a:off x="3514373" y="3965879"/>
            <a:ext cx="2160240" cy="743986"/>
          </a:xfrm>
          <a:prstGeom prst="rect">
            <a:avLst/>
          </a:prstGeom>
        </p:spPr>
        <p:txBody>
          <a:bodyPr wrap="square">
            <a:spAutoFit/>
          </a:bodyPr>
          <a:lstStyle/>
          <a:p>
            <a:pPr defTabSz="914400" eaLnBrk="1" hangingPunct="1">
              <a:lnSpc>
                <a:spcPct val="150000"/>
              </a:lnSpc>
              <a:buClr>
                <a:srgbClr val="FFFF00"/>
              </a:buClr>
              <a:buSzPct val="100000"/>
            </a:pPr>
            <a:r>
              <a:rPr lang="zh-CN" altLang="en-US" sz="3200" b="1"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“波”</a:t>
            </a:r>
            <a:endParaRPr kumimoji="1" lang="zh-CN" altLang="en-US" sz="3200" b="1" dirty="0">
              <a:solidFill>
                <a:srgbClr val="0000FF"/>
              </a:solidFill>
              <a:latin typeface="楷体_GB2312" pitchFamily="49" charset="-122"/>
              <a:ea typeface="楷体_GB2312" pitchFamily="49" charset="-122"/>
            </a:endParaRPr>
          </a:p>
        </p:txBody>
      </p:sp>
      <p:sp>
        <p:nvSpPr>
          <p:cNvPr id="17" name="矩形 6">
            <a:extLst>
              <a:ext uri="{FF2B5EF4-FFF2-40B4-BE49-F238E27FC236}">
                <a16:creationId xmlns:a16="http://schemas.microsoft.com/office/drawing/2014/main" id="{F2036730-6FB7-4A87-8B2C-B84E37C30A57}"/>
              </a:ext>
            </a:extLst>
          </p:cNvPr>
          <p:cNvSpPr>
            <a:spLocks noChangeArrowheads="1"/>
          </p:cNvSpPr>
          <p:nvPr/>
        </p:nvSpPr>
        <p:spPr bwMode="auto">
          <a:xfrm>
            <a:off x="5550517" y="3934561"/>
            <a:ext cx="6717680" cy="954107"/>
          </a:xfrm>
          <a:prstGeom prst="rect">
            <a:avLst/>
          </a:prstGeom>
          <a:noFill/>
          <a:ln w="9525">
            <a:noFill/>
            <a:miter lim="800000"/>
            <a:headEnd/>
            <a:tailEnd/>
          </a:ln>
        </p:spPr>
        <p:txBody>
          <a:bodyPr wrap="square">
            <a:spAutoFit/>
          </a:bodyPr>
          <a:lstStyle/>
          <a:p>
            <a:r>
              <a:rPr lang="zh-CN" altLang="en-US" sz="2800" b="1" dirty="0">
                <a:solidFill>
                  <a:srgbClr val="000000"/>
                </a:solidFill>
                <a:latin typeface="微软雅黑" panose="020B0503020204020204" pitchFamily="34" charset="-122"/>
                <a:ea typeface="微软雅黑" panose="020B0503020204020204" pitchFamily="34" charset="-122"/>
              </a:rPr>
              <a:t>惠更斯（</a:t>
            </a:r>
            <a:r>
              <a:rPr lang="en-US" altLang="zh-CN" sz="2800" b="1" dirty="0">
                <a:solidFill>
                  <a:srgbClr val="000000"/>
                </a:solidFill>
                <a:latin typeface="微软雅黑" panose="020B0503020204020204" pitchFamily="34" charset="-122"/>
                <a:ea typeface="微软雅黑" panose="020B0503020204020204" pitchFamily="34" charset="-122"/>
              </a:rPr>
              <a:t>1678</a:t>
            </a:r>
            <a:r>
              <a:rPr lang="zh-CN" altLang="en-US" sz="2800" b="1" dirty="0">
                <a:solidFill>
                  <a:srgbClr val="000000"/>
                </a:solidFill>
                <a:latin typeface="微软雅黑" panose="020B0503020204020204" pitchFamily="34" charset="-122"/>
                <a:ea typeface="微软雅黑" panose="020B0503020204020204" pitchFamily="34" charset="-122"/>
              </a:rPr>
              <a:t>）、托马斯</a:t>
            </a:r>
            <a:r>
              <a:rPr lang="en-US" altLang="zh-CN" sz="2800" b="1" dirty="0">
                <a:solidFill>
                  <a:srgbClr val="000000"/>
                </a:solidFill>
                <a:latin typeface="微软雅黑" panose="020B0503020204020204" pitchFamily="34" charset="-122"/>
                <a:ea typeface="微软雅黑" panose="020B0503020204020204" pitchFamily="34" charset="-122"/>
              </a:rPr>
              <a:t>·</a:t>
            </a:r>
            <a:r>
              <a:rPr lang="zh-CN" altLang="en-US" sz="2800" b="1" dirty="0">
                <a:solidFill>
                  <a:srgbClr val="000000"/>
                </a:solidFill>
                <a:latin typeface="微软雅黑" panose="020B0503020204020204" pitchFamily="34" charset="-122"/>
                <a:ea typeface="微软雅黑" panose="020B0503020204020204" pitchFamily="34" charset="-122"/>
              </a:rPr>
              <a:t>杨（</a:t>
            </a:r>
            <a:r>
              <a:rPr lang="en-US" altLang="zh-CN" sz="2800" b="1" dirty="0">
                <a:solidFill>
                  <a:srgbClr val="000000"/>
                </a:solidFill>
                <a:latin typeface="微软雅黑" panose="020B0503020204020204" pitchFamily="34" charset="-122"/>
                <a:ea typeface="微软雅黑" panose="020B0503020204020204" pitchFamily="34" charset="-122"/>
              </a:rPr>
              <a:t>1801</a:t>
            </a:r>
            <a:r>
              <a:rPr lang="zh-CN" altLang="en-US" sz="2800" b="1" dirty="0">
                <a:solidFill>
                  <a:srgbClr val="000000"/>
                </a:solidFill>
                <a:latin typeface="微软雅黑" panose="020B0503020204020204" pitchFamily="34" charset="-122"/>
                <a:ea typeface="微软雅黑" panose="020B0503020204020204" pitchFamily="34" charset="-122"/>
              </a:rPr>
              <a:t>）、</a:t>
            </a:r>
            <a:endParaRPr lang="en-US" altLang="zh-CN" sz="2800" b="1" dirty="0">
              <a:solidFill>
                <a:srgbClr val="000000"/>
              </a:solidFill>
              <a:latin typeface="微软雅黑" panose="020B0503020204020204" pitchFamily="34" charset="-122"/>
              <a:ea typeface="微软雅黑" panose="020B0503020204020204" pitchFamily="34" charset="-122"/>
            </a:endParaRPr>
          </a:p>
          <a:p>
            <a:r>
              <a:rPr lang="zh-CN" altLang="en-US" sz="2800" b="1" dirty="0">
                <a:solidFill>
                  <a:srgbClr val="000000"/>
                </a:solidFill>
                <a:latin typeface="微软雅黑" panose="020B0503020204020204" pitchFamily="34" charset="-122"/>
                <a:ea typeface="微软雅黑" panose="020B0503020204020204" pitchFamily="34" charset="-122"/>
              </a:rPr>
              <a:t>菲涅耳（</a:t>
            </a:r>
            <a:r>
              <a:rPr lang="en-US" altLang="zh-CN" sz="2800" b="1" dirty="0">
                <a:solidFill>
                  <a:srgbClr val="000000"/>
                </a:solidFill>
                <a:latin typeface="微软雅黑" panose="020B0503020204020204" pitchFamily="34" charset="-122"/>
                <a:ea typeface="微软雅黑" panose="020B0503020204020204" pitchFamily="34" charset="-122"/>
              </a:rPr>
              <a:t>1818</a:t>
            </a:r>
            <a:r>
              <a:rPr lang="zh-CN" altLang="en-US" sz="2800" b="1" dirty="0">
                <a:solidFill>
                  <a:srgbClr val="000000"/>
                </a:solidFill>
                <a:latin typeface="微软雅黑" panose="020B0503020204020204" pitchFamily="34" charset="-122"/>
                <a:ea typeface="微软雅黑" panose="020B0503020204020204" pitchFamily="34" charset="-122"/>
              </a:rPr>
              <a:t>）、麦克斯韦（</a:t>
            </a:r>
            <a:r>
              <a:rPr lang="en-US" altLang="zh-CN" sz="2800" b="1" dirty="0">
                <a:solidFill>
                  <a:srgbClr val="000000"/>
                </a:solidFill>
                <a:latin typeface="微软雅黑" panose="020B0503020204020204" pitchFamily="34" charset="-122"/>
                <a:ea typeface="微软雅黑" panose="020B0503020204020204" pitchFamily="34" charset="-122"/>
              </a:rPr>
              <a:t>1865</a:t>
            </a:r>
            <a:r>
              <a:rPr lang="zh-CN" altLang="en-US" sz="2800" b="1" dirty="0">
                <a:solidFill>
                  <a:srgbClr val="000000"/>
                </a:solidFill>
                <a:latin typeface="微软雅黑" panose="020B0503020204020204" pitchFamily="34" charset="-122"/>
                <a:ea typeface="微软雅黑" panose="020B0503020204020204" pitchFamily="34" charset="-122"/>
              </a:rPr>
              <a:t>）</a:t>
            </a:r>
          </a:p>
        </p:txBody>
      </p:sp>
      <p:sp>
        <p:nvSpPr>
          <p:cNvPr id="18" name="矩形 17">
            <a:extLst>
              <a:ext uri="{FF2B5EF4-FFF2-40B4-BE49-F238E27FC236}">
                <a16:creationId xmlns:a16="http://schemas.microsoft.com/office/drawing/2014/main" id="{C3327DD0-C1AC-41CB-A888-060992EBD1C9}"/>
              </a:ext>
            </a:extLst>
          </p:cNvPr>
          <p:cNvSpPr/>
          <p:nvPr/>
        </p:nvSpPr>
        <p:spPr>
          <a:xfrm>
            <a:off x="2797222" y="5243050"/>
            <a:ext cx="3594543" cy="743986"/>
          </a:xfrm>
          <a:prstGeom prst="rect">
            <a:avLst/>
          </a:prstGeom>
        </p:spPr>
        <p:txBody>
          <a:bodyPr wrap="square">
            <a:spAutoFit/>
          </a:bodyPr>
          <a:lstStyle/>
          <a:p>
            <a:pPr defTabSz="914400" eaLnBrk="1" hangingPunct="1">
              <a:lnSpc>
                <a:spcPct val="150000"/>
              </a:lnSpc>
              <a:buClr>
                <a:srgbClr val="FFFF00"/>
              </a:buClr>
              <a:buSzPct val="100000"/>
            </a:pPr>
            <a:r>
              <a:rPr lang="zh-CN" altLang="en-US" sz="3200" b="1" dirty="0">
                <a:solidFill>
                  <a:srgbClr val="0000FF"/>
                </a:solidFill>
                <a:latin typeface="Microsoft Yahei" panose="020B0503020204020204" pitchFamily="34" charset="-122"/>
                <a:ea typeface="Microsoft Yahei" panose="020B0503020204020204" pitchFamily="34" charset="-122"/>
                <a:sym typeface="Microsoft Yahei" panose="020B0503020204020204" pitchFamily="34" charset="-122"/>
              </a:rPr>
              <a:t>“波粒二象性”</a:t>
            </a:r>
            <a:endParaRPr kumimoji="1" lang="zh-CN" altLang="en-US" sz="3200" b="1" dirty="0">
              <a:solidFill>
                <a:srgbClr val="0000FF"/>
              </a:solidFill>
              <a:latin typeface="楷体_GB2312" pitchFamily="49" charset="-122"/>
              <a:ea typeface="楷体_GB2312" pitchFamily="49" charset="-122"/>
            </a:endParaRPr>
          </a:p>
        </p:txBody>
      </p:sp>
      <p:sp>
        <p:nvSpPr>
          <p:cNvPr id="19" name="矩形 6">
            <a:extLst>
              <a:ext uri="{FF2B5EF4-FFF2-40B4-BE49-F238E27FC236}">
                <a16:creationId xmlns:a16="http://schemas.microsoft.com/office/drawing/2014/main" id="{0A5B9002-5F44-4E5B-9A3A-80E7F6534177}"/>
              </a:ext>
            </a:extLst>
          </p:cNvPr>
          <p:cNvSpPr>
            <a:spLocks noChangeArrowheads="1"/>
          </p:cNvSpPr>
          <p:nvPr/>
        </p:nvSpPr>
        <p:spPr bwMode="auto">
          <a:xfrm>
            <a:off x="5750216" y="5402261"/>
            <a:ext cx="4255827" cy="584775"/>
          </a:xfrm>
          <a:prstGeom prst="rect">
            <a:avLst/>
          </a:prstGeom>
          <a:noFill/>
          <a:ln w="9525">
            <a:noFill/>
            <a:miter lim="800000"/>
            <a:headEnd/>
            <a:tailEnd/>
          </a:ln>
        </p:spPr>
        <p:txBody>
          <a:bodyPr wrap="square">
            <a:spAutoFit/>
          </a:bodyPr>
          <a:lstStyle/>
          <a:p>
            <a:r>
              <a:rPr lang="zh-CN" altLang="en-US" sz="3200" b="1" dirty="0">
                <a:solidFill>
                  <a:srgbClr val="000000"/>
                </a:solidFill>
                <a:latin typeface="微软雅黑" panose="020B0503020204020204" pitchFamily="34" charset="-122"/>
                <a:ea typeface="微软雅黑" panose="020B0503020204020204" pitchFamily="34" charset="-122"/>
              </a:rPr>
              <a:t>爱因斯坦（</a:t>
            </a:r>
            <a:r>
              <a:rPr lang="en-US" altLang="zh-CN" sz="3200" b="1" dirty="0">
                <a:solidFill>
                  <a:srgbClr val="000000"/>
                </a:solidFill>
                <a:latin typeface="微软雅黑" panose="020B0503020204020204" pitchFamily="34" charset="-122"/>
                <a:ea typeface="微软雅黑" panose="020B0503020204020204" pitchFamily="34" charset="-122"/>
              </a:rPr>
              <a:t>1905</a:t>
            </a:r>
            <a:r>
              <a:rPr lang="zh-CN" altLang="en-US" sz="3200" b="1" dirty="0">
                <a:solidFill>
                  <a:srgbClr val="000000"/>
                </a:solidFill>
                <a:latin typeface="微软雅黑" panose="020B0503020204020204" pitchFamily="34" charset="-122"/>
                <a:ea typeface="微软雅黑" panose="020B0503020204020204" pitchFamily="34" charset="-122"/>
              </a:rPr>
              <a:t>）</a:t>
            </a:r>
          </a:p>
        </p:txBody>
      </p:sp>
      <p:sp>
        <p:nvSpPr>
          <p:cNvPr id="11" name="Rectangle 5">
            <a:extLst>
              <a:ext uri="{FF2B5EF4-FFF2-40B4-BE49-F238E27FC236}">
                <a16:creationId xmlns:a16="http://schemas.microsoft.com/office/drawing/2014/main" id="{03209EF1-4371-4835-9C5B-B212BCF50B1B}"/>
              </a:ext>
            </a:extLst>
          </p:cNvPr>
          <p:cNvSpPr>
            <a:spLocks noChangeArrowheads="1"/>
          </p:cNvSpPr>
          <p:nvPr/>
        </p:nvSpPr>
        <p:spPr bwMode="auto">
          <a:xfrm>
            <a:off x="439738" y="766763"/>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一</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光学简介</a:t>
            </a:r>
          </a:p>
        </p:txBody>
      </p:sp>
      <p:sp>
        <p:nvSpPr>
          <p:cNvPr id="12" name="Rectangle 3">
            <a:extLst>
              <a:ext uri="{FF2B5EF4-FFF2-40B4-BE49-F238E27FC236}">
                <a16:creationId xmlns:a16="http://schemas.microsoft.com/office/drawing/2014/main" id="{27CE9537-2355-4455-9418-6D7424D6D51F}"/>
              </a:ext>
            </a:extLst>
          </p:cNvPr>
          <p:cNvSpPr>
            <a:spLocks noChangeArrowheads="1"/>
          </p:cNvSpPr>
          <p:nvPr/>
        </p:nvSpPr>
        <p:spPr bwMode="auto">
          <a:xfrm>
            <a:off x="994365" y="1648188"/>
            <a:ext cx="1170571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lvl="0" defTabSz="914400" eaLnBrk="1" hangingPunct="1">
              <a:buClr>
                <a:srgbClr val="0000FF"/>
              </a:buClr>
              <a:defRPr/>
            </a:pPr>
            <a:r>
              <a:rPr kumimoji="1" lang="zh-CN" altLang="en-US" sz="3200" dirty="0">
                <a:solidFill>
                  <a:prstClr val="black"/>
                </a:solidFill>
                <a:latin typeface="微软雅黑" panose="020B0503020204020204" pitchFamily="34" charset="-122"/>
                <a:ea typeface="微软雅黑" panose="020B0503020204020204" pitchFamily="34" charset="-122"/>
              </a:rPr>
              <a:t>光学研究各种光</a:t>
            </a:r>
            <a:r>
              <a:rPr kumimoji="1" lang="zh-CN" altLang="en-US" sz="3200" dirty="0">
                <a:solidFill>
                  <a:srgbClr val="FF0000"/>
                </a:solidFill>
                <a:latin typeface="微软雅黑" panose="020B0503020204020204" pitchFamily="34" charset="-122"/>
                <a:ea typeface="微软雅黑" panose="020B0503020204020204" pitchFamily="34" charset="-122"/>
              </a:rPr>
              <a:t>现象</a:t>
            </a:r>
            <a:r>
              <a:rPr kumimoji="1" lang="zh-CN" altLang="en-US" sz="3200" dirty="0">
                <a:solidFill>
                  <a:prstClr val="black"/>
                </a:solidFill>
                <a:latin typeface="微软雅黑" panose="020B0503020204020204" pitchFamily="34" charset="-122"/>
                <a:ea typeface="微软雅黑" panose="020B0503020204020204" pitchFamily="34" charset="-122"/>
              </a:rPr>
              <a:t>、光的</a:t>
            </a:r>
            <a:r>
              <a:rPr kumimoji="1" lang="zh-CN" altLang="en-US" sz="3200" dirty="0">
                <a:solidFill>
                  <a:srgbClr val="FF0000"/>
                </a:solidFill>
                <a:latin typeface="微软雅黑" panose="020B0503020204020204" pitchFamily="34" charset="-122"/>
                <a:ea typeface="微软雅黑" panose="020B0503020204020204" pitchFamily="34" charset="-122"/>
              </a:rPr>
              <a:t>本性</a:t>
            </a:r>
            <a:r>
              <a:rPr kumimoji="1" lang="zh-CN" altLang="en-US" sz="3200" dirty="0">
                <a:solidFill>
                  <a:prstClr val="black"/>
                </a:solidFill>
                <a:latin typeface="微软雅黑" panose="020B0503020204020204" pitchFamily="34" charset="-122"/>
                <a:ea typeface="微软雅黑" panose="020B0503020204020204" pitchFamily="34" charset="-122"/>
              </a:rPr>
              <a:t>、光与物质</a:t>
            </a:r>
            <a:r>
              <a:rPr kumimoji="1" lang="zh-CN" altLang="en-US" sz="3200" dirty="0">
                <a:solidFill>
                  <a:srgbClr val="FF0000"/>
                </a:solidFill>
                <a:latin typeface="微软雅黑" panose="020B0503020204020204" pitchFamily="34" charset="-122"/>
                <a:ea typeface="微软雅黑" panose="020B0503020204020204" pitchFamily="34" charset="-122"/>
              </a:rPr>
              <a:t>相互作用</a:t>
            </a:r>
            <a:r>
              <a:rPr kumimoji="1" lang="zh-CN" altLang="en-US" sz="3200" dirty="0">
                <a:solidFill>
                  <a:prstClr val="black"/>
                </a:solidFill>
                <a:latin typeface="微软雅黑" panose="020B0503020204020204" pitchFamily="34" charset="-122"/>
                <a:ea typeface="微软雅黑" panose="020B0503020204020204" pitchFamily="34" charset="-122"/>
              </a:rPr>
              <a:t>的规律 。</a:t>
            </a:r>
          </a:p>
        </p:txBody>
      </p:sp>
    </p:spTree>
    <p:extLst>
      <p:ext uri="{BB962C8B-B14F-4D97-AF65-F5344CB8AC3E}">
        <p14:creationId xmlns:p14="http://schemas.microsoft.com/office/powerpoint/2010/main" val="395287702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 calcmode="lin" valueType="num">
                                      <p:cBhvr additive="base">
                                        <p:cTn id="7" dur="500" fill="hold"/>
                                        <p:tgtEl>
                                          <p:spTgt spid="13"/>
                                        </p:tgtEl>
                                        <p:attrNameLst>
                                          <p:attrName>ppt_x</p:attrName>
                                        </p:attrNameLst>
                                      </p:cBhvr>
                                      <p:tavLst>
                                        <p:tav tm="0">
                                          <p:val>
                                            <p:strVal val="0-#ppt_w/2"/>
                                          </p:val>
                                        </p:tav>
                                        <p:tav tm="100000">
                                          <p:val>
                                            <p:strVal val="#ppt_x"/>
                                          </p:val>
                                        </p:tav>
                                      </p:tavLst>
                                    </p:anim>
                                    <p:anim calcmode="lin" valueType="num">
                                      <p:cBhvr additive="base">
                                        <p:cTn id="8"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1"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1"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additive="base">
                                        <p:cTn id="24" dur="500" fill="hold"/>
                                        <p:tgtEl>
                                          <p:spTgt spid="16"/>
                                        </p:tgtEl>
                                        <p:attrNameLst>
                                          <p:attrName>ppt_x</p:attrName>
                                        </p:attrNameLst>
                                      </p:cBhvr>
                                      <p:tavLst>
                                        <p:tav tm="0">
                                          <p:val>
                                            <p:strVal val="#ppt_x"/>
                                          </p:val>
                                        </p:tav>
                                        <p:tav tm="100000">
                                          <p:val>
                                            <p:strVal val="#ppt_x"/>
                                          </p:val>
                                        </p:tav>
                                      </p:tavLst>
                                    </p:anim>
                                    <p:anim calcmode="lin" valueType="num">
                                      <p:cBhvr additive="base">
                                        <p:cTn id="25"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1" fill="hold">
                      <p:stCondLst>
                        <p:cond delay="indefinite"/>
                      </p:stCondLst>
                      <p:childTnLst>
                        <p:par>
                          <p:cTn id="32" fill="hold">
                            <p:stCondLst>
                              <p:cond delay="0"/>
                            </p:stCondLst>
                            <p:childTnLst>
                              <p:par>
                                <p:cTn id="33" presetID="2" presetClass="entr" presetSubtype="1"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 calcmode="lin" valueType="num">
                                      <p:cBhvr additive="base">
                                        <p:cTn id="35" dur="500" fill="hold"/>
                                        <p:tgtEl>
                                          <p:spTgt spid="18"/>
                                        </p:tgtEl>
                                        <p:attrNameLst>
                                          <p:attrName>ppt_x</p:attrName>
                                        </p:attrNameLst>
                                      </p:cBhvr>
                                      <p:tavLst>
                                        <p:tav tm="0">
                                          <p:val>
                                            <p:strVal val="#ppt_x"/>
                                          </p:val>
                                        </p:tav>
                                        <p:tav tm="100000">
                                          <p:val>
                                            <p:strVal val="#ppt_x"/>
                                          </p:val>
                                        </p:tav>
                                      </p:tavLst>
                                    </p:anim>
                                    <p:anim calcmode="lin" valueType="num">
                                      <p:cBhvr additive="base">
                                        <p:cTn id="36" dur="500" fill="hold"/>
                                        <p:tgtEl>
                                          <p:spTgt spid="18"/>
                                        </p:tgtEl>
                                        <p:attrNameLst>
                                          <p:attrName>ppt_y</p:attrName>
                                        </p:attrNameLst>
                                      </p:cBhvr>
                                      <p:tavLst>
                                        <p:tav tm="0">
                                          <p:val>
                                            <p:strVal val="0-#ppt_h/2"/>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9"/>
                                        </p:tgtEl>
                                        <p:attrNameLst>
                                          <p:attrName>style.visibility</p:attrName>
                                        </p:attrNameLst>
                                      </p:cBhvr>
                                      <p:to>
                                        <p:strVal val="visible"/>
                                      </p:to>
                                    </p:set>
                                    <p:animEffect transition="in" filter="wipe(left)">
                                      <p:cBhvr>
                                        <p:cTn id="41"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766763"/>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一</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光学简介</a:t>
            </a:r>
          </a:p>
        </p:txBody>
      </p:sp>
      <p:sp>
        <p:nvSpPr>
          <p:cNvPr id="25" name="Text Box 3">
            <a:extLst>
              <a:ext uri="{FF2B5EF4-FFF2-40B4-BE49-F238E27FC236}">
                <a16:creationId xmlns:a16="http://schemas.microsoft.com/office/drawing/2014/main" id="{B05F563A-37C6-4188-98C2-537AAE9D2F84}"/>
              </a:ext>
            </a:extLst>
          </p:cNvPr>
          <p:cNvSpPr txBox="1">
            <a:spLocks noChangeArrowheads="1"/>
          </p:cNvSpPr>
          <p:nvPr/>
        </p:nvSpPr>
        <p:spPr bwMode="auto">
          <a:xfrm>
            <a:off x="811741" y="1723887"/>
            <a:ext cx="418891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marL="457200" marR="0" lvl="0" indent="-457200" algn="l" defTabSz="457200" rtl="0" eaLnBrk="0" fontAlgn="base" latinLnBrk="0" hangingPunct="0">
              <a:lnSpc>
                <a:spcPct val="100000"/>
              </a:lnSpc>
              <a:spcBef>
                <a:spcPct val="0"/>
              </a:spcBef>
              <a:spcAft>
                <a:spcPct val="0"/>
              </a:spcAft>
              <a:buClr>
                <a:srgbClr val="0000FF"/>
              </a:buClr>
              <a:buSzTx/>
              <a:buFont typeface="Wingdings" panose="05000000000000000000" pitchFamily="2" charset="2"/>
              <a:buChar char="n"/>
              <a:tabLst/>
              <a:defRPr/>
            </a:pPr>
            <a:r>
              <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几何光学</a:t>
            </a:r>
            <a:endParaRPr kumimoji="1" lang="en-US" altLang="zh-CN"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169988" name="Picture 4" descr="查看源图像">
            <a:extLst>
              <a:ext uri="{FF2B5EF4-FFF2-40B4-BE49-F238E27FC236}">
                <a16:creationId xmlns:a16="http://schemas.microsoft.com/office/drawing/2014/main" id="{7430365A-90F4-47D1-96C4-BA0193F2A1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210" r="6822"/>
          <a:stretch/>
        </p:blipFill>
        <p:spPr bwMode="auto">
          <a:xfrm>
            <a:off x="439738" y="3446741"/>
            <a:ext cx="5553157" cy="3006416"/>
          </a:xfrm>
          <a:prstGeom prst="rect">
            <a:avLst/>
          </a:prstGeom>
          <a:noFill/>
          <a:extLst>
            <a:ext uri="{909E8E84-426E-40DD-AFC4-6F175D3DCCD1}">
              <a14:hiddenFill xmlns:a14="http://schemas.microsoft.com/office/drawing/2010/main">
                <a:solidFill>
                  <a:srgbClr val="FFFFFF"/>
                </a:solidFill>
              </a14:hiddenFill>
            </a:ext>
          </a:extLst>
        </p:spPr>
      </p:pic>
      <p:pic>
        <p:nvPicPr>
          <p:cNvPr id="169992" name="Picture 8" descr="查看源图像">
            <a:extLst>
              <a:ext uri="{FF2B5EF4-FFF2-40B4-BE49-F238E27FC236}">
                <a16:creationId xmlns:a16="http://schemas.microsoft.com/office/drawing/2014/main" id="{652F42B2-5A53-4BBA-8FC7-5FE61DEEA93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910499" y="592988"/>
            <a:ext cx="4231175" cy="2737279"/>
          </a:xfrm>
          <a:prstGeom prst="rect">
            <a:avLst/>
          </a:prstGeom>
          <a:noFill/>
          <a:extLst>
            <a:ext uri="{909E8E84-426E-40DD-AFC4-6F175D3DCCD1}">
              <a14:hiddenFill xmlns:a14="http://schemas.microsoft.com/office/drawing/2010/main">
                <a:solidFill>
                  <a:srgbClr val="FFFFFF"/>
                </a:solidFill>
              </a14:hiddenFill>
            </a:ext>
          </a:extLst>
        </p:spPr>
      </p:pic>
      <p:pic>
        <p:nvPicPr>
          <p:cNvPr id="169994" name="Picture 10" descr="查看源图像">
            <a:extLst>
              <a:ext uri="{FF2B5EF4-FFF2-40B4-BE49-F238E27FC236}">
                <a16:creationId xmlns:a16="http://schemas.microsoft.com/office/drawing/2014/main" id="{4CB414F4-ADF6-459E-A533-5FB5CE39FBB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34808" y="592537"/>
            <a:ext cx="4414496" cy="2737279"/>
          </a:xfrm>
          <a:prstGeom prst="rect">
            <a:avLst/>
          </a:prstGeom>
          <a:noFill/>
          <a:extLst>
            <a:ext uri="{909E8E84-426E-40DD-AFC4-6F175D3DCCD1}">
              <a14:hiddenFill xmlns:a14="http://schemas.microsoft.com/office/drawing/2010/main">
                <a:solidFill>
                  <a:srgbClr val="FFFFFF"/>
                </a:solidFill>
              </a14:hiddenFill>
            </a:ext>
          </a:extLst>
        </p:spPr>
      </p:pic>
      <p:pic>
        <p:nvPicPr>
          <p:cNvPr id="169996" name="Picture 12" descr="查看源图像">
            <a:extLst>
              <a:ext uri="{FF2B5EF4-FFF2-40B4-BE49-F238E27FC236}">
                <a16:creationId xmlns:a16="http://schemas.microsoft.com/office/drawing/2014/main" id="{3D3F3508-92AF-4314-8462-A4F008EBC2D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462983" y="3429000"/>
            <a:ext cx="5458084" cy="302415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80619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69994"/>
                                        </p:tgtEl>
                                        <p:attrNameLst>
                                          <p:attrName>style.visibility</p:attrName>
                                        </p:attrNameLst>
                                      </p:cBhvr>
                                      <p:to>
                                        <p:strVal val="visible"/>
                                      </p:to>
                                    </p:set>
                                    <p:anim calcmode="lin" valueType="num">
                                      <p:cBhvr>
                                        <p:cTn id="7" dur="500" fill="hold"/>
                                        <p:tgtEl>
                                          <p:spTgt spid="169994"/>
                                        </p:tgtEl>
                                        <p:attrNameLst>
                                          <p:attrName>ppt_w</p:attrName>
                                        </p:attrNameLst>
                                      </p:cBhvr>
                                      <p:tavLst>
                                        <p:tav tm="0">
                                          <p:val>
                                            <p:fltVal val="0"/>
                                          </p:val>
                                        </p:tav>
                                        <p:tav tm="100000">
                                          <p:val>
                                            <p:strVal val="#ppt_w"/>
                                          </p:val>
                                        </p:tav>
                                      </p:tavLst>
                                    </p:anim>
                                    <p:anim calcmode="lin" valueType="num">
                                      <p:cBhvr>
                                        <p:cTn id="8" dur="500" fill="hold"/>
                                        <p:tgtEl>
                                          <p:spTgt spid="169994"/>
                                        </p:tgtEl>
                                        <p:attrNameLst>
                                          <p:attrName>ppt_h</p:attrName>
                                        </p:attrNameLst>
                                      </p:cBhvr>
                                      <p:tavLst>
                                        <p:tav tm="0">
                                          <p:val>
                                            <p:fltVal val="0"/>
                                          </p:val>
                                        </p:tav>
                                        <p:tav tm="100000">
                                          <p:val>
                                            <p:strVal val="#ppt_h"/>
                                          </p:val>
                                        </p:tav>
                                      </p:tavLst>
                                    </p:anim>
                                    <p:animEffect transition="in" filter="fade">
                                      <p:cBhvr>
                                        <p:cTn id="9" dur="500"/>
                                        <p:tgtEl>
                                          <p:spTgt spid="16999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9992"/>
                                        </p:tgtEl>
                                        <p:attrNameLst>
                                          <p:attrName>style.visibility</p:attrName>
                                        </p:attrNameLst>
                                      </p:cBhvr>
                                      <p:to>
                                        <p:strVal val="visible"/>
                                      </p:to>
                                    </p:set>
                                    <p:anim calcmode="lin" valueType="num">
                                      <p:cBhvr>
                                        <p:cTn id="14" dur="500" fill="hold"/>
                                        <p:tgtEl>
                                          <p:spTgt spid="169992"/>
                                        </p:tgtEl>
                                        <p:attrNameLst>
                                          <p:attrName>ppt_w</p:attrName>
                                        </p:attrNameLst>
                                      </p:cBhvr>
                                      <p:tavLst>
                                        <p:tav tm="0">
                                          <p:val>
                                            <p:fltVal val="0"/>
                                          </p:val>
                                        </p:tav>
                                        <p:tav tm="100000">
                                          <p:val>
                                            <p:strVal val="#ppt_w"/>
                                          </p:val>
                                        </p:tav>
                                      </p:tavLst>
                                    </p:anim>
                                    <p:anim calcmode="lin" valueType="num">
                                      <p:cBhvr>
                                        <p:cTn id="15" dur="500" fill="hold"/>
                                        <p:tgtEl>
                                          <p:spTgt spid="169992"/>
                                        </p:tgtEl>
                                        <p:attrNameLst>
                                          <p:attrName>ppt_h</p:attrName>
                                        </p:attrNameLst>
                                      </p:cBhvr>
                                      <p:tavLst>
                                        <p:tav tm="0">
                                          <p:val>
                                            <p:fltVal val="0"/>
                                          </p:val>
                                        </p:tav>
                                        <p:tav tm="100000">
                                          <p:val>
                                            <p:strVal val="#ppt_h"/>
                                          </p:val>
                                        </p:tav>
                                      </p:tavLst>
                                    </p:anim>
                                    <p:animEffect transition="in" filter="fade">
                                      <p:cBhvr>
                                        <p:cTn id="16" dur="500"/>
                                        <p:tgtEl>
                                          <p:spTgt spid="169992"/>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69988"/>
                                        </p:tgtEl>
                                        <p:attrNameLst>
                                          <p:attrName>style.visibility</p:attrName>
                                        </p:attrNameLst>
                                      </p:cBhvr>
                                      <p:to>
                                        <p:strVal val="visible"/>
                                      </p:to>
                                    </p:set>
                                    <p:anim calcmode="lin" valueType="num">
                                      <p:cBhvr>
                                        <p:cTn id="21" dur="500" fill="hold"/>
                                        <p:tgtEl>
                                          <p:spTgt spid="169988"/>
                                        </p:tgtEl>
                                        <p:attrNameLst>
                                          <p:attrName>ppt_w</p:attrName>
                                        </p:attrNameLst>
                                      </p:cBhvr>
                                      <p:tavLst>
                                        <p:tav tm="0">
                                          <p:val>
                                            <p:fltVal val="0"/>
                                          </p:val>
                                        </p:tav>
                                        <p:tav tm="100000">
                                          <p:val>
                                            <p:strVal val="#ppt_w"/>
                                          </p:val>
                                        </p:tav>
                                      </p:tavLst>
                                    </p:anim>
                                    <p:anim calcmode="lin" valueType="num">
                                      <p:cBhvr>
                                        <p:cTn id="22" dur="500" fill="hold"/>
                                        <p:tgtEl>
                                          <p:spTgt spid="169988"/>
                                        </p:tgtEl>
                                        <p:attrNameLst>
                                          <p:attrName>ppt_h</p:attrName>
                                        </p:attrNameLst>
                                      </p:cBhvr>
                                      <p:tavLst>
                                        <p:tav tm="0">
                                          <p:val>
                                            <p:fltVal val="0"/>
                                          </p:val>
                                        </p:tav>
                                        <p:tav tm="100000">
                                          <p:val>
                                            <p:strVal val="#ppt_h"/>
                                          </p:val>
                                        </p:tav>
                                      </p:tavLst>
                                    </p:anim>
                                    <p:animEffect transition="in" filter="fade">
                                      <p:cBhvr>
                                        <p:cTn id="23" dur="500"/>
                                        <p:tgtEl>
                                          <p:spTgt spid="169988"/>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69996"/>
                                        </p:tgtEl>
                                        <p:attrNameLst>
                                          <p:attrName>style.visibility</p:attrName>
                                        </p:attrNameLst>
                                      </p:cBhvr>
                                      <p:to>
                                        <p:strVal val="visible"/>
                                      </p:to>
                                    </p:set>
                                    <p:anim calcmode="lin" valueType="num">
                                      <p:cBhvr>
                                        <p:cTn id="28" dur="500" fill="hold"/>
                                        <p:tgtEl>
                                          <p:spTgt spid="169996"/>
                                        </p:tgtEl>
                                        <p:attrNameLst>
                                          <p:attrName>ppt_w</p:attrName>
                                        </p:attrNameLst>
                                      </p:cBhvr>
                                      <p:tavLst>
                                        <p:tav tm="0">
                                          <p:val>
                                            <p:fltVal val="0"/>
                                          </p:val>
                                        </p:tav>
                                        <p:tav tm="100000">
                                          <p:val>
                                            <p:strVal val="#ppt_w"/>
                                          </p:val>
                                        </p:tav>
                                      </p:tavLst>
                                    </p:anim>
                                    <p:anim calcmode="lin" valueType="num">
                                      <p:cBhvr>
                                        <p:cTn id="29" dur="500" fill="hold"/>
                                        <p:tgtEl>
                                          <p:spTgt spid="169996"/>
                                        </p:tgtEl>
                                        <p:attrNameLst>
                                          <p:attrName>ppt_h</p:attrName>
                                        </p:attrNameLst>
                                      </p:cBhvr>
                                      <p:tavLst>
                                        <p:tav tm="0">
                                          <p:val>
                                            <p:fltVal val="0"/>
                                          </p:val>
                                        </p:tav>
                                        <p:tav tm="100000">
                                          <p:val>
                                            <p:strVal val="#ppt_h"/>
                                          </p:val>
                                        </p:tav>
                                      </p:tavLst>
                                    </p:anim>
                                    <p:animEffect transition="in" filter="fade">
                                      <p:cBhvr>
                                        <p:cTn id="30" dur="500"/>
                                        <p:tgtEl>
                                          <p:spTgt spid="1699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766763"/>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一</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光学简介</a:t>
            </a:r>
          </a:p>
        </p:txBody>
      </p:sp>
      <p:sp>
        <p:nvSpPr>
          <p:cNvPr id="25" name="Text Box 3">
            <a:extLst>
              <a:ext uri="{FF2B5EF4-FFF2-40B4-BE49-F238E27FC236}">
                <a16:creationId xmlns:a16="http://schemas.microsoft.com/office/drawing/2014/main" id="{B05F563A-37C6-4188-98C2-537AAE9D2F84}"/>
              </a:ext>
            </a:extLst>
          </p:cNvPr>
          <p:cNvSpPr txBox="1">
            <a:spLocks noChangeArrowheads="1"/>
          </p:cNvSpPr>
          <p:nvPr/>
        </p:nvSpPr>
        <p:spPr bwMode="auto">
          <a:xfrm>
            <a:off x="692834" y="1633319"/>
            <a:ext cx="418891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marL="457200" marR="0" lvl="0" indent="-457200" algn="l" defTabSz="457200" rtl="0" eaLnBrk="0" fontAlgn="base" latinLnBrk="0" hangingPunct="0">
              <a:lnSpc>
                <a:spcPct val="100000"/>
              </a:lnSpc>
              <a:spcBef>
                <a:spcPct val="0"/>
              </a:spcBef>
              <a:spcAft>
                <a:spcPct val="0"/>
              </a:spcAft>
              <a:buClr>
                <a:srgbClr val="0000FF"/>
              </a:buClr>
              <a:buSzTx/>
              <a:buFont typeface="Wingdings" panose="05000000000000000000" pitchFamily="2" charset="2"/>
              <a:buChar char="n"/>
              <a:tabLst/>
              <a:defRPr/>
            </a:pPr>
            <a:r>
              <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波动光学</a:t>
            </a:r>
            <a:endParaRPr kumimoji="1" lang="en-US" altLang="zh-CN"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15" name="Picture 30" descr="OPdilipi03">
            <a:extLst>
              <a:ext uri="{FF2B5EF4-FFF2-40B4-BE49-F238E27FC236}">
                <a16:creationId xmlns:a16="http://schemas.microsoft.com/office/drawing/2014/main" id="{3E64A76C-F038-4483-80E1-462B0983218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2685" t="17102" r="17747" b="21130"/>
          <a:stretch/>
        </p:blipFill>
        <p:spPr bwMode="auto">
          <a:xfrm>
            <a:off x="9097842" y="919912"/>
            <a:ext cx="2828876" cy="252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37" descr="OPthfipi01">
            <a:extLst>
              <a:ext uri="{FF2B5EF4-FFF2-40B4-BE49-F238E27FC236}">
                <a16:creationId xmlns:a16="http://schemas.microsoft.com/office/drawing/2014/main" id="{FA87383B-576F-4A9E-9FE2-6771B12A84A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25654" y="919912"/>
            <a:ext cx="2430401" cy="2520169"/>
          </a:xfrm>
          <a:prstGeom prst="rect">
            <a:avLst/>
          </a:prstGeom>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41" descr="bubble">
            <a:extLst>
              <a:ext uri="{FF2B5EF4-FFF2-40B4-BE49-F238E27FC236}">
                <a16:creationId xmlns:a16="http://schemas.microsoft.com/office/drawing/2014/main" id="{34EEF27F-09F0-4516-9359-52DEAAB042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73803" y="927631"/>
            <a:ext cx="2510064" cy="25201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1010" name="Picture 2" descr="查看源图像">
            <a:extLst>
              <a:ext uri="{FF2B5EF4-FFF2-40B4-BE49-F238E27FC236}">
                <a16:creationId xmlns:a16="http://schemas.microsoft.com/office/drawing/2014/main" id="{54347F60-7D61-48B6-95DA-A1E2CE06C142}"/>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6709038" y="3692076"/>
            <a:ext cx="3432578" cy="2516117"/>
          </a:xfrm>
          <a:prstGeom prst="rect">
            <a:avLst/>
          </a:prstGeom>
          <a:noFill/>
          <a:extLst>
            <a:ext uri="{909E8E84-426E-40DD-AFC4-6F175D3DCCD1}">
              <a14:hiddenFill xmlns:a14="http://schemas.microsoft.com/office/drawing/2010/main">
                <a:solidFill>
                  <a:srgbClr val="FFFFFF"/>
                </a:solidFill>
              </a14:hiddenFill>
            </a:ext>
          </a:extLst>
        </p:spPr>
      </p:pic>
      <p:grpSp>
        <p:nvGrpSpPr>
          <p:cNvPr id="21" name="Group 25">
            <a:extLst>
              <a:ext uri="{FF2B5EF4-FFF2-40B4-BE49-F238E27FC236}">
                <a16:creationId xmlns:a16="http://schemas.microsoft.com/office/drawing/2014/main" id="{9D5DB9EE-A69A-4135-8035-03094EDB2213}"/>
              </a:ext>
            </a:extLst>
          </p:cNvPr>
          <p:cNvGrpSpPr>
            <a:grpSpLocks/>
          </p:cNvGrpSpPr>
          <p:nvPr/>
        </p:nvGrpSpPr>
        <p:grpSpPr bwMode="auto">
          <a:xfrm>
            <a:off x="81223" y="3692076"/>
            <a:ext cx="6593482" cy="2520169"/>
            <a:chOff x="802" y="2079"/>
            <a:chExt cx="4800" cy="1866"/>
          </a:xfrm>
        </p:grpSpPr>
        <p:pic>
          <p:nvPicPr>
            <p:cNvPr id="22" name="Picture 23">
              <a:extLst>
                <a:ext uri="{FF2B5EF4-FFF2-40B4-BE49-F238E27FC236}">
                  <a16:creationId xmlns:a16="http://schemas.microsoft.com/office/drawing/2014/main" id="{24E49386-93CB-42EC-B3C9-1DC09509A2F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98" y="2082"/>
              <a:ext cx="2404" cy="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4">
              <a:extLst>
                <a:ext uri="{FF2B5EF4-FFF2-40B4-BE49-F238E27FC236}">
                  <a16:creationId xmlns:a16="http://schemas.microsoft.com/office/drawing/2014/main" id="{1D76B082-F429-4105-9F15-3364EEB9099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02" y="2079"/>
              <a:ext cx="2396" cy="18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171012" name="Picture 4" descr="查看源图像">
            <a:extLst>
              <a:ext uri="{FF2B5EF4-FFF2-40B4-BE49-F238E27FC236}">
                <a16:creationId xmlns:a16="http://schemas.microsoft.com/office/drawing/2014/main" id="{42348850-2901-48BD-9634-220857F2E41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10232571" y="3692076"/>
            <a:ext cx="1878206" cy="25161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744025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6"/>
                                        </p:tgtEl>
                                        <p:attrNameLst>
                                          <p:attrName>style.visibility</p:attrName>
                                        </p:attrNameLst>
                                      </p:cBhvr>
                                      <p:to>
                                        <p:strVal val="visible"/>
                                      </p:to>
                                    </p:set>
                                    <p:anim calcmode="lin" valueType="num">
                                      <p:cBhvr>
                                        <p:cTn id="14" dur="500" fill="hold"/>
                                        <p:tgtEl>
                                          <p:spTgt spid="16"/>
                                        </p:tgtEl>
                                        <p:attrNameLst>
                                          <p:attrName>ppt_w</p:attrName>
                                        </p:attrNameLst>
                                      </p:cBhvr>
                                      <p:tavLst>
                                        <p:tav tm="0">
                                          <p:val>
                                            <p:fltVal val="0"/>
                                          </p:val>
                                        </p:tav>
                                        <p:tav tm="100000">
                                          <p:val>
                                            <p:strVal val="#ppt_w"/>
                                          </p:val>
                                        </p:tav>
                                      </p:tavLst>
                                    </p:anim>
                                    <p:anim calcmode="lin" valueType="num">
                                      <p:cBhvr>
                                        <p:cTn id="15" dur="500" fill="hold"/>
                                        <p:tgtEl>
                                          <p:spTgt spid="16"/>
                                        </p:tgtEl>
                                        <p:attrNameLst>
                                          <p:attrName>ppt_h</p:attrName>
                                        </p:attrNameLst>
                                      </p:cBhvr>
                                      <p:tavLst>
                                        <p:tav tm="0">
                                          <p:val>
                                            <p:fltVal val="0"/>
                                          </p:val>
                                        </p:tav>
                                        <p:tav tm="100000">
                                          <p:val>
                                            <p:strVal val="#ppt_h"/>
                                          </p:val>
                                        </p:tav>
                                      </p:tavLst>
                                    </p:anim>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 calcmode="lin" valueType="num">
                                      <p:cBhvr>
                                        <p:cTn id="21" dur="500" fill="hold"/>
                                        <p:tgtEl>
                                          <p:spTgt spid="15"/>
                                        </p:tgtEl>
                                        <p:attrNameLst>
                                          <p:attrName>ppt_w</p:attrName>
                                        </p:attrNameLst>
                                      </p:cBhvr>
                                      <p:tavLst>
                                        <p:tav tm="0">
                                          <p:val>
                                            <p:fltVal val="0"/>
                                          </p:val>
                                        </p:tav>
                                        <p:tav tm="100000">
                                          <p:val>
                                            <p:strVal val="#ppt_w"/>
                                          </p:val>
                                        </p:tav>
                                      </p:tavLst>
                                    </p:anim>
                                    <p:anim calcmode="lin" valueType="num">
                                      <p:cBhvr>
                                        <p:cTn id="22" dur="500" fill="hold"/>
                                        <p:tgtEl>
                                          <p:spTgt spid="15"/>
                                        </p:tgtEl>
                                        <p:attrNameLst>
                                          <p:attrName>ppt_h</p:attrName>
                                        </p:attrNameLst>
                                      </p:cBhvr>
                                      <p:tavLst>
                                        <p:tav tm="0">
                                          <p:val>
                                            <p:fltVal val="0"/>
                                          </p:val>
                                        </p:tav>
                                        <p:tav tm="100000">
                                          <p:val>
                                            <p:strVal val="#ppt_h"/>
                                          </p:val>
                                        </p:tav>
                                      </p:tavLst>
                                    </p:anim>
                                    <p:animEffect transition="in" filter="fade">
                                      <p:cBhvr>
                                        <p:cTn id="23" dur="500"/>
                                        <p:tgtEl>
                                          <p:spTgt spid="15"/>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21"/>
                                        </p:tgtEl>
                                        <p:attrNameLst>
                                          <p:attrName>style.visibility</p:attrName>
                                        </p:attrNameLst>
                                      </p:cBhvr>
                                      <p:to>
                                        <p:strVal val="visible"/>
                                      </p:to>
                                    </p:set>
                                    <p:anim calcmode="lin" valueType="num">
                                      <p:cBhvr>
                                        <p:cTn id="28" dur="500" fill="hold"/>
                                        <p:tgtEl>
                                          <p:spTgt spid="21"/>
                                        </p:tgtEl>
                                        <p:attrNameLst>
                                          <p:attrName>ppt_w</p:attrName>
                                        </p:attrNameLst>
                                      </p:cBhvr>
                                      <p:tavLst>
                                        <p:tav tm="0">
                                          <p:val>
                                            <p:fltVal val="0"/>
                                          </p:val>
                                        </p:tav>
                                        <p:tav tm="100000">
                                          <p:val>
                                            <p:strVal val="#ppt_w"/>
                                          </p:val>
                                        </p:tav>
                                      </p:tavLst>
                                    </p:anim>
                                    <p:anim calcmode="lin" valueType="num">
                                      <p:cBhvr>
                                        <p:cTn id="29" dur="500" fill="hold"/>
                                        <p:tgtEl>
                                          <p:spTgt spid="21"/>
                                        </p:tgtEl>
                                        <p:attrNameLst>
                                          <p:attrName>ppt_h</p:attrName>
                                        </p:attrNameLst>
                                      </p:cBhvr>
                                      <p:tavLst>
                                        <p:tav tm="0">
                                          <p:val>
                                            <p:fltVal val="0"/>
                                          </p:val>
                                        </p:tav>
                                        <p:tav tm="100000">
                                          <p:val>
                                            <p:strVal val="#ppt_h"/>
                                          </p:val>
                                        </p:tav>
                                      </p:tavLst>
                                    </p:anim>
                                    <p:animEffect transition="in" filter="fad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71010"/>
                                        </p:tgtEl>
                                        <p:attrNameLst>
                                          <p:attrName>style.visibility</p:attrName>
                                        </p:attrNameLst>
                                      </p:cBhvr>
                                      <p:to>
                                        <p:strVal val="visible"/>
                                      </p:to>
                                    </p:set>
                                    <p:anim calcmode="lin" valueType="num">
                                      <p:cBhvr>
                                        <p:cTn id="35" dur="500" fill="hold"/>
                                        <p:tgtEl>
                                          <p:spTgt spid="171010"/>
                                        </p:tgtEl>
                                        <p:attrNameLst>
                                          <p:attrName>ppt_w</p:attrName>
                                        </p:attrNameLst>
                                      </p:cBhvr>
                                      <p:tavLst>
                                        <p:tav tm="0">
                                          <p:val>
                                            <p:fltVal val="0"/>
                                          </p:val>
                                        </p:tav>
                                        <p:tav tm="100000">
                                          <p:val>
                                            <p:strVal val="#ppt_w"/>
                                          </p:val>
                                        </p:tav>
                                      </p:tavLst>
                                    </p:anim>
                                    <p:anim calcmode="lin" valueType="num">
                                      <p:cBhvr>
                                        <p:cTn id="36" dur="500" fill="hold"/>
                                        <p:tgtEl>
                                          <p:spTgt spid="171010"/>
                                        </p:tgtEl>
                                        <p:attrNameLst>
                                          <p:attrName>ppt_h</p:attrName>
                                        </p:attrNameLst>
                                      </p:cBhvr>
                                      <p:tavLst>
                                        <p:tav tm="0">
                                          <p:val>
                                            <p:fltVal val="0"/>
                                          </p:val>
                                        </p:tav>
                                        <p:tav tm="100000">
                                          <p:val>
                                            <p:strVal val="#ppt_h"/>
                                          </p:val>
                                        </p:tav>
                                      </p:tavLst>
                                    </p:anim>
                                    <p:animEffect transition="in" filter="fade">
                                      <p:cBhvr>
                                        <p:cTn id="37" dur="500"/>
                                        <p:tgtEl>
                                          <p:spTgt spid="171010"/>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71012"/>
                                        </p:tgtEl>
                                        <p:attrNameLst>
                                          <p:attrName>style.visibility</p:attrName>
                                        </p:attrNameLst>
                                      </p:cBhvr>
                                      <p:to>
                                        <p:strVal val="visible"/>
                                      </p:to>
                                    </p:set>
                                    <p:anim calcmode="lin" valueType="num">
                                      <p:cBhvr>
                                        <p:cTn id="42" dur="500" fill="hold"/>
                                        <p:tgtEl>
                                          <p:spTgt spid="171012"/>
                                        </p:tgtEl>
                                        <p:attrNameLst>
                                          <p:attrName>ppt_w</p:attrName>
                                        </p:attrNameLst>
                                      </p:cBhvr>
                                      <p:tavLst>
                                        <p:tav tm="0">
                                          <p:val>
                                            <p:fltVal val="0"/>
                                          </p:val>
                                        </p:tav>
                                        <p:tav tm="100000">
                                          <p:val>
                                            <p:strVal val="#ppt_w"/>
                                          </p:val>
                                        </p:tav>
                                      </p:tavLst>
                                    </p:anim>
                                    <p:anim calcmode="lin" valueType="num">
                                      <p:cBhvr>
                                        <p:cTn id="43" dur="500" fill="hold"/>
                                        <p:tgtEl>
                                          <p:spTgt spid="171012"/>
                                        </p:tgtEl>
                                        <p:attrNameLst>
                                          <p:attrName>ppt_h</p:attrName>
                                        </p:attrNameLst>
                                      </p:cBhvr>
                                      <p:tavLst>
                                        <p:tav tm="0">
                                          <p:val>
                                            <p:fltVal val="0"/>
                                          </p:val>
                                        </p:tav>
                                        <p:tav tm="100000">
                                          <p:val>
                                            <p:strVal val="#ppt_h"/>
                                          </p:val>
                                        </p:tav>
                                      </p:tavLst>
                                    </p:anim>
                                    <p:animEffect transition="in" filter="fade">
                                      <p:cBhvr>
                                        <p:cTn id="44" dur="500"/>
                                        <p:tgtEl>
                                          <p:spTgt spid="1710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766763"/>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一</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光学简介</a:t>
            </a:r>
          </a:p>
        </p:txBody>
      </p:sp>
      <p:sp>
        <p:nvSpPr>
          <p:cNvPr id="25" name="Text Box 3">
            <a:extLst>
              <a:ext uri="{FF2B5EF4-FFF2-40B4-BE49-F238E27FC236}">
                <a16:creationId xmlns:a16="http://schemas.microsoft.com/office/drawing/2014/main" id="{B05F563A-37C6-4188-98C2-537AAE9D2F84}"/>
              </a:ext>
            </a:extLst>
          </p:cNvPr>
          <p:cNvSpPr txBox="1">
            <a:spLocks noChangeArrowheads="1"/>
          </p:cNvSpPr>
          <p:nvPr/>
        </p:nvSpPr>
        <p:spPr bwMode="auto">
          <a:xfrm>
            <a:off x="811741" y="1607938"/>
            <a:ext cx="4188919"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marL="457200" marR="0" lvl="0" indent="-457200" algn="l" defTabSz="457200" rtl="0" eaLnBrk="0" fontAlgn="base" latinLnBrk="0" hangingPunct="0">
              <a:lnSpc>
                <a:spcPct val="100000"/>
              </a:lnSpc>
              <a:spcBef>
                <a:spcPct val="0"/>
              </a:spcBef>
              <a:spcAft>
                <a:spcPct val="0"/>
              </a:spcAft>
              <a:buClr>
                <a:srgbClr val="0000FF"/>
              </a:buClr>
              <a:buSzTx/>
              <a:buFont typeface="Wingdings" panose="05000000000000000000" pitchFamily="2" charset="2"/>
              <a:buChar char="n"/>
              <a:tabLst/>
              <a:defRPr/>
            </a:pPr>
            <a:r>
              <a:rPr kumimoji="1" lang="zh-CN" altLang="en-US" sz="3600" noProof="0" dirty="0">
                <a:solidFill>
                  <a:srgbClr val="000000"/>
                </a:solidFill>
                <a:latin typeface="微软雅黑" panose="020B0503020204020204" pitchFamily="34" charset="-122"/>
                <a:ea typeface="微软雅黑" panose="020B0503020204020204" pitchFamily="34" charset="-122"/>
              </a:rPr>
              <a:t>量子</a:t>
            </a:r>
            <a:r>
              <a:rPr kumimoji="1" lang="zh-CN" altLang="en-US"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rPr>
              <a:t>光学</a:t>
            </a:r>
            <a:endParaRPr kumimoji="1" lang="en-US" altLang="zh-CN" sz="36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endParaRPr>
          </a:p>
        </p:txBody>
      </p:sp>
      <p:pic>
        <p:nvPicPr>
          <p:cNvPr id="121858" name="Picture 2" descr="20180906174900.png">
            <a:extLst>
              <a:ext uri="{FF2B5EF4-FFF2-40B4-BE49-F238E27FC236}">
                <a16:creationId xmlns:a16="http://schemas.microsoft.com/office/drawing/2014/main" id="{0B11456C-4A99-46FE-AADF-CEBEEF01D3E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381" r="8326"/>
          <a:stretch/>
        </p:blipFill>
        <p:spPr bwMode="auto">
          <a:xfrm>
            <a:off x="3594218" y="821769"/>
            <a:ext cx="3597124" cy="2363694"/>
          </a:xfrm>
          <a:prstGeom prst="rect">
            <a:avLst/>
          </a:prstGeom>
          <a:noFill/>
          <a:extLst>
            <a:ext uri="{909E8E84-426E-40DD-AFC4-6F175D3DCCD1}">
              <a14:hiddenFill xmlns:a14="http://schemas.microsoft.com/office/drawing/2010/main">
                <a:solidFill>
                  <a:srgbClr val="FFFFFF"/>
                </a:solidFill>
              </a14:hiddenFill>
            </a:ext>
          </a:extLst>
        </p:spPr>
      </p:pic>
      <p:pic>
        <p:nvPicPr>
          <p:cNvPr id="121860" name="Picture 4" descr="https://timgsa.baidu.com/timg?image&amp;quality=80&amp;size=b9999_10000&amp;sec=1604232086746&amp;di=9f2cacad0b56f4e21ea10e5e954836c7&amp;imgtype=0&amp;src=http%3A%2F%2Fimg3.doubanio.com%2Fview%2Fnote%2Fl%2Fpublic%2Fp55534672.jpg">
            <a:extLst>
              <a:ext uri="{FF2B5EF4-FFF2-40B4-BE49-F238E27FC236}">
                <a16:creationId xmlns:a16="http://schemas.microsoft.com/office/drawing/2014/main" id="{85228F81-6FE1-47B6-BCEF-97F102FB27C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42313" y="3475620"/>
            <a:ext cx="4207414" cy="2643572"/>
          </a:xfrm>
          <a:prstGeom prst="rect">
            <a:avLst/>
          </a:prstGeom>
          <a:noFill/>
          <a:extLst>
            <a:ext uri="{909E8E84-426E-40DD-AFC4-6F175D3DCCD1}">
              <a14:hiddenFill xmlns:a14="http://schemas.microsoft.com/office/drawing/2010/main">
                <a:solidFill>
                  <a:srgbClr val="FFFFFF"/>
                </a:solidFill>
              </a14:hiddenFill>
            </a:ext>
          </a:extLst>
        </p:spPr>
      </p:pic>
      <p:pic>
        <p:nvPicPr>
          <p:cNvPr id="121862" name="Picture 6" descr="https://timgsa.baidu.com/timg?image&amp;quality=80&amp;size=b9999_10000&amp;sec=1604232139362&amp;di=8549259a0aab73f58e6d0ab0af916e15&amp;imgtype=0&amp;src=http%3A%2F%2Fimg65.chem17.com%2F2%2F20151103%2F635821690240729909858.png">
            <a:extLst>
              <a:ext uri="{FF2B5EF4-FFF2-40B4-BE49-F238E27FC236}">
                <a16:creationId xmlns:a16="http://schemas.microsoft.com/office/drawing/2014/main" id="{E12200CD-FF50-4895-8230-835C3AE47EF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2701" t="11174" r="20732" b="21615"/>
          <a:stretch/>
        </p:blipFill>
        <p:spPr bwMode="auto">
          <a:xfrm>
            <a:off x="10512061" y="1801518"/>
            <a:ext cx="1560012" cy="1383945"/>
          </a:xfrm>
          <a:prstGeom prst="rect">
            <a:avLst/>
          </a:prstGeom>
          <a:noFill/>
          <a:extLst>
            <a:ext uri="{909E8E84-426E-40DD-AFC4-6F175D3DCCD1}">
              <a14:hiddenFill xmlns:a14="http://schemas.microsoft.com/office/drawing/2010/main">
                <a:solidFill>
                  <a:srgbClr val="FFFFFF"/>
                </a:solidFill>
              </a14:hiddenFill>
            </a:ext>
          </a:extLst>
        </p:spPr>
      </p:pic>
      <p:pic>
        <p:nvPicPr>
          <p:cNvPr id="172034" name="Picture 2" descr="查看源图像">
            <a:extLst>
              <a:ext uri="{FF2B5EF4-FFF2-40B4-BE49-F238E27FC236}">
                <a16:creationId xmlns:a16="http://schemas.microsoft.com/office/drawing/2014/main" id="{C52C1A0C-75F2-454A-A459-1FA76C620C53}"/>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0" y="3441297"/>
            <a:ext cx="4243307" cy="2677895"/>
          </a:xfrm>
          <a:prstGeom prst="rect">
            <a:avLst/>
          </a:prstGeom>
          <a:noFill/>
          <a:extLst>
            <a:ext uri="{909E8E84-426E-40DD-AFC4-6F175D3DCCD1}">
              <a14:hiddenFill xmlns:a14="http://schemas.microsoft.com/office/drawing/2010/main">
                <a:solidFill>
                  <a:srgbClr val="FFFFFF"/>
                </a:solidFill>
              </a14:hiddenFill>
            </a:ext>
          </a:extLst>
        </p:spPr>
      </p:pic>
      <p:pic>
        <p:nvPicPr>
          <p:cNvPr id="172038" name="Picture 6" descr="查看源图像">
            <a:extLst>
              <a:ext uri="{FF2B5EF4-FFF2-40B4-BE49-F238E27FC236}">
                <a16:creationId xmlns:a16="http://schemas.microsoft.com/office/drawing/2014/main" id="{E00DFFC5-F82C-493F-B02A-8E7EF2D52B33}"/>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12122" r="13737"/>
          <a:stretch/>
        </p:blipFill>
        <p:spPr bwMode="auto">
          <a:xfrm>
            <a:off x="4283175" y="3464590"/>
            <a:ext cx="3719269" cy="2665632"/>
          </a:xfrm>
          <a:prstGeom prst="rect">
            <a:avLst/>
          </a:prstGeom>
          <a:noFill/>
          <a:extLst>
            <a:ext uri="{909E8E84-426E-40DD-AFC4-6F175D3DCCD1}">
              <a14:hiddenFill xmlns:a14="http://schemas.microsoft.com/office/drawing/2010/main">
                <a:solidFill>
                  <a:srgbClr val="FFFFFF"/>
                </a:solidFill>
              </a14:hiddenFill>
            </a:ext>
          </a:extLst>
        </p:spPr>
      </p:pic>
      <p:pic>
        <p:nvPicPr>
          <p:cNvPr id="172040" name="Picture 8" descr="查看源图像">
            <a:extLst>
              <a:ext uri="{FF2B5EF4-FFF2-40B4-BE49-F238E27FC236}">
                <a16:creationId xmlns:a16="http://schemas.microsoft.com/office/drawing/2014/main" id="{EBB158E9-BE5D-47B4-9544-6E2D36C15321}"/>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8105" r="8865"/>
          <a:stretch/>
        </p:blipFill>
        <p:spPr bwMode="auto">
          <a:xfrm>
            <a:off x="7220646" y="810022"/>
            <a:ext cx="3262111" cy="23754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191418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1858"/>
                                        </p:tgtEl>
                                        <p:attrNameLst>
                                          <p:attrName>style.visibility</p:attrName>
                                        </p:attrNameLst>
                                      </p:cBhvr>
                                      <p:to>
                                        <p:strVal val="visible"/>
                                      </p:to>
                                    </p:set>
                                    <p:anim calcmode="lin" valueType="num">
                                      <p:cBhvr>
                                        <p:cTn id="7" dur="500" fill="hold"/>
                                        <p:tgtEl>
                                          <p:spTgt spid="121858"/>
                                        </p:tgtEl>
                                        <p:attrNameLst>
                                          <p:attrName>ppt_w</p:attrName>
                                        </p:attrNameLst>
                                      </p:cBhvr>
                                      <p:tavLst>
                                        <p:tav tm="0">
                                          <p:val>
                                            <p:fltVal val="0"/>
                                          </p:val>
                                        </p:tav>
                                        <p:tav tm="100000">
                                          <p:val>
                                            <p:strVal val="#ppt_w"/>
                                          </p:val>
                                        </p:tav>
                                      </p:tavLst>
                                    </p:anim>
                                    <p:anim calcmode="lin" valueType="num">
                                      <p:cBhvr>
                                        <p:cTn id="8" dur="500" fill="hold"/>
                                        <p:tgtEl>
                                          <p:spTgt spid="121858"/>
                                        </p:tgtEl>
                                        <p:attrNameLst>
                                          <p:attrName>ppt_h</p:attrName>
                                        </p:attrNameLst>
                                      </p:cBhvr>
                                      <p:tavLst>
                                        <p:tav tm="0">
                                          <p:val>
                                            <p:fltVal val="0"/>
                                          </p:val>
                                        </p:tav>
                                        <p:tav tm="100000">
                                          <p:val>
                                            <p:strVal val="#ppt_h"/>
                                          </p:val>
                                        </p:tav>
                                      </p:tavLst>
                                    </p:anim>
                                    <p:animEffect transition="in" filter="fade">
                                      <p:cBhvr>
                                        <p:cTn id="9" dur="500"/>
                                        <p:tgtEl>
                                          <p:spTgt spid="121858"/>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72040"/>
                                        </p:tgtEl>
                                        <p:attrNameLst>
                                          <p:attrName>style.visibility</p:attrName>
                                        </p:attrNameLst>
                                      </p:cBhvr>
                                      <p:to>
                                        <p:strVal val="visible"/>
                                      </p:to>
                                    </p:set>
                                    <p:anim calcmode="lin" valueType="num">
                                      <p:cBhvr>
                                        <p:cTn id="14" dur="500" fill="hold"/>
                                        <p:tgtEl>
                                          <p:spTgt spid="172040"/>
                                        </p:tgtEl>
                                        <p:attrNameLst>
                                          <p:attrName>ppt_w</p:attrName>
                                        </p:attrNameLst>
                                      </p:cBhvr>
                                      <p:tavLst>
                                        <p:tav tm="0">
                                          <p:val>
                                            <p:fltVal val="0"/>
                                          </p:val>
                                        </p:tav>
                                        <p:tav tm="100000">
                                          <p:val>
                                            <p:strVal val="#ppt_w"/>
                                          </p:val>
                                        </p:tav>
                                      </p:tavLst>
                                    </p:anim>
                                    <p:anim calcmode="lin" valueType="num">
                                      <p:cBhvr>
                                        <p:cTn id="15" dur="500" fill="hold"/>
                                        <p:tgtEl>
                                          <p:spTgt spid="172040"/>
                                        </p:tgtEl>
                                        <p:attrNameLst>
                                          <p:attrName>ppt_h</p:attrName>
                                        </p:attrNameLst>
                                      </p:cBhvr>
                                      <p:tavLst>
                                        <p:tav tm="0">
                                          <p:val>
                                            <p:fltVal val="0"/>
                                          </p:val>
                                        </p:tav>
                                        <p:tav tm="100000">
                                          <p:val>
                                            <p:strVal val="#ppt_h"/>
                                          </p:val>
                                        </p:tav>
                                      </p:tavLst>
                                    </p:anim>
                                    <p:animEffect transition="in" filter="fade">
                                      <p:cBhvr>
                                        <p:cTn id="16" dur="500"/>
                                        <p:tgtEl>
                                          <p:spTgt spid="172040"/>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72034"/>
                                        </p:tgtEl>
                                        <p:attrNameLst>
                                          <p:attrName>style.visibility</p:attrName>
                                        </p:attrNameLst>
                                      </p:cBhvr>
                                      <p:to>
                                        <p:strVal val="visible"/>
                                      </p:to>
                                    </p:set>
                                    <p:anim calcmode="lin" valueType="num">
                                      <p:cBhvr>
                                        <p:cTn id="21" dur="500" fill="hold"/>
                                        <p:tgtEl>
                                          <p:spTgt spid="172034"/>
                                        </p:tgtEl>
                                        <p:attrNameLst>
                                          <p:attrName>ppt_w</p:attrName>
                                        </p:attrNameLst>
                                      </p:cBhvr>
                                      <p:tavLst>
                                        <p:tav tm="0">
                                          <p:val>
                                            <p:fltVal val="0"/>
                                          </p:val>
                                        </p:tav>
                                        <p:tav tm="100000">
                                          <p:val>
                                            <p:strVal val="#ppt_w"/>
                                          </p:val>
                                        </p:tav>
                                      </p:tavLst>
                                    </p:anim>
                                    <p:anim calcmode="lin" valueType="num">
                                      <p:cBhvr>
                                        <p:cTn id="22" dur="500" fill="hold"/>
                                        <p:tgtEl>
                                          <p:spTgt spid="172034"/>
                                        </p:tgtEl>
                                        <p:attrNameLst>
                                          <p:attrName>ppt_h</p:attrName>
                                        </p:attrNameLst>
                                      </p:cBhvr>
                                      <p:tavLst>
                                        <p:tav tm="0">
                                          <p:val>
                                            <p:fltVal val="0"/>
                                          </p:val>
                                        </p:tav>
                                        <p:tav tm="100000">
                                          <p:val>
                                            <p:strVal val="#ppt_h"/>
                                          </p:val>
                                        </p:tav>
                                      </p:tavLst>
                                    </p:anim>
                                    <p:animEffect transition="in" filter="fade">
                                      <p:cBhvr>
                                        <p:cTn id="23" dur="500"/>
                                        <p:tgtEl>
                                          <p:spTgt spid="172034"/>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72038"/>
                                        </p:tgtEl>
                                        <p:attrNameLst>
                                          <p:attrName>style.visibility</p:attrName>
                                        </p:attrNameLst>
                                      </p:cBhvr>
                                      <p:to>
                                        <p:strVal val="visible"/>
                                      </p:to>
                                    </p:set>
                                    <p:anim calcmode="lin" valueType="num">
                                      <p:cBhvr>
                                        <p:cTn id="28" dur="500" fill="hold"/>
                                        <p:tgtEl>
                                          <p:spTgt spid="172038"/>
                                        </p:tgtEl>
                                        <p:attrNameLst>
                                          <p:attrName>ppt_w</p:attrName>
                                        </p:attrNameLst>
                                      </p:cBhvr>
                                      <p:tavLst>
                                        <p:tav tm="0">
                                          <p:val>
                                            <p:fltVal val="0"/>
                                          </p:val>
                                        </p:tav>
                                        <p:tav tm="100000">
                                          <p:val>
                                            <p:strVal val="#ppt_w"/>
                                          </p:val>
                                        </p:tav>
                                      </p:tavLst>
                                    </p:anim>
                                    <p:anim calcmode="lin" valueType="num">
                                      <p:cBhvr>
                                        <p:cTn id="29" dur="500" fill="hold"/>
                                        <p:tgtEl>
                                          <p:spTgt spid="172038"/>
                                        </p:tgtEl>
                                        <p:attrNameLst>
                                          <p:attrName>ppt_h</p:attrName>
                                        </p:attrNameLst>
                                      </p:cBhvr>
                                      <p:tavLst>
                                        <p:tav tm="0">
                                          <p:val>
                                            <p:fltVal val="0"/>
                                          </p:val>
                                        </p:tav>
                                        <p:tav tm="100000">
                                          <p:val>
                                            <p:strVal val="#ppt_h"/>
                                          </p:val>
                                        </p:tav>
                                      </p:tavLst>
                                    </p:anim>
                                    <p:animEffect transition="in" filter="fade">
                                      <p:cBhvr>
                                        <p:cTn id="30" dur="500"/>
                                        <p:tgtEl>
                                          <p:spTgt spid="172038"/>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21862"/>
                                        </p:tgtEl>
                                        <p:attrNameLst>
                                          <p:attrName>style.visibility</p:attrName>
                                        </p:attrNameLst>
                                      </p:cBhvr>
                                      <p:to>
                                        <p:strVal val="visible"/>
                                      </p:to>
                                    </p:set>
                                    <p:anim calcmode="lin" valueType="num">
                                      <p:cBhvr>
                                        <p:cTn id="35" dur="500" fill="hold"/>
                                        <p:tgtEl>
                                          <p:spTgt spid="121862"/>
                                        </p:tgtEl>
                                        <p:attrNameLst>
                                          <p:attrName>ppt_w</p:attrName>
                                        </p:attrNameLst>
                                      </p:cBhvr>
                                      <p:tavLst>
                                        <p:tav tm="0">
                                          <p:val>
                                            <p:fltVal val="0"/>
                                          </p:val>
                                        </p:tav>
                                        <p:tav tm="100000">
                                          <p:val>
                                            <p:strVal val="#ppt_w"/>
                                          </p:val>
                                        </p:tav>
                                      </p:tavLst>
                                    </p:anim>
                                    <p:anim calcmode="lin" valueType="num">
                                      <p:cBhvr>
                                        <p:cTn id="36" dur="500" fill="hold"/>
                                        <p:tgtEl>
                                          <p:spTgt spid="121862"/>
                                        </p:tgtEl>
                                        <p:attrNameLst>
                                          <p:attrName>ppt_h</p:attrName>
                                        </p:attrNameLst>
                                      </p:cBhvr>
                                      <p:tavLst>
                                        <p:tav tm="0">
                                          <p:val>
                                            <p:fltVal val="0"/>
                                          </p:val>
                                        </p:tav>
                                        <p:tav tm="100000">
                                          <p:val>
                                            <p:strVal val="#ppt_h"/>
                                          </p:val>
                                        </p:tav>
                                      </p:tavLst>
                                    </p:anim>
                                    <p:animEffect transition="in" filter="fade">
                                      <p:cBhvr>
                                        <p:cTn id="37" dur="500"/>
                                        <p:tgtEl>
                                          <p:spTgt spid="121862"/>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21860"/>
                                        </p:tgtEl>
                                        <p:attrNameLst>
                                          <p:attrName>style.visibility</p:attrName>
                                        </p:attrNameLst>
                                      </p:cBhvr>
                                      <p:to>
                                        <p:strVal val="visible"/>
                                      </p:to>
                                    </p:set>
                                    <p:anim calcmode="lin" valueType="num">
                                      <p:cBhvr>
                                        <p:cTn id="42" dur="500" fill="hold"/>
                                        <p:tgtEl>
                                          <p:spTgt spid="121860"/>
                                        </p:tgtEl>
                                        <p:attrNameLst>
                                          <p:attrName>ppt_w</p:attrName>
                                        </p:attrNameLst>
                                      </p:cBhvr>
                                      <p:tavLst>
                                        <p:tav tm="0">
                                          <p:val>
                                            <p:fltVal val="0"/>
                                          </p:val>
                                        </p:tav>
                                        <p:tav tm="100000">
                                          <p:val>
                                            <p:strVal val="#ppt_w"/>
                                          </p:val>
                                        </p:tav>
                                      </p:tavLst>
                                    </p:anim>
                                    <p:anim calcmode="lin" valueType="num">
                                      <p:cBhvr>
                                        <p:cTn id="43" dur="500" fill="hold"/>
                                        <p:tgtEl>
                                          <p:spTgt spid="121860"/>
                                        </p:tgtEl>
                                        <p:attrNameLst>
                                          <p:attrName>ppt_h</p:attrName>
                                        </p:attrNameLst>
                                      </p:cBhvr>
                                      <p:tavLst>
                                        <p:tav tm="0">
                                          <p:val>
                                            <p:fltVal val="0"/>
                                          </p:val>
                                        </p:tav>
                                        <p:tav tm="100000">
                                          <p:val>
                                            <p:strVal val="#ppt_h"/>
                                          </p:val>
                                        </p:tav>
                                      </p:tavLst>
                                    </p:anim>
                                    <p:animEffect transition="in" filter="fade">
                                      <p:cBhvr>
                                        <p:cTn id="44" dur="500"/>
                                        <p:tgtEl>
                                          <p:spTgt spid="1218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532871" y="641363"/>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波动光学简介</a:t>
            </a:r>
          </a:p>
        </p:txBody>
      </p:sp>
      <p:pic>
        <p:nvPicPr>
          <p:cNvPr id="7" name="Picture 23">
            <a:extLst>
              <a:ext uri="{FF2B5EF4-FFF2-40B4-BE49-F238E27FC236}">
                <a16:creationId xmlns:a16="http://schemas.microsoft.com/office/drawing/2014/main" id="{48A9D244-21FA-4A51-8153-9AFA11D02A6C}"/>
              </a:ext>
            </a:extLst>
          </p:cNvPr>
          <p:cNvPicPr>
            <a:picLocks noChangeAspect="1" noChangeArrowheads="1"/>
          </p:cNvPicPr>
          <p:nvPr/>
        </p:nvPicPr>
        <p:blipFill>
          <a:blip r:embed="rId3">
            <a:lum contrast="12000"/>
            <a:extLst>
              <a:ext uri="{28A0092B-C50C-407E-A947-70E740481C1C}">
                <a14:useLocalDpi xmlns:a14="http://schemas.microsoft.com/office/drawing/2010/main" val="0"/>
              </a:ext>
            </a:extLst>
          </a:blip>
          <a:srcRect/>
          <a:stretch>
            <a:fillRect/>
          </a:stretch>
        </p:blipFill>
        <p:spPr bwMode="auto">
          <a:xfrm>
            <a:off x="4156339" y="2403552"/>
            <a:ext cx="6440488" cy="33376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6" name="Object 16">
            <a:extLst>
              <a:ext uri="{FF2B5EF4-FFF2-40B4-BE49-F238E27FC236}">
                <a16:creationId xmlns:a16="http://schemas.microsoft.com/office/drawing/2014/main" id="{D1296FE0-5804-4739-AA93-AD74CD617CA5}"/>
              </a:ext>
            </a:extLst>
          </p:cNvPr>
          <p:cNvGraphicFramePr>
            <a:graphicFrameLocks noChangeAspect="1"/>
          </p:cNvGraphicFramePr>
          <p:nvPr>
            <p:extLst>
              <p:ext uri="{D42A27DB-BD31-4B8C-83A1-F6EECF244321}">
                <p14:modId xmlns:p14="http://schemas.microsoft.com/office/powerpoint/2010/main" val="1482565441"/>
              </p:ext>
            </p:extLst>
          </p:nvPr>
        </p:nvGraphicFramePr>
        <p:xfrm>
          <a:off x="7069138" y="5694228"/>
          <a:ext cx="4697412" cy="522409"/>
        </p:xfrm>
        <a:graphic>
          <a:graphicData uri="http://schemas.openxmlformats.org/presentationml/2006/ole">
            <mc:AlternateContent xmlns:mc="http://schemas.openxmlformats.org/markup-compatibility/2006">
              <mc:Choice xmlns:v="urn:schemas-microsoft-com:vml" Requires="v">
                <p:oleObj name="Equation" r:id="rId4" imgW="1803240" imgH="203040" progId="Equation.DSMT4">
                  <p:embed/>
                </p:oleObj>
              </mc:Choice>
              <mc:Fallback>
                <p:oleObj name="Equation" r:id="rId4" imgW="1803240" imgH="203040" progId="Equation.DSMT4">
                  <p:embed/>
                  <p:pic>
                    <p:nvPicPr>
                      <p:cNvPr id="16" name="Object 16">
                        <a:extLst>
                          <a:ext uri="{FF2B5EF4-FFF2-40B4-BE49-F238E27FC236}">
                            <a16:creationId xmlns:a16="http://schemas.microsoft.com/office/drawing/2014/main" id="{D1296FE0-5804-4739-AA93-AD74CD617CA5}"/>
                          </a:ext>
                        </a:extLst>
                      </p:cNvPr>
                      <p:cNvPicPr>
                        <a:picLocks noChangeAspect="1" noChangeArrowheads="1"/>
                      </p:cNvPicPr>
                      <p:nvPr/>
                    </p:nvPicPr>
                    <p:blipFill>
                      <a:blip r:embed="rId5"/>
                      <a:srcRect/>
                      <a:stretch>
                        <a:fillRect/>
                      </a:stretch>
                    </p:blipFill>
                    <p:spPr bwMode="auto">
                      <a:xfrm>
                        <a:off x="7069138" y="5694228"/>
                        <a:ext cx="4697412" cy="522409"/>
                      </a:xfrm>
                      <a:prstGeom prst="rect">
                        <a:avLst/>
                      </a:prstGeom>
                      <a:noFill/>
                      <a:ln>
                        <a:noFill/>
                      </a:ln>
                    </p:spPr>
                  </p:pic>
                </p:oleObj>
              </mc:Fallback>
            </mc:AlternateContent>
          </a:graphicData>
        </a:graphic>
      </p:graphicFrame>
      <p:graphicFrame>
        <p:nvGraphicFramePr>
          <p:cNvPr id="17" name="Object 17">
            <a:extLst>
              <a:ext uri="{FF2B5EF4-FFF2-40B4-BE49-F238E27FC236}">
                <a16:creationId xmlns:a16="http://schemas.microsoft.com/office/drawing/2014/main" id="{CD5F81E8-A68C-4553-B0B1-569810FBFCC1}"/>
              </a:ext>
            </a:extLst>
          </p:cNvPr>
          <p:cNvGraphicFramePr>
            <a:graphicFrameLocks noChangeAspect="1"/>
          </p:cNvGraphicFramePr>
          <p:nvPr>
            <p:extLst>
              <p:ext uri="{D42A27DB-BD31-4B8C-83A1-F6EECF244321}">
                <p14:modId xmlns:p14="http://schemas.microsoft.com/office/powerpoint/2010/main" val="1456813931"/>
              </p:ext>
            </p:extLst>
          </p:nvPr>
        </p:nvGraphicFramePr>
        <p:xfrm>
          <a:off x="2937872" y="5729004"/>
          <a:ext cx="3560264" cy="509055"/>
        </p:xfrm>
        <a:graphic>
          <a:graphicData uri="http://schemas.openxmlformats.org/presentationml/2006/ole">
            <mc:AlternateContent xmlns:mc="http://schemas.openxmlformats.org/markup-compatibility/2006">
              <mc:Choice xmlns:v="urn:schemas-microsoft-com:vml" Requires="v">
                <p:oleObj name="Equation" r:id="rId6" imgW="1244520" imgH="177480" progId="Equation.DSMT4">
                  <p:embed/>
                </p:oleObj>
              </mc:Choice>
              <mc:Fallback>
                <p:oleObj name="Equation" r:id="rId6" imgW="1244520" imgH="177480" progId="Equation.DSMT4">
                  <p:embed/>
                  <p:pic>
                    <p:nvPicPr>
                      <p:cNvPr id="17" name="Object 17">
                        <a:extLst>
                          <a:ext uri="{FF2B5EF4-FFF2-40B4-BE49-F238E27FC236}">
                            <a16:creationId xmlns:a16="http://schemas.microsoft.com/office/drawing/2014/main" id="{CD5F81E8-A68C-4553-B0B1-569810FBFCC1}"/>
                          </a:ext>
                        </a:extLst>
                      </p:cNvPr>
                      <p:cNvPicPr>
                        <a:picLocks noChangeAspect="1" noChangeArrowheads="1"/>
                      </p:cNvPicPr>
                      <p:nvPr/>
                    </p:nvPicPr>
                    <p:blipFill>
                      <a:blip r:embed="rId7"/>
                      <a:srcRect/>
                      <a:stretch>
                        <a:fillRect/>
                      </a:stretch>
                    </p:blipFill>
                    <p:spPr bwMode="auto">
                      <a:xfrm>
                        <a:off x="2937872" y="5729004"/>
                        <a:ext cx="3560264" cy="509055"/>
                      </a:xfrm>
                      <a:prstGeom prst="rect">
                        <a:avLst/>
                      </a:prstGeom>
                      <a:noFill/>
                      <a:ln>
                        <a:noFill/>
                      </a:ln>
                    </p:spPr>
                  </p:pic>
                </p:oleObj>
              </mc:Fallback>
            </mc:AlternateContent>
          </a:graphicData>
        </a:graphic>
      </p:graphicFrame>
      <p:sp>
        <p:nvSpPr>
          <p:cNvPr id="18" name="矩形 17">
            <a:extLst>
              <a:ext uri="{FF2B5EF4-FFF2-40B4-BE49-F238E27FC236}">
                <a16:creationId xmlns:a16="http://schemas.microsoft.com/office/drawing/2014/main" id="{F1BD168E-87D7-4223-8142-CE9E1601F21D}"/>
              </a:ext>
            </a:extLst>
          </p:cNvPr>
          <p:cNvSpPr>
            <a:spLocks noChangeArrowheads="1"/>
          </p:cNvSpPr>
          <p:nvPr/>
        </p:nvSpPr>
        <p:spPr bwMode="auto">
          <a:xfrm>
            <a:off x="714712" y="4219969"/>
            <a:ext cx="392075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eaLnBrk="1" hangingPunct="1"/>
            <a:r>
              <a:rPr kumimoji="1" lang="zh-CN" altLang="en-US" sz="2400" b="0" dirty="0">
                <a:solidFill>
                  <a:schemeClr val="tx1"/>
                </a:solidFill>
                <a:latin typeface="微软雅黑" panose="020B0503020204020204" pitchFamily="34" charset="-122"/>
                <a:ea typeface="微软雅黑" panose="020B0503020204020204" pitchFamily="34" charset="-122"/>
              </a:rPr>
              <a:t>由炽热物体、气体放电或 其他光源激发分子或原子等微观粒子所产生的电磁辐射</a:t>
            </a:r>
            <a:endParaRPr lang="zh-CN" altLang="en-US" sz="2400" b="0" dirty="0">
              <a:solidFill>
                <a:schemeClr val="tx1"/>
              </a:solidFill>
              <a:latin typeface="微软雅黑" panose="020B0503020204020204" pitchFamily="34" charset="-122"/>
              <a:ea typeface="微软雅黑" panose="020B0503020204020204" pitchFamily="34" charset="-122"/>
            </a:endParaRPr>
          </a:p>
        </p:txBody>
      </p:sp>
      <p:grpSp>
        <p:nvGrpSpPr>
          <p:cNvPr id="19" name="组合 76">
            <a:extLst>
              <a:ext uri="{FF2B5EF4-FFF2-40B4-BE49-F238E27FC236}">
                <a16:creationId xmlns:a16="http://schemas.microsoft.com/office/drawing/2014/main" id="{C9B3DAFF-2B29-41F1-BA5B-4AEB2A3E806F}"/>
              </a:ext>
            </a:extLst>
          </p:cNvPr>
          <p:cNvGrpSpPr>
            <a:grpSpLocks/>
          </p:cNvGrpSpPr>
          <p:nvPr/>
        </p:nvGrpSpPr>
        <p:grpSpPr bwMode="auto">
          <a:xfrm>
            <a:off x="8956107" y="4361964"/>
            <a:ext cx="2988453" cy="1020835"/>
            <a:chOff x="6126124" y="4714052"/>
            <a:chExt cx="2988453" cy="1021241"/>
          </a:xfrm>
        </p:grpSpPr>
        <p:sp>
          <p:nvSpPr>
            <p:cNvPr id="20" name="矩形 19">
              <a:extLst>
                <a:ext uri="{FF2B5EF4-FFF2-40B4-BE49-F238E27FC236}">
                  <a16:creationId xmlns:a16="http://schemas.microsoft.com/office/drawing/2014/main" id="{DBBD42FE-683F-48D0-8B6B-8B8FDCA696CE}"/>
                </a:ext>
              </a:extLst>
            </p:cNvPr>
            <p:cNvSpPr/>
            <p:nvPr/>
          </p:nvSpPr>
          <p:spPr>
            <a:xfrm>
              <a:off x="6372171" y="4903966"/>
              <a:ext cx="2742406" cy="831327"/>
            </a:xfrm>
            <a:prstGeom prst="rect">
              <a:avLst/>
            </a:prstGeom>
          </p:spPr>
          <p:txBody>
            <a:bodyPr wrap="square">
              <a:spAutoFit/>
            </a:bodyPr>
            <a:lstStyle/>
            <a:p>
              <a:pPr>
                <a:defRPr/>
              </a:pPr>
              <a:r>
                <a:rPr kumimoji="1" lang="zh-CN" altLang="en-US" sz="2400" dirty="0">
                  <a:latin typeface="微软雅黑" panose="020B0503020204020204" pitchFamily="34" charset="-122"/>
                  <a:ea typeface="微软雅黑" panose="020B0503020204020204" pitchFamily="34" charset="-122"/>
                </a:rPr>
                <a:t>由线路中电磁振荡所激发的电磁辐射</a:t>
              </a:r>
              <a:endParaRPr lang="zh-CN" altLang="en-US" sz="2400" dirty="0">
                <a:latin typeface="微软雅黑" panose="020B0503020204020204" pitchFamily="34" charset="-122"/>
                <a:ea typeface="微软雅黑" panose="020B0503020204020204" pitchFamily="34" charset="-122"/>
              </a:endParaRPr>
            </a:p>
          </p:txBody>
        </p:sp>
        <p:cxnSp>
          <p:nvCxnSpPr>
            <p:cNvPr id="21" name="直接箭头连接符 20">
              <a:extLst>
                <a:ext uri="{FF2B5EF4-FFF2-40B4-BE49-F238E27FC236}">
                  <a16:creationId xmlns:a16="http://schemas.microsoft.com/office/drawing/2014/main" id="{6C709E0B-C5C7-4384-91E7-70E7D8D1227B}"/>
                </a:ext>
              </a:extLst>
            </p:cNvPr>
            <p:cNvCxnSpPr>
              <a:cxnSpLocks/>
            </p:cNvCxnSpPr>
            <p:nvPr/>
          </p:nvCxnSpPr>
          <p:spPr>
            <a:xfrm>
              <a:off x="6126124" y="4714052"/>
              <a:ext cx="461737" cy="226001"/>
            </a:xfrm>
            <a:prstGeom prst="straightConnector1">
              <a:avLst/>
            </a:prstGeom>
            <a:ln w="25400">
              <a:solidFill>
                <a:srgbClr val="0000FF"/>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22" name="组合 75">
            <a:extLst>
              <a:ext uri="{FF2B5EF4-FFF2-40B4-BE49-F238E27FC236}">
                <a16:creationId xmlns:a16="http://schemas.microsoft.com/office/drawing/2014/main" id="{83C68FB5-9B26-4244-913A-1ACCA3964133}"/>
              </a:ext>
            </a:extLst>
          </p:cNvPr>
          <p:cNvGrpSpPr>
            <a:grpSpLocks/>
          </p:cNvGrpSpPr>
          <p:nvPr/>
        </p:nvGrpSpPr>
        <p:grpSpPr bwMode="auto">
          <a:xfrm>
            <a:off x="6214533" y="1451251"/>
            <a:ext cx="5285317" cy="1284919"/>
            <a:chOff x="1238250" y="736925"/>
            <a:chExt cx="5285317" cy="1284919"/>
          </a:xfrm>
        </p:grpSpPr>
        <p:sp>
          <p:nvSpPr>
            <p:cNvPr id="23" name="矩形 22">
              <a:extLst>
                <a:ext uri="{FF2B5EF4-FFF2-40B4-BE49-F238E27FC236}">
                  <a16:creationId xmlns:a16="http://schemas.microsoft.com/office/drawing/2014/main" id="{21A0E77E-95EE-4700-B723-86B4D1CF31A5}"/>
                </a:ext>
              </a:extLst>
            </p:cNvPr>
            <p:cNvSpPr/>
            <p:nvPr/>
          </p:nvSpPr>
          <p:spPr>
            <a:xfrm>
              <a:off x="2369349" y="736925"/>
              <a:ext cx="4154218" cy="830997"/>
            </a:xfrm>
            <a:prstGeom prst="rect">
              <a:avLst/>
            </a:prstGeom>
          </p:spPr>
          <p:txBody>
            <a:bodyPr wrap="square">
              <a:spAutoFit/>
            </a:bodyPr>
            <a:lstStyle/>
            <a:p>
              <a:pPr>
                <a:defRPr/>
              </a:pPr>
              <a:r>
                <a:rPr kumimoji="1" lang="zh-CN" altLang="en-US" sz="2400" dirty="0">
                  <a:latin typeface="微软雅黑" panose="020B0503020204020204" pitchFamily="34" charset="-122"/>
                  <a:ea typeface="微软雅黑" panose="020B0503020204020204" pitchFamily="34" charset="-122"/>
                </a:rPr>
                <a:t>用高速电子流轰击原子中内层电子而产生的电磁辐射</a:t>
              </a:r>
              <a:endParaRPr lang="zh-CN" altLang="en-US" sz="2400" dirty="0">
                <a:latin typeface="微软雅黑" panose="020B0503020204020204" pitchFamily="34" charset="-122"/>
                <a:ea typeface="微软雅黑" panose="020B0503020204020204" pitchFamily="34" charset="-122"/>
              </a:endParaRPr>
            </a:p>
          </p:txBody>
        </p:sp>
        <p:cxnSp>
          <p:nvCxnSpPr>
            <p:cNvPr id="24" name="直接箭头连接符 23">
              <a:extLst>
                <a:ext uri="{FF2B5EF4-FFF2-40B4-BE49-F238E27FC236}">
                  <a16:creationId xmlns:a16="http://schemas.microsoft.com/office/drawing/2014/main" id="{735D54BE-5EF6-4EBA-B567-E4D4AA82EAD3}"/>
                </a:ext>
              </a:extLst>
            </p:cNvPr>
            <p:cNvCxnSpPr>
              <a:cxnSpLocks/>
            </p:cNvCxnSpPr>
            <p:nvPr/>
          </p:nvCxnSpPr>
          <p:spPr>
            <a:xfrm flipV="1">
              <a:off x="1238250" y="1289117"/>
              <a:ext cx="1131099" cy="732727"/>
            </a:xfrm>
            <a:prstGeom prst="straightConnector1">
              <a:avLst/>
            </a:prstGeom>
            <a:ln w="25400">
              <a:solidFill>
                <a:srgbClr val="0000FF"/>
              </a:solidFill>
              <a:tailEnd type="arrow" w="lg" len="lg"/>
            </a:ln>
          </p:spPr>
          <p:style>
            <a:lnRef idx="1">
              <a:schemeClr val="accent1"/>
            </a:lnRef>
            <a:fillRef idx="0">
              <a:schemeClr val="accent1"/>
            </a:fillRef>
            <a:effectRef idx="0">
              <a:schemeClr val="accent1"/>
            </a:effectRef>
            <a:fontRef idx="minor">
              <a:schemeClr val="tx1"/>
            </a:fontRef>
          </p:style>
        </p:cxnSp>
      </p:grpSp>
      <p:grpSp>
        <p:nvGrpSpPr>
          <p:cNvPr id="25" name="组合 76">
            <a:extLst>
              <a:ext uri="{FF2B5EF4-FFF2-40B4-BE49-F238E27FC236}">
                <a16:creationId xmlns:a16="http://schemas.microsoft.com/office/drawing/2014/main" id="{62BD7A27-D7BD-4E46-8838-22006CF13B43}"/>
              </a:ext>
            </a:extLst>
          </p:cNvPr>
          <p:cNvGrpSpPr>
            <a:grpSpLocks/>
          </p:cNvGrpSpPr>
          <p:nvPr/>
        </p:nvGrpSpPr>
        <p:grpSpPr bwMode="auto">
          <a:xfrm>
            <a:off x="532871" y="1427530"/>
            <a:ext cx="3961737" cy="1562789"/>
            <a:chOff x="-61060" y="624477"/>
            <a:chExt cx="3961737" cy="1562789"/>
          </a:xfrm>
        </p:grpSpPr>
        <p:sp>
          <p:nvSpPr>
            <p:cNvPr id="26" name="矩形 69">
              <a:extLst>
                <a:ext uri="{FF2B5EF4-FFF2-40B4-BE49-F238E27FC236}">
                  <a16:creationId xmlns:a16="http://schemas.microsoft.com/office/drawing/2014/main" id="{EE561340-9696-4776-9561-879BDEB62FDC}"/>
                </a:ext>
              </a:extLst>
            </p:cNvPr>
            <p:cNvSpPr>
              <a:spLocks noChangeArrowheads="1"/>
            </p:cNvSpPr>
            <p:nvPr/>
          </p:nvSpPr>
          <p:spPr bwMode="auto">
            <a:xfrm>
              <a:off x="-61060" y="624477"/>
              <a:ext cx="396173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eaLnBrk="1" hangingPunct="1">
                <a:spcBef>
                  <a:spcPct val="50000"/>
                </a:spcBef>
              </a:pPr>
              <a:r>
                <a:rPr kumimoji="1" lang="zh-CN" altLang="en-US" sz="2400" b="0" dirty="0">
                  <a:solidFill>
                    <a:schemeClr val="tx1"/>
                  </a:solidFill>
                  <a:latin typeface="微软雅黑" panose="020B0503020204020204" pitchFamily="34" charset="-122"/>
                  <a:ea typeface="微软雅黑" panose="020B0503020204020204" pitchFamily="34" charset="-122"/>
                </a:rPr>
                <a:t>由放射性原子衰变时发出的电磁辐射或用高能粒子与 原子核碰撞所产生电磁辐射</a:t>
              </a:r>
            </a:p>
          </p:txBody>
        </p:sp>
        <p:cxnSp>
          <p:nvCxnSpPr>
            <p:cNvPr id="27" name="直接箭头连接符 26">
              <a:extLst>
                <a:ext uri="{FF2B5EF4-FFF2-40B4-BE49-F238E27FC236}">
                  <a16:creationId xmlns:a16="http://schemas.microsoft.com/office/drawing/2014/main" id="{28A6B03C-970B-4883-925C-E2B495C9A859}"/>
                </a:ext>
              </a:extLst>
            </p:cNvPr>
            <p:cNvCxnSpPr>
              <a:cxnSpLocks/>
            </p:cNvCxnSpPr>
            <p:nvPr/>
          </p:nvCxnSpPr>
          <p:spPr bwMode="auto">
            <a:xfrm flipH="1" flipV="1">
              <a:off x="3321902" y="1766136"/>
              <a:ext cx="527050" cy="421130"/>
            </a:xfrm>
            <a:prstGeom prst="straightConnector1">
              <a:avLst/>
            </a:prstGeom>
            <a:ln w="25400">
              <a:solidFill>
                <a:srgbClr val="0000FF"/>
              </a:solidFill>
              <a:tailEnd type="arrow" w="lg" len="lg"/>
            </a:ln>
          </p:spPr>
          <p:style>
            <a:lnRef idx="1">
              <a:schemeClr val="accent1"/>
            </a:lnRef>
            <a:fillRef idx="0">
              <a:schemeClr val="accent1"/>
            </a:fillRef>
            <a:effectRef idx="0">
              <a:schemeClr val="accent1"/>
            </a:effectRef>
            <a:fontRef idx="minor">
              <a:schemeClr val="tx1"/>
            </a:fontRef>
          </p:style>
        </p:cxnSp>
      </p:grpSp>
      <p:sp>
        <p:nvSpPr>
          <p:cNvPr id="30" name="右大括号 29">
            <a:extLst>
              <a:ext uri="{FF2B5EF4-FFF2-40B4-BE49-F238E27FC236}">
                <a16:creationId xmlns:a16="http://schemas.microsoft.com/office/drawing/2014/main" id="{FAB97C1C-6255-45DE-9E5B-38140E58698A}"/>
              </a:ext>
            </a:extLst>
          </p:cNvPr>
          <p:cNvSpPr/>
          <p:nvPr/>
        </p:nvSpPr>
        <p:spPr>
          <a:xfrm rot="5400000">
            <a:off x="8805895" y="2773698"/>
            <a:ext cx="298417" cy="2797142"/>
          </a:xfrm>
          <a:prstGeom prst="rightBrace">
            <a:avLst>
              <a:gd name="adj1" fmla="val 8333"/>
              <a:gd name="adj2" fmla="val 49546"/>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mc:AlternateContent xmlns:mc="http://schemas.openxmlformats.org/markup-compatibility/2006" xmlns:p14="http://schemas.microsoft.com/office/powerpoint/2010/main">
        <mc:Choice Requires="p14">
          <p:contentPart p14:bwMode="auto" r:id="rId8">
            <p14:nvContentPartPr>
              <p14:cNvPr id="2" name="墨迹 1">
                <a:extLst>
                  <a:ext uri="{FF2B5EF4-FFF2-40B4-BE49-F238E27FC236}">
                    <a16:creationId xmlns:a16="http://schemas.microsoft.com/office/drawing/2014/main" id="{A06230D1-16FF-4DAB-99DE-2D67F0EC4F29}"/>
                  </a:ext>
                </a:extLst>
              </p14:cNvPr>
              <p14:cNvContentPartPr/>
              <p14:nvPr/>
            </p14:nvContentPartPr>
            <p14:xfrm>
              <a:off x="3828960" y="2395440"/>
              <a:ext cx="360" cy="360"/>
            </p14:xfrm>
          </p:contentPart>
        </mc:Choice>
        <mc:Fallback xmlns="">
          <p:pic>
            <p:nvPicPr>
              <p:cNvPr id="2" name="墨迹 1">
                <a:extLst>
                  <a:ext uri="{FF2B5EF4-FFF2-40B4-BE49-F238E27FC236}">
                    <a16:creationId xmlns:a16="http://schemas.microsoft.com/office/drawing/2014/main" id="{A06230D1-16FF-4DAB-99DE-2D67F0EC4F29}"/>
                  </a:ext>
                </a:extLst>
              </p:cNvPr>
              <p:cNvPicPr/>
              <p:nvPr/>
            </p:nvPicPr>
            <p:blipFill>
              <a:blip r:embed="rId10"/>
              <a:stretch>
                <a:fillRect/>
              </a:stretch>
            </p:blipFill>
            <p:spPr>
              <a:xfrm>
                <a:off x="3819600" y="2386080"/>
                <a:ext cx="19080" cy="19080"/>
              </a:xfrm>
              <a:prstGeom prst="rect">
                <a:avLst/>
              </a:prstGeom>
            </p:spPr>
          </p:pic>
        </mc:Fallback>
      </mc:AlternateContent>
    </p:spTree>
    <p:extLst>
      <p:ext uri="{BB962C8B-B14F-4D97-AF65-F5344CB8AC3E}">
        <p14:creationId xmlns:p14="http://schemas.microsoft.com/office/powerpoint/2010/main" val="333798989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dissolve">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dissolve">
                                      <p:cBhvr>
                                        <p:cTn id="12" dur="500"/>
                                        <p:tgtEl>
                                          <p:spTgt spid="1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par>
                          <p:cTn id="18" fill="hold">
                            <p:stCondLst>
                              <p:cond delay="500"/>
                            </p:stCondLst>
                            <p:childTnLst>
                              <p:par>
                                <p:cTn id="19" presetID="22" presetClass="entr" presetSubtype="1" fill="hold" grpId="0" nodeType="afterEffect">
                                  <p:stCondLst>
                                    <p:cond delay="0"/>
                                  </p:stCondLst>
                                  <p:childTnLst>
                                    <p:set>
                                      <p:cBhvr>
                                        <p:cTn id="20" dur="1" fill="hold">
                                          <p:stCondLst>
                                            <p:cond delay="0"/>
                                          </p:stCondLst>
                                        </p:cTn>
                                        <p:tgtEl>
                                          <p:spTgt spid="30"/>
                                        </p:tgtEl>
                                        <p:attrNameLst>
                                          <p:attrName>style.visibility</p:attrName>
                                        </p:attrNameLst>
                                      </p:cBhvr>
                                      <p:to>
                                        <p:strVal val="visible"/>
                                      </p:to>
                                    </p:set>
                                    <p:animEffect transition="in" filter="wipe(up)">
                                      <p:cBhvr>
                                        <p:cTn id="21" dur="500"/>
                                        <p:tgtEl>
                                          <p:spTgt spid="30"/>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1" fill="hold" nodeType="clickEffect">
                                  <p:stCondLst>
                                    <p:cond delay="0"/>
                                  </p:stCondLst>
                                  <p:childTnLst>
                                    <p:set>
                                      <p:cBhvr>
                                        <p:cTn id="25" dur="1" fill="hold">
                                          <p:stCondLst>
                                            <p:cond delay="0"/>
                                          </p:stCondLst>
                                        </p:cTn>
                                        <p:tgtEl>
                                          <p:spTgt spid="19"/>
                                        </p:tgtEl>
                                        <p:attrNameLst>
                                          <p:attrName>style.visibility</p:attrName>
                                        </p:attrNameLst>
                                      </p:cBhvr>
                                      <p:to>
                                        <p:strVal val="visible"/>
                                      </p:to>
                                    </p:set>
                                    <p:animEffect transition="in" filter="slide(fromTop)">
                                      <p:cBhvr>
                                        <p:cTn id="26" dur="500"/>
                                        <p:tgtEl>
                                          <p:spTgt spid="19"/>
                                        </p:tgtEl>
                                      </p:cBhvr>
                                    </p:animEffect>
                                  </p:childTnLst>
                                </p:cTn>
                              </p:par>
                            </p:childTnLst>
                          </p:cTn>
                        </p:par>
                      </p:childTnLst>
                    </p:cTn>
                  </p:par>
                  <p:par>
                    <p:cTn id="27" fill="hold">
                      <p:stCondLst>
                        <p:cond delay="indefinite"/>
                      </p:stCondLst>
                      <p:childTnLst>
                        <p:par>
                          <p:cTn id="28" fill="hold">
                            <p:stCondLst>
                              <p:cond delay="0"/>
                            </p:stCondLst>
                            <p:childTnLst>
                              <p:par>
                                <p:cTn id="29" presetID="12" presetClass="entr" presetSubtype="4"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slide(fromBottom)">
                                      <p:cBhvr>
                                        <p:cTn id="31" dur="500"/>
                                        <p:tgtEl>
                                          <p:spTgt spid="22"/>
                                        </p:tgtEl>
                                      </p:cBhvr>
                                    </p:animEffect>
                                  </p:childTnLst>
                                </p:cTn>
                              </p:par>
                            </p:childTnLst>
                          </p:cTn>
                        </p:par>
                      </p:childTnLst>
                    </p:cTn>
                  </p:par>
                  <p:par>
                    <p:cTn id="32" fill="hold">
                      <p:stCondLst>
                        <p:cond delay="indefinite"/>
                      </p:stCondLst>
                      <p:childTnLst>
                        <p:par>
                          <p:cTn id="33" fill="hold">
                            <p:stCondLst>
                              <p:cond delay="0"/>
                            </p:stCondLst>
                            <p:childTnLst>
                              <p:par>
                                <p:cTn id="34" presetID="12" presetClass="entr" presetSubtype="4" fill="hold" nodeType="clickEffect">
                                  <p:stCondLst>
                                    <p:cond delay="0"/>
                                  </p:stCondLst>
                                  <p:childTnLst>
                                    <p:set>
                                      <p:cBhvr>
                                        <p:cTn id="35" dur="1" fill="hold">
                                          <p:stCondLst>
                                            <p:cond delay="0"/>
                                          </p:stCondLst>
                                        </p:cTn>
                                        <p:tgtEl>
                                          <p:spTgt spid="25"/>
                                        </p:tgtEl>
                                        <p:attrNameLst>
                                          <p:attrName>style.visibility</p:attrName>
                                        </p:attrNameLst>
                                      </p:cBhvr>
                                      <p:to>
                                        <p:strVal val="visible"/>
                                      </p:to>
                                    </p:set>
                                    <p:animEffect transition="in" filter="slide(fromBottom)">
                                      <p:cBhvr>
                                        <p:cTn id="3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3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96591464-9672-4DFF-810B-D333EB4601AF}"/>
              </a:ext>
            </a:extLst>
          </p:cNvPr>
          <p:cNvSpPr/>
          <p:nvPr/>
        </p:nvSpPr>
        <p:spPr>
          <a:xfrm>
            <a:off x="4292518" y="1547294"/>
            <a:ext cx="2512226" cy="584775"/>
          </a:xfrm>
          <a:prstGeom prst="rect">
            <a:avLst/>
          </a:prstGeom>
        </p:spPr>
        <p:txBody>
          <a:bodyPr wrap="none">
            <a:spAutoFit/>
          </a:bodyPr>
          <a:lstStyle/>
          <a:p>
            <a:pPr lvl="0"/>
            <a:r>
              <a:rPr kumimoji="1" lang="zh-CN" altLang="en-US" sz="3200" dirty="0">
                <a:latin typeface="Microsoft Yahei" panose="020B0503020204020204" pitchFamily="34" charset="-122"/>
                <a:ea typeface="Microsoft Yahei" panose="020B0503020204020204" pitchFamily="34" charset="-122"/>
              </a:rPr>
              <a:t>（     ，    ）</a:t>
            </a:r>
            <a:endParaRPr kumimoji="1" lang="en-US" altLang="zh-CN" sz="3200" dirty="0">
              <a:latin typeface="Microsoft Yahei" panose="020B0503020204020204" pitchFamily="34" charset="-122"/>
              <a:ea typeface="Microsoft Yahei" panose="020B0503020204020204" pitchFamily="34" charset="-122"/>
            </a:endParaRPr>
          </a:p>
        </p:txBody>
      </p:sp>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532871" y="641363"/>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波动光学简介</a:t>
            </a:r>
          </a:p>
        </p:txBody>
      </p:sp>
      <p:sp>
        <p:nvSpPr>
          <p:cNvPr id="9" name="Text Box 3">
            <a:extLst>
              <a:ext uri="{FF2B5EF4-FFF2-40B4-BE49-F238E27FC236}">
                <a16:creationId xmlns:a16="http://schemas.microsoft.com/office/drawing/2014/main" id="{E2F59941-73C3-4575-8A80-DD2C10470391}"/>
              </a:ext>
            </a:extLst>
          </p:cNvPr>
          <p:cNvSpPr txBox="1">
            <a:spLocks noChangeArrowheads="1"/>
          </p:cNvSpPr>
          <p:nvPr/>
        </p:nvSpPr>
        <p:spPr bwMode="auto">
          <a:xfrm>
            <a:off x="769086" y="1623302"/>
            <a:ext cx="39608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dirty="0">
                <a:latin typeface="Microsoft Yahei" panose="020B0503020204020204" pitchFamily="34" charset="-122"/>
                <a:ea typeface="Microsoft Yahei" panose="020B0503020204020204" pitchFamily="34" charset="-122"/>
              </a:rPr>
              <a:t>1. </a:t>
            </a:r>
            <a:r>
              <a:rPr kumimoji="1" lang="zh-CN" altLang="en-US" sz="3200" dirty="0">
                <a:latin typeface="Microsoft Yahei" panose="020B0503020204020204" pitchFamily="34" charset="-122"/>
                <a:ea typeface="Microsoft Yahei" panose="020B0503020204020204" pitchFamily="34" charset="-122"/>
              </a:rPr>
              <a:t>光是一种电磁波</a:t>
            </a:r>
            <a:endParaRPr kumimoji="1" lang="en-US" altLang="zh-CN" sz="3200" dirty="0">
              <a:latin typeface="Microsoft Yahei" panose="020B0503020204020204" pitchFamily="34" charset="-122"/>
              <a:ea typeface="Microsoft Yahei" panose="020B0503020204020204" pitchFamily="34" charset="-122"/>
            </a:endParaRPr>
          </a:p>
        </p:txBody>
      </p:sp>
      <p:graphicFrame>
        <p:nvGraphicFramePr>
          <p:cNvPr id="11" name="Object 6">
            <a:extLst>
              <a:ext uri="{FF2B5EF4-FFF2-40B4-BE49-F238E27FC236}">
                <a16:creationId xmlns:a16="http://schemas.microsoft.com/office/drawing/2014/main" id="{A7D20342-C589-4324-8E35-AFBAE29E9B0B}"/>
              </a:ext>
            </a:extLst>
          </p:cNvPr>
          <p:cNvGraphicFramePr>
            <a:graphicFrameLocks noChangeAspect="1"/>
          </p:cNvGraphicFramePr>
          <p:nvPr>
            <p:extLst>
              <p:ext uri="{D42A27DB-BD31-4B8C-83A1-F6EECF244321}">
                <p14:modId xmlns:p14="http://schemas.microsoft.com/office/powerpoint/2010/main" val="3583296177"/>
              </p:ext>
            </p:extLst>
          </p:nvPr>
        </p:nvGraphicFramePr>
        <p:xfrm>
          <a:off x="4676248" y="1410263"/>
          <a:ext cx="846137" cy="858837"/>
        </p:xfrm>
        <a:graphic>
          <a:graphicData uri="http://schemas.openxmlformats.org/presentationml/2006/ole">
            <mc:AlternateContent xmlns:mc="http://schemas.openxmlformats.org/markup-compatibility/2006">
              <mc:Choice xmlns:v="urn:schemas-microsoft-com:vml" Requires="v">
                <p:oleObj name="Equation" r:id="rId3" imgW="152280" imgH="190440" progId="Equation.DSMT4">
                  <p:embed/>
                </p:oleObj>
              </mc:Choice>
              <mc:Fallback>
                <p:oleObj name="Equation" r:id="rId3" imgW="152280" imgH="190440" progId="Equation.DSMT4">
                  <p:embed/>
                  <p:pic>
                    <p:nvPicPr>
                      <p:cNvPr id="10" name="Object 6"/>
                      <p:cNvPicPr>
                        <a:picLocks noChangeAspect="1" noChangeArrowheads="1"/>
                      </p:cNvPicPr>
                      <p:nvPr/>
                    </p:nvPicPr>
                    <p:blipFill>
                      <a:blip r:embed="rId4"/>
                      <a:srcRect/>
                      <a:stretch>
                        <a:fillRect/>
                      </a:stretch>
                    </p:blipFill>
                    <p:spPr bwMode="auto">
                      <a:xfrm>
                        <a:off x="4676248" y="1410263"/>
                        <a:ext cx="846137" cy="858837"/>
                      </a:xfrm>
                      <a:prstGeom prst="rect">
                        <a:avLst/>
                      </a:prstGeom>
                      <a:noFill/>
                      <a:ln>
                        <a:noFill/>
                      </a:ln>
                      <a:extLst>
                        <a:ext uri="{909E8E84-426E-40DD-AFC4-6F175D3DCCD1}">
                          <a14:hiddenFill xmlns:a14="http://schemas.microsoft.com/office/drawing/2010/main">
                            <a:solidFill>
                              <a:srgbClr val="6699FF"/>
                            </a:solidFill>
                          </a14:hiddenFill>
                        </a:ext>
                        <a:ext uri="{91240B29-F687-4F45-9708-019B960494DF}">
                          <a14:hiddenLine xmlns:a14="http://schemas.microsoft.com/office/drawing/2010/main" w="9525">
                            <a:solidFill>
                              <a:srgbClr val="6699FF"/>
                            </a:solidFill>
                            <a:miter lim="800000"/>
                            <a:headEnd/>
                            <a:tailEnd/>
                          </a14:hiddenLine>
                        </a:ext>
                      </a:extLst>
                    </p:spPr>
                  </p:pic>
                </p:oleObj>
              </mc:Fallback>
            </mc:AlternateContent>
          </a:graphicData>
        </a:graphic>
      </p:graphicFrame>
      <p:graphicFrame>
        <p:nvGraphicFramePr>
          <p:cNvPr id="29" name="Object 7">
            <a:extLst>
              <a:ext uri="{FF2B5EF4-FFF2-40B4-BE49-F238E27FC236}">
                <a16:creationId xmlns:a16="http://schemas.microsoft.com/office/drawing/2014/main" id="{C7AF2ACC-4301-4D8C-9A2C-3B105E802D87}"/>
              </a:ext>
            </a:extLst>
          </p:cNvPr>
          <p:cNvGraphicFramePr>
            <a:graphicFrameLocks noChangeAspect="1"/>
          </p:cNvGraphicFramePr>
          <p:nvPr>
            <p:extLst>
              <p:ext uri="{D42A27DB-BD31-4B8C-83A1-F6EECF244321}">
                <p14:modId xmlns:p14="http://schemas.microsoft.com/office/powerpoint/2010/main" val="2883321972"/>
              </p:ext>
            </p:extLst>
          </p:nvPr>
        </p:nvGraphicFramePr>
        <p:xfrm>
          <a:off x="5548631" y="1422169"/>
          <a:ext cx="852487" cy="822325"/>
        </p:xfrm>
        <a:graphic>
          <a:graphicData uri="http://schemas.openxmlformats.org/presentationml/2006/ole">
            <mc:AlternateContent xmlns:mc="http://schemas.openxmlformats.org/markup-compatibility/2006">
              <mc:Choice xmlns:v="urn:schemas-microsoft-com:vml" Requires="v">
                <p:oleObj name="Equation" r:id="rId5" imgW="177480" imgH="190440" progId="Equation.DSMT4">
                  <p:embed/>
                </p:oleObj>
              </mc:Choice>
              <mc:Fallback>
                <p:oleObj name="Equation" r:id="rId5" imgW="177480" imgH="190440" progId="Equation.DSMT4">
                  <p:embed/>
                  <p:pic>
                    <p:nvPicPr>
                      <p:cNvPr id="13" name="Object 7">
                        <a:extLst>
                          <a:ext uri="{FF2B5EF4-FFF2-40B4-BE49-F238E27FC236}">
                            <a16:creationId xmlns:a16="http://schemas.microsoft.com/office/drawing/2014/main" id="{F7653B04-1C0C-4739-8E90-A2B2F4E3FD77}"/>
                          </a:ext>
                        </a:extLst>
                      </p:cNvPr>
                      <p:cNvPicPr>
                        <a:picLocks noChangeAspect="1" noChangeArrowheads="1"/>
                      </p:cNvPicPr>
                      <p:nvPr/>
                    </p:nvPicPr>
                    <p:blipFill>
                      <a:blip r:embed="rId6"/>
                      <a:srcRect/>
                      <a:stretch>
                        <a:fillRect/>
                      </a:stretch>
                    </p:blipFill>
                    <p:spPr bwMode="auto">
                      <a:xfrm>
                        <a:off x="5548631" y="1422169"/>
                        <a:ext cx="852487" cy="822325"/>
                      </a:xfrm>
                      <a:prstGeom prst="rect">
                        <a:avLst/>
                      </a:prstGeom>
                      <a:noFill/>
                      <a:ln>
                        <a:noFill/>
                      </a:ln>
                      <a:extLst>
                        <a:ext uri="{909E8E84-426E-40DD-AFC4-6F175D3DCCD1}">
                          <a14:hiddenFill xmlns:a14="http://schemas.microsoft.com/office/drawing/2010/main">
                            <a:solidFill>
                              <a:srgbClr val="6699FF"/>
                            </a:solidFill>
                          </a14:hiddenFill>
                        </a:ext>
                        <a:ext uri="{91240B29-F687-4F45-9708-019B960494DF}">
                          <a14:hiddenLine xmlns:a14="http://schemas.microsoft.com/office/drawing/2010/main" w="9525">
                            <a:solidFill>
                              <a:srgbClr val="6699FF"/>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69" name="Object 57">
                <a:extLst>
                  <a:ext uri="{FF2B5EF4-FFF2-40B4-BE49-F238E27FC236}">
                    <a16:creationId xmlns:a16="http://schemas.microsoft.com/office/drawing/2014/main" id="{5DD6318F-64F3-B371-6806-C2A5ECC3F26E}"/>
                  </a:ext>
                </a:extLst>
              </p:cNvPr>
              <p:cNvSpPr txBox="1"/>
              <p:nvPr/>
            </p:nvSpPr>
            <p:spPr bwMode="auto">
              <a:xfrm>
                <a:off x="1970002" y="5449448"/>
                <a:ext cx="2322515" cy="9144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1" i="1" smtClean="0">
                          <a:solidFill>
                            <a:srgbClr val="0000FF"/>
                          </a:solidFill>
                          <a:latin typeface="Cambria Math" panose="02040503050406030204" pitchFamily="18" charset="0"/>
                        </a:rPr>
                        <m:t>𝝂</m:t>
                      </m:r>
                      <m:r>
                        <a:rPr lang="zh-CN" altLang="en-US" sz="2800" b="1" i="1" smtClean="0">
                          <a:solidFill>
                            <a:srgbClr val="0000FF"/>
                          </a:solidFill>
                          <a:latin typeface="Cambria Math" panose="02040503050406030204" pitchFamily="18" charset="0"/>
                        </a:rPr>
                        <m:t>=</m:t>
                      </m:r>
                      <m:f>
                        <m:fPr>
                          <m:ctrlPr>
                            <a:rPr lang="zh-CN" altLang="en-US" sz="2800" b="1" i="1">
                              <a:solidFill>
                                <a:srgbClr val="0000FF"/>
                              </a:solidFill>
                              <a:latin typeface="Cambria Math" panose="02040503050406030204" pitchFamily="18" charset="0"/>
                            </a:rPr>
                          </m:ctrlPr>
                        </m:fPr>
                        <m:num>
                          <m:r>
                            <a:rPr lang="zh-CN" altLang="en-US" sz="2800" b="1" i="1">
                              <a:solidFill>
                                <a:srgbClr val="0000FF"/>
                              </a:solidFill>
                              <a:latin typeface="Cambria Math" panose="02040503050406030204" pitchFamily="18" charset="0"/>
                            </a:rPr>
                            <m:t>𝟏</m:t>
                          </m:r>
                        </m:num>
                        <m:den>
                          <m:r>
                            <a:rPr lang="zh-CN" altLang="en-US" sz="2800" b="1" i="1">
                              <a:solidFill>
                                <a:srgbClr val="0000FF"/>
                              </a:solidFill>
                              <a:latin typeface="Cambria Math" panose="02040503050406030204" pitchFamily="18" charset="0"/>
                            </a:rPr>
                            <m:t>𝟐</m:t>
                          </m:r>
                          <m:r>
                            <a:rPr lang="zh-CN" altLang="en-US" sz="2800" b="1" i="1">
                              <a:solidFill>
                                <a:srgbClr val="0000FF"/>
                              </a:solidFill>
                              <a:latin typeface="Cambria Math" panose="02040503050406030204" pitchFamily="18" charset="0"/>
                            </a:rPr>
                            <m:t>𝝅</m:t>
                          </m:r>
                          <m:rad>
                            <m:radPr>
                              <m:degHide m:val="on"/>
                              <m:ctrlPr>
                                <a:rPr lang="zh-CN" altLang="en-US" sz="2800" b="1" i="1">
                                  <a:solidFill>
                                    <a:srgbClr val="0000FF"/>
                                  </a:solidFill>
                                  <a:latin typeface="Cambria Math" panose="02040503050406030204" pitchFamily="18" charset="0"/>
                                </a:rPr>
                              </m:ctrlPr>
                            </m:radPr>
                            <m:deg/>
                            <m:e>
                              <m:r>
                                <a:rPr lang="zh-CN" altLang="en-US" sz="2800" b="1" i="1">
                                  <a:solidFill>
                                    <a:srgbClr val="0000FF"/>
                                  </a:solidFill>
                                  <a:latin typeface="Cambria Math" panose="02040503050406030204" pitchFamily="18" charset="0"/>
                                </a:rPr>
                                <m:t>𝑳𝑪</m:t>
                              </m:r>
                            </m:e>
                          </m:rad>
                        </m:den>
                      </m:f>
                    </m:oMath>
                  </m:oMathPara>
                </a14:m>
                <a:endParaRPr lang="zh-CN" altLang="en-US" sz="2800" b="1" dirty="0">
                  <a:solidFill>
                    <a:srgbClr val="0000FF"/>
                  </a:solidFill>
                </a:endParaRPr>
              </a:p>
            </p:txBody>
          </p:sp>
        </mc:Choice>
        <mc:Fallback>
          <p:sp>
            <p:nvSpPr>
              <p:cNvPr id="69" name="Object 57">
                <a:extLst>
                  <a:ext uri="{FF2B5EF4-FFF2-40B4-BE49-F238E27FC236}">
                    <a16:creationId xmlns:a16="http://schemas.microsoft.com/office/drawing/2014/main" id="{5DD6318F-64F3-B371-6806-C2A5ECC3F26E}"/>
                  </a:ext>
                </a:extLst>
              </p:cNvPr>
              <p:cNvSpPr txBox="1">
                <a:spLocks noRot="1" noChangeAspect="1" noMove="1" noResize="1" noEditPoints="1" noAdjustHandles="1" noChangeArrowheads="1" noChangeShapeType="1" noTextEdit="1"/>
              </p:cNvSpPr>
              <p:nvPr/>
            </p:nvSpPr>
            <p:spPr bwMode="auto">
              <a:xfrm>
                <a:off x="1970002" y="5449448"/>
                <a:ext cx="2322515" cy="914400"/>
              </a:xfrm>
              <a:prstGeom prst="rect">
                <a:avLst/>
              </a:prstGeom>
              <a:blipFill>
                <a:blip r:embed="rId7"/>
                <a:stretch>
                  <a:fillRect b="-667"/>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0" name="Object 58">
                <a:extLst>
                  <a:ext uri="{FF2B5EF4-FFF2-40B4-BE49-F238E27FC236}">
                    <a16:creationId xmlns:a16="http://schemas.microsoft.com/office/drawing/2014/main" id="{1B37C179-2B89-2560-F845-261EE553CB99}"/>
                  </a:ext>
                </a:extLst>
              </p:cNvPr>
              <p:cNvSpPr txBox="1"/>
              <p:nvPr/>
            </p:nvSpPr>
            <p:spPr bwMode="auto">
              <a:xfrm>
                <a:off x="5815572" y="5691175"/>
                <a:ext cx="1978343" cy="525462"/>
              </a:xfrm>
              <a:prstGeom prst="rect">
                <a:avLst/>
              </a:prstGeom>
              <a:noFill/>
            </p:spPr>
            <p:txBody>
              <a:bodyPr>
                <a:normAutofit fontScale="92500"/>
              </a:bodyPr>
              <a:lstStyle/>
              <a:p>
                <a:pPr/>
                <a14:m>
                  <m:oMathPara xmlns:m="http://schemas.openxmlformats.org/officeDocument/2006/math">
                    <m:oMathParaPr>
                      <m:jc m:val="left"/>
                    </m:oMathParaPr>
                    <m:oMath xmlns:m="http://schemas.openxmlformats.org/officeDocument/2006/math">
                      <m:r>
                        <a:rPr lang="zh-CN" altLang="en-US" sz="2800" b="1" i="1" smtClean="0">
                          <a:solidFill>
                            <a:srgbClr val="0000FF"/>
                          </a:solidFill>
                          <a:latin typeface="Cambria Math" panose="02040503050406030204" pitchFamily="18" charset="0"/>
                        </a:rPr>
                        <m:t>𝑳</m:t>
                      </m:r>
                      <m:r>
                        <a:rPr lang="zh-CN" altLang="en-US" sz="2800" b="1" i="1" smtClean="0">
                          <a:solidFill>
                            <a:srgbClr val="0000FF"/>
                          </a:solidFill>
                          <a:latin typeface="Cambria Math" panose="02040503050406030204" pitchFamily="18" charset="0"/>
                        </a:rPr>
                        <m:t>=</m:t>
                      </m:r>
                      <m:sSub>
                        <m:sSubPr>
                          <m:ctrlPr>
                            <a:rPr lang="zh-CN" altLang="en-US" sz="2800" b="1" i="1">
                              <a:solidFill>
                                <a:srgbClr val="0000FF"/>
                              </a:solidFill>
                              <a:latin typeface="Cambria Math" panose="02040503050406030204" pitchFamily="18" charset="0"/>
                            </a:rPr>
                          </m:ctrlPr>
                        </m:sSubPr>
                        <m:e>
                          <m:r>
                            <a:rPr lang="zh-CN" altLang="en-US" sz="2800" b="1" i="1">
                              <a:solidFill>
                                <a:srgbClr val="0000FF"/>
                              </a:solidFill>
                              <a:latin typeface="Cambria Math" panose="02040503050406030204" pitchFamily="18" charset="0"/>
                            </a:rPr>
                            <m:t>𝝁</m:t>
                          </m:r>
                        </m:e>
                        <m:sub>
                          <m:r>
                            <a:rPr lang="zh-CN" altLang="en-US" sz="2800" b="1" i="1">
                              <a:solidFill>
                                <a:srgbClr val="0000FF"/>
                              </a:solidFill>
                              <a:latin typeface="Cambria Math" panose="02040503050406030204" pitchFamily="18" charset="0"/>
                            </a:rPr>
                            <m:t>𝟎</m:t>
                          </m:r>
                        </m:sub>
                      </m:sSub>
                      <m:sSup>
                        <m:sSupPr>
                          <m:ctrlPr>
                            <a:rPr lang="zh-CN" altLang="en-US" sz="2800" b="1" i="1">
                              <a:solidFill>
                                <a:srgbClr val="0000FF"/>
                              </a:solidFill>
                              <a:latin typeface="Cambria Math" panose="02040503050406030204" pitchFamily="18" charset="0"/>
                            </a:rPr>
                          </m:ctrlPr>
                        </m:sSupPr>
                        <m:e>
                          <m:r>
                            <a:rPr lang="zh-CN" altLang="en-US" sz="2800" b="1" i="1">
                              <a:solidFill>
                                <a:srgbClr val="0000FF"/>
                              </a:solidFill>
                              <a:latin typeface="Cambria Math" panose="02040503050406030204" pitchFamily="18" charset="0"/>
                            </a:rPr>
                            <m:t>𝒏</m:t>
                          </m:r>
                        </m:e>
                        <m:sup>
                          <m:r>
                            <a:rPr lang="zh-CN" altLang="en-US" sz="2800" b="1" i="1">
                              <a:solidFill>
                                <a:srgbClr val="0000FF"/>
                              </a:solidFill>
                              <a:latin typeface="Cambria Math" panose="02040503050406030204" pitchFamily="18" charset="0"/>
                            </a:rPr>
                            <m:t>𝟐</m:t>
                          </m:r>
                        </m:sup>
                      </m:sSup>
                      <m:r>
                        <a:rPr lang="zh-CN" altLang="en-US" sz="2800" b="1" i="1">
                          <a:solidFill>
                            <a:srgbClr val="0000FF"/>
                          </a:solidFill>
                          <a:latin typeface="Cambria Math" panose="02040503050406030204" pitchFamily="18" charset="0"/>
                        </a:rPr>
                        <m:t>𝑽</m:t>
                      </m:r>
                    </m:oMath>
                  </m:oMathPara>
                </a14:m>
                <a:endParaRPr lang="zh-CN" altLang="en-US" sz="2800" b="1" dirty="0">
                  <a:solidFill>
                    <a:srgbClr val="0000FF"/>
                  </a:solidFill>
                </a:endParaRPr>
              </a:p>
            </p:txBody>
          </p:sp>
        </mc:Choice>
        <mc:Fallback>
          <p:sp>
            <p:nvSpPr>
              <p:cNvPr id="70" name="Object 58">
                <a:extLst>
                  <a:ext uri="{FF2B5EF4-FFF2-40B4-BE49-F238E27FC236}">
                    <a16:creationId xmlns:a16="http://schemas.microsoft.com/office/drawing/2014/main" id="{1B37C179-2B89-2560-F845-261EE553CB99}"/>
                  </a:ext>
                </a:extLst>
              </p:cNvPr>
              <p:cNvSpPr txBox="1">
                <a:spLocks noRot="1" noChangeAspect="1" noMove="1" noResize="1" noEditPoints="1" noAdjustHandles="1" noChangeArrowheads="1" noChangeShapeType="1" noTextEdit="1"/>
              </p:cNvSpPr>
              <p:nvPr/>
            </p:nvSpPr>
            <p:spPr bwMode="auto">
              <a:xfrm>
                <a:off x="5815572" y="5691175"/>
                <a:ext cx="1978343" cy="525462"/>
              </a:xfrm>
              <a:prstGeom prst="rect">
                <a:avLst/>
              </a:prstGeom>
              <a:blipFill>
                <a:blip r:embed="rId8"/>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1" name="Object 59">
                <a:extLst>
                  <a:ext uri="{FF2B5EF4-FFF2-40B4-BE49-F238E27FC236}">
                    <a16:creationId xmlns:a16="http://schemas.microsoft.com/office/drawing/2014/main" id="{A76E030C-1D52-934F-6D76-EE8E7CCE2823}"/>
                  </a:ext>
                </a:extLst>
              </p:cNvPr>
              <p:cNvSpPr txBox="1"/>
              <p:nvPr/>
            </p:nvSpPr>
            <p:spPr bwMode="auto">
              <a:xfrm>
                <a:off x="4167105" y="5521680"/>
                <a:ext cx="1447467" cy="769937"/>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1" i="1" smtClean="0">
                          <a:solidFill>
                            <a:srgbClr val="0000FF"/>
                          </a:solidFill>
                          <a:latin typeface="Cambria Math" panose="02040503050406030204" pitchFamily="18" charset="0"/>
                        </a:rPr>
                        <m:t>𝑪</m:t>
                      </m:r>
                      <m:r>
                        <a:rPr lang="zh-CN" altLang="en-US" sz="2800" b="1" i="1" smtClean="0">
                          <a:solidFill>
                            <a:srgbClr val="0000FF"/>
                          </a:solidFill>
                          <a:latin typeface="Cambria Math" panose="02040503050406030204" pitchFamily="18" charset="0"/>
                        </a:rPr>
                        <m:t>=</m:t>
                      </m:r>
                      <m:f>
                        <m:fPr>
                          <m:ctrlPr>
                            <a:rPr lang="zh-CN" altLang="en-US" sz="2800" b="1" i="1">
                              <a:solidFill>
                                <a:srgbClr val="0000FF"/>
                              </a:solidFill>
                              <a:latin typeface="Cambria Math" panose="02040503050406030204" pitchFamily="18" charset="0"/>
                            </a:rPr>
                          </m:ctrlPr>
                        </m:fPr>
                        <m:num>
                          <m:sSub>
                            <m:sSubPr>
                              <m:ctrlPr>
                                <a:rPr lang="zh-CN" altLang="en-US" sz="2800" b="1" i="1">
                                  <a:solidFill>
                                    <a:srgbClr val="0000FF"/>
                                  </a:solidFill>
                                  <a:latin typeface="Cambria Math" panose="02040503050406030204" pitchFamily="18" charset="0"/>
                                </a:rPr>
                              </m:ctrlPr>
                            </m:sSubPr>
                            <m:e>
                              <m:r>
                                <a:rPr lang="zh-CN" altLang="en-US" sz="2800" b="1" i="1">
                                  <a:solidFill>
                                    <a:srgbClr val="0000FF"/>
                                  </a:solidFill>
                                  <a:latin typeface="Cambria Math" panose="02040503050406030204" pitchFamily="18" charset="0"/>
                                </a:rPr>
                                <m:t>𝜺</m:t>
                              </m:r>
                            </m:e>
                            <m:sub>
                              <m:r>
                                <a:rPr lang="zh-CN" altLang="en-US" sz="2800" b="1" i="1">
                                  <a:solidFill>
                                    <a:srgbClr val="0000FF"/>
                                  </a:solidFill>
                                  <a:latin typeface="Cambria Math" panose="02040503050406030204" pitchFamily="18" charset="0"/>
                                </a:rPr>
                                <m:t>𝟎</m:t>
                              </m:r>
                            </m:sub>
                          </m:sSub>
                          <m:r>
                            <a:rPr lang="zh-CN" altLang="en-US" sz="2800" b="1" i="1">
                              <a:solidFill>
                                <a:srgbClr val="0000FF"/>
                              </a:solidFill>
                              <a:latin typeface="Cambria Math" panose="02040503050406030204" pitchFamily="18" charset="0"/>
                            </a:rPr>
                            <m:t>𝑺</m:t>
                          </m:r>
                        </m:num>
                        <m:den>
                          <m:r>
                            <a:rPr lang="zh-CN" altLang="en-US" sz="2800" b="1" i="1">
                              <a:solidFill>
                                <a:srgbClr val="0000FF"/>
                              </a:solidFill>
                              <a:latin typeface="Cambria Math" panose="02040503050406030204" pitchFamily="18" charset="0"/>
                            </a:rPr>
                            <m:t>𝒅</m:t>
                          </m:r>
                        </m:den>
                      </m:f>
                    </m:oMath>
                  </m:oMathPara>
                </a14:m>
                <a:endParaRPr lang="zh-CN" altLang="en-US" sz="2800" b="1" dirty="0">
                  <a:solidFill>
                    <a:srgbClr val="0000FF"/>
                  </a:solidFill>
                </a:endParaRPr>
              </a:p>
            </p:txBody>
          </p:sp>
        </mc:Choice>
        <mc:Fallback>
          <p:sp>
            <p:nvSpPr>
              <p:cNvPr id="71" name="Object 59">
                <a:extLst>
                  <a:ext uri="{FF2B5EF4-FFF2-40B4-BE49-F238E27FC236}">
                    <a16:creationId xmlns:a16="http://schemas.microsoft.com/office/drawing/2014/main" id="{A76E030C-1D52-934F-6D76-EE8E7CCE2823}"/>
                  </a:ext>
                </a:extLst>
              </p:cNvPr>
              <p:cNvSpPr txBox="1">
                <a:spLocks noRot="1" noChangeAspect="1" noMove="1" noResize="1" noEditPoints="1" noAdjustHandles="1" noChangeArrowheads="1" noChangeShapeType="1" noTextEdit="1"/>
              </p:cNvSpPr>
              <p:nvPr/>
            </p:nvSpPr>
            <p:spPr bwMode="auto">
              <a:xfrm>
                <a:off x="4167105" y="5521680"/>
                <a:ext cx="1447467" cy="769937"/>
              </a:xfrm>
              <a:prstGeom prst="rect">
                <a:avLst/>
              </a:prstGeom>
              <a:blipFill>
                <a:blip r:embed="rId9"/>
                <a:stretch>
                  <a:fillRect b="-10317"/>
                </a:stretch>
              </a:blipFill>
            </p:spPr>
            <p:txBody>
              <a:bodyPr/>
              <a:lstStyle/>
              <a:p>
                <a:r>
                  <a:rPr lang="zh-CN" altLang="en-US">
                    <a:noFill/>
                  </a:rPr>
                  <a:t> </a:t>
                </a:r>
              </a:p>
            </p:txBody>
          </p:sp>
        </mc:Fallback>
      </mc:AlternateContent>
      <p:pic>
        <p:nvPicPr>
          <p:cNvPr id="72" name="Picture 6" descr="D:\大学物理(下)-64\1-机械振动与机械波\5-5 平面电磁波 机械波习题讨论课\image059.gif">
            <a:extLst>
              <a:ext uri="{FF2B5EF4-FFF2-40B4-BE49-F238E27FC236}">
                <a16:creationId xmlns:a16="http://schemas.microsoft.com/office/drawing/2014/main" id="{08805032-0870-69F5-6A7F-362218AB276D}"/>
              </a:ext>
            </a:extLst>
          </p:cNvPr>
          <p:cNvPicPr>
            <a:picLocks noChangeAspect="1" noChangeArrowheads="1" noCrop="1"/>
          </p:cNvPicPr>
          <p:nvPr/>
        </p:nvPicPr>
        <p:blipFill>
          <a:blip r:embed="rId10">
            <a:extLst>
              <a:ext uri="{28A0092B-C50C-407E-A947-70E740481C1C}">
                <a14:useLocalDpi xmlns:a14="http://schemas.microsoft.com/office/drawing/2010/main" val="0"/>
              </a:ext>
            </a:extLst>
          </a:blip>
          <a:srcRect/>
          <a:stretch>
            <a:fillRect/>
          </a:stretch>
        </p:blipFill>
        <p:spPr bwMode="auto">
          <a:xfrm>
            <a:off x="6169617" y="2442539"/>
            <a:ext cx="5953218" cy="29766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80" name="组合 79">
            <a:extLst>
              <a:ext uri="{FF2B5EF4-FFF2-40B4-BE49-F238E27FC236}">
                <a16:creationId xmlns:a16="http://schemas.microsoft.com/office/drawing/2014/main" id="{32E7A5D5-C4B0-3694-9C2F-353FE0F93FE6}"/>
              </a:ext>
            </a:extLst>
          </p:cNvPr>
          <p:cNvGrpSpPr/>
          <p:nvPr/>
        </p:nvGrpSpPr>
        <p:grpSpPr>
          <a:xfrm>
            <a:off x="73787" y="2847973"/>
            <a:ext cx="6130354" cy="2386014"/>
            <a:chOff x="73787" y="2847973"/>
            <a:chExt cx="6130354" cy="2386014"/>
          </a:xfrm>
        </p:grpSpPr>
        <p:grpSp>
          <p:nvGrpSpPr>
            <p:cNvPr id="4" name="Group 75">
              <a:extLst>
                <a:ext uri="{FF2B5EF4-FFF2-40B4-BE49-F238E27FC236}">
                  <a16:creationId xmlns:a16="http://schemas.microsoft.com/office/drawing/2014/main" id="{93963EA0-8DF4-79ED-1219-74E2CE3B4343}"/>
                </a:ext>
              </a:extLst>
            </p:cNvPr>
            <p:cNvGrpSpPr>
              <a:grpSpLocks/>
            </p:cNvGrpSpPr>
            <p:nvPr/>
          </p:nvGrpSpPr>
          <p:grpSpPr bwMode="auto">
            <a:xfrm>
              <a:off x="687577" y="2873373"/>
              <a:ext cx="2428875" cy="2360614"/>
              <a:chOff x="1076" y="906"/>
              <a:chExt cx="1530" cy="1487"/>
            </a:xfrm>
          </p:grpSpPr>
          <p:grpSp>
            <p:nvGrpSpPr>
              <p:cNvPr id="5" name="Group 76">
                <a:extLst>
                  <a:ext uri="{FF2B5EF4-FFF2-40B4-BE49-F238E27FC236}">
                    <a16:creationId xmlns:a16="http://schemas.microsoft.com/office/drawing/2014/main" id="{C2BA79C5-6F9E-8117-3AE6-603FC36399FB}"/>
                  </a:ext>
                </a:extLst>
              </p:cNvPr>
              <p:cNvGrpSpPr>
                <a:grpSpLocks/>
              </p:cNvGrpSpPr>
              <p:nvPr/>
            </p:nvGrpSpPr>
            <p:grpSpPr bwMode="auto">
              <a:xfrm>
                <a:off x="1550" y="906"/>
                <a:ext cx="952" cy="1011"/>
                <a:chOff x="1550" y="906"/>
                <a:chExt cx="952" cy="1011"/>
              </a:xfrm>
            </p:grpSpPr>
            <p:sp>
              <p:nvSpPr>
                <p:cNvPr id="10" name="Line 77">
                  <a:extLst>
                    <a:ext uri="{FF2B5EF4-FFF2-40B4-BE49-F238E27FC236}">
                      <a16:creationId xmlns:a16="http://schemas.microsoft.com/office/drawing/2014/main" id="{1C5F93B8-B9B9-41D4-011C-149493077885}"/>
                    </a:ext>
                  </a:extLst>
                </p:cNvPr>
                <p:cNvSpPr>
                  <a:spLocks noChangeShapeType="1"/>
                </p:cNvSpPr>
                <p:nvPr/>
              </p:nvSpPr>
              <p:spPr bwMode="auto">
                <a:xfrm flipH="1">
                  <a:off x="1560" y="1000"/>
                  <a:ext cx="0" cy="886"/>
                </a:xfrm>
                <a:prstGeom prst="line">
                  <a:avLst/>
                </a:prstGeom>
                <a:noFill/>
                <a:ln w="25400">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13" name="Line 78">
                  <a:extLst>
                    <a:ext uri="{FF2B5EF4-FFF2-40B4-BE49-F238E27FC236}">
                      <a16:creationId xmlns:a16="http://schemas.microsoft.com/office/drawing/2014/main" id="{A76E777E-117E-058A-DC26-756EFD94045A}"/>
                    </a:ext>
                  </a:extLst>
                </p:cNvPr>
                <p:cNvSpPr>
                  <a:spLocks noChangeShapeType="1"/>
                </p:cNvSpPr>
                <p:nvPr/>
              </p:nvSpPr>
              <p:spPr bwMode="auto">
                <a:xfrm flipH="1">
                  <a:off x="2028" y="1005"/>
                  <a:ext cx="346" cy="0"/>
                </a:xfrm>
                <a:prstGeom prst="line">
                  <a:avLst/>
                </a:prstGeom>
                <a:noFill/>
                <a:ln w="19050">
                  <a:solidFill>
                    <a:srgbClr val="0066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16" name="Text Box 79">
                  <a:extLst>
                    <a:ext uri="{FF2B5EF4-FFF2-40B4-BE49-F238E27FC236}">
                      <a16:creationId xmlns:a16="http://schemas.microsoft.com/office/drawing/2014/main" id="{3931DA0D-E984-8EE7-8D74-AC5DA2B3BAD4}"/>
                    </a:ext>
                  </a:extLst>
                </p:cNvPr>
                <p:cNvSpPr txBox="1">
                  <a:spLocks noChangeArrowheads="1"/>
                </p:cNvSpPr>
                <p:nvPr/>
              </p:nvSpPr>
              <p:spPr bwMode="auto">
                <a:xfrm flipH="1">
                  <a:off x="2148" y="1269"/>
                  <a:ext cx="313"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algn="ctr" defTabSz="914400" eaLnBrk="0" fontAlgn="auto" latinLnBrk="0" hangingPunct="0">
                    <a:lnSpc>
                      <a:spcPct val="100000"/>
                    </a:lnSpc>
                    <a:spcBef>
                      <a:spcPct val="0"/>
                    </a:spcBef>
                    <a:spcAft>
                      <a:spcPts val="0"/>
                    </a:spcAft>
                    <a:buClrTx/>
                    <a:buSzTx/>
                    <a:buFontTx/>
                    <a:buNone/>
                    <a:tabLst/>
                    <a:defRPr/>
                  </a:pPr>
                  <a:r>
                    <a:rPr kumimoji="0" lang="en-US" altLang="zh-CN" sz="2400" b="1" i="1" u="none" strike="noStrike" kern="0" cap="none" spc="0" normalizeH="0" baseline="0" noProof="0">
                      <a:ln>
                        <a:noFill/>
                      </a:ln>
                      <a:solidFill>
                        <a:srgbClr val="1C1C1C"/>
                      </a:solidFill>
                      <a:effectLst/>
                      <a:uLnTx/>
                      <a:uFillTx/>
                      <a:latin typeface="Times New Roman" panose="02020603050405020304" pitchFamily="18" charset="0"/>
                      <a:ea typeface="楷体_GB2312" pitchFamily="49" charset="-122"/>
                    </a:rPr>
                    <a:t>L</a:t>
                  </a:r>
                </a:p>
              </p:txBody>
            </p:sp>
            <p:sp>
              <p:nvSpPr>
                <p:cNvPr id="17" name="Line 80">
                  <a:extLst>
                    <a:ext uri="{FF2B5EF4-FFF2-40B4-BE49-F238E27FC236}">
                      <a16:creationId xmlns:a16="http://schemas.microsoft.com/office/drawing/2014/main" id="{3C1B72F0-9840-58FD-86AF-23A445A497C2}"/>
                    </a:ext>
                  </a:extLst>
                </p:cNvPr>
                <p:cNvSpPr>
                  <a:spLocks noChangeShapeType="1"/>
                </p:cNvSpPr>
                <p:nvPr/>
              </p:nvSpPr>
              <p:spPr bwMode="auto">
                <a:xfrm flipH="1">
                  <a:off x="2373" y="1005"/>
                  <a:ext cx="0" cy="20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pSp>
              <p:nvGrpSpPr>
                <p:cNvPr id="18" name="Group 81">
                  <a:extLst>
                    <a:ext uri="{FF2B5EF4-FFF2-40B4-BE49-F238E27FC236}">
                      <a16:creationId xmlns:a16="http://schemas.microsoft.com/office/drawing/2014/main" id="{D5D8F5D8-437D-8343-AB03-658DC4E2131A}"/>
                    </a:ext>
                  </a:extLst>
                </p:cNvPr>
                <p:cNvGrpSpPr>
                  <a:grpSpLocks/>
                </p:cNvGrpSpPr>
                <p:nvPr/>
              </p:nvGrpSpPr>
              <p:grpSpPr bwMode="auto">
                <a:xfrm rot="10800000" flipH="1">
                  <a:off x="2356" y="1212"/>
                  <a:ext cx="146" cy="480"/>
                  <a:chOff x="4272" y="1536"/>
                  <a:chExt cx="96" cy="720"/>
                </a:xfrm>
              </p:grpSpPr>
              <p:sp>
                <p:nvSpPr>
                  <p:cNvPr id="27" name="AutoShape 82">
                    <a:extLst>
                      <a:ext uri="{FF2B5EF4-FFF2-40B4-BE49-F238E27FC236}">
                        <a16:creationId xmlns:a16="http://schemas.microsoft.com/office/drawing/2014/main" id="{C101A7A3-FAFD-6CC1-81B6-026CCB87E914}"/>
                      </a:ext>
                    </a:extLst>
                  </p:cNvPr>
                  <p:cNvSpPr>
                    <a:spLocks/>
                  </p:cNvSpPr>
                  <p:nvPr/>
                </p:nvSpPr>
                <p:spPr bwMode="auto">
                  <a:xfrm>
                    <a:off x="4272" y="1536"/>
                    <a:ext cx="96" cy="144"/>
                  </a:xfrm>
                  <a:prstGeom prst="rightBracket">
                    <a:avLst>
                      <a:gd name="adj" fmla="val 75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30" name="AutoShape 83">
                    <a:extLst>
                      <a:ext uri="{FF2B5EF4-FFF2-40B4-BE49-F238E27FC236}">
                        <a16:creationId xmlns:a16="http://schemas.microsoft.com/office/drawing/2014/main" id="{E2ECAC20-23A2-CC60-A749-48AE8A505255}"/>
                      </a:ext>
                    </a:extLst>
                  </p:cNvPr>
                  <p:cNvSpPr>
                    <a:spLocks/>
                  </p:cNvSpPr>
                  <p:nvPr/>
                </p:nvSpPr>
                <p:spPr bwMode="auto">
                  <a:xfrm>
                    <a:off x="4272" y="1680"/>
                    <a:ext cx="96" cy="144"/>
                  </a:xfrm>
                  <a:prstGeom prst="rightBracket">
                    <a:avLst>
                      <a:gd name="adj" fmla="val 75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31" name="AutoShape 84">
                    <a:extLst>
                      <a:ext uri="{FF2B5EF4-FFF2-40B4-BE49-F238E27FC236}">
                        <a16:creationId xmlns:a16="http://schemas.microsoft.com/office/drawing/2014/main" id="{BBF2CAB0-E478-C341-19D9-F7E12A71B965}"/>
                      </a:ext>
                    </a:extLst>
                  </p:cNvPr>
                  <p:cNvSpPr>
                    <a:spLocks/>
                  </p:cNvSpPr>
                  <p:nvPr/>
                </p:nvSpPr>
                <p:spPr bwMode="auto">
                  <a:xfrm>
                    <a:off x="4272" y="1824"/>
                    <a:ext cx="96" cy="144"/>
                  </a:xfrm>
                  <a:prstGeom prst="rightBracket">
                    <a:avLst>
                      <a:gd name="adj" fmla="val 75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32" name="AutoShape 85">
                    <a:extLst>
                      <a:ext uri="{FF2B5EF4-FFF2-40B4-BE49-F238E27FC236}">
                        <a16:creationId xmlns:a16="http://schemas.microsoft.com/office/drawing/2014/main" id="{9467357E-D74E-BEE0-A9C1-A9CDFBF48A2B}"/>
                      </a:ext>
                    </a:extLst>
                  </p:cNvPr>
                  <p:cNvSpPr>
                    <a:spLocks/>
                  </p:cNvSpPr>
                  <p:nvPr/>
                </p:nvSpPr>
                <p:spPr bwMode="auto">
                  <a:xfrm>
                    <a:off x="4272" y="1968"/>
                    <a:ext cx="96" cy="144"/>
                  </a:xfrm>
                  <a:prstGeom prst="rightBracket">
                    <a:avLst>
                      <a:gd name="adj" fmla="val 75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33" name="AutoShape 86">
                    <a:extLst>
                      <a:ext uri="{FF2B5EF4-FFF2-40B4-BE49-F238E27FC236}">
                        <a16:creationId xmlns:a16="http://schemas.microsoft.com/office/drawing/2014/main" id="{3DD462A9-43C7-44C4-7C1A-15056E7934A5}"/>
                      </a:ext>
                    </a:extLst>
                  </p:cNvPr>
                  <p:cNvSpPr>
                    <a:spLocks/>
                  </p:cNvSpPr>
                  <p:nvPr/>
                </p:nvSpPr>
                <p:spPr bwMode="auto">
                  <a:xfrm>
                    <a:off x="4272" y="2112"/>
                    <a:ext cx="96" cy="144"/>
                  </a:xfrm>
                  <a:prstGeom prst="rightBracket">
                    <a:avLst>
                      <a:gd name="adj" fmla="val 75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pSp>
            <p:sp>
              <p:nvSpPr>
                <p:cNvPr id="19" name="Line 87">
                  <a:extLst>
                    <a:ext uri="{FF2B5EF4-FFF2-40B4-BE49-F238E27FC236}">
                      <a16:creationId xmlns:a16="http://schemas.microsoft.com/office/drawing/2014/main" id="{C6722C45-1D3D-5EA7-E279-866C5DA69F32}"/>
                    </a:ext>
                  </a:extLst>
                </p:cNvPr>
                <p:cNvSpPr>
                  <a:spLocks noChangeShapeType="1"/>
                </p:cNvSpPr>
                <p:nvPr/>
              </p:nvSpPr>
              <p:spPr bwMode="auto">
                <a:xfrm flipH="1">
                  <a:off x="2370" y="1700"/>
                  <a:ext cx="0" cy="18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20" name="Line 88">
                  <a:extLst>
                    <a:ext uri="{FF2B5EF4-FFF2-40B4-BE49-F238E27FC236}">
                      <a16:creationId xmlns:a16="http://schemas.microsoft.com/office/drawing/2014/main" id="{D49031E2-D668-DA43-5F0D-1266DC182D1C}"/>
                    </a:ext>
                  </a:extLst>
                </p:cNvPr>
                <p:cNvSpPr>
                  <a:spLocks noChangeShapeType="1"/>
                </p:cNvSpPr>
                <p:nvPr/>
              </p:nvSpPr>
              <p:spPr bwMode="auto">
                <a:xfrm flipH="1">
                  <a:off x="1553" y="1877"/>
                  <a:ext cx="816"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21" name="Line 89">
                  <a:extLst>
                    <a:ext uri="{FF2B5EF4-FFF2-40B4-BE49-F238E27FC236}">
                      <a16:creationId xmlns:a16="http://schemas.microsoft.com/office/drawing/2014/main" id="{69BBF5E8-7D1D-8375-74A9-B54C827C26E6}"/>
                    </a:ext>
                  </a:extLst>
                </p:cNvPr>
                <p:cNvSpPr>
                  <a:spLocks noChangeShapeType="1"/>
                </p:cNvSpPr>
                <p:nvPr/>
              </p:nvSpPr>
              <p:spPr bwMode="auto">
                <a:xfrm flipH="1">
                  <a:off x="1550" y="1001"/>
                  <a:ext cx="395"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22" name="Text Box 90">
                  <a:extLst>
                    <a:ext uri="{FF2B5EF4-FFF2-40B4-BE49-F238E27FC236}">
                      <a16:creationId xmlns:a16="http://schemas.microsoft.com/office/drawing/2014/main" id="{3B515320-2E12-4D2C-7745-99D501D2E4D5}"/>
                    </a:ext>
                  </a:extLst>
                </p:cNvPr>
                <p:cNvSpPr txBox="1">
                  <a:spLocks noChangeArrowheads="1"/>
                </p:cNvSpPr>
                <p:nvPr/>
              </p:nvSpPr>
              <p:spPr bwMode="auto">
                <a:xfrm flipH="1">
                  <a:off x="1838" y="1046"/>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0" fontAlgn="auto" latinLnBrk="0" hangingPunct="0">
                    <a:lnSpc>
                      <a:spcPct val="100000"/>
                    </a:lnSpc>
                    <a:spcBef>
                      <a:spcPct val="0"/>
                    </a:spcBef>
                    <a:spcAft>
                      <a:spcPts val="0"/>
                    </a:spcAft>
                    <a:buClrTx/>
                    <a:buSzTx/>
                    <a:buFontTx/>
                    <a:buNone/>
                    <a:tabLst/>
                    <a:defRPr/>
                  </a:pPr>
                  <a:r>
                    <a:rPr kumimoji="0" lang="en-US" altLang="zh-CN" sz="2400" b="1" i="1" u="none" strike="noStrike" kern="0" cap="none" spc="0" normalizeH="0" baseline="0" noProof="0">
                      <a:ln>
                        <a:noFill/>
                      </a:ln>
                      <a:solidFill>
                        <a:srgbClr val="1C1C1C"/>
                      </a:solidFill>
                      <a:effectLst/>
                      <a:uLnTx/>
                      <a:uFillTx/>
                      <a:latin typeface="Times New Roman" panose="02020603050405020304" pitchFamily="18" charset="0"/>
                      <a:ea typeface="楷体_GB2312" pitchFamily="49" charset="-122"/>
                    </a:rPr>
                    <a:t>C</a:t>
                  </a:r>
                </a:p>
              </p:txBody>
            </p:sp>
            <p:sp>
              <p:nvSpPr>
                <p:cNvPr id="23" name="Rectangle 91">
                  <a:extLst>
                    <a:ext uri="{FF2B5EF4-FFF2-40B4-BE49-F238E27FC236}">
                      <a16:creationId xmlns:a16="http://schemas.microsoft.com/office/drawing/2014/main" id="{F2A8DF95-07F9-9469-8EB5-8BB20A3117D1}"/>
                    </a:ext>
                  </a:extLst>
                </p:cNvPr>
                <p:cNvSpPr>
                  <a:spLocks noChangeArrowheads="1"/>
                </p:cNvSpPr>
                <p:nvPr/>
              </p:nvSpPr>
              <p:spPr bwMode="auto">
                <a:xfrm>
                  <a:off x="1832" y="1841"/>
                  <a:ext cx="274" cy="76"/>
                </a:xfrm>
                <a:prstGeom prst="rect">
                  <a:avLst/>
                </a:prstGeom>
                <a:solidFill>
                  <a:srgbClr val="EDFAD2"/>
                </a:solidFill>
                <a:ln w="9525">
                  <a:solidFill>
                    <a:srgbClr val="000000"/>
                  </a:solidFill>
                  <a:miter lim="800000"/>
                  <a:headEnd/>
                  <a:tailEnd/>
                </a:ln>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24" name="Line 92">
                  <a:extLst>
                    <a:ext uri="{FF2B5EF4-FFF2-40B4-BE49-F238E27FC236}">
                      <a16:creationId xmlns:a16="http://schemas.microsoft.com/office/drawing/2014/main" id="{747EFC37-096F-7BD9-24BC-46A0D2DAD89C}"/>
                    </a:ext>
                  </a:extLst>
                </p:cNvPr>
                <p:cNvSpPr>
                  <a:spLocks noChangeShapeType="1"/>
                </p:cNvSpPr>
                <p:nvPr/>
              </p:nvSpPr>
              <p:spPr bwMode="auto">
                <a:xfrm>
                  <a:off x="1934" y="906"/>
                  <a:ext cx="0" cy="20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25" name="Line 93">
                  <a:extLst>
                    <a:ext uri="{FF2B5EF4-FFF2-40B4-BE49-F238E27FC236}">
                      <a16:creationId xmlns:a16="http://schemas.microsoft.com/office/drawing/2014/main" id="{284F9B28-9832-DD6F-133D-C4B94F648491}"/>
                    </a:ext>
                  </a:extLst>
                </p:cNvPr>
                <p:cNvSpPr>
                  <a:spLocks noChangeShapeType="1"/>
                </p:cNvSpPr>
                <p:nvPr/>
              </p:nvSpPr>
              <p:spPr bwMode="auto">
                <a:xfrm>
                  <a:off x="2021" y="907"/>
                  <a:ext cx="0" cy="208"/>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26" name="Text Box 94">
                  <a:extLst>
                    <a:ext uri="{FF2B5EF4-FFF2-40B4-BE49-F238E27FC236}">
                      <a16:creationId xmlns:a16="http://schemas.microsoft.com/office/drawing/2014/main" id="{B7436E56-19B2-0021-3B58-59E3C5E076F5}"/>
                    </a:ext>
                  </a:extLst>
                </p:cNvPr>
                <p:cNvSpPr txBox="1">
                  <a:spLocks noChangeArrowheads="1"/>
                </p:cNvSpPr>
                <p:nvPr/>
              </p:nvSpPr>
              <p:spPr bwMode="auto">
                <a:xfrm flipH="1">
                  <a:off x="1830" y="1576"/>
                  <a:ext cx="34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0" fontAlgn="auto" latinLnBrk="0" hangingPunct="0">
                    <a:lnSpc>
                      <a:spcPct val="100000"/>
                    </a:lnSpc>
                    <a:spcBef>
                      <a:spcPct val="0"/>
                    </a:spcBef>
                    <a:spcAft>
                      <a:spcPts val="0"/>
                    </a:spcAft>
                    <a:buClrTx/>
                    <a:buSzTx/>
                    <a:buFontTx/>
                    <a:buNone/>
                    <a:tabLst/>
                    <a:defRPr/>
                  </a:pPr>
                  <a:r>
                    <a:rPr kumimoji="0" lang="en-US" altLang="zh-CN" sz="2400" b="1" i="1" u="none" strike="noStrike" kern="0" cap="none" spc="0" normalizeH="0" baseline="0" noProof="0">
                      <a:ln>
                        <a:noFill/>
                      </a:ln>
                      <a:solidFill>
                        <a:srgbClr val="1C1C1C"/>
                      </a:solidFill>
                      <a:effectLst/>
                      <a:uLnTx/>
                      <a:uFillTx/>
                      <a:latin typeface="Times New Roman" panose="02020603050405020304" pitchFamily="18" charset="0"/>
                      <a:ea typeface="楷体_GB2312" pitchFamily="49" charset="-122"/>
                    </a:rPr>
                    <a:t>R</a:t>
                  </a:r>
                </a:p>
              </p:txBody>
            </p:sp>
          </p:grpSp>
          <p:sp>
            <p:nvSpPr>
              <p:cNvPr id="6" name="Line 95">
                <a:extLst>
                  <a:ext uri="{FF2B5EF4-FFF2-40B4-BE49-F238E27FC236}">
                    <a16:creationId xmlns:a16="http://schemas.microsoft.com/office/drawing/2014/main" id="{A4CD2742-A405-9B27-9FEA-8391EC2386BD}"/>
                  </a:ext>
                </a:extLst>
              </p:cNvPr>
              <p:cNvSpPr>
                <a:spLocks noChangeShapeType="1"/>
              </p:cNvSpPr>
              <p:nvPr/>
            </p:nvSpPr>
            <p:spPr bwMode="auto">
              <a:xfrm>
                <a:off x="1076" y="1454"/>
                <a:ext cx="482"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7" name="Text Box 96">
                <a:extLst>
                  <a:ext uri="{FF2B5EF4-FFF2-40B4-BE49-F238E27FC236}">
                    <a16:creationId xmlns:a16="http://schemas.microsoft.com/office/drawing/2014/main" id="{1D7DE259-5709-1A0A-2B5A-851C6D1F555E}"/>
                  </a:ext>
                </a:extLst>
              </p:cNvPr>
              <p:cNvSpPr txBox="1">
                <a:spLocks noChangeArrowheads="1"/>
              </p:cNvSpPr>
              <p:nvPr/>
            </p:nvSpPr>
            <p:spPr bwMode="auto">
              <a:xfrm>
                <a:off x="1558" y="2105"/>
                <a:ext cx="1048"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zh-CN" sz="2400" b="1" i="1" u="none" strike="noStrike" kern="0" cap="none" spc="0" normalizeH="0" baseline="0" noProof="0" dirty="0">
                    <a:ln>
                      <a:noFill/>
                    </a:ln>
                    <a:solidFill>
                      <a:srgbClr val="1C1C1C"/>
                    </a:solidFill>
                    <a:effectLst/>
                    <a:uLnTx/>
                    <a:uFillTx/>
                    <a:latin typeface="Times New Roman" panose="02020603050405020304" pitchFamily="18" charset="0"/>
                    <a:ea typeface="楷体_GB2312" pitchFamily="49" charset="-122"/>
                  </a:rPr>
                  <a:t>LC</a:t>
                </a:r>
                <a:r>
                  <a:rPr kumimoji="0" lang="zh-CN" altLang="en-US" sz="2400" b="1" i="0" u="none" strike="noStrike" kern="0" cap="none" spc="0" normalizeH="0" baseline="0" noProof="0" dirty="0">
                    <a:ln>
                      <a:noFill/>
                    </a:ln>
                    <a:solidFill>
                      <a:srgbClr val="1C1C1C"/>
                    </a:solidFill>
                    <a:effectLst/>
                    <a:uLnTx/>
                    <a:uFillTx/>
                    <a:latin typeface="Times New Roman" panose="02020603050405020304" pitchFamily="18" charset="0"/>
                    <a:ea typeface="楷体_GB2312" pitchFamily="49" charset="-122"/>
                  </a:rPr>
                  <a:t>振荡器</a:t>
                </a:r>
              </a:p>
            </p:txBody>
          </p:sp>
        </p:grpSp>
        <p:grpSp>
          <p:nvGrpSpPr>
            <p:cNvPr id="34" name="Group 97">
              <a:extLst>
                <a:ext uri="{FF2B5EF4-FFF2-40B4-BE49-F238E27FC236}">
                  <a16:creationId xmlns:a16="http://schemas.microsoft.com/office/drawing/2014/main" id="{B701BE61-08AE-07A1-0F4A-867FFE6E66B3}"/>
                </a:ext>
              </a:extLst>
            </p:cNvPr>
            <p:cNvGrpSpPr>
              <a:grpSpLocks/>
            </p:cNvGrpSpPr>
            <p:nvPr/>
          </p:nvGrpSpPr>
          <p:grpSpPr bwMode="auto">
            <a:xfrm>
              <a:off x="3079941" y="2847973"/>
              <a:ext cx="3124200" cy="2357438"/>
              <a:chOff x="2583" y="890"/>
              <a:chExt cx="1968" cy="1485"/>
            </a:xfrm>
          </p:grpSpPr>
          <p:grpSp>
            <p:nvGrpSpPr>
              <p:cNvPr id="35" name="Group 98">
                <a:extLst>
                  <a:ext uri="{FF2B5EF4-FFF2-40B4-BE49-F238E27FC236}">
                    <a16:creationId xmlns:a16="http://schemas.microsoft.com/office/drawing/2014/main" id="{9647DC19-E0F7-5920-AB8A-425CBC08E9B4}"/>
                  </a:ext>
                </a:extLst>
              </p:cNvPr>
              <p:cNvGrpSpPr>
                <a:grpSpLocks/>
              </p:cNvGrpSpPr>
              <p:nvPr/>
            </p:nvGrpSpPr>
            <p:grpSpPr bwMode="auto">
              <a:xfrm>
                <a:off x="2583" y="890"/>
                <a:ext cx="1642" cy="1087"/>
                <a:chOff x="2637" y="899"/>
                <a:chExt cx="1642" cy="1087"/>
              </a:xfrm>
            </p:grpSpPr>
            <p:sp>
              <p:nvSpPr>
                <p:cNvPr id="37" name="Line 99">
                  <a:extLst>
                    <a:ext uri="{FF2B5EF4-FFF2-40B4-BE49-F238E27FC236}">
                      <a16:creationId xmlns:a16="http://schemas.microsoft.com/office/drawing/2014/main" id="{90119D91-766E-CD38-6124-D61313657F2D}"/>
                    </a:ext>
                  </a:extLst>
                </p:cNvPr>
                <p:cNvSpPr>
                  <a:spLocks noChangeShapeType="1"/>
                </p:cNvSpPr>
                <p:nvPr/>
              </p:nvSpPr>
              <p:spPr bwMode="auto">
                <a:xfrm flipH="1">
                  <a:off x="2756" y="1744"/>
                  <a:ext cx="384" cy="0"/>
                </a:xfrm>
                <a:prstGeom prst="line">
                  <a:avLst/>
                </a:prstGeom>
                <a:noFill/>
                <a:ln w="19050">
                  <a:solidFill>
                    <a:srgbClr val="006666"/>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38" name="Line 100">
                  <a:extLst>
                    <a:ext uri="{FF2B5EF4-FFF2-40B4-BE49-F238E27FC236}">
                      <a16:creationId xmlns:a16="http://schemas.microsoft.com/office/drawing/2014/main" id="{3870BAA2-CBA1-B8DD-FC14-3375E3F814BC}"/>
                    </a:ext>
                  </a:extLst>
                </p:cNvPr>
                <p:cNvSpPr>
                  <a:spLocks noChangeShapeType="1"/>
                </p:cNvSpPr>
                <p:nvPr/>
              </p:nvSpPr>
              <p:spPr bwMode="auto">
                <a:xfrm>
                  <a:off x="2756" y="1114"/>
                  <a:ext cx="0" cy="20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pSp>
              <p:nvGrpSpPr>
                <p:cNvPr id="39" name="Group 101">
                  <a:extLst>
                    <a:ext uri="{FF2B5EF4-FFF2-40B4-BE49-F238E27FC236}">
                      <a16:creationId xmlns:a16="http://schemas.microsoft.com/office/drawing/2014/main" id="{8944A526-3A00-5765-28A6-FEC312A434F0}"/>
                    </a:ext>
                  </a:extLst>
                </p:cNvPr>
                <p:cNvGrpSpPr>
                  <a:grpSpLocks/>
                </p:cNvGrpSpPr>
                <p:nvPr/>
              </p:nvGrpSpPr>
              <p:grpSpPr bwMode="auto">
                <a:xfrm>
                  <a:off x="2637" y="1306"/>
                  <a:ext cx="128" cy="289"/>
                  <a:chOff x="2854" y="1344"/>
                  <a:chExt cx="213" cy="289"/>
                </a:xfrm>
              </p:grpSpPr>
              <p:sp>
                <p:nvSpPr>
                  <p:cNvPr id="61" name="AutoShape 102">
                    <a:extLst>
                      <a:ext uri="{FF2B5EF4-FFF2-40B4-BE49-F238E27FC236}">
                        <a16:creationId xmlns:a16="http://schemas.microsoft.com/office/drawing/2014/main" id="{9BA6CEB0-DBD1-FFC4-77A1-33521CB60903}"/>
                      </a:ext>
                    </a:extLst>
                  </p:cNvPr>
                  <p:cNvSpPr>
                    <a:spLocks/>
                  </p:cNvSpPr>
                  <p:nvPr/>
                </p:nvSpPr>
                <p:spPr bwMode="auto">
                  <a:xfrm rot="10800000">
                    <a:off x="2854" y="1537"/>
                    <a:ext cx="212" cy="96"/>
                  </a:xfrm>
                  <a:prstGeom prst="rightBracket">
                    <a:avLst>
                      <a:gd name="adj" fmla="val 50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62" name="AutoShape 103">
                    <a:extLst>
                      <a:ext uri="{FF2B5EF4-FFF2-40B4-BE49-F238E27FC236}">
                        <a16:creationId xmlns:a16="http://schemas.microsoft.com/office/drawing/2014/main" id="{71549328-BF1E-2429-677E-7358FB0B35C7}"/>
                      </a:ext>
                    </a:extLst>
                  </p:cNvPr>
                  <p:cNvSpPr>
                    <a:spLocks/>
                  </p:cNvSpPr>
                  <p:nvPr/>
                </p:nvSpPr>
                <p:spPr bwMode="auto">
                  <a:xfrm rot="10800000">
                    <a:off x="2855" y="1440"/>
                    <a:ext cx="212" cy="97"/>
                  </a:xfrm>
                  <a:prstGeom prst="rightBracket">
                    <a:avLst>
                      <a:gd name="adj" fmla="val 50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63" name="AutoShape 104">
                    <a:extLst>
                      <a:ext uri="{FF2B5EF4-FFF2-40B4-BE49-F238E27FC236}">
                        <a16:creationId xmlns:a16="http://schemas.microsoft.com/office/drawing/2014/main" id="{E643A172-350F-A499-803D-7529D6270FBB}"/>
                      </a:ext>
                    </a:extLst>
                  </p:cNvPr>
                  <p:cNvSpPr>
                    <a:spLocks/>
                  </p:cNvSpPr>
                  <p:nvPr/>
                </p:nvSpPr>
                <p:spPr bwMode="auto">
                  <a:xfrm rot="10800000">
                    <a:off x="2854" y="1344"/>
                    <a:ext cx="212" cy="96"/>
                  </a:xfrm>
                  <a:prstGeom prst="rightBracket">
                    <a:avLst>
                      <a:gd name="adj" fmla="val 50000"/>
                    </a:avLst>
                  </a:pr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pSp>
            <p:sp>
              <p:nvSpPr>
                <p:cNvPr id="40" name="Line 105">
                  <a:extLst>
                    <a:ext uri="{FF2B5EF4-FFF2-40B4-BE49-F238E27FC236}">
                      <a16:creationId xmlns:a16="http://schemas.microsoft.com/office/drawing/2014/main" id="{289123C9-5E94-A81F-0EC6-439D9FF85F36}"/>
                    </a:ext>
                  </a:extLst>
                </p:cNvPr>
                <p:cNvSpPr>
                  <a:spLocks noChangeShapeType="1"/>
                </p:cNvSpPr>
                <p:nvPr/>
              </p:nvSpPr>
              <p:spPr bwMode="auto">
                <a:xfrm>
                  <a:off x="2761" y="1597"/>
                  <a:ext cx="0" cy="149"/>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41" name="Line 106">
                  <a:extLst>
                    <a:ext uri="{FF2B5EF4-FFF2-40B4-BE49-F238E27FC236}">
                      <a16:creationId xmlns:a16="http://schemas.microsoft.com/office/drawing/2014/main" id="{EA8FAD55-1DFA-DAD3-74C1-B46C4154866C}"/>
                    </a:ext>
                  </a:extLst>
                </p:cNvPr>
                <p:cNvSpPr>
                  <a:spLocks noChangeShapeType="1"/>
                </p:cNvSpPr>
                <p:nvPr/>
              </p:nvSpPr>
              <p:spPr bwMode="auto">
                <a:xfrm>
                  <a:off x="2750" y="1116"/>
                  <a:ext cx="394" cy="0"/>
                </a:xfrm>
                <a:prstGeom prst="line">
                  <a:avLst/>
                </a:prstGeom>
                <a:noFill/>
                <a:ln w="19050">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pSp>
              <p:nvGrpSpPr>
                <p:cNvPr id="42" name="Group 107">
                  <a:extLst>
                    <a:ext uri="{FF2B5EF4-FFF2-40B4-BE49-F238E27FC236}">
                      <a16:creationId xmlns:a16="http://schemas.microsoft.com/office/drawing/2014/main" id="{3CE2250F-AE63-95E1-D0FB-F3E83C6FB486}"/>
                    </a:ext>
                  </a:extLst>
                </p:cNvPr>
                <p:cNvGrpSpPr>
                  <a:grpSpLocks/>
                </p:cNvGrpSpPr>
                <p:nvPr/>
              </p:nvGrpSpPr>
              <p:grpSpPr bwMode="auto">
                <a:xfrm>
                  <a:off x="3141" y="899"/>
                  <a:ext cx="996" cy="1087"/>
                  <a:chOff x="3141" y="899"/>
                  <a:chExt cx="996" cy="1087"/>
                </a:xfrm>
              </p:grpSpPr>
              <p:sp>
                <p:nvSpPr>
                  <p:cNvPr id="46" name="Line 108">
                    <a:extLst>
                      <a:ext uri="{FF2B5EF4-FFF2-40B4-BE49-F238E27FC236}">
                        <a16:creationId xmlns:a16="http://schemas.microsoft.com/office/drawing/2014/main" id="{17E900DA-E499-6750-D99C-62745F7711E3}"/>
                      </a:ext>
                    </a:extLst>
                  </p:cNvPr>
                  <p:cNvSpPr>
                    <a:spLocks noChangeShapeType="1"/>
                  </p:cNvSpPr>
                  <p:nvPr/>
                </p:nvSpPr>
                <p:spPr bwMode="auto">
                  <a:xfrm flipV="1">
                    <a:off x="4134" y="899"/>
                    <a:ext cx="0" cy="480"/>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47" name="Line 109">
                    <a:extLst>
                      <a:ext uri="{FF2B5EF4-FFF2-40B4-BE49-F238E27FC236}">
                        <a16:creationId xmlns:a16="http://schemas.microsoft.com/office/drawing/2014/main" id="{F84A7DC5-6300-6BF6-8826-F92BDAC20467}"/>
                      </a:ext>
                    </a:extLst>
                  </p:cNvPr>
                  <p:cNvSpPr>
                    <a:spLocks noChangeShapeType="1"/>
                  </p:cNvSpPr>
                  <p:nvPr/>
                </p:nvSpPr>
                <p:spPr bwMode="auto">
                  <a:xfrm>
                    <a:off x="4137" y="1459"/>
                    <a:ext cx="0" cy="527"/>
                  </a:xfrm>
                  <a:prstGeom prst="line">
                    <a:avLst/>
                  </a:prstGeom>
                  <a:noFill/>
                  <a:ln w="22225">
                    <a:solidFill>
                      <a:srgbClr val="000000"/>
                    </a:solidFill>
                    <a:miter lim="800000"/>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pSp>
                <p:nvGrpSpPr>
                  <p:cNvPr id="48" name="Group 110">
                    <a:extLst>
                      <a:ext uri="{FF2B5EF4-FFF2-40B4-BE49-F238E27FC236}">
                        <a16:creationId xmlns:a16="http://schemas.microsoft.com/office/drawing/2014/main" id="{A70C3541-5128-E8C4-29D0-7628F24DE5C7}"/>
                      </a:ext>
                    </a:extLst>
                  </p:cNvPr>
                  <p:cNvGrpSpPr>
                    <a:grpSpLocks/>
                  </p:cNvGrpSpPr>
                  <p:nvPr/>
                </p:nvGrpSpPr>
                <p:grpSpPr bwMode="auto">
                  <a:xfrm>
                    <a:off x="3141" y="1372"/>
                    <a:ext cx="994" cy="103"/>
                    <a:chOff x="976" y="2746"/>
                    <a:chExt cx="1458" cy="157"/>
                  </a:xfrm>
                </p:grpSpPr>
                <p:grpSp>
                  <p:nvGrpSpPr>
                    <p:cNvPr id="49" name="Group 111">
                      <a:extLst>
                        <a:ext uri="{FF2B5EF4-FFF2-40B4-BE49-F238E27FC236}">
                          <a16:creationId xmlns:a16="http://schemas.microsoft.com/office/drawing/2014/main" id="{AF219D09-1461-88C1-295D-AF12262A8038}"/>
                        </a:ext>
                      </a:extLst>
                    </p:cNvPr>
                    <p:cNvGrpSpPr>
                      <a:grpSpLocks/>
                    </p:cNvGrpSpPr>
                    <p:nvPr/>
                  </p:nvGrpSpPr>
                  <p:grpSpPr bwMode="auto">
                    <a:xfrm>
                      <a:off x="976" y="2746"/>
                      <a:ext cx="1452" cy="157"/>
                      <a:chOff x="975" y="2746"/>
                      <a:chExt cx="3347" cy="346"/>
                    </a:xfrm>
                  </p:grpSpPr>
                  <p:sp>
                    <p:nvSpPr>
                      <p:cNvPr id="56" name="Arc 112">
                        <a:extLst>
                          <a:ext uri="{FF2B5EF4-FFF2-40B4-BE49-F238E27FC236}">
                            <a16:creationId xmlns:a16="http://schemas.microsoft.com/office/drawing/2014/main" id="{74E4B3C7-96DA-3A02-1485-75B7303ABA93}"/>
                          </a:ext>
                        </a:extLst>
                      </p:cNvPr>
                      <p:cNvSpPr>
                        <a:spLocks/>
                      </p:cNvSpPr>
                      <p:nvPr/>
                    </p:nvSpPr>
                    <p:spPr bwMode="auto">
                      <a:xfrm flipV="1">
                        <a:off x="975" y="2776"/>
                        <a:ext cx="707" cy="305"/>
                      </a:xfrm>
                      <a:custGeom>
                        <a:avLst/>
                        <a:gdLst>
                          <a:gd name="T0" fmla="*/ 0 w 40448"/>
                          <a:gd name="T1" fmla="*/ 0 h 22464"/>
                          <a:gd name="T2" fmla="*/ 0 w 40448"/>
                          <a:gd name="T3" fmla="*/ 0 h 22464"/>
                          <a:gd name="T4" fmla="*/ 0 w 40448"/>
                          <a:gd name="T5" fmla="*/ 0 h 22464"/>
                          <a:gd name="T6" fmla="*/ 0 60000 65536"/>
                          <a:gd name="T7" fmla="*/ 0 60000 65536"/>
                          <a:gd name="T8" fmla="*/ 0 60000 65536"/>
                          <a:gd name="T9" fmla="*/ 0 w 40448"/>
                          <a:gd name="T10" fmla="*/ 0 h 22464"/>
                          <a:gd name="T11" fmla="*/ 40448 w 40448"/>
                          <a:gd name="T12" fmla="*/ 22464 h 22464"/>
                        </a:gdLst>
                        <a:ahLst/>
                        <a:cxnLst>
                          <a:cxn ang="T6">
                            <a:pos x="T0" y="T1"/>
                          </a:cxn>
                          <a:cxn ang="T7">
                            <a:pos x="T2" y="T3"/>
                          </a:cxn>
                          <a:cxn ang="T8">
                            <a:pos x="T4" y="T5"/>
                          </a:cxn>
                        </a:cxnLst>
                        <a:rect l="T9" t="T10" r="T11" b="T12"/>
                        <a:pathLst>
                          <a:path w="40448" h="22464" fill="none" extrusionOk="0">
                            <a:moveTo>
                              <a:pt x="17" y="22463"/>
                            </a:moveTo>
                            <a:cubicBezTo>
                              <a:pt x="5" y="22176"/>
                              <a:pt x="0" y="21888"/>
                              <a:pt x="0" y="21600"/>
                            </a:cubicBezTo>
                            <a:cubicBezTo>
                              <a:pt x="0" y="9670"/>
                              <a:pt x="9670" y="0"/>
                              <a:pt x="21600" y="0"/>
                            </a:cubicBezTo>
                            <a:cubicBezTo>
                              <a:pt x="29419" y="-1"/>
                              <a:pt x="36628" y="4226"/>
                              <a:pt x="40448" y="11049"/>
                            </a:cubicBezTo>
                          </a:path>
                          <a:path w="40448" h="22464" stroke="0" extrusionOk="0">
                            <a:moveTo>
                              <a:pt x="17" y="22463"/>
                            </a:moveTo>
                            <a:cubicBezTo>
                              <a:pt x="5" y="22176"/>
                              <a:pt x="0" y="21888"/>
                              <a:pt x="0" y="21600"/>
                            </a:cubicBezTo>
                            <a:cubicBezTo>
                              <a:pt x="0" y="9670"/>
                              <a:pt x="9670" y="0"/>
                              <a:pt x="21600" y="0"/>
                            </a:cubicBezTo>
                            <a:cubicBezTo>
                              <a:pt x="29419" y="-1"/>
                              <a:pt x="36628" y="4226"/>
                              <a:pt x="40448" y="11049"/>
                            </a:cubicBezTo>
                            <a:lnTo>
                              <a:pt x="21600"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57" name="Arc 113">
                        <a:extLst>
                          <a:ext uri="{FF2B5EF4-FFF2-40B4-BE49-F238E27FC236}">
                            <a16:creationId xmlns:a16="http://schemas.microsoft.com/office/drawing/2014/main" id="{A4EA2A82-701C-28C4-4C46-989E2430559A}"/>
                          </a:ext>
                        </a:extLst>
                      </p:cNvPr>
                      <p:cNvSpPr>
                        <a:spLocks/>
                      </p:cNvSpPr>
                      <p:nvPr/>
                    </p:nvSpPr>
                    <p:spPr bwMode="auto">
                      <a:xfrm>
                        <a:off x="1675" y="2786"/>
                        <a:ext cx="676" cy="293"/>
                      </a:xfrm>
                      <a:custGeom>
                        <a:avLst/>
                        <a:gdLst>
                          <a:gd name="T0" fmla="*/ 0 w 38699"/>
                          <a:gd name="T1" fmla="*/ 0 h 21600"/>
                          <a:gd name="T2" fmla="*/ 0 w 38699"/>
                          <a:gd name="T3" fmla="*/ 0 h 21600"/>
                          <a:gd name="T4" fmla="*/ 0 w 38699"/>
                          <a:gd name="T5" fmla="*/ 0 h 21600"/>
                          <a:gd name="T6" fmla="*/ 0 60000 65536"/>
                          <a:gd name="T7" fmla="*/ 0 60000 65536"/>
                          <a:gd name="T8" fmla="*/ 0 60000 65536"/>
                          <a:gd name="T9" fmla="*/ 0 w 38699"/>
                          <a:gd name="T10" fmla="*/ 0 h 21600"/>
                          <a:gd name="T11" fmla="*/ 38699 w 38699"/>
                          <a:gd name="T12" fmla="*/ 21600 h 21600"/>
                        </a:gdLst>
                        <a:ahLst/>
                        <a:cxnLst>
                          <a:cxn ang="T6">
                            <a:pos x="T0" y="T1"/>
                          </a:cxn>
                          <a:cxn ang="T7">
                            <a:pos x="T2" y="T3"/>
                          </a:cxn>
                          <a:cxn ang="T8">
                            <a:pos x="T4" y="T5"/>
                          </a:cxn>
                        </a:cxnLst>
                        <a:rect l="T9" t="T10" r="T11" b="T12"/>
                        <a:pathLst>
                          <a:path w="38699" h="21600" fill="none" extrusionOk="0">
                            <a:moveTo>
                              <a:pt x="0" y="11272"/>
                            </a:moveTo>
                            <a:cubicBezTo>
                              <a:pt x="3782" y="4324"/>
                              <a:pt x="11060" y="-1"/>
                              <a:pt x="18971" y="0"/>
                            </a:cubicBezTo>
                            <a:cubicBezTo>
                              <a:pt x="27498" y="0"/>
                              <a:pt x="35227" y="5016"/>
                              <a:pt x="38699" y="12804"/>
                            </a:cubicBezTo>
                          </a:path>
                          <a:path w="38699" h="21600" stroke="0" extrusionOk="0">
                            <a:moveTo>
                              <a:pt x="0" y="11272"/>
                            </a:moveTo>
                            <a:cubicBezTo>
                              <a:pt x="3782" y="4324"/>
                              <a:pt x="11060" y="-1"/>
                              <a:pt x="18971" y="0"/>
                            </a:cubicBezTo>
                            <a:cubicBezTo>
                              <a:pt x="27498" y="0"/>
                              <a:pt x="35227" y="5016"/>
                              <a:pt x="38699" y="12804"/>
                            </a:cubicBezTo>
                            <a:lnTo>
                              <a:pt x="18971"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58" name="Arc 114">
                        <a:extLst>
                          <a:ext uri="{FF2B5EF4-FFF2-40B4-BE49-F238E27FC236}">
                            <a16:creationId xmlns:a16="http://schemas.microsoft.com/office/drawing/2014/main" id="{46ADF569-504B-9526-FB07-F99310305392}"/>
                          </a:ext>
                        </a:extLst>
                      </p:cNvPr>
                      <p:cNvSpPr>
                        <a:spLocks/>
                      </p:cNvSpPr>
                      <p:nvPr/>
                    </p:nvSpPr>
                    <p:spPr bwMode="auto">
                      <a:xfrm flipV="1">
                        <a:off x="2321" y="2784"/>
                        <a:ext cx="687" cy="293"/>
                      </a:xfrm>
                      <a:custGeom>
                        <a:avLst/>
                        <a:gdLst>
                          <a:gd name="T0" fmla="*/ 0 w 39322"/>
                          <a:gd name="T1" fmla="*/ 0 h 21600"/>
                          <a:gd name="T2" fmla="*/ 0 w 39322"/>
                          <a:gd name="T3" fmla="*/ 0 h 21600"/>
                          <a:gd name="T4" fmla="*/ 0 w 39322"/>
                          <a:gd name="T5" fmla="*/ 0 h 21600"/>
                          <a:gd name="T6" fmla="*/ 0 60000 65536"/>
                          <a:gd name="T7" fmla="*/ 0 60000 65536"/>
                          <a:gd name="T8" fmla="*/ 0 60000 65536"/>
                          <a:gd name="T9" fmla="*/ 0 w 39322"/>
                          <a:gd name="T10" fmla="*/ 0 h 21600"/>
                          <a:gd name="T11" fmla="*/ 39322 w 39322"/>
                          <a:gd name="T12" fmla="*/ 21600 h 21600"/>
                        </a:gdLst>
                        <a:ahLst/>
                        <a:cxnLst>
                          <a:cxn ang="T6">
                            <a:pos x="T0" y="T1"/>
                          </a:cxn>
                          <a:cxn ang="T7">
                            <a:pos x="T2" y="T3"/>
                          </a:cxn>
                          <a:cxn ang="T8">
                            <a:pos x="T4" y="T5"/>
                          </a:cxn>
                        </a:cxnLst>
                        <a:rect l="T9" t="T10" r="T11" b="T12"/>
                        <a:pathLst>
                          <a:path w="39322" h="21600" fill="none" extrusionOk="0">
                            <a:moveTo>
                              <a:pt x="0" y="12509"/>
                            </a:moveTo>
                            <a:cubicBezTo>
                              <a:pt x="3539" y="4880"/>
                              <a:pt x="11184" y="-1"/>
                              <a:pt x="19594" y="0"/>
                            </a:cubicBezTo>
                            <a:cubicBezTo>
                              <a:pt x="28121" y="0"/>
                              <a:pt x="35850" y="5016"/>
                              <a:pt x="39322" y="12804"/>
                            </a:cubicBezTo>
                          </a:path>
                          <a:path w="39322" h="21600" stroke="0" extrusionOk="0">
                            <a:moveTo>
                              <a:pt x="0" y="12509"/>
                            </a:moveTo>
                            <a:cubicBezTo>
                              <a:pt x="3539" y="4880"/>
                              <a:pt x="11184" y="-1"/>
                              <a:pt x="19594" y="0"/>
                            </a:cubicBezTo>
                            <a:cubicBezTo>
                              <a:pt x="28121" y="0"/>
                              <a:pt x="35850" y="5016"/>
                              <a:pt x="39322" y="12804"/>
                            </a:cubicBezTo>
                            <a:lnTo>
                              <a:pt x="19594"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59" name="Arc 115">
                        <a:extLst>
                          <a:ext uri="{FF2B5EF4-FFF2-40B4-BE49-F238E27FC236}">
                            <a16:creationId xmlns:a16="http://schemas.microsoft.com/office/drawing/2014/main" id="{E3BDE403-2DD4-DD37-D2EE-0BF7D45B1950}"/>
                          </a:ext>
                        </a:extLst>
                      </p:cNvPr>
                      <p:cNvSpPr>
                        <a:spLocks/>
                      </p:cNvSpPr>
                      <p:nvPr/>
                    </p:nvSpPr>
                    <p:spPr bwMode="auto">
                      <a:xfrm>
                        <a:off x="2957" y="2799"/>
                        <a:ext cx="687" cy="293"/>
                      </a:xfrm>
                      <a:custGeom>
                        <a:avLst/>
                        <a:gdLst>
                          <a:gd name="T0" fmla="*/ 0 w 39322"/>
                          <a:gd name="T1" fmla="*/ 0 h 21600"/>
                          <a:gd name="T2" fmla="*/ 0 w 39322"/>
                          <a:gd name="T3" fmla="*/ 0 h 21600"/>
                          <a:gd name="T4" fmla="*/ 0 w 39322"/>
                          <a:gd name="T5" fmla="*/ 0 h 21600"/>
                          <a:gd name="T6" fmla="*/ 0 60000 65536"/>
                          <a:gd name="T7" fmla="*/ 0 60000 65536"/>
                          <a:gd name="T8" fmla="*/ 0 60000 65536"/>
                          <a:gd name="T9" fmla="*/ 0 w 39322"/>
                          <a:gd name="T10" fmla="*/ 0 h 21600"/>
                          <a:gd name="T11" fmla="*/ 39322 w 39322"/>
                          <a:gd name="T12" fmla="*/ 21600 h 21600"/>
                        </a:gdLst>
                        <a:ahLst/>
                        <a:cxnLst>
                          <a:cxn ang="T6">
                            <a:pos x="T0" y="T1"/>
                          </a:cxn>
                          <a:cxn ang="T7">
                            <a:pos x="T2" y="T3"/>
                          </a:cxn>
                          <a:cxn ang="T8">
                            <a:pos x="T4" y="T5"/>
                          </a:cxn>
                        </a:cxnLst>
                        <a:rect l="T9" t="T10" r="T11" b="T12"/>
                        <a:pathLst>
                          <a:path w="39322" h="21600" fill="none" extrusionOk="0">
                            <a:moveTo>
                              <a:pt x="0" y="12509"/>
                            </a:moveTo>
                            <a:cubicBezTo>
                              <a:pt x="3539" y="4880"/>
                              <a:pt x="11184" y="-1"/>
                              <a:pt x="19594" y="0"/>
                            </a:cubicBezTo>
                            <a:cubicBezTo>
                              <a:pt x="28121" y="0"/>
                              <a:pt x="35850" y="5016"/>
                              <a:pt x="39322" y="12804"/>
                            </a:cubicBezTo>
                          </a:path>
                          <a:path w="39322" h="21600" stroke="0" extrusionOk="0">
                            <a:moveTo>
                              <a:pt x="0" y="12509"/>
                            </a:moveTo>
                            <a:cubicBezTo>
                              <a:pt x="3539" y="4880"/>
                              <a:pt x="11184" y="-1"/>
                              <a:pt x="19594" y="0"/>
                            </a:cubicBezTo>
                            <a:cubicBezTo>
                              <a:pt x="28121" y="0"/>
                              <a:pt x="35850" y="5016"/>
                              <a:pt x="39322" y="12804"/>
                            </a:cubicBezTo>
                            <a:lnTo>
                              <a:pt x="19594"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60" name="Arc 116">
                        <a:extLst>
                          <a:ext uri="{FF2B5EF4-FFF2-40B4-BE49-F238E27FC236}">
                            <a16:creationId xmlns:a16="http://schemas.microsoft.com/office/drawing/2014/main" id="{19361C7C-66B5-7573-03D2-D08E1452142B}"/>
                          </a:ext>
                        </a:extLst>
                      </p:cNvPr>
                      <p:cNvSpPr>
                        <a:spLocks/>
                      </p:cNvSpPr>
                      <p:nvPr/>
                    </p:nvSpPr>
                    <p:spPr bwMode="auto">
                      <a:xfrm flipV="1">
                        <a:off x="3602" y="2746"/>
                        <a:ext cx="720" cy="325"/>
                      </a:xfrm>
                      <a:custGeom>
                        <a:avLst/>
                        <a:gdLst>
                          <a:gd name="T0" fmla="*/ 0 w 41194"/>
                          <a:gd name="T1" fmla="*/ 0 h 23963"/>
                          <a:gd name="T2" fmla="*/ 0 w 41194"/>
                          <a:gd name="T3" fmla="*/ 0 h 23963"/>
                          <a:gd name="T4" fmla="*/ 0 w 41194"/>
                          <a:gd name="T5" fmla="*/ 0 h 23963"/>
                          <a:gd name="T6" fmla="*/ 0 60000 65536"/>
                          <a:gd name="T7" fmla="*/ 0 60000 65536"/>
                          <a:gd name="T8" fmla="*/ 0 60000 65536"/>
                          <a:gd name="T9" fmla="*/ 0 w 41194"/>
                          <a:gd name="T10" fmla="*/ 0 h 23963"/>
                          <a:gd name="T11" fmla="*/ 41194 w 41194"/>
                          <a:gd name="T12" fmla="*/ 23963 h 23963"/>
                        </a:gdLst>
                        <a:ahLst/>
                        <a:cxnLst>
                          <a:cxn ang="T6">
                            <a:pos x="T0" y="T1"/>
                          </a:cxn>
                          <a:cxn ang="T7">
                            <a:pos x="T2" y="T3"/>
                          </a:cxn>
                          <a:cxn ang="T8">
                            <a:pos x="T4" y="T5"/>
                          </a:cxn>
                        </a:cxnLst>
                        <a:rect l="T9" t="T10" r="T11" b="T12"/>
                        <a:pathLst>
                          <a:path w="41194" h="23963" fill="none" extrusionOk="0">
                            <a:moveTo>
                              <a:pt x="0" y="12509"/>
                            </a:moveTo>
                            <a:cubicBezTo>
                              <a:pt x="3539" y="4880"/>
                              <a:pt x="11184" y="-1"/>
                              <a:pt x="19594" y="0"/>
                            </a:cubicBezTo>
                            <a:cubicBezTo>
                              <a:pt x="31523" y="0"/>
                              <a:pt x="41194" y="9670"/>
                              <a:pt x="41194" y="21600"/>
                            </a:cubicBezTo>
                            <a:cubicBezTo>
                              <a:pt x="41194" y="22389"/>
                              <a:pt x="41150" y="23178"/>
                              <a:pt x="41064" y="23963"/>
                            </a:cubicBezTo>
                          </a:path>
                          <a:path w="41194" h="23963" stroke="0" extrusionOk="0">
                            <a:moveTo>
                              <a:pt x="0" y="12509"/>
                            </a:moveTo>
                            <a:cubicBezTo>
                              <a:pt x="3539" y="4880"/>
                              <a:pt x="11184" y="-1"/>
                              <a:pt x="19594" y="0"/>
                            </a:cubicBezTo>
                            <a:cubicBezTo>
                              <a:pt x="31523" y="0"/>
                              <a:pt x="41194" y="9670"/>
                              <a:pt x="41194" y="21600"/>
                            </a:cubicBezTo>
                            <a:cubicBezTo>
                              <a:pt x="41194" y="22389"/>
                              <a:pt x="41150" y="23178"/>
                              <a:pt x="41064" y="23963"/>
                            </a:cubicBezTo>
                            <a:lnTo>
                              <a:pt x="19594"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pSp>
                <p:grpSp>
                  <p:nvGrpSpPr>
                    <p:cNvPr id="50" name="Group 117">
                      <a:extLst>
                        <a:ext uri="{FF2B5EF4-FFF2-40B4-BE49-F238E27FC236}">
                          <a16:creationId xmlns:a16="http://schemas.microsoft.com/office/drawing/2014/main" id="{CC91DD4E-309A-6574-4712-2B71BE3D6243}"/>
                        </a:ext>
                      </a:extLst>
                    </p:cNvPr>
                    <p:cNvGrpSpPr>
                      <a:grpSpLocks/>
                    </p:cNvGrpSpPr>
                    <p:nvPr/>
                  </p:nvGrpSpPr>
                  <p:grpSpPr bwMode="auto">
                    <a:xfrm flipV="1">
                      <a:off x="982" y="2750"/>
                      <a:ext cx="1452" cy="148"/>
                      <a:chOff x="975" y="2746"/>
                      <a:chExt cx="3347" cy="346"/>
                    </a:xfrm>
                  </p:grpSpPr>
                  <p:sp>
                    <p:nvSpPr>
                      <p:cNvPr id="51" name="Arc 118">
                        <a:extLst>
                          <a:ext uri="{FF2B5EF4-FFF2-40B4-BE49-F238E27FC236}">
                            <a16:creationId xmlns:a16="http://schemas.microsoft.com/office/drawing/2014/main" id="{937296D4-FFE3-E789-7270-017668DAFF3B}"/>
                          </a:ext>
                        </a:extLst>
                      </p:cNvPr>
                      <p:cNvSpPr>
                        <a:spLocks/>
                      </p:cNvSpPr>
                      <p:nvPr/>
                    </p:nvSpPr>
                    <p:spPr bwMode="auto">
                      <a:xfrm flipV="1">
                        <a:off x="975" y="2776"/>
                        <a:ext cx="707" cy="305"/>
                      </a:xfrm>
                      <a:custGeom>
                        <a:avLst/>
                        <a:gdLst>
                          <a:gd name="T0" fmla="*/ 0 w 40448"/>
                          <a:gd name="T1" fmla="*/ 0 h 22464"/>
                          <a:gd name="T2" fmla="*/ 0 w 40448"/>
                          <a:gd name="T3" fmla="*/ 0 h 22464"/>
                          <a:gd name="T4" fmla="*/ 0 w 40448"/>
                          <a:gd name="T5" fmla="*/ 0 h 22464"/>
                          <a:gd name="T6" fmla="*/ 0 60000 65536"/>
                          <a:gd name="T7" fmla="*/ 0 60000 65536"/>
                          <a:gd name="T8" fmla="*/ 0 60000 65536"/>
                          <a:gd name="T9" fmla="*/ 0 w 40448"/>
                          <a:gd name="T10" fmla="*/ 0 h 22464"/>
                          <a:gd name="T11" fmla="*/ 40448 w 40448"/>
                          <a:gd name="T12" fmla="*/ 22464 h 22464"/>
                        </a:gdLst>
                        <a:ahLst/>
                        <a:cxnLst>
                          <a:cxn ang="T6">
                            <a:pos x="T0" y="T1"/>
                          </a:cxn>
                          <a:cxn ang="T7">
                            <a:pos x="T2" y="T3"/>
                          </a:cxn>
                          <a:cxn ang="T8">
                            <a:pos x="T4" y="T5"/>
                          </a:cxn>
                        </a:cxnLst>
                        <a:rect l="T9" t="T10" r="T11" b="T12"/>
                        <a:pathLst>
                          <a:path w="40448" h="22464" fill="none" extrusionOk="0">
                            <a:moveTo>
                              <a:pt x="17" y="22463"/>
                            </a:moveTo>
                            <a:cubicBezTo>
                              <a:pt x="5" y="22176"/>
                              <a:pt x="0" y="21888"/>
                              <a:pt x="0" y="21600"/>
                            </a:cubicBezTo>
                            <a:cubicBezTo>
                              <a:pt x="0" y="9670"/>
                              <a:pt x="9670" y="0"/>
                              <a:pt x="21600" y="0"/>
                            </a:cubicBezTo>
                            <a:cubicBezTo>
                              <a:pt x="29419" y="-1"/>
                              <a:pt x="36628" y="4226"/>
                              <a:pt x="40448" y="11049"/>
                            </a:cubicBezTo>
                          </a:path>
                          <a:path w="40448" h="22464" stroke="0" extrusionOk="0">
                            <a:moveTo>
                              <a:pt x="17" y="22463"/>
                            </a:moveTo>
                            <a:cubicBezTo>
                              <a:pt x="5" y="22176"/>
                              <a:pt x="0" y="21888"/>
                              <a:pt x="0" y="21600"/>
                            </a:cubicBezTo>
                            <a:cubicBezTo>
                              <a:pt x="0" y="9670"/>
                              <a:pt x="9670" y="0"/>
                              <a:pt x="21600" y="0"/>
                            </a:cubicBezTo>
                            <a:cubicBezTo>
                              <a:pt x="29419" y="-1"/>
                              <a:pt x="36628" y="4226"/>
                              <a:pt x="40448" y="11049"/>
                            </a:cubicBezTo>
                            <a:lnTo>
                              <a:pt x="21600"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52" name="Arc 119">
                        <a:extLst>
                          <a:ext uri="{FF2B5EF4-FFF2-40B4-BE49-F238E27FC236}">
                            <a16:creationId xmlns:a16="http://schemas.microsoft.com/office/drawing/2014/main" id="{19F6A11F-5101-DDDB-F937-0105F1ADAA51}"/>
                          </a:ext>
                        </a:extLst>
                      </p:cNvPr>
                      <p:cNvSpPr>
                        <a:spLocks/>
                      </p:cNvSpPr>
                      <p:nvPr/>
                    </p:nvSpPr>
                    <p:spPr bwMode="auto">
                      <a:xfrm>
                        <a:off x="1675" y="2786"/>
                        <a:ext cx="676" cy="293"/>
                      </a:xfrm>
                      <a:custGeom>
                        <a:avLst/>
                        <a:gdLst>
                          <a:gd name="T0" fmla="*/ 0 w 38699"/>
                          <a:gd name="T1" fmla="*/ 0 h 21600"/>
                          <a:gd name="T2" fmla="*/ 0 w 38699"/>
                          <a:gd name="T3" fmla="*/ 0 h 21600"/>
                          <a:gd name="T4" fmla="*/ 0 w 38699"/>
                          <a:gd name="T5" fmla="*/ 0 h 21600"/>
                          <a:gd name="T6" fmla="*/ 0 60000 65536"/>
                          <a:gd name="T7" fmla="*/ 0 60000 65536"/>
                          <a:gd name="T8" fmla="*/ 0 60000 65536"/>
                          <a:gd name="T9" fmla="*/ 0 w 38699"/>
                          <a:gd name="T10" fmla="*/ 0 h 21600"/>
                          <a:gd name="T11" fmla="*/ 38699 w 38699"/>
                          <a:gd name="T12" fmla="*/ 21600 h 21600"/>
                        </a:gdLst>
                        <a:ahLst/>
                        <a:cxnLst>
                          <a:cxn ang="T6">
                            <a:pos x="T0" y="T1"/>
                          </a:cxn>
                          <a:cxn ang="T7">
                            <a:pos x="T2" y="T3"/>
                          </a:cxn>
                          <a:cxn ang="T8">
                            <a:pos x="T4" y="T5"/>
                          </a:cxn>
                        </a:cxnLst>
                        <a:rect l="T9" t="T10" r="T11" b="T12"/>
                        <a:pathLst>
                          <a:path w="38699" h="21600" fill="none" extrusionOk="0">
                            <a:moveTo>
                              <a:pt x="0" y="11272"/>
                            </a:moveTo>
                            <a:cubicBezTo>
                              <a:pt x="3782" y="4324"/>
                              <a:pt x="11060" y="-1"/>
                              <a:pt x="18971" y="0"/>
                            </a:cubicBezTo>
                            <a:cubicBezTo>
                              <a:pt x="27498" y="0"/>
                              <a:pt x="35227" y="5016"/>
                              <a:pt x="38699" y="12804"/>
                            </a:cubicBezTo>
                          </a:path>
                          <a:path w="38699" h="21600" stroke="0" extrusionOk="0">
                            <a:moveTo>
                              <a:pt x="0" y="11272"/>
                            </a:moveTo>
                            <a:cubicBezTo>
                              <a:pt x="3782" y="4324"/>
                              <a:pt x="11060" y="-1"/>
                              <a:pt x="18971" y="0"/>
                            </a:cubicBezTo>
                            <a:cubicBezTo>
                              <a:pt x="27498" y="0"/>
                              <a:pt x="35227" y="5016"/>
                              <a:pt x="38699" y="12804"/>
                            </a:cubicBezTo>
                            <a:lnTo>
                              <a:pt x="18971"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53" name="Arc 120">
                        <a:extLst>
                          <a:ext uri="{FF2B5EF4-FFF2-40B4-BE49-F238E27FC236}">
                            <a16:creationId xmlns:a16="http://schemas.microsoft.com/office/drawing/2014/main" id="{00A8E46B-D514-9726-8D1E-9BCEAABE8E76}"/>
                          </a:ext>
                        </a:extLst>
                      </p:cNvPr>
                      <p:cNvSpPr>
                        <a:spLocks/>
                      </p:cNvSpPr>
                      <p:nvPr/>
                    </p:nvSpPr>
                    <p:spPr bwMode="auto">
                      <a:xfrm flipV="1">
                        <a:off x="2321" y="2784"/>
                        <a:ext cx="687" cy="293"/>
                      </a:xfrm>
                      <a:custGeom>
                        <a:avLst/>
                        <a:gdLst>
                          <a:gd name="T0" fmla="*/ 0 w 39322"/>
                          <a:gd name="T1" fmla="*/ 0 h 21600"/>
                          <a:gd name="T2" fmla="*/ 0 w 39322"/>
                          <a:gd name="T3" fmla="*/ 0 h 21600"/>
                          <a:gd name="T4" fmla="*/ 0 w 39322"/>
                          <a:gd name="T5" fmla="*/ 0 h 21600"/>
                          <a:gd name="T6" fmla="*/ 0 60000 65536"/>
                          <a:gd name="T7" fmla="*/ 0 60000 65536"/>
                          <a:gd name="T8" fmla="*/ 0 60000 65536"/>
                          <a:gd name="T9" fmla="*/ 0 w 39322"/>
                          <a:gd name="T10" fmla="*/ 0 h 21600"/>
                          <a:gd name="T11" fmla="*/ 39322 w 39322"/>
                          <a:gd name="T12" fmla="*/ 21600 h 21600"/>
                        </a:gdLst>
                        <a:ahLst/>
                        <a:cxnLst>
                          <a:cxn ang="T6">
                            <a:pos x="T0" y="T1"/>
                          </a:cxn>
                          <a:cxn ang="T7">
                            <a:pos x="T2" y="T3"/>
                          </a:cxn>
                          <a:cxn ang="T8">
                            <a:pos x="T4" y="T5"/>
                          </a:cxn>
                        </a:cxnLst>
                        <a:rect l="T9" t="T10" r="T11" b="T12"/>
                        <a:pathLst>
                          <a:path w="39322" h="21600" fill="none" extrusionOk="0">
                            <a:moveTo>
                              <a:pt x="0" y="12509"/>
                            </a:moveTo>
                            <a:cubicBezTo>
                              <a:pt x="3539" y="4880"/>
                              <a:pt x="11184" y="-1"/>
                              <a:pt x="19594" y="0"/>
                            </a:cubicBezTo>
                            <a:cubicBezTo>
                              <a:pt x="28121" y="0"/>
                              <a:pt x="35850" y="5016"/>
                              <a:pt x="39322" y="12804"/>
                            </a:cubicBezTo>
                          </a:path>
                          <a:path w="39322" h="21600" stroke="0" extrusionOk="0">
                            <a:moveTo>
                              <a:pt x="0" y="12509"/>
                            </a:moveTo>
                            <a:cubicBezTo>
                              <a:pt x="3539" y="4880"/>
                              <a:pt x="11184" y="-1"/>
                              <a:pt x="19594" y="0"/>
                            </a:cubicBezTo>
                            <a:cubicBezTo>
                              <a:pt x="28121" y="0"/>
                              <a:pt x="35850" y="5016"/>
                              <a:pt x="39322" y="12804"/>
                            </a:cubicBezTo>
                            <a:lnTo>
                              <a:pt x="19594"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54" name="Arc 121">
                        <a:extLst>
                          <a:ext uri="{FF2B5EF4-FFF2-40B4-BE49-F238E27FC236}">
                            <a16:creationId xmlns:a16="http://schemas.microsoft.com/office/drawing/2014/main" id="{05B8A96C-B19C-7CB6-19FB-3DB1E881D15C}"/>
                          </a:ext>
                        </a:extLst>
                      </p:cNvPr>
                      <p:cNvSpPr>
                        <a:spLocks/>
                      </p:cNvSpPr>
                      <p:nvPr/>
                    </p:nvSpPr>
                    <p:spPr bwMode="auto">
                      <a:xfrm>
                        <a:off x="2957" y="2799"/>
                        <a:ext cx="687" cy="293"/>
                      </a:xfrm>
                      <a:custGeom>
                        <a:avLst/>
                        <a:gdLst>
                          <a:gd name="T0" fmla="*/ 0 w 39322"/>
                          <a:gd name="T1" fmla="*/ 0 h 21600"/>
                          <a:gd name="T2" fmla="*/ 0 w 39322"/>
                          <a:gd name="T3" fmla="*/ 0 h 21600"/>
                          <a:gd name="T4" fmla="*/ 0 w 39322"/>
                          <a:gd name="T5" fmla="*/ 0 h 21600"/>
                          <a:gd name="T6" fmla="*/ 0 60000 65536"/>
                          <a:gd name="T7" fmla="*/ 0 60000 65536"/>
                          <a:gd name="T8" fmla="*/ 0 60000 65536"/>
                          <a:gd name="T9" fmla="*/ 0 w 39322"/>
                          <a:gd name="T10" fmla="*/ 0 h 21600"/>
                          <a:gd name="T11" fmla="*/ 39322 w 39322"/>
                          <a:gd name="T12" fmla="*/ 21600 h 21600"/>
                        </a:gdLst>
                        <a:ahLst/>
                        <a:cxnLst>
                          <a:cxn ang="T6">
                            <a:pos x="T0" y="T1"/>
                          </a:cxn>
                          <a:cxn ang="T7">
                            <a:pos x="T2" y="T3"/>
                          </a:cxn>
                          <a:cxn ang="T8">
                            <a:pos x="T4" y="T5"/>
                          </a:cxn>
                        </a:cxnLst>
                        <a:rect l="T9" t="T10" r="T11" b="T12"/>
                        <a:pathLst>
                          <a:path w="39322" h="21600" fill="none" extrusionOk="0">
                            <a:moveTo>
                              <a:pt x="0" y="12509"/>
                            </a:moveTo>
                            <a:cubicBezTo>
                              <a:pt x="3539" y="4880"/>
                              <a:pt x="11184" y="-1"/>
                              <a:pt x="19594" y="0"/>
                            </a:cubicBezTo>
                            <a:cubicBezTo>
                              <a:pt x="28121" y="0"/>
                              <a:pt x="35850" y="5016"/>
                              <a:pt x="39322" y="12804"/>
                            </a:cubicBezTo>
                          </a:path>
                          <a:path w="39322" h="21600" stroke="0" extrusionOk="0">
                            <a:moveTo>
                              <a:pt x="0" y="12509"/>
                            </a:moveTo>
                            <a:cubicBezTo>
                              <a:pt x="3539" y="4880"/>
                              <a:pt x="11184" y="-1"/>
                              <a:pt x="19594" y="0"/>
                            </a:cubicBezTo>
                            <a:cubicBezTo>
                              <a:pt x="28121" y="0"/>
                              <a:pt x="35850" y="5016"/>
                              <a:pt x="39322" y="12804"/>
                            </a:cubicBezTo>
                            <a:lnTo>
                              <a:pt x="19594"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55" name="Arc 122">
                        <a:extLst>
                          <a:ext uri="{FF2B5EF4-FFF2-40B4-BE49-F238E27FC236}">
                            <a16:creationId xmlns:a16="http://schemas.microsoft.com/office/drawing/2014/main" id="{19DD5A31-A7D3-3B76-550F-583AAB25E6AC}"/>
                          </a:ext>
                        </a:extLst>
                      </p:cNvPr>
                      <p:cNvSpPr>
                        <a:spLocks/>
                      </p:cNvSpPr>
                      <p:nvPr/>
                    </p:nvSpPr>
                    <p:spPr bwMode="auto">
                      <a:xfrm flipV="1">
                        <a:off x="3602" y="2746"/>
                        <a:ext cx="720" cy="325"/>
                      </a:xfrm>
                      <a:custGeom>
                        <a:avLst/>
                        <a:gdLst>
                          <a:gd name="T0" fmla="*/ 0 w 41194"/>
                          <a:gd name="T1" fmla="*/ 0 h 23963"/>
                          <a:gd name="T2" fmla="*/ 0 w 41194"/>
                          <a:gd name="T3" fmla="*/ 0 h 23963"/>
                          <a:gd name="T4" fmla="*/ 0 w 41194"/>
                          <a:gd name="T5" fmla="*/ 0 h 23963"/>
                          <a:gd name="T6" fmla="*/ 0 60000 65536"/>
                          <a:gd name="T7" fmla="*/ 0 60000 65536"/>
                          <a:gd name="T8" fmla="*/ 0 60000 65536"/>
                          <a:gd name="T9" fmla="*/ 0 w 41194"/>
                          <a:gd name="T10" fmla="*/ 0 h 23963"/>
                          <a:gd name="T11" fmla="*/ 41194 w 41194"/>
                          <a:gd name="T12" fmla="*/ 23963 h 23963"/>
                        </a:gdLst>
                        <a:ahLst/>
                        <a:cxnLst>
                          <a:cxn ang="T6">
                            <a:pos x="T0" y="T1"/>
                          </a:cxn>
                          <a:cxn ang="T7">
                            <a:pos x="T2" y="T3"/>
                          </a:cxn>
                          <a:cxn ang="T8">
                            <a:pos x="T4" y="T5"/>
                          </a:cxn>
                        </a:cxnLst>
                        <a:rect l="T9" t="T10" r="T11" b="T12"/>
                        <a:pathLst>
                          <a:path w="41194" h="23963" fill="none" extrusionOk="0">
                            <a:moveTo>
                              <a:pt x="0" y="12509"/>
                            </a:moveTo>
                            <a:cubicBezTo>
                              <a:pt x="3539" y="4880"/>
                              <a:pt x="11184" y="-1"/>
                              <a:pt x="19594" y="0"/>
                            </a:cubicBezTo>
                            <a:cubicBezTo>
                              <a:pt x="31523" y="0"/>
                              <a:pt x="41194" y="9670"/>
                              <a:pt x="41194" y="21600"/>
                            </a:cubicBezTo>
                            <a:cubicBezTo>
                              <a:pt x="41194" y="22389"/>
                              <a:pt x="41150" y="23178"/>
                              <a:pt x="41064" y="23963"/>
                            </a:cubicBezTo>
                          </a:path>
                          <a:path w="41194" h="23963" stroke="0" extrusionOk="0">
                            <a:moveTo>
                              <a:pt x="0" y="12509"/>
                            </a:moveTo>
                            <a:cubicBezTo>
                              <a:pt x="3539" y="4880"/>
                              <a:pt x="11184" y="-1"/>
                              <a:pt x="19594" y="0"/>
                            </a:cubicBezTo>
                            <a:cubicBezTo>
                              <a:pt x="31523" y="0"/>
                              <a:pt x="41194" y="9670"/>
                              <a:pt x="41194" y="21600"/>
                            </a:cubicBezTo>
                            <a:cubicBezTo>
                              <a:pt x="41194" y="22389"/>
                              <a:pt x="41150" y="23178"/>
                              <a:pt x="41064" y="23963"/>
                            </a:cubicBezTo>
                            <a:lnTo>
                              <a:pt x="19594" y="21600"/>
                            </a:lnTo>
                            <a:close/>
                          </a:path>
                        </a:pathLst>
                      </a:custGeom>
                      <a:noFill/>
                      <a:ln w="2222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32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pSp>
              </p:grpSp>
            </p:grpSp>
            <p:sp>
              <p:nvSpPr>
                <p:cNvPr id="43" name="Line 123">
                  <a:extLst>
                    <a:ext uri="{FF2B5EF4-FFF2-40B4-BE49-F238E27FC236}">
                      <a16:creationId xmlns:a16="http://schemas.microsoft.com/office/drawing/2014/main" id="{3B3D5533-BEBA-72E0-A814-C3F8D136CA72}"/>
                    </a:ext>
                  </a:extLst>
                </p:cNvPr>
                <p:cNvSpPr>
                  <a:spLocks noChangeShapeType="1"/>
                </p:cNvSpPr>
                <p:nvPr/>
              </p:nvSpPr>
              <p:spPr bwMode="auto">
                <a:xfrm>
                  <a:off x="3140" y="1114"/>
                  <a:ext cx="0" cy="264"/>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44" name="Line 124">
                  <a:extLst>
                    <a:ext uri="{FF2B5EF4-FFF2-40B4-BE49-F238E27FC236}">
                      <a16:creationId xmlns:a16="http://schemas.microsoft.com/office/drawing/2014/main" id="{016220F2-55AD-DCE3-2734-42B036B5351C}"/>
                    </a:ext>
                  </a:extLst>
                </p:cNvPr>
                <p:cNvSpPr>
                  <a:spLocks noChangeShapeType="1"/>
                </p:cNvSpPr>
                <p:nvPr/>
              </p:nvSpPr>
              <p:spPr bwMode="auto">
                <a:xfrm>
                  <a:off x="3145" y="1464"/>
                  <a:ext cx="0" cy="283"/>
                </a:xfrm>
                <a:prstGeom prst="line">
                  <a:avLst/>
                </a:prstGeom>
                <a:noFill/>
                <a:ln w="22225">
                  <a:solidFill>
                    <a:srgbClr val="000000"/>
                  </a:solidFill>
                  <a:round/>
                  <a:headEnd/>
                  <a:tailEn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ct val="0"/>
                    </a:spcBef>
                    <a:spcAft>
                      <a:spcPts val="0"/>
                    </a:spcAft>
                    <a:buClrTx/>
                    <a:buSzTx/>
                    <a:buFontTx/>
                    <a:buNone/>
                    <a:tabLst/>
                    <a:defRPr/>
                  </a:pPr>
                  <a:endParaRPr kumimoji="0" lang="zh-CN" altLang="en-US" sz="1800" b="0"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45" name="Text Box 125">
                  <a:extLst>
                    <a:ext uri="{FF2B5EF4-FFF2-40B4-BE49-F238E27FC236}">
                      <a16:creationId xmlns:a16="http://schemas.microsoft.com/office/drawing/2014/main" id="{03416E32-E66B-A68D-9CD0-72E2154159C6}"/>
                    </a:ext>
                  </a:extLst>
                </p:cNvPr>
                <p:cNvSpPr txBox="1">
                  <a:spLocks noChangeArrowheads="1"/>
                </p:cNvSpPr>
                <p:nvPr/>
              </p:nvSpPr>
              <p:spPr bwMode="auto">
                <a:xfrm>
                  <a:off x="3288" y="1515"/>
                  <a:ext cx="99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a:ln>
                        <a:noFill/>
                      </a:ln>
                      <a:solidFill>
                        <a:srgbClr val="1C1C1C"/>
                      </a:solidFill>
                      <a:effectLst/>
                      <a:uLnTx/>
                      <a:uFillTx/>
                      <a:latin typeface="Times New Roman" panose="02020603050405020304" pitchFamily="18" charset="0"/>
                      <a:ea typeface="楷体_GB2312" pitchFamily="49" charset="-122"/>
                    </a:rPr>
                    <a:t>传输线</a:t>
                  </a:r>
                </a:p>
              </p:txBody>
            </p:sp>
          </p:grpSp>
          <p:sp>
            <p:nvSpPr>
              <p:cNvPr id="36" name="Text Box 126">
                <a:extLst>
                  <a:ext uri="{FF2B5EF4-FFF2-40B4-BE49-F238E27FC236}">
                    <a16:creationId xmlns:a16="http://schemas.microsoft.com/office/drawing/2014/main" id="{16A586C4-68A6-9AEB-9DB4-E0873AAE3C33}"/>
                  </a:ext>
                </a:extLst>
              </p:cNvPr>
              <p:cNvSpPr txBox="1">
                <a:spLocks noChangeArrowheads="1"/>
              </p:cNvSpPr>
              <p:nvPr/>
            </p:nvSpPr>
            <p:spPr bwMode="auto">
              <a:xfrm>
                <a:off x="3389" y="2087"/>
                <a:ext cx="116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400" b="1" i="0" u="none" strike="noStrike" kern="0" cap="none" spc="0" normalizeH="0" baseline="0" noProof="0" dirty="0">
                    <a:ln>
                      <a:noFill/>
                    </a:ln>
                    <a:solidFill>
                      <a:srgbClr val="1C1C1C"/>
                    </a:solidFill>
                    <a:effectLst/>
                    <a:uLnTx/>
                    <a:uFillTx/>
                    <a:latin typeface="Times New Roman" panose="02020603050405020304" pitchFamily="18" charset="0"/>
                    <a:ea typeface="楷体_GB2312" pitchFamily="49" charset="-122"/>
                  </a:rPr>
                  <a:t>偶极子天线</a:t>
                </a:r>
              </a:p>
            </p:txBody>
          </p:sp>
        </p:grpSp>
        <p:sp>
          <p:nvSpPr>
            <p:cNvPr id="2" name="Text Box 74">
              <a:extLst>
                <a:ext uri="{FF2B5EF4-FFF2-40B4-BE49-F238E27FC236}">
                  <a16:creationId xmlns:a16="http://schemas.microsoft.com/office/drawing/2014/main" id="{3D274D51-8878-EC7D-37F0-AC33AB2E0A32}"/>
                </a:ext>
              </a:extLst>
            </p:cNvPr>
            <p:cNvSpPr txBox="1">
              <a:spLocks noChangeArrowheads="1"/>
            </p:cNvSpPr>
            <p:nvPr/>
          </p:nvSpPr>
          <p:spPr bwMode="auto">
            <a:xfrm>
              <a:off x="73787" y="3457574"/>
              <a:ext cx="1020762" cy="538162"/>
            </a:xfrm>
            <a:prstGeom prst="rect">
              <a:avLst/>
            </a:prstGeom>
            <a:solidFill>
              <a:schemeClr val="bg1">
                <a:lumMod val="95000"/>
              </a:schemeClr>
            </a:solidFill>
            <a:ln w="19050">
              <a:solidFill>
                <a:srgbClr val="000000"/>
              </a:solidFill>
              <a:miter lim="800000"/>
              <a:headEnd/>
              <a:tailEnd/>
            </a:ln>
          </p:spPr>
          <p:txBody>
            <a:bodyPr>
              <a:spAutoFit/>
            </a:bodyPr>
            <a:lstStyle>
              <a:lvl1pPr eaLnBrk="0" hangingPunct="0">
                <a:defRPr sz="3200" b="1">
                  <a:solidFill>
                    <a:srgbClr val="1C1C1C"/>
                  </a:solidFill>
                  <a:latin typeface="Times New Roman" panose="02020603050405020304" pitchFamily="18" charset="0"/>
                  <a:ea typeface="宋体" panose="02010600030101010101" pitchFamily="2" charset="-122"/>
                </a:defRPr>
              </a:lvl1pPr>
              <a:lvl2pPr marL="742950" indent="-285750" eaLnBrk="0" hangingPunct="0">
                <a:defRPr sz="3200" b="1">
                  <a:solidFill>
                    <a:srgbClr val="1C1C1C"/>
                  </a:solidFill>
                  <a:latin typeface="Times New Roman" panose="02020603050405020304" pitchFamily="18" charset="0"/>
                  <a:ea typeface="宋体" panose="02010600030101010101" pitchFamily="2" charset="-122"/>
                </a:defRPr>
              </a:lvl2pPr>
              <a:lvl3pPr marL="1143000" indent="-228600" eaLnBrk="0" hangingPunct="0">
                <a:defRPr sz="3200" b="1">
                  <a:solidFill>
                    <a:srgbClr val="1C1C1C"/>
                  </a:solidFill>
                  <a:latin typeface="Times New Roman" panose="02020603050405020304" pitchFamily="18" charset="0"/>
                  <a:ea typeface="宋体" panose="02010600030101010101" pitchFamily="2" charset="-122"/>
                </a:defRPr>
              </a:lvl3pPr>
              <a:lvl4pPr marL="1600200" indent="-228600" eaLnBrk="0" hangingPunct="0">
                <a:defRPr sz="3200" b="1">
                  <a:solidFill>
                    <a:srgbClr val="1C1C1C"/>
                  </a:solidFill>
                  <a:latin typeface="Times New Roman" panose="02020603050405020304" pitchFamily="18" charset="0"/>
                  <a:ea typeface="宋体" panose="02010600030101010101" pitchFamily="2" charset="-122"/>
                </a:defRPr>
              </a:lvl4pPr>
              <a:lvl5pPr marL="2057400" indent="-228600" eaLnBrk="0" hangingPunct="0">
                <a:defRPr sz="32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3200" b="1">
                  <a:solidFill>
                    <a:srgbClr val="1C1C1C"/>
                  </a:solidFill>
                  <a:latin typeface="Times New Roman" panose="02020603050405020304" pitchFamily="18"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dirty="0">
                  <a:ln>
                    <a:noFill/>
                  </a:ln>
                  <a:solidFill>
                    <a:srgbClr val="1C1C1C"/>
                  </a:solidFill>
                  <a:effectLst/>
                  <a:uLnTx/>
                  <a:uFillTx/>
                  <a:latin typeface="Times New Roman" panose="02020603050405020304" pitchFamily="18" charset="0"/>
                  <a:ea typeface="楷体_GB2312" pitchFamily="49" charset="-122"/>
                </a:rPr>
                <a:t>电源</a:t>
              </a:r>
            </a:p>
          </p:txBody>
        </p:sp>
      </p:grpSp>
      <mc:AlternateContent xmlns:mc="http://schemas.openxmlformats.org/markup-compatibility/2006">
        <mc:Choice xmlns:a14="http://schemas.microsoft.com/office/drawing/2010/main" Requires="a14">
          <p:sp>
            <p:nvSpPr>
              <p:cNvPr id="79" name="Object 57">
                <a:extLst>
                  <a:ext uri="{FF2B5EF4-FFF2-40B4-BE49-F238E27FC236}">
                    <a16:creationId xmlns:a16="http://schemas.microsoft.com/office/drawing/2014/main" id="{6A9DB296-44BE-3B2E-A642-45C00709EC03}"/>
                  </a:ext>
                </a:extLst>
              </p:cNvPr>
              <p:cNvSpPr txBox="1"/>
              <p:nvPr/>
            </p:nvSpPr>
            <p:spPr bwMode="auto">
              <a:xfrm>
                <a:off x="241691" y="5449448"/>
                <a:ext cx="2081008" cy="9144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1" i="1" smtClean="0">
                          <a:solidFill>
                            <a:srgbClr val="0000FF"/>
                          </a:solidFill>
                          <a:latin typeface="Cambria Math" panose="02040503050406030204" pitchFamily="18" charset="0"/>
                        </a:rPr>
                        <m:t>𝝎</m:t>
                      </m:r>
                      <m:r>
                        <a:rPr lang="zh-CN" altLang="en-US" sz="2800" b="1" i="1" smtClean="0">
                          <a:solidFill>
                            <a:srgbClr val="0000FF"/>
                          </a:solidFill>
                          <a:latin typeface="Cambria Math" panose="02040503050406030204" pitchFamily="18" charset="0"/>
                        </a:rPr>
                        <m:t>=</m:t>
                      </m:r>
                      <m:f>
                        <m:fPr>
                          <m:ctrlPr>
                            <a:rPr lang="zh-CN" altLang="en-US" sz="2800" b="1" i="1">
                              <a:solidFill>
                                <a:srgbClr val="0000FF"/>
                              </a:solidFill>
                              <a:latin typeface="Cambria Math" panose="02040503050406030204" pitchFamily="18" charset="0"/>
                            </a:rPr>
                          </m:ctrlPr>
                        </m:fPr>
                        <m:num>
                          <m:r>
                            <a:rPr lang="zh-CN" altLang="en-US" sz="2800" b="1" i="1">
                              <a:solidFill>
                                <a:srgbClr val="0000FF"/>
                              </a:solidFill>
                              <a:latin typeface="Cambria Math" panose="02040503050406030204" pitchFamily="18" charset="0"/>
                            </a:rPr>
                            <m:t>𝟏</m:t>
                          </m:r>
                        </m:num>
                        <m:den>
                          <m:rad>
                            <m:radPr>
                              <m:degHide m:val="on"/>
                              <m:ctrlPr>
                                <a:rPr lang="zh-CN" altLang="en-US" sz="2800" b="1" i="1">
                                  <a:solidFill>
                                    <a:srgbClr val="0000FF"/>
                                  </a:solidFill>
                                  <a:latin typeface="Cambria Math" panose="02040503050406030204" pitchFamily="18" charset="0"/>
                                </a:rPr>
                              </m:ctrlPr>
                            </m:radPr>
                            <m:deg/>
                            <m:e>
                              <m:r>
                                <a:rPr lang="zh-CN" altLang="en-US" sz="2800" b="1" i="1">
                                  <a:solidFill>
                                    <a:srgbClr val="0000FF"/>
                                  </a:solidFill>
                                  <a:latin typeface="Cambria Math" panose="02040503050406030204" pitchFamily="18" charset="0"/>
                                </a:rPr>
                                <m:t>𝑳𝑪</m:t>
                              </m:r>
                            </m:e>
                          </m:rad>
                        </m:den>
                      </m:f>
                    </m:oMath>
                  </m:oMathPara>
                </a14:m>
                <a:endParaRPr lang="zh-CN" altLang="en-US" sz="2800" b="1" dirty="0">
                  <a:solidFill>
                    <a:srgbClr val="0000FF"/>
                  </a:solidFill>
                </a:endParaRPr>
              </a:p>
            </p:txBody>
          </p:sp>
        </mc:Choice>
        <mc:Fallback>
          <p:sp>
            <p:nvSpPr>
              <p:cNvPr id="79" name="Object 57">
                <a:extLst>
                  <a:ext uri="{FF2B5EF4-FFF2-40B4-BE49-F238E27FC236}">
                    <a16:creationId xmlns:a16="http://schemas.microsoft.com/office/drawing/2014/main" id="{6A9DB296-44BE-3B2E-A642-45C00709EC03}"/>
                  </a:ext>
                </a:extLst>
              </p:cNvPr>
              <p:cNvSpPr txBox="1">
                <a:spLocks noRot="1" noChangeAspect="1" noMove="1" noResize="1" noEditPoints="1" noAdjustHandles="1" noChangeArrowheads="1" noChangeShapeType="1" noTextEdit="1"/>
              </p:cNvSpPr>
              <p:nvPr/>
            </p:nvSpPr>
            <p:spPr bwMode="auto">
              <a:xfrm>
                <a:off x="241691" y="5449448"/>
                <a:ext cx="2081008" cy="914400"/>
              </a:xfrm>
              <a:prstGeom prst="rect">
                <a:avLst/>
              </a:prstGeom>
              <a:blipFill>
                <a:blip r:embed="rId11"/>
                <a:stretch>
                  <a:fillRect b="-66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4869133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9"/>
                                        </p:tgtEl>
                                        <p:attrNameLst>
                                          <p:attrName>style.visibility</p:attrName>
                                        </p:attrNameLst>
                                      </p:cBhvr>
                                      <p:to>
                                        <p:strVal val="visible"/>
                                      </p:to>
                                    </p:set>
                                    <p:animEffect transition="in" filter="wipe(left)">
                                      <p:cBhvr>
                                        <p:cTn id="7" dur="500"/>
                                        <p:tgtEl>
                                          <p:spTgt spid="7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9"/>
                                        </p:tgtEl>
                                        <p:attrNameLst>
                                          <p:attrName>style.visibility</p:attrName>
                                        </p:attrNameLst>
                                      </p:cBhvr>
                                      <p:to>
                                        <p:strVal val="visible"/>
                                      </p:to>
                                    </p:set>
                                    <p:animEffect transition="in" filter="wipe(left)">
                                      <p:cBhvr>
                                        <p:cTn id="12" dur="500"/>
                                        <p:tgtEl>
                                          <p:spTgt spid="6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
                                        </p:tgtEl>
                                        <p:attrNameLst>
                                          <p:attrName>style.visibility</p:attrName>
                                        </p:attrNameLst>
                                      </p:cBhvr>
                                      <p:to>
                                        <p:strVal val="visible"/>
                                      </p:to>
                                    </p:set>
                                    <p:animEffect transition="in" filter="wipe(left)">
                                      <p:cBhvr>
                                        <p:cTn id="17" dur="500"/>
                                        <p:tgtEl>
                                          <p:spTgt spid="7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0"/>
                                        </p:tgtEl>
                                        <p:attrNameLst>
                                          <p:attrName>style.visibility</p:attrName>
                                        </p:attrNameLst>
                                      </p:cBhvr>
                                      <p:to>
                                        <p:strVal val="visible"/>
                                      </p:to>
                                    </p:set>
                                    <p:animEffect transition="in" filter="wipe(left)">
                                      <p:cBhvr>
                                        <p:cTn id="22" dur="500"/>
                                        <p:tgtEl>
                                          <p:spTgt spid="7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72"/>
                                        </p:tgtEl>
                                        <p:attrNameLst>
                                          <p:attrName>style.visibility</p:attrName>
                                        </p:attrNameLst>
                                      </p:cBhvr>
                                      <p:to>
                                        <p:strVal val="visible"/>
                                      </p:to>
                                    </p:set>
                                    <p:animEffect transition="in" filter="wipe(left)">
                                      <p:cBhvr>
                                        <p:cTn id="27"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 grpId="0"/>
      <p:bldP spid="70" grpId="0"/>
      <p:bldP spid="71" grpId="0"/>
      <p:bldP spid="7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a:extLst>
              <a:ext uri="{FF2B5EF4-FFF2-40B4-BE49-F238E27FC236}">
                <a16:creationId xmlns:a16="http://schemas.microsoft.com/office/drawing/2014/main" id="{96591464-9672-4DFF-810B-D333EB4601AF}"/>
              </a:ext>
            </a:extLst>
          </p:cNvPr>
          <p:cNvSpPr/>
          <p:nvPr/>
        </p:nvSpPr>
        <p:spPr>
          <a:xfrm>
            <a:off x="4292518" y="1547294"/>
            <a:ext cx="2512226" cy="584775"/>
          </a:xfrm>
          <a:prstGeom prst="rect">
            <a:avLst/>
          </a:prstGeom>
        </p:spPr>
        <p:txBody>
          <a:bodyPr wrap="none">
            <a:spAutoFit/>
          </a:bodyPr>
          <a:lstStyle/>
          <a:p>
            <a:pPr lvl="0"/>
            <a:r>
              <a:rPr kumimoji="1" lang="zh-CN" altLang="en-US" sz="3200" dirty="0">
                <a:latin typeface="Microsoft Yahei" panose="020B0503020204020204" pitchFamily="34" charset="-122"/>
                <a:ea typeface="Microsoft Yahei" panose="020B0503020204020204" pitchFamily="34" charset="-122"/>
              </a:rPr>
              <a:t>（     ，    ）</a:t>
            </a:r>
            <a:endParaRPr kumimoji="1" lang="en-US" altLang="zh-CN" sz="3200" dirty="0">
              <a:latin typeface="Microsoft Yahei" panose="020B0503020204020204" pitchFamily="34" charset="-122"/>
              <a:ea typeface="Microsoft Yahei" panose="020B0503020204020204" pitchFamily="34" charset="-122"/>
            </a:endParaRPr>
          </a:p>
        </p:txBody>
      </p:sp>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532871" y="641363"/>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波动光学简介</a:t>
            </a:r>
          </a:p>
        </p:txBody>
      </p:sp>
      <p:pic>
        <p:nvPicPr>
          <p:cNvPr id="15" name="图片 14">
            <a:extLst>
              <a:ext uri="{FF2B5EF4-FFF2-40B4-BE49-F238E27FC236}">
                <a16:creationId xmlns:a16="http://schemas.microsoft.com/office/drawing/2014/main" id="{CAC12435-77A9-4051-A4E1-5961B71E2E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09679" y="2635543"/>
            <a:ext cx="5469399" cy="3429401"/>
          </a:xfrm>
          <a:prstGeom prst="rect">
            <a:avLst/>
          </a:prstGeom>
        </p:spPr>
      </p:pic>
      <p:sp>
        <p:nvSpPr>
          <p:cNvPr id="9" name="Text Box 3">
            <a:extLst>
              <a:ext uri="{FF2B5EF4-FFF2-40B4-BE49-F238E27FC236}">
                <a16:creationId xmlns:a16="http://schemas.microsoft.com/office/drawing/2014/main" id="{E2F59941-73C3-4575-8A80-DD2C10470391}"/>
              </a:ext>
            </a:extLst>
          </p:cNvPr>
          <p:cNvSpPr txBox="1">
            <a:spLocks noChangeArrowheads="1"/>
          </p:cNvSpPr>
          <p:nvPr/>
        </p:nvSpPr>
        <p:spPr bwMode="auto">
          <a:xfrm>
            <a:off x="769086" y="1623302"/>
            <a:ext cx="39608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dirty="0">
                <a:latin typeface="Microsoft Yahei" panose="020B0503020204020204" pitchFamily="34" charset="-122"/>
                <a:ea typeface="Microsoft Yahei" panose="020B0503020204020204" pitchFamily="34" charset="-122"/>
              </a:rPr>
              <a:t>1. </a:t>
            </a:r>
            <a:r>
              <a:rPr kumimoji="1" lang="zh-CN" altLang="en-US" sz="3200" dirty="0">
                <a:latin typeface="Microsoft Yahei" panose="020B0503020204020204" pitchFamily="34" charset="-122"/>
                <a:ea typeface="Microsoft Yahei" panose="020B0503020204020204" pitchFamily="34" charset="-122"/>
              </a:rPr>
              <a:t>光是一种电磁波</a:t>
            </a:r>
            <a:endParaRPr kumimoji="1" lang="en-US" altLang="zh-CN" sz="3200" dirty="0">
              <a:latin typeface="Microsoft Yahei" panose="020B0503020204020204" pitchFamily="34" charset="-122"/>
              <a:ea typeface="Microsoft Yahei" panose="020B0503020204020204" pitchFamily="34" charset="-122"/>
            </a:endParaRPr>
          </a:p>
        </p:txBody>
      </p:sp>
      <p:graphicFrame>
        <p:nvGraphicFramePr>
          <p:cNvPr id="11" name="Object 6">
            <a:extLst>
              <a:ext uri="{FF2B5EF4-FFF2-40B4-BE49-F238E27FC236}">
                <a16:creationId xmlns:a16="http://schemas.microsoft.com/office/drawing/2014/main" id="{A7D20342-C589-4324-8E35-AFBAE29E9B0B}"/>
              </a:ext>
            </a:extLst>
          </p:cNvPr>
          <p:cNvGraphicFramePr>
            <a:graphicFrameLocks noChangeAspect="1"/>
          </p:cNvGraphicFramePr>
          <p:nvPr/>
        </p:nvGraphicFramePr>
        <p:xfrm>
          <a:off x="4676248" y="1410263"/>
          <a:ext cx="846137" cy="858837"/>
        </p:xfrm>
        <a:graphic>
          <a:graphicData uri="http://schemas.openxmlformats.org/presentationml/2006/ole">
            <mc:AlternateContent xmlns:mc="http://schemas.openxmlformats.org/markup-compatibility/2006">
              <mc:Choice xmlns:v="urn:schemas-microsoft-com:vml" Requires="v">
                <p:oleObj name="Equation" r:id="rId4" imgW="152280" imgH="190440" progId="Equation.DSMT4">
                  <p:embed/>
                </p:oleObj>
              </mc:Choice>
              <mc:Fallback>
                <p:oleObj name="Equation" r:id="rId4" imgW="152280" imgH="190440" progId="Equation.DSMT4">
                  <p:embed/>
                  <p:pic>
                    <p:nvPicPr>
                      <p:cNvPr id="11" name="Object 6">
                        <a:extLst>
                          <a:ext uri="{FF2B5EF4-FFF2-40B4-BE49-F238E27FC236}">
                            <a16:creationId xmlns:a16="http://schemas.microsoft.com/office/drawing/2014/main" id="{A7D20342-C589-4324-8E35-AFBAE29E9B0B}"/>
                          </a:ext>
                        </a:extLst>
                      </p:cNvPr>
                      <p:cNvPicPr>
                        <a:picLocks noChangeAspect="1" noChangeArrowheads="1"/>
                      </p:cNvPicPr>
                      <p:nvPr/>
                    </p:nvPicPr>
                    <p:blipFill>
                      <a:blip r:embed="rId5"/>
                      <a:srcRect/>
                      <a:stretch>
                        <a:fillRect/>
                      </a:stretch>
                    </p:blipFill>
                    <p:spPr bwMode="auto">
                      <a:xfrm>
                        <a:off x="4676248" y="1410263"/>
                        <a:ext cx="846137" cy="858837"/>
                      </a:xfrm>
                      <a:prstGeom prst="rect">
                        <a:avLst/>
                      </a:prstGeom>
                      <a:noFill/>
                      <a:ln>
                        <a:noFill/>
                      </a:ln>
                      <a:extLst>
                        <a:ext uri="{909E8E84-426E-40DD-AFC4-6F175D3DCCD1}">
                          <a14:hiddenFill xmlns:a14="http://schemas.microsoft.com/office/drawing/2010/main">
                            <a:solidFill>
                              <a:srgbClr val="6699FF"/>
                            </a:solidFill>
                          </a14:hiddenFill>
                        </a:ext>
                        <a:ext uri="{91240B29-F687-4F45-9708-019B960494DF}">
                          <a14:hiddenLine xmlns:a14="http://schemas.microsoft.com/office/drawing/2010/main" w="9525">
                            <a:solidFill>
                              <a:srgbClr val="6699FF"/>
                            </a:solidFill>
                            <a:miter lim="800000"/>
                            <a:headEnd/>
                            <a:tailEnd/>
                          </a14:hiddenLine>
                        </a:ext>
                      </a:extLst>
                    </p:spPr>
                  </p:pic>
                </p:oleObj>
              </mc:Fallback>
            </mc:AlternateContent>
          </a:graphicData>
        </a:graphic>
      </p:graphicFrame>
      <p:pic>
        <p:nvPicPr>
          <p:cNvPr id="28" name="Picture 14" descr="https://pic.qbaobei.com/Uploads/Picture/2018-12-26/e1b386c0744cbc622bc43faa6176d112.gif">
            <a:extLst>
              <a:ext uri="{FF2B5EF4-FFF2-40B4-BE49-F238E27FC236}">
                <a16:creationId xmlns:a16="http://schemas.microsoft.com/office/drawing/2014/main" id="{B3F8815C-5AAB-4279-B7D4-56ECFD115DB3}"/>
              </a:ext>
            </a:extLst>
          </p:cNvPr>
          <p:cNvPicPr>
            <a:picLocks noChangeAspect="1" noChangeArrowheads="1" noCrop="1"/>
          </p:cNvPicPr>
          <p:nvPr/>
        </p:nvPicPr>
        <p:blipFill>
          <a:blip r:embed="rId6">
            <a:extLst>
              <a:ext uri="{28A0092B-C50C-407E-A947-70E740481C1C}">
                <a14:useLocalDpi xmlns:a14="http://schemas.microsoft.com/office/drawing/2010/main" val="0"/>
              </a:ext>
            </a:extLst>
          </a:blip>
          <a:srcRect/>
          <a:stretch>
            <a:fillRect/>
          </a:stretch>
        </p:blipFill>
        <p:spPr bwMode="auto">
          <a:xfrm>
            <a:off x="810492" y="2635543"/>
            <a:ext cx="5259256" cy="3429401"/>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9" name="Object 7">
            <a:extLst>
              <a:ext uri="{FF2B5EF4-FFF2-40B4-BE49-F238E27FC236}">
                <a16:creationId xmlns:a16="http://schemas.microsoft.com/office/drawing/2014/main" id="{C7AF2ACC-4301-4D8C-9A2C-3B105E802D87}"/>
              </a:ext>
            </a:extLst>
          </p:cNvPr>
          <p:cNvGraphicFramePr>
            <a:graphicFrameLocks noChangeAspect="1"/>
          </p:cNvGraphicFramePr>
          <p:nvPr/>
        </p:nvGraphicFramePr>
        <p:xfrm>
          <a:off x="5548631" y="1422169"/>
          <a:ext cx="852487" cy="822325"/>
        </p:xfrm>
        <a:graphic>
          <a:graphicData uri="http://schemas.openxmlformats.org/presentationml/2006/ole">
            <mc:AlternateContent xmlns:mc="http://schemas.openxmlformats.org/markup-compatibility/2006">
              <mc:Choice xmlns:v="urn:schemas-microsoft-com:vml" Requires="v">
                <p:oleObj name="Equation" r:id="rId7" imgW="177480" imgH="190440" progId="Equation.DSMT4">
                  <p:embed/>
                </p:oleObj>
              </mc:Choice>
              <mc:Fallback>
                <p:oleObj name="Equation" r:id="rId7" imgW="177480" imgH="190440" progId="Equation.DSMT4">
                  <p:embed/>
                  <p:pic>
                    <p:nvPicPr>
                      <p:cNvPr id="29" name="Object 7">
                        <a:extLst>
                          <a:ext uri="{FF2B5EF4-FFF2-40B4-BE49-F238E27FC236}">
                            <a16:creationId xmlns:a16="http://schemas.microsoft.com/office/drawing/2014/main" id="{C7AF2ACC-4301-4D8C-9A2C-3B105E802D87}"/>
                          </a:ext>
                        </a:extLst>
                      </p:cNvPr>
                      <p:cNvPicPr>
                        <a:picLocks noChangeAspect="1" noChangeArrowheads="1"/>
                      </p:cNvPicPr>
                      <p:nvPr/>
                    </p:nvPicPr>
                    <p:blipFill>
                      <a:blip r:embed="rId8"/>
                      <a:srcRect/>
                      <a:stretch>
                        <a:fillRect/>
                      </a:stretch>
                    </p:blipFill>
                    <p:spPr bwMode="auto">
                      <a:xfrm>
                        <a:off x="5548631" y="1422169"/>
                        <a:ext cx="852487" cy="822325"/>
                      </a:xfrm>
                      <a:prstGeom prst="rect">
                        <a:avLst/>
                      </a:prstGeom>
                      <a:noFill/>
                      <a:ln>
                        <a:noFill/>
                      </a:ln>
                      <a:extLst>
                        <a:ext uri="{909E8E84-426E-40DD-AFC4-6F175D3DCCD1}">
                          <a14:hiddenFill xmlns:a14="http://schemas.microsoft.com/office/drawing/2010/main">
                            <a:solidFill>
                              <a:srgbClr val="6699FF"/>
                            </a:solidFill>
                          </a14:hiddenFill>
                        </a:ext>
                        <a:ext uri="{91240B29-F687-4F45-9708-019B960494DF}">
                          <a14:hiddenLine xmlns:a14="http://schemas.microsoft.com/office/drawing/2010/main" w="9525">
                            <a:solidFill>
                              <a:srgbClr val="6699FF"/>
                            </a:solidFill>
                            <a:miter lim="800000"/>
                            <a:headEnd/>
                            <a:tailEnd/>
                          </a14:hiddenLine>
                        </a:ext>
                      </a:extLst>
                    </p:spPr>
                  </p:pic>
                </p:oleObj>
              </mc:Fallback>
            </mc:AlternateContent>
          </a:graphicData>
        </a:graphic>
      </p:graphicFrame>
      <mc:AlternateContent xmlns:mc="http://schemas.openxmlformats.org/markup-compatibility/2006">
        <mc:Choice xmlns:a14="http://schemas.microsoft.com/office/drawing/2010/main" Requires="a14">
          <p:sp>
            <p:nvSpPr>
              <p:cNvPr id="2" name="Object 34">
                <a:extLst>
                  <a:ext uri="{FF2B5EF4-FFF2-40B4-BE49-F238E27FC236}">
                    <a16:creationId xmlns:a16="http://schemas.microsoft.com/office/drawing/2014/main" id="{12C7451E-ECBD-D3FF-2908-46F3B007CF55}"/>
                  </a:ext>
                </a:extLst>
              </p:cNvPr>
              <p:cNvSpPr txBox="1"/>
              <p:nvPr/>
            </p:nvSpPr>
            <p:spPr bwMode="auto">
              <a:xfrm>
                <a:off x="6956308" y="666764"/>
                <a:ext cx="6314015" cy="1016000"/>
              </a:xfrm>
              <a:prstGeom prst="rect">
                <a:avLst/>
              </a:prstGeom>
              <a:noFill/>
            </p:spPr>
            <p:txBody>
              <a:bodyPr>
                <a:noAutofit/>
              </a:bodyPr>
              <a:lstStyle/>
              <a:p>
                <a:pPr/>
                <a14:m>
                  <m:oMathPara xmlns:m="http://schemas.openxmlformats.org/officeDocument/2006/math">
                    <m:oMathParaPr>
                      <m:jc m:val="left"/>
                    </m:oMathParaPr>
                    <m:oMath xmlns:m="http://schemas.openxmlformats.org/officeDocument/2006/math">
                      <m:r>
                        <a:rPr lang="zh-CN" altLang="en-US" sz="2800" b="1" i="1" smtClean="0">
                          <a:solidFill>
                            <a:srgbClr val="0000FF"/>
                          </a:solidFill>
                          <a:latin typeface="Cambria Math" panose="02040503050406030204" pitchFamily="18" charset="0"/>
                        </a:rPr>
                        <m:t>𝒘</m:t>
                      </m:r>
                      <m:r>
                        <a:rPr lang="zh-CN" altLang="en-US" sz="2800" b="1" i="1" smtClean="0">
                          <a:solidFill>
                            <a:srgbClr val="0000FF"/>
                          </a:solidFill>
                          <a:latin typeface="Cambria Math" panose="02040503050406030204" pitchFamily="18" charset="0"/>
                        </a:rPr>
                        <m:t>=</m:t>
                      </m:r>
                      <m:sSub>
                        <m:sSubPr>
                          <m:ctrlPr>
                            <a:rPr lang="zh-CN" altLang="en-US" sz="2800" b="1" i="1">
                              <a:solidFill>
                                <a:srgbClr val="0000FF"/>
                              </a:solidFill>
                              <a:latin typeface="Cambria Math" panose="02040503050406030204" pitchFamily="18" charset="0"/>
                            </a:rPr>
                          </m:ctrlPr>
                        </m:sSubPr>
                        <m:e>
                          <m:r>
                            <a:rPr lang="zh-CN" altLang="en-US" sz="2800" b="1" i="1">
                              <a:solidFill>
                                <a:srgbClr val="0000FF"/>
                              </a:solidFill>
                              <a:latin typeface="Cambria Math" panose="02040503050406030204" pitchFamily="18" charset="0"/>
                            </a:rPr>
                            <m:t>𝒘</m:t>
                          </m:r>
                        </m:e>
                        <m:sub>
                          <m:r>
                            <a:rPr lang="zh-CN" altLang="en-US" sz="2800" b="1" i="0">
                              <a:solidFill>
                                <a:srgbClr val="0000FF"/>
                              </a:solidFill>
                              <a:latin typeface="Cambria Math" panose="02040503050406030204" pitchFamily="18" charset="0"/>
                            </a:rPr>
                            <m:t>𝐞</m:t>
                          </m:r>
                        </m:sub>
                      </m:sSub>
                      <m:r>
                        <a:rPr lang="zh-CN" altLang="en-US" sz="2800" b="1" i="1">
                          <a:solidFill>
                            <a:srgbClr val="0000FF"/>
                          </a:solidFill>
                          <a:latin typeface="Cambria Math" panose="02040503050406030204" pitchFamily="18" charset="0"/>
                        </a:rPr>
                        <m:t>+</m:t>
                      </m:r>
                      <m:sSub>
                        <m:sSubPr>
                          <m:ctrlPr>
                            <a:rPr lang="zh-CN" altLang="en-US" sz="2800" b="1" i="1">
                              <a:solidFill>
                                <a:srgbClr val="0000FF"/>
                              </a:solidFill>
                              <a:latin typeface="Cambria Math" panose="02040503050406030204" pitchFamily="18" charset="0"/>
                            </a:rPr>
                          </m:ctrlPr>
                        </m:sSubPr>
                        <m:e>
                          <m:r>
                            <a:rPr lang="zh-CN" altLang="en-US" sz="2800" b="1" i="1">
                              <a:solidFill>
                                <a:srgbClr val="0000FF"/>
                              </a:solidFill>
                              <a:latin typeface="Cambria Math" panose="02040503050406030204" pitchFamily="18" charset="0"/>
                            </a:rPr>
                            <m:t>𝒘</m:t>
                          </m:r>
                        </m:e>
                        <m:sub>
                          <m:r>
                            <a:rPr lang="zh-CN" altLang="en-US" sz="2800" b="1" i="0">
                              <a:solidFill>
                                <a:srgbClr val="0000FF"/>
                              </a:solidFill>
                              <a:latin typeface="Cambria Math" panose="02040503050406030204" pitchFamily="18" charset="0"/>
                            </a:rPr>
                            <m:t>𝐦</m:t>
                          </m:r>
                        </m:sub>
                      </m:sSub>
                      <m:r>
                        <a:rPr lang="zh-CN" altLang="en-US" sz="2800" b="1" i="1">
                          <a:solidFill>
                            <a:srgbClr val="0000FF"/>
                          </a:solidFill>
                          <a:latin typeface="Cambria Math" panose="02040503050406030204" pitchFamily="18" charset="0"/>
                        </a:rPr>
                        <m:t>=</m:t>
                      </m:r>
                      <m:f>
                        <m:fPr>
                          <m:ctrlPr>
                            <a:rPr lang="zh-CN" altLang="en-US" sz="2800" b="1" i="1">
                              <a:solidFill>
                                <a:srgbClr val="0000FF"/>
                              </a:solidFill>
                              <a:latin typeface="Cambria Math" panose="02040503050406030204" pitchFamily="18" charset="0"/>
                            </a:rPr>
                          </m:ctrlPr>
                        </m:fPr>
                        <m:num>
                          <m:r>
                            <a:rPr lang="zh-CN" altLang="en-US" sz="2800" b="1" i="1">
                              <a:solidFill>
                                <a:srgbClr val="0000FF"/>
                              </a:solidFill>
                              <a:latin typeface="Cambria Math" panose="02040503050406030204" pitchFamily="18" charset="0"/>
                            </a:rPr>
                            <m:t>𝟏</m:t>
                          </m:r>
                        </m:num>
                        <m:den>
                          <m:r>
                            <a:rPr lang="zh-CN" altLang="en-US" sz="2800" b="1" i="1">
                              <a:solidFill>
                                <a:srgbClr val="0000FF"/>
                              </a:solidFill>
                              <a:latin typeface="Cambria Math" panose="02040503050406030204" pitchFamily="18" charset="0"/>
                            </a:rPr>
                            <m:t>𝟐</m:t>
                          </m:r>
                        </m:den>
                      </m:f>
                      <m:r>
                        <a:rPr lang="zh-CN" altLang="en-US" sz="2800" b="1" i="1">
                          <a:solidFill>
                            <a:srgbClr val="0000FF"/>
                          </a:solidFill>
                          <a:latin typeface="Cambria Math" panose="02040503050406030204" pitchFamily="18" charset="0"/>
                        </a:rPr>
                        <m:t>(</m:t>
                      </m:r>
                      <m:r>
                        <a:rPr lang="zh-CN" altLang="en-US" sz="2800" b="1" i="1">
                          <a:solidFill>
                            <a:srgbClr val="0000FF"/>
                          </a:solidFill>
                          <a:latin typeface="Cambria Math" panose="02040503050406030204" pitchFamily="18" charset="0"/>
                        </a:rPr>
                        <m:t>𝜺</m:t>
                      </m:r>
                      <m:sSup>
                        <m:sSupPr>
                          <m:ctrlPr>
                            <a:rPr lang="zh-CN" altLang="en-US" sz="2800" b="1" i="1">
                              <a:solidFill>
                                <a:srgbClr val="0000FF"/>
                              </a:solidFill>
                              <a:latin typeface="Cambria Math" panose="02040503050406030204" pitchFamily="18" charset="0"/>
                            </a:rPr>
                          </m:ctrlPr>
                        </m:sSupPr>
                        <m:e>
                          <m:r>
                            <a:rPr lang="zh-CN" altLang="en-US" sz="2800" b="1" i="1">
                              <a:solidFill>
                                <a:srgbClr val="0000FF"/>
                              </a:solidFill>
                              <a:latin typeface="Cambria Math" panose="02040503050406030204" pitchFamily="18" charset="0"/>
                            </a:rPr>
                            <m:t>𝑬</m:t>
                          </m:r>
                        </m:e>
                        <m:sup>
                          <m:r>
                            <a:rPr lang="zh-CN" altLang="en-US" sz="2800" b="1" i="1">
                              <a:solidFill>
                                <a:srgbClr val="0000FF"/>
                              </a:solidFill>
                              <a:latin typeface="Cambria Math" panose="02040503050406030204" pitchFamily="18" charset="0"/>
                            </a:rPr>
                            <m:t>𝟐</m:t>
                          </m:r>
                        </m:sup>
                      </m:sSup>
                      <m:r>
                        <a:rPr lang="zh-CN" altLang="en-US" sz="2800" b="1" i="1">
                          <a:solidFill>
                            <a:srgbClr val="0000FF"/>
                          </a:solidFill>
                          <a:latin typeface="Cambria Math" panose="02040503050406030204" pitchFamily="18" charset="0"/>
                        </a:rPr>
                        <m:t>+</m:t>
                      </m:r>
                      <m:r>
                        <a:rPr lang="zh-CN" altLang="en-US" sz="2800" b="1" i="1">
                          <a:solidFill>
                            <a:srgbClr val="0000FF"/>
                          </a:solidFill>
                          <a:latin typeface="Cambria Math" panose="02040503050406030204" pitchFamily="18" charset="0"/>
                        </a:rPr>
                        <m:t>𝝁</m:t>
                      </m:r>
                      <m:sSup>
                        <m:sSupPr>
                          <m:ctrlPr>
                            <a:rPr lang="zh-CN" altLang="en-US" sz="2800" b="1" i="1">
                              <a:solidFill>
                                <a:srgbClr val="0000FF"/>
                              </a:solidFill>
                              <a:latin typeface="Cambria Math" panose="02040503050406030204" pitchFamily="18" charset="0"/>
                            </a:rPr>
                          </m:ctrlPr>
                        </m:sSupPr>
                        <m:e>
                          <m:r>
                            <a:rPr lang="zh-CN" altLang="en-US" sz="2800" b="1" i="1">
                              <a:solidFill>
                                <a:srgbClr val="0000FF"/>
                              </a:solidFill>
                              <a:latin typeface="Cambria Math" panose="02040503050406030204" pitchFamily="18" charset="0"/>
                            </a:rPr>
                            <m:t>𝑯</m:t>
                          </m:r>
                        </m:e>
                        <m:sup>
                          <m:r>
                            <a:rPr lang="zh-CN" altLang="en-US" sz="2800" b="1" i="1">
                              <a:solidFill>
                                <a:srgbClr val="0000FF"/>
                              </a:solidFill>
                              <a:latin typeface="Cambria Math" panose="02040503050406030204" pitchFamily="18" charset="0"/>
                            </a:rPr>
                            <m:t>𝟐</m:t>
                          </m:r>
                        </m:sup>
                      </m:sSup>
                      <m:r>
                        <a:rPr lang="zh-CN" altLang="en-US" sz="2800" b="1" i="1">
                          <a:solidFill>
                            <a:srgbClr val="0000FF"/>
                          </a:solidFill>
                          <a:latin typeface="Cambria Math" panose="02040503050406030204" pitchFamily="18" charset="0"/>
                        </a:rPr>
                        <m:t>)</m:t>
                      </m:r>
                    </m:oMath>
                  </m:oMathPara>
                </a14:m>
                <a:endParaRPr lang="zh-CN" altLang="en-US" sz="2800" b="1" dirty="0">
                  <a:solidFill>
                    <a:srgbClr val="0000FF"/>
                  </a:solidFill>
                </a:endParaRPr>
              </a:p>
            </p:txBody>
          </p:sp>
        </mc:Choice>
        <mc:Fallback>
          <p:sp>
            <p:nvSpPr>
              <p:cNvPr id="2" name="Object 34">
                <a:extLst>
                  <a:ext uri="{FF2B5EF4-FFF2-40B4-BE49-F238E27FC236}">
                    <a16:creationId xmlns:a16="http://schemas.microsoft.com/office/drawing/2014/main" id="{12C7451E-ECBD-D3FF-2908-46F3B007CF55}"/>
                  </a:ext>
                </a:extLst>
              </p:cNvPr>
              <p:cNvSpPr txBox="1">
                <a:spLocks noRot="1" noChangeAspect="1" noMove="1" noResize="1" noEditPoints="1" noAdjustHandles="1" noChangeArrowheads="1" noChangeShapeType="1" noTextEdit="1"/>
              </p:cNvSpPr>
              <p:nvPr/>
            </p:nvSpPr>
            <p:spPr bwMode="auto">
              <a:xfrm>
                <a:off x="6956308" y="666764"/>
                <a:ext cx="6314015" cy="1016000"/>
              </a:xfrm>
              <a:prstGeom prst="rect">
                <a:avLst/>
              </a:prstGeom>
              <a:blipFill>
                <a:blip r:embed="rId9"/>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4" name="Object 38">
                <a:extLst>
                  <a:ext uri="{FF2B5EF4-FFF2-40B4-BE49-F238E27FC236}">
                    <a16:creationId xmlns:a16="http://schemas.microsoft.com/office/drawing/2014/main" id="{219457F1-0CEE-F8CF-0592-A742525FBA9D}"/>
                  </a:ext>
                </a:extLst>
              </p:cNvPr>
              <p:cNvSpPr txBox="1"/>
              <p:nvPr/>
            </p:nvSpPr>
            <p:spPr bwMode="auto">
              <a:xfrm>
                <a:off x="6956308" y="1652011"/>
                <a:ext cx="2387895" cy="64249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3000" b="1" i="1" smtClean="0">
                              <a:solidFill>
                                <a:srgbClr val="0000FF"/>
                              </a:solidFill>
                              <a:latin typeface="Cambria Math" panose="02040503050406030204" pitchFamily="18" charset="0"/>
                            </a:rPr>
                          </m:ctrlPr>
                        </m:accPr>
                        <m:e>
                          <m:r>
                            <a:rPr lang="zh-CN" altLang="en-US" sz="3000" b="1" i="1">
                              <a:solidFill>
                                <a:srgbClr val="0000FF"/>
                              </a:solidFill>
                              <a:latin typeface="Cambria Math" panose="02040503050406030204" pitchFamily="18" charset="0"/>
                            </a:rPr>
                            <m:t>𝑺</m:t>
                          </m:r>
                        </m:e>
                      </m:acc>
                      <m:r>
                        <a:rPr lang="zh-CN" altLang="en-US" sz="3000" b="1" i="1">
                          <a:solidFill>
                            <a:srgbClr val="0000FF"/>
                          </a:solidFill>
                          <a:latin typeface="Cambria Math" panose="02040503050406030204" pitchFamily="18" charset="0"/>
                        </a:rPr>
                        <m:t>=</m:t>
                      </m:r>
                      <m:acc>
                        <m:accPr>
                          <m:chr m:val="⃑"/>
                          <m:ctrlPr>
                            <a:rPr lang="zh-CN" altLang="en-US" sz="3000" b="1" i="1">
                              <a:solidFill>
                                <a:srgbClr val="0000FF"/>
                              </a:solidFill>
                              <a:latin typeface="Cambria Math" panose="02040503050406030204" pitchFamily="18" charset="0"/>
                            </a:rPr>
                          </m:ctrlPr>
                        </m:accPr>
                        <m:e>
                          <m:r>
                            <a:rPr lang="zh-CN" altLang="en-US" sz="3000" b="1" i="1">
                              <a:solidFill>
                                <a:srgbClr val="0000FF"/>
                              </a:solidFill>
                              <a:latin typeface="Cambria Math" panose="02040503050406030204" pitchFamily="18" charset="0"/>
                            </a:rPr>
                            <m:t>𝑬</m:t>
                          </m:r>
                        </m:e>
                      </m:acc>
                      <m:r>
                        <a:rPr lang="zh-CN" altLang="en-US" sz="3000" b="1" i="1">
                          <a:solidFill>
                            <a:srgbClr val="0000FF"/>
                          </a:solidFill>
                          <a:latin typeface="Cambria Math" panose="02040503050406030204" pitchFamily="18" charset="0"/>
                        </a:rPr>
                        <m:t>×</m:t>
                      </m:r>
                      <m:acc>
                        <m:accPr>
                          <m:chr m:val="⃑"/>
                          <m:ctrlPr>
                            <a:rPr lang="zh-CN" altLang="en-US" sz="3000" b="1" i="1">
                              <a:solidFill>
                                <a:srgbClr val="0000FF"/>
                              </a:solidFill>
                              <a:latin typeface="Cambria Math" panose="02040503050406030204" pitchFamily="18" charset="0"/>
                            </a:rPr>
                          </m:ctrlPr>
                        </m:accPr>
                        <m:e>
                          <m:r>
                            <a:rPr lang="zh-CN" altLang="en-US" sz="3000" b="1" i="1">
                              <a:solidFill>
                                <a:srgbClr val="0000FF"/>
                              </a:solidFill>
                              <a:latin typeface="Cambria Math" panose="02040503050406030204" pitchFamily="18" charset="0"/>
                            </a:rPr>
                            <m:t>𝑯</m:t>
                          </m:r>
                        </m:e>
                      </m:acc>
                    </m:oMath>
                  </m:oMathPara>
                </a14:m>
                <a:endParaRPr lang="zh-CN" altLang="en-US" sz="3000" b="1" dirty="0">
                  <a:solidFill>
                    <a:srgbClr val="0000FF"/>
                  </a:solidFill>
                </a:endParaRPr>
              </a:p>
            </p:txBody>
          </p:sp>
        </mc:Choice>
        <mc:Fallback>
          <p:sp>
            <p:nvSpPr>
              <p:cNvPr id="4" name="Object 38">
                <a:extLst>
                  <a:ext uri="{FF2B5EF4-FFF2-40B4-BE49-F238E27FC236}">
                    <a16:creationId xmlns:a16="http://schemas.microsoft.com/office/drawing/2014/main" id="{219457F1-0CEE-F8CF-0592-A742525FBA9D}"/>
                  </a:ext>
                </a:extLst>
              </p:cNvPr>
              <p:cNvSpPr txBox="1">
                <a:spLocks noRot="1" noChangeAspect="1" noMove="1" noResize="1" noEditPoints="1" noAdjustHandles="1" noChangeArrowheads="1" noChangeShapeType="1" noTextEdit="1"/>
              </p:cNvSpPr>
              <p:nvPr/>
            </p:nvSpPr>
            <p:spPr bwMode="auto">
              <a:xfrm>
                <a:off x="6956308" y="1652011"/>
                <a:ext cx="2387895" cy="642490"/>
              </a:xfrm>
              <a:prstGeom prst="rect">
                <a:avLst/>
              </a:prstGeom>
              <a:blipFill>
                <a:blip r:embed="rId10"/>
                <a:stretch>
                  <a:fillRect/>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2610397082"/>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wipe(left)">
                                      <p:cBhvr>
                                        <p:cTn id="14" dur="500"/>
                                        <p:tgtEl>
                                          <p:spTgt spid="2"/>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532871" y="641363"/>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二</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波动光学简介</a:t>
            </a:r>
          </a:p>
        </p:txBody>
      </p:sp>
      <p:sp>
        <p:nvSpPr>
          <p:cNvPr id="16" name="Text Box 3">
            <a:extLst>
              <a:ext uri="{FF2B5EF4-FFF2-40B4-BE49-F238E27FC236}">
                <a16:creationId xmlns:a16="http://schemas.microsoft.com/office/drawing/2014/main" id="{88998A24-1B9F-40DD-B542-82F9F2A78224}"/>
              </a:ext>
            </a:extLst>
          </p:cNvPr>
          <p:cNvSpPr txBox="1">
            <a:spLocks noChangeArrowheads="1"/>
          </p:cNvSpPr>
          <p:nvPr/>
        </p:nvSpPr>
        <p:spPr bwMode="auto">
          <a:xfrm>
            <a:off x="769086" y="1623302"/>
            <a:ext cx="3960812"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en-US" altLang="zh-CN" sz="3200" dirty="0">
                <a:latin typeface="Microsoft Yahei" panose="020B0503020204020204" pitchFamily="34" charset="-122"/>
                <a:ea typeface="Microsoft Yahei" panose="020B0503020204020204" pitchFamily="34" charset="-122"/>
              </a:rPr>
              <a:t>2. </a:t>
            </a:r>
            <a:r>
              <a:rPr kumimoji="1" lang="zh-CN" altLang="en-US" sz="3200" dirty="0">
                <a:latin typeface="Microsoft Yahei" panose="020B0503020204020204" pitchFamily="34" charset="-122"/>
                <a:ea typeface="Microsoft Yahei" panose="020B0503020204020204" pitchFamily="34" charset="-122"/>
              </a:rPr>
              <a:t>光矢量</a:t>
            </a:r>
            <a:endParaRPr kumimoji="1" lang="en-US" altLang="zh-CN" sz="3200" dirty="0">
              <a:latin typeface="Microsoft Yahei" panose="020B0503020204020204" pitchFamily="34" charset="-122"/>
              <a:ea typeface="Microsoft Yahei" panose="020B0503020204020204" pitchFamily="34" charset="-122"/>
            </a:endParaRPr>
          </a:p>
        </p:txBody>
      </p:sp>
      <p:sp>
        <p:nvSpPr>
          <p:cNvPr id="19" name="Rectangle 9">
            <a:extLst>
              <a:ext uri="{FF2B5EF4-FFF2-40B4-BE49-F238E27FC236}">
                <a16:creationId xmlns:a16="http://schemas.microsoft.com/office/drawing/2014/main" id="{CA0DE731-A66E-410F-AE5B-56DB3048A90A}"/>
              </a:ext>
            </a:extLst>
          </p:cNvPr>
          <p:cNvSpPr>
            <a:spLocks noChangeArrowheads="1"/>
          </p:cNvSpPr>
          <p:nvPr/>
        </p:nvSpPr>
        <p:spPr bwMode="auto">
          <a:xfrm>
            <a:off x="1379740" y="2418824"/>
            <a:ext cx="9432520"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
                <a:srgbClr val="FFFF00"/>
              </a:buClr>
              <a:buSzPct val="100000"/>
              <a:buFontTx/>
              <a:buNone/>
              <a:tabLst/>
              <a:defRPr/>
            </a:pPr>
            <a:r>
              <a:rPr kumimoji="1" lang="zh-CN" altLang="en-US" sz="3200" b="1" i="0" u="none" strike="noStrike" kern="0" cap="none" spc="0" normalizeH="0" baseline="0" noProof="0" dirty="0">
                <a:ln>
                  <a:noFill/>
                </a:ln>
                <a:effectLst/>
                <a:uLnTx/>
                <a:uFillTx/>
                <a:latin typeface="楷体" panose="02010609060101010101" pitchFamily="49" charset="-122"/>
                <a:ea typeface="楷体" panose="02010609060101010101" pitchFamily="49" charset="-122"/>
              </a:rPr>
              <a:t>能引起</a:t>
            </a:r>
            <a:r>
              <a:rPr kumimoji="1" lang="zh-CN" altLang="en-US" sz="3200" b="1" i="0" u="none" strike="noStrike" kern="0" cap="none" spc="0" normalizeH="0" baseline="0" noProof="0" dirty="0">
                <a:ln>
                  <a:noFill/>
                </a:ln>
                <a:solidFill>
                  <a:srgbClr val="C00000"/>
                </a:solidFill>
                <a:effectLst/>
                <a:uLnTx/>
                <a:uFillTx/>
                <a:latin typeface="楷体" panose="02010609060101010101" pitchFamily="49" charset="-122"/>
                <a:ea typeface="楷体" panose="02010609060101010101" pitchFamily="49" charset="-122"/>
              </a:rPr>
              <a:t>人眼视觉</a:t>
            </a:r>
            <a:r>
              <a:rPr kumimoji="1" lang="zh-CN" altLang="en-US" sz="3200" b="1" i="0" u="none" strike="noStrike" kern="0" cap="none" spc="0" normalizeH="0" baseline="0" noProof="0" dirty="0">
                <a:ln>
                  <a:noFill/>
                </a:ln>
                <a:effectLst/>
                <a:uLnTx/>
                <a:uFillTx/>
                <a:latin typeface="楷体" panose="02010609060101010101" pitchFamily="49" charset="-122"/>
                <a:ea typeface="楷体" panose="02010609060101010101" pitchFamily="49" charset="-122"/>
              </a:rPr>
              <a:t>和</a:t>
            </a:r>
            <a:r>
              <a:rPr kumimoji="1" lang="zh-CN" altLang="en-US" sz="3200" b="1" i="0" u="none" strike="noStrike" kern="0" cap="none" spc="0" normalizeH="0" baseline="0" noProof="0" dirty="0">
                <a:ln>
                  <a:noFill/>
                </a:ln>
                <a:solidFill>
                  <a:srgbClr val="C00000"/>
                </a:solidFill>
                <a:effectLst/>
                <a:uLnTx/>
                <a:uFillTx/>
                <a:latin typeface="楷体" panose="02010609060101010101" pitchFamily="49" charset="-122"/>
                <a:ea typeface="楷体" panose="02010609060101010101" pitchFamily="49" charset="-122"/>
              </a:rPr>
              <a:t>底片感光</a:t>
            </a:r>
            <a:r>
              <a:rPr kumimoji="1" lang="zh-CN" altLang="en-US" sz="3200" b="1" i="0" u="none" strike="noStrike" kern="0" cap="none" spc="0" normalizeH="0" baseline="0" noProof="0" dirty="0">
                <a:ln>
                  <a:noFill/>
                </a:ln>
                <a:effectLst/>
                <a:uLnTx/>
                <a:uFillTx/>
                <a:latin typeface="楷体" panose="02010609060101010101" pitchFamily="49" charset="-122"/>
                <a:ea typeface="楷体" panose="02010609060101010101" pitchFamily="49" charset="-122"/>
              </a:rPr>
              <a:t>的是</a:t>
            </a:r>
            <a:r>
              <a:rPr kumimoji="1" lang="zh-CN" altLang="en-US" sz="3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电场强度</a:t>
            </a:r>
            <a:r>
              <a:rPr kumimoji="1" lang="en-US" altLang="zh-CN" sz="3200" b="1" i="0" u="none" strike="noStrike" kern="0" cap="none" spc="0" normalizeH="0" baseline="0" noProof="0" dirty="0">
                <a:ln>
                  <a:noFill/>
                </a:ln>
                <a:effectLst/>
                <a:uLnTx/>
                <a:uFillTx/>
                <a:latin typeface="楷体" panose="02010609060101010101" pitchFamily="49" charset="-122"/>
                <a:ea typeface="楷体" panose="02010609060101010101" pitchFamily="49" charset="-122"/>
              </a:rPr>
              <a:t>,</a:t>
            </a:r>
            <a:r>
              <a:rPr kumimoji="1" lang="zh-CN" altLang="en-US" sz="3200" b="1" i="0" u="none" strike="noStrike" kern="0" cap="none" spc="0" normalizeH="0" baseline="0" noProof="0" dirty="0">
                <a:ln>
                  <a:noFill/>
                </a:ln>
                <a:effectLst/>
                <a:uLnTx/>
                <a:uFillTx/>
                <a:latin typeface="楷体" panose="02010609060101010101" pitchFamily="49" charset="-122"/>
                <a:ea typeface="楷体" panose="02010609060101010101" pitchFamily="49" charset="-122"/>
              </a:rPr>
              <a:t>故通常把电场强度叫做</a:t>
            </a:r>
            <a:r>
              <a:rPr kumimoji="1" lang="zh-CN" altLang="en-US" sz="3200" b="1" i="0" u="none" strike="noStrike" kern="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rPr>
              <a:t>光矢量</a:t>
            </a:r>
            <a:r>
              <a:rPr kumimoji="1" lang="zh-CN" altLang="en-US" sz="3200" b="1" i="0" u="none" strike="noStrike" kern="0" cap="none" spc="0" normalizeH="0" baseline="0" noProof="0" dirty="0">
                <a:ln>
                  <a:noFill/>
                </a:ln>
                <a:effectLst/>
                <a:uLnTx/>
                <a:uFillTx/>
                <a:latin typeface="楷体" panose="02010609060101010101" pitchFamily="49" charset="-122"/>
                <a:ea typeface="楷体" panose="02010609060101010101" pitchFamily="49" charset="-122"/>
              </a:rPr>
              <a:t>。</a:t>
            </a:r>
            <a:endParaRPr kumimoji="1" lang="en-US" altLang="zh-CN" sz="3200" b="1" i="0" u="none" strike="noStrike" kern="0" cap="none" spc="0" normalizeH="0" baseline="0" noProof="0" dirty="0">
              <a:ln>
                <a:noFill/>
              </a:ln>
              <a:effectLst/>
              <a:uLnTx/>
              <a:uFillTx/>
              <a:latin typeface="楷体" panose="02010609060101010101" pitchFamily="49" charset="-122"/>
              <a:ea typeface="楷体" panose="02010609060101010101" pitchFamily="49" charset="-122"/>
            </a:endParaRPr>
          </a:p>
        </p:txBody>
      </p:sp>
      <p:graphicFrame>
        <p:nvGraphicFramePr>
          <p:cNvPr id="22" name="Object 15">
            <a:extLst>
              <a:ext uri="{FF2B5EF4-FFF2-40B4-BE49-F238E27FC236}">
                <a16:creationId xmlns:a16="http://schemas.microsoft.com/office/drawing/2014/main" id="{844D7706-A509-4B41-B29B-CCB9839F6CAB}"/>
              </a:ext>
            </a:extLst>
          </p:cNvPr>
          <p:cNvGraphicFramePr>
            <a:graphicFrameLocks noChangeAspect="1"/>
          </p:cNvGraphicFramePr>
          <p:nvPr>
            <p:extLst>
              <p:ext uri="{D42A27DB-BD31-4B8C-83A1-F6EECF244321}">
                <p14:modId xmlns:p14="http://schemas.microsoft.com/office/powerpoint/2010/main" val="694669377"/>
              </p:ext>
            </p:extLst>
          </p:nvPr>
        </p:nvGraphicFramePr>
        <p:xfrm>
          <a:off x="2531533" y="3767289"/>
          <a:ext cx="5190067" cy="717758"/>
        </p:xfrm>
        <a:graphic>
          <a:graphicData uri="http://schemas.openxmlformats.org/presentationml/2006/ole">
            <mc:AlternateContent xmlns:mc="http://schemas.openxmlformats.org/markup-compatibility/2006">
              <mc:Choice xmlns:v="urn:schemas-microsoft-com:vml" Requires="v">
                <p:oleObj name="Equation" r:id="rId3" imgW="1714320" imgH="228600" progId="Equation.DSMT4">
                  <p:embed/>
                </p:oleObj>
              </mc:Choice>
              <mc:Fallback>
                <p:oleObj name="Equation" r:id="rId3" imgW="1714320" imgH="228600" progId="Equation.DSMT4">
                  <p:embed/>
                  <p:pic>
                    <p:nvPicPr>
                      <p:cNvPr id="16" name="Object 15"/>
                      <p:cNvPicPr>
                        <a:picLocks noChangeAspect="1" noChangeArrowheads="1"/>
                      </p:cNvPicPr>
                      <p:nvPr/>
                    </p:nvPicPr>
                    <p:blipFill>
                      <a:blip r:embed="rId4"/>
                      <a:srcRect/>
                      <a:stretch>
                        <a:fillRect/>
                      </a:stretch>
                    </p:blipFill>
                    <p:spPr bwMode="auto">
                      <a:xfrm>
                        <a:off x="2531533" y="3767289"/>
                        <a:ext cx="5190067" cy="717758"/>
                      </a:xfrm>
                      <a:prstGeom prst="rect">
                        <a:avLst/>
                      </a:prstGeom>
                      <a:noFill/>
                    </p:spPr>
                  </p:pic>
                </p:oleObj>
              </mc:Fallback>
            </mc:AlternateContent>
          </a:graphicData>
        </a:graphic>
      </p:graphicFrame>
      <p:graphicFrame>
        <p:nvGraphicFramePr>
          <p:cNvPr id="5" name="对象 4">
            <a:extLst>
              <a:ext uri="{FF2B5EF4-FFF2-40B4-BE49-F238E27FC236}">
                <a16:creationId xmlns:a16="http://schemas.microsoft.com/office/drawing/2014/main" id="{289FA225-5ED3-49D9-864D-AB04EDF697BB}"/>
              </a:ext>
            </a:extLst>
          </p:cNvPr>
          <p:cNvGraphicFramePr>
            <a:graphicFrameLocks noChangeAspect="1"/>
          </p:cNvGraphicFramePr>
          <p:nvPr>
            <p:extLst>
              <p:ext uri="{D42A27DB-BD31-4B8C-83A1-F6EECF244321}">
                <p14:modId xmlns:p14="http://schemas.microsoft.com/office/powerpoint/2010/main" val="1330579755"/>
              </p:ext>
            </p:extLst>
          </p:nvPr>
        </p:nvGraphicFramePr>
        <p:xfrm>
          <a:off x="2601847" y="1446527"/>
          <a:ext cx="647766" cy="823454"/>
        </p:xfrm>
        <a:graphic>
          <a:graphicData uri="http://schemas.openxmlformats.org/presentationml/2006/ole">
            <mc:AlternateContent xmlns:mc="http://schemas.openxmlformats.org/markup-compatibility/2006">
              <mc:Choice xmlns:v="urn:schemas-microsoft-com:vml" Requires="v">
                <p:oleObj name="Equation" r:id="rId5" imgW="152280" imgH="190440" progId="Equation.DSMT4">
                  <p:embed/>
                </p:oleObj>
              </mc:Choice>
              <mc:Fallback>
                <p:oleObj name="Equation" r:id="rId5" imgW="152280" imgH="190440" progId="Equation.DSMT4">
                  <p:embed/>
                  <p:pic>
                    <p:nvPicPr>
                      <p:cNvPr id="0" name=""/>
                      <p:cNvPicPr/>
                      <p:nvPr/>
                    </p:nvPicPr>
                    <p:blipFill>
                      <a:blip r:embed="rId6"/>
                      <a:stretch>
                        <a:fillRect/>
                      </a:stretch>
                    </p:blipFill>
                    <p:spPr>
                      <a:xfrm>
                        <a:off x="2601847" y="1446527"/>
                        <a:ext cx="647766" cy="823454"/>
                      </a:xfrm>
                      <a:prstGeom prst="rect">
                        <a:avLst/>
                      </a:prstGeom>
                    </p:spPr>
                  </p:pic>
                </p:oleObj>
              </mc:Fallback>
            </mc:AlternateContent>
          </a:graphicData>
        </a:graphic>
      </p:graphicFrame>
      <mc:AlternateContent xmlns:mc="http://schemas.openxmlformats.org/markup-compatibility/2006" xmlns:p14="http://schemas.microsoft.com/office/powerpoint/2010/main">
        <mc:Choice Requires="p14">
          <p:contentPart p14:bwMode="auto" r:id="rId7">
            <p14:nvContentPartPr>
              <p14:cNvPr id="2" name="墨迹 1">
                <a:extLst>
                  <a:ext uri="{FF2B5EF4-FFF2-40B4-BE49-F238E27FC236}">
                    <a16:creationId xmlns:a16="http://schemas.microsoft.com/office/drawing/2014/main" id="{0E34B841-4293-4118-9261-100D8FA80466}"/>
                  </a:ext>
                </a:extLst>
              </p14:cNvPr>
              <p14:cNvContentPartPr/>
              <p14:nvPr/>
            </p14:nvContentPartPr>
            <p14:xfrm>
              <a:off x="1782000" y="4755600"/>
              <a:ext cx="360" cy="360"/>
            </p14:xfrm>
          </p:contentPart>
        </mc:Choice>
        <mc:Fallback xmlns="">
          <p:pic>
            <p:nvPicPr>
              <p:cNvPr id="2" name="墨迹 1">
                <a:extLst>
                  <a:ext uri="{FF2B5EF4-FFF2-40B4-BE49-F238E27FC236}">
                    <a16:creationId xmlns:a16="http://schemas.microsoft.com/office/drawing/2014/main" id="{0E34B841-4293-4118-9261-100D8FA80466}"/>
                  </a:ext>
                </a:extLst>
              </p:cNvPr>
              <p:cNvPicPr/>
              <p:nvPr/>
            </p:nvPicPr>
            <p:blipFill>
              <a:blip r:embed="rId10"/>
              <a:stretch>
                <a:fillRect/>
              </a:stretch>
            </p:blipFill>
            <p:spPr>
              <a:xfrm>
                <a:off x="1772640" y="4746240"/>
                <a:ext cx="19080" cy="19080"/>
              </a:xfrm>
              <a:prstGeom prst="rect">
                <a:avLst/>
              </a:prstGeom>
            </p:spPr>
          </p:pic>
        </mc:Fallback>
      </mc:AlternateContent>
    </p:spTree>
    <p:extLst>
      <p:ext uri="{BB962C8B-B14F-4D97-AF65-F5344CB8AC3E}">
        <p14:creationId xmlns:p14="http://schemas.microsoft.com/office/powerpoint/2010/main" val="199556968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3" name="Rectangle 3">
            <a:extLst>
              <a:ext uri="{FF2B5EF4-FFF2-40B4-BE49-F238E27FC236}">
                <a16:creationId xmlns:a16="http://schemas.microsoft.com/office/drawing/2014/main" id="{80DB6F9D-EC28-4DAE-AE59-1E543524FE76}"/>
              </a:ext>
            </a:extLst>
          </p:cNvPr>
          <p:cNvSpPr>
            <a:spLocks noChangeArrowheads="1"/>
          </p:cNvSpPr>
          <p:nvPr/>
        </p:nvSpPr>
        <p:spPr bwMode="auto">
          <a:xfrm>
            <a:off x="918164" y="1569720"/>
            <a:ext cx="11705711"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lvl="0" defTabSz="914400" eaLnBrk="1" hangingPunct="1">
              <a:buClr>
                <a:srgbClr val="0000FF"/>
              </a:buClr>
              <a:defRPr/>
            </a:pPr>
            <a:r>
              <a:rPr kumimoji="1" lang="en-US" altLang="zh-CN" sz="3200" dirty="0">
                <a:solidFill>
                  <a:prstClr val="black"/>
                </a:solidFill>
                <a:latin typeface="微软雅黑" panose="020B0503020204020204" pitchFamily="34" charset="-122"/>
                <a:ea typeface="微软雅黑" panose="020B0503020204020204" pitchFamily="34" charset="-122"/>
              </a:rPr>
              <a:t>1. </a:t>
            </a:r>
            <a:r>
              <a:rPr kumimoji="1" lang="zh-CN" altLang="en-US" sz="3200" dirty="0">
                <a:solidFill>
                  <a:prstClr val="black"/>
                </a:solidFill>
                <a:latin typeface="微软雅黑" panose="020B0503020204020204" pitchFamily="34" charset="-122"/>
                <a:ea typeface="微软雅黑" panose="020B0503020204020204" pitchFamily="34" charset="-122"/>
              </a:rPr>
              <a:t>光波叠加原理</a:t>
            </a:r>
          </a:p>
        </p:txBody>
      </p:sp>
      <p:sp>
        <p:nvSpPr>
          <p:cNvPr id="14" name="Rectangle 5">
            <a:extLst>
              <a:ext uri="{FF2B5EF4-FFF2-40B4-BE49-F238E27FC236}">
                <a16:creationId xmlns:a16="http://schemas.microsoft.com/office/drawing/2014/main" id="{103391C9-3A5B-4E25-9EE7-0F656BCB0CDC}"/>
              </a:ext>
            </a:extLst>
          </p:cNvPr>
          <p:cNvSpPr>
            <a:spLocks noChangeArrowheads="1"/>
          </p:cNvSpPr>
          <p:nvPr/>
        </p:nvSpPr>
        <p:spPr bwMode="auto">
          <a:xfrm>
            <a:off x="532871" y="641363"/>
            <a:ext cx="4572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三</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4000" b="1" dirty="0">
                <a:solidFill>
                  <a:srgbClr val="C00000"/>
                </a:solidFill>
                <a:latin typeface="微软雅黑" panose="020B0503020204020204" pitchFamily="34" charset="-122"/>
                <a:ea typeface="微软雅黑" panose="020B0503020204020204" pitchFamily="34" charset="-122"/>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相干光</a:t>
            </a:r>
          </a:p>
        </p:txBody>
      </p:sp>
      <p:graphicFrame>
        <p:nvGraphicFramePr>
          <p:cNvPr id="15" name="Object 12">
            <a:extLst>
              <a:ext uri="{FF2B5EF4-FFF2-40B4-BE49-F238E27FC236}">
                <a16:creationId xmlns:a16="http://schemas.microsoft.com/office/drawing/2014/main" id="{40426765-3B87-4B8A-84DF-5D7F16FEBB7A}"/>
              </a:ext>
            </a:extLst>
          </p:cNvPr>
          <p:cNvGraphicFramePr>
            <a:graphicFrameLocks noChangeAspect="1"/>
          </p:cNvGraphicFramePr>
          <p:nvPr>
            <p:extLst>
              <p:ext uri="{D42A27DB-BD31-4B8C-83A1-F6EECF244321}">
                <p14:modId xmlns:p14="http://schemas.microsoft.com/office/powerpoint/2010/main" val="3919900553"/>
              </p:ext>
            </p:extLst>
          </p:nvPr>
        </p:nvGraphicFramePr>
        <p:xfrm>
          <a:off x="3365120" y="4400048"/>
          <a:ext cx="5849110" cy="918523"/>
        </p:xfrm>
        <a:graphic>
          <a:graphicData uri="http://schemas.openxmlformats.org/presentationml/2006/ole">
            <mc:AlternateContent xmlns:mc="http://schemas.openxmlformats.org/markup-compatibility/2006">
              <mc:Choice xmlns:v="urn:schemas-microsoft-com:vml" Requires="v">
                <p:oleObj name="Equation" r:id="rId3" imgW="1320480" imgH="241200" progId="Equation.DSMT4">
                  <p:embed/>
                </p:oleObj>
              </mc:Choice>
              <mc:Fallback>
                <p:oleObj name="Equation" r:id="rId3" imgW="1320480" imgH="241200" progId="Equation.DSMT4">
                  <p:embed/>
                  <p:pic>
                    <p:nvPicPr>
                      <p:cNvPr id="18" name="Object 12"/>
                      <p:cNvPicPr>
                        <a:picLocks noChangeAspect="1" noChangeArrowheads="1"/>
                      </p:cNvPicPr>
                      <p:nvPr/>
                    </p:nvPicPr>
                    <p:blipFill>
                      <a:blip r:embed="rId4"/>
                      <a:srcRect/>
                      <a:stretch>
                        <a:fillRect/>
                      </a:stretch>
                    </p:blipFill>
                    <p:spPr bwMode="auto">
                      <a:xfrm>
                        <a:off x="3365120" y="4400048"/>
                        <a:ext cx="5849110" cy="918523"/>
                      </a:xfrm>
                      <a:prstGeom prst="rect">
                        <a:avLst/>
                      </a:prstGeom>
                      <a:noFill/>
                      <a:ln>
                        <a:noFill/>
                      </a:ln>
                    </p:spPr>
                  </p:pic>
                </p:oleObj>
              </mc:Fallback>
            </mc:AlternateContent>
          </a:graphicData>
        </a:graphic>
      </p:graphicFrame>
      <p:sp>
        <p:nvSpPr>
          <p:cNvPr id="17" name="Rectangle 14">
            <a:extLst>
              <a:ext uri="{FF2B5EF4-FFF2-40B4-BE49-F238E27FC236}">
                <a16:creationId xmlns:a16="http://schemas.microsoft.com/office/drawing/2014/main" id="{C7511167-0AC6-4A06-8877-7C7284337092}"/>
              </a:ext>
            </a:extLst>
          </p:cNvPr>
          <p:cNvSpPr>
            <a:spLocks noChangeArrowheads="1"/>
          </p:cNvSpPr>
          <p:nvPr/>
        </p:nvSpPr>
        <p:spPr bwMode="auto">
          <a:xfrm>
            <a:off x="1377950" y="2444229"/>
            <a:ext cx="9586383" cy="1754326"/>
          </a:xfrm>
          <a:prstGeom prst="rect">
            <a:avLst/>
          </a:prstGeom>
          <a:noFill/>
          <a:ln w="9525">
            <a:noFill/>
            <a:miter lim="800000"/>
            <a:headEnd/>
            <a:tailEnd/>
          </a:ln>
          <a:effectLst/>
        </p:spPr>
        <p:txBody>
          <a:bodyPr>
            <a:spAutoFit/>
          </a:bodyPr>
          <a:lstStyle/>
          <a:p>
            <a:pPr>
              <a:defRPr/>
            </a:pPr>
            <a:r>
              <a:rPr kumimoji="1" lang="zh-CN" altLang="en-US" sz="3600" b="1" dirty="0">
                <a:latin typeface="楷体" panose="02010609060101010101" pitchFamily="49" charset="-122"/>
                <a:ea typeface="楷体" panose="02010609060101010101" pitchFamily="49" charset="-122"/>
              </a:rPr>
              <a:t>    对于在</a:t>
            </a:r>
            <a:r>
              <a:rPr kumimoji="1" lang="zh-CN" altLang="en-US" sz="3600" b="1" dirty="0">
                <a:solidFill>
                  <a:srgbClr val="FF0000"/>
                </a:solidFill>
                <a:latin typeface="楷体" panose="02010609060101010101" pitchFamily="49" charset="-122"/>
                <a:ea typeface="楷体" panose="02010609060101010101" pitchFamily="49" charset="-122"/>
              </a:rPr>
              <a:t>真空</a:t>
            </a:r>
            <a:r>
              <a:rPr kumimoji="1" lang="zh-CN" altLang="en-US" sz="3600" b="1" dirty="0">
                <a:latin typeface="楷体" panose="02010609060101010101" pitchFamily="49" charset="-122"/>
                <a:ea typeface="楷体" panose="02010609060101010101" pitchFamily="49" charset="-122"/>
              </a:rPr>
              <a:t>中传播的光或在介质中传播的</a:t>
            </a:r>
            <a:r>
              <a:rPr kumimoji="1" lang="zh-CN" altLang="en-US" sz="3600" b="1" dirty="0">
                <a:solidFill>
                  <a:srgbClr val="FF0000"/>
                </a:solidFill>
                <a:latin typeface="楷体" panose="02010609060101010101" pitchFamily="49" charset="-122"/>
                <a:ea typeface="楷体" panose="02010609060101010101" pitchFamily="49" charset="-122"/>
              </a:rPr>
              <a:t>不太强</a:t>
            </a:r>
            <a:r>
              <a:rPr kumimoji="1" lang="zh-CN" altLang="en-US" sz="3600" b="1" dirty="0">
                <a:latin typeface="楷体" panose="02010609060101010101" pitchFamily="49" charset="-122"/>
                <a:ea typeface="楷体" panose="02010609060101010101" pitchFamily="49" charset="-122"/>
              </a:rPr>
              <a:t>的光，当几列光波相遇时，其合成光波的光矢量等于各光波光矢量的</a:t>
            </a:r>
            <a:r>
              <a:rPr kumimoji="1" lang="zh-CN" altLang="en-US" sz="3600" b="1" dirty="0">
                <a:solidFill>
                  <a:srgbClr val="FF0000"/>
                </a:solidFill>
                <a:latin typeface="楷体" panose="02010609060101010101" pitchFamily="49" charset="-122"/>
                <a:ea typeface="楷体" panose="02010609060101010101" pitchFamily="49" charset="-122"/>
              </a:rPr>
              <a:t>矢量和</a:t>
            </a:r>
            <a:r>
              <a:rPr kumimoji="1" lang="zh-CN" altLang="en-US" sz="3600" b="1" dirty="0">
                <a:latin typeface="楷体" panose="02010609060101010101" pitchFamily="49" charset="-122"/>
                <a:ea typeface="楷体" panose="02010609060101010101" pitchFamily="49" charset="-122"/>
              </a:rPr>
              <a:t>。   </a:t>
            </a:r>
            <a:endParaRPr kumimoji="1" lang="en-US" altLang="zh-CN" sz="3600" b="1" dirty="0">
              <a:latin typeface="楷体" panose="02010609060101010101" pitchFamily="49" charset="-122"/>
              <a:ea typeface="楷体" panose="02010609060101010101" pitchFamily="49" charset="-122"/>
            </a:endParaRPr>
          </a:p>
        </p:txBody>
      </p:sp>
    </p:spTree>
    <p:extLst>
      <p:ext uri="{BB962C8B-B14F-4D97-AF65-F5344CB8AC3E}">
        <p14:creationId xmlns:p14="http://schemas.microsoft.com/office/powerpoint/2010/main" val="106553133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3" name="Rectangle 3">
            <a:extLst>
              <a:ext uri="{FF2B5EF4-FFF2-40B4-BE49-F238E27FC236}">
                <a16:creationId xmlns:a16="http://schemas.microsoft.com/office/drawing/2014/main" id="{80DB6F9D-EC28-4DAE-AE59-1E543524FE76}"/>
              </a:ext>
            </a:extLst>
          </p:cNvPr>
          <p:cNvSpPr>
            <a:spLocks noChangeArrowheads="1"/>
          </p:cNvSpPr>
          <p:nvPr/>
        </p:nvSpPr>
        <p:spPr bwMode="auto">
          <a:xfrm>
            <a:off x="918165" y="1569720"/>
            <a:ext cx="67526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lvl="0" defTabSz="914400" eaLnBrk="1" hangingPunct="1">
              <a:buClr>
                <a:srgbClr val="0000FF"/>
              </a:buClr>
              <a:defRPr/>
            </a:pPr>
            <a:r>
              <a:rPr kumimoji="1" lang="en-US" altLang="zh-CN" sz="3200" dirty="0">
                <a:solidFill>
                  <a:prstClr val="black"/>
                </a:solidFill>
                <a:latin typeface="微软雅黑" panose="020B0503020204020204" pitchFamily="34" charset="-122"/>
                <a:ea typeface="微软雅黑" panose="020B0503020204020204" pitchFamily="34" charset="-122"/>
              </a:rPr>
              <a:t>2. </a:t>
            </a:r>
            <a:r>
              <a:rPr kumimoji="1" lang="zh-CN" altLang="en-US" sz="3200" dirty="0">
                <a:solidFill>
                  <a:prstClr val="black"/>
                </a:solidFill>
                <a:latin typeface="微软雅黑" panose="020B0503020204020204" pitchFamily="34" charset="-122"/>
                <a:ea typeface="微软雅黑" panose="020B0503020204020204" pitchFamily="34" charset="-122"/>
              </a:rPr>
              <a:t>光波的相干叠加</a:t>
            </a:r>
          </a:p>
        </p:txBody>
      </p:sp>
      <p:sp>
        <p:nvSpPr>
          <p:cNvPr id="14" name="Rectangle 5">
            <a:extLst>
              <a:ext uri="{FF2B5EF4-FFF2-40B4-BE49-F238E27FC236}">
                <a16:creationId xmlns:a16="http://schemas.microsoft.com/office/drawing/2014/main" id="{103391C9-3A5B-4E25-9EE7-0F656BCB0CDC}"/>
              </a:ext>
            </a:extLst>
          </p:cNvPr>
          <p:cNvSpPr>
            <a:spLocks noChangeArrowheads="1"/>
          </p:cNvSpPr>
          <p:nvPr/>
        </p:nvSpPr>
        <p:spPr bwMode="auto">
          <a:xfrm>
            <a:off x="532871" y="641363"/>
            <a:ext cx="4572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三</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4000" b="1" dirty="0">
                <a:solidFill>
                  <a:srgbClr val="C00000"/>
                </a:solidFill>
                <a:latin typeface="微软雅黑" panose="020B0503020204020204" pitchFamily="34" charset="-122"/>
                <a:ea typeface="微软雅黑" panose="020B0503020204020204" pitchFamily="34" charset="-122"/>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相干光</a:t>
            </a:r>
          </a:p>
        </p:txBody>
      </p:sp>
      <p:sp>
        <p:nvSpPr>
          <p:cNvPr id="9" name="Rectangle 62">
            <a:extLst>
              <a:ext uri="{FF2B5EF4-FFF2-40B4-BE49-F238E27FC236}">
                <a16:creationId xmlns:a16="http://schemas.microsoft.com/office/drawing/2014/main" id="{5C572BA6-95CF-4B49-8328-9D60073CF773}"/>
              </a:ext>
            </a:extLst>
          </p:cNvPr>
          <p:cNvSpPr>
            <a:spLocks noChangeArrowheads="1"/>
          </p:cNvSpPr>
          <p:nvPr/>
        </p:nvSpPr>
        <p:spPr bwMode="auto">
          <a:xfrm>
            <a:off x="1307041" y="3286183"/>
            <a:ext cx="45608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buClr>
                <a:srgbClr val="0000FF"/>
              </a:buClr>
              <a:buSzPct val="90000"/>
              <a:buFont typeface="Wingdings" panose="05000000000000000000" pitchFamily="2" charset="2"/>
              <a:buChar char="l"/>
            </a:pPr>
            <a:r>
              <a:rPr kumimoji="1" lang="zh-CN" altLang="en-US" dirty="0">
                <a:latin typeface="楷体_GB2312" pitchFamily="49" charset="-122"/>
                <a:ea typeface="楷体_GB2312" pitchFamily="49" charset="-122"/>
              </a:rPr>
              <a:t> 相干叠加时的光强分布：</a:t>
            </a:r>
          </a:p>
        </p:txBody>
      </p:sp>
      <p:sp>
        <p:nvSpPr>
          <p:cNvPr id="11" name="Rectangle 5">
            <a:extLst>
              <a:ext uri="{FF2B5EF4-FFF2-40B4-BE49-F238E27FC236}">
                <a16:creationId xmlns:a16="http://schemas.microsoft.com/office/drawing/2014/main" id="{0C134D81-0A88-46CF-8557-DAB12110A762}"/>
              </a:ext>
            </a:extLst>
          </p:cNvPr>
          <p:cNvSpPr>
            <a:spLocks noChangeArrowheads="1"/>
          </p:cNvSpPr>
          <p:nvPr/>
        </p:nvSpPr>
        <p:spPr bwMode="auto">
          <a:xfrm>
            <a:off x="1307041" y="2218724"/>
            <a:ext cx="10520891"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
                <a:srgbClr val="0000FF"/>
              </a:buClr>
              <a:buSzPct val="90000"/>
              <a:buFont typeface="Wingdings" panose="05000000000000000000" pitchFamily="2" charset="2"/>
              <a:buChar char="l"/>
              <a:tabLst/>
              <a:defRPr/>
            </a:pPr>
            <a:r>
              <a:rPr kumimoji="1" lang="zh-CN" altLang="en-US" sz="2800" b="1" i="0" u="none" strike="noStrike" kern="0" cap="none" spc="0" normalizeH="0" baseline="0" noProof="0" dirty="0">
                <a:ln>
                  <a:noFill/>
                </a:ln>
                <a:effectLst/>
                <a:uLnTx/>
                <a:uFillTx/>
                <a:latin typeface="楷体_GB2312" pitchFamily="49" charset="-122"/>
                <a:ea typeface="楷体_GB2312" pitchFamily="49" charset="-122"/>
              </a:rPr>
              <a:t> 若两束光的光矢量满足</a:t>
            </a:r>
            <a:r>
              <a:rPr kumimoji="1" lang="zh-CN" altLang="en-US" sz="28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相干条件</a:t>
            </a:r>
            <a:r>
              <a:rPr kumimoji="1" lang="zh-CN" altLang="en-US" sz="2800" b="1" i="0" u="none" strike="noStrike" kern="0" cap="none" spc="0" normalizeH="0" baseline="0" noProof="0" dirty="0">
                <a:ln>
                  <a:noFill/>
                </a:ln>
                <a:effectLst/>
                <a:uLnTx/>
                <a:uFillTx/>
                <a:latin typeface="楷体_GB2312" pitchFamily="49" charset="-122"/>
                <a:ea typeface="楷体_GB2312" pitchFamily="49" charset="-122"/>
              </a:rPr>
              <a:t>，则它们是</a:t>
            </a:r>
            <a:r>
              <a:rPr kumimoji="1" lang="zh-CN" altLang="en-US" sz="28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相干光</a:t>
            </a:r>
            <a:r>
              <a:rPr kumimoji="1" lang="zh-CN" altLang="en-US" sz="2800" b="1" i="0" u="none" strike="noStrike" kern="0" cap="none" spc="0" normalizeH="0" baseline="0" noProof="0" dirty="0">
                <a:ln>
                  <a:noFill/>
                </a:ln>
                <a:effectLst/>
                <a:uLnTx/>
                <a:uFillTx/>
                <a:latin typeface="楷体_GB2312" pitchFamily="49" charset="-122"/>
                <a:ea typeface="楷体_GB2312" pitchFamily="49" charset="-122"/>
              </a:rPr>
              <a:t>，对应的光源叫</a:t>
            </a:r>
            <a:r>
              <a:rPr kumimoji="1" lang="zh-CN" altLang="en-US" sz="2800" b="1" i="0" u="none" strike="noStrike" kern="0" cap="none" spc="0" normalizeH="0" baseline="0" noProof="0" dirty="0">
                <a:ln>
                  <a:noFill/>
                </a:ln>
                <a:solidFill>
                  <a:srgbClr val="FF0000"/>
                </a:solidFill>
                <a:effectLst/>
                <a:uLnTx/>
                <a:uFillTx/>
                <a:latin typeface="楷体_GB2312" pitchFamily="49" charset="-122"/>
                <a:ea typeface="楷体_GB2312" pitchFamily="49" charset="-122"/>
              </a:rPr>
              <a:t>相干光源</a:t>
            </a:r>
            <a:r>
              <a:rPr kumimoji="1" lang="zh-CN" altLang="en-US" sz="2800" b="1" i="0" u="none" strike="noStrike" kern="0" cap="none" spc="0" normalizeH="0" baseline="0" noProof="0" dirty="0">
                <a:ln>
                  <a:noFill/>
                </a:ln>
                <a:effectLst/>
                <a:uLnTx/>
                <a:uFillTx/>
                <a:latin typeface="楷体_GB2312" pitchFamily="49" charset="-122"/>
                <a:ea typeface="楷体_GB2312" pitchFamily="49" charset="-122"/>
              </a:rPr>
              <a:t>。</a:t>
            </a:r>
          </a:p>
        </p:txBody>
      </p:sp>
      <p:sp>
        <p:nvSpPr>
          <p:cNvPr id="16" name="AutoShape 6">
            <a:extLst>
              <a:ext uri="{FF2B5EF4-FFF2-40B4-BE49-F238E27FC236}">
                <a16:creationId xmlns:a16="http://schemas.microsoft.com/office/drawing/2014/main" id="{315703BE-BACC-478C-9B10-DFDAC2014F56}"/>
              </a:ext>
            </a:extLst>
          </p:cNvPr>
          <p:cNvSpPr>
            <a:spLocks noChangeArrowheads="1"/>
          </p:cNvSpPr>
          <p:nvPr/>
        </p:nvSpPr>
        <p:spPr bwMode="auto">
          <a:xfrm rot="10784522">
            <a:off x="6748353" y="819357"/>
            <a:ext cx="2297113" cy="1228725"/>
          </a:xfrm>
          <a:prstGeom prst="wedgeRoundRectCallout">
            <a:avLst>
              <a:gd name="adj1" fmla="val 83106"/>
              <a:gd name="adj2" fmla="val -65310"/>
              <a:gd name="adj3" fmla="val 16667"/>
            </a:avLst>
          </a:prstGeom>
          <a:solidFill>
            <a:srgbClr val="800080"/>
          </a:solidFill>
          <a:ln w="19050">
            <a:solidFill>
              <a:schemeClr val="tx1"/>
            </a:solidFill>
            <a:miter lim="800000"/>
            <a:headEnd/>
            <a:tailEnd/>
          </a:ln>
        </p:spPr>
        <p:txBody>
          <a:bodyPr rot="108000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400" b="0" dirty="0">
                <a:solidFill>
                  <a:srgbClr val="FFFF66"/>
                </a:solidFill>
                <a:latin typeface="Times New Roman" panose="02020603050405020304" pitchFamily="18" charset="0"/>
                <a:ea typeface="黑体" panose="02010609060101010101" pitchFamily="49" charset="-122"/>
              </a:rPr>
              <a:t>频率相同、</a:t>
            </a:r>
          </a:p>
          <a:p>
            <a:pPr eaLnBrk="1" hangingPunct="1"/>
            <a:r>
              <a:rPr kumimoji="1" lang="zh-CN" altLang="en-US" sz="2400" b="0" dirty="0">
                <a:solidFill>
                  <a:srgbClr val="FFFF66"/>
                </a:solidFill>
                <a:latin typeface="Times New Roman" panose="02020603050405020304" pitchFamily="18" charset="0"/>
                <a:ea typeface="黑体" panose="02010609060101010101" pitchFamily="49" charset="-122"/>
              </a:rPr>
              <a:t>振动方向平行、</a:t>
            </a:r>
          </a:p>
          <a:p>
            <a:pPr eaLnBrk="1" hangingPunct="1"/>
            <a:r>
              <a:rPr kumimoji="1" lang="zh-CN" altLang="en-US" sz="2400" b="0" dirty="0">
                <a:solidFill>
                  <a:srgbClr val="FFFF66"/>
                </a:solidFill>
                <a:latin typeface="Times New Roman" panose="02020603050405020304" pitchFamily="18" charset="0"/>
                <a:ea typeface="黑体" panose="02010609060101010101" pitchFamily="49" charset="-122"/>
              </a:rPr>
              <a:t>相位差恒定</a:t>
            </a:r>
          </a:p>
        </p:txBody>
      </p:sp>
      <p:graphicFrame>
        <p:nvGraphicFramePr>
          <p:cNvPr id="18" name="Object 30">
            <a:extLst>
              <a:ext uri="{FF2B5EF4-FFF2-40B4-BE49-F238E27FC236}">
                <a16:creationId xmlns:a16="http://schemas.microsoft.com/office/drawing/2014/main" id="{7C4EC3D6-9928-4169-9C2F-748BFC63969D}"/>
              </a:ext>
            </a:extLst>
          </p:cNvPr>
          <p:cNvGraphicFramePr>
            <a:graphicFrameLocks noChangeAspect="1"/>
          </p:cNvGraphicFramePr>
          <p:nvPr/>
        </p:nvGraphicFramePr>
        <p:xfrm>
          <a:off x="6012920" y="3171224"/>
          <a:ext cx="4788959" cy="791167"/>
        </p:xfrm>
        <a:graphic>
          <a:graphicData uri="http://schemas.openxmlformats.org/presentationml/2006/ole">
            <mc:AlternateContent xmlns:mc="http://schemas.openxmlformats.org/markup-compatibility/2006">
              <mc:Choice xmlns:v="urn:schemas-microsoft-com:vml" Requires="v">
                <p:oleObj name="Equation" r:id="rId3" imgW="1650960" imgH="266400" progId="Equation.DSMT4">
                  <p:embed/>
                </p:oleObj>
              </mc:Choice>
              <mc:Fallback>
                <p:oleObj name="Equation" r:id="rId3" imgW="1650960" imgH="266400" progId="Equation.DSMT4">
                  <p:embed/>
                  <p:pic>
                    <p:nvPicPr>
                      <p:cNvPr id="18" name="Object 30">
                        <a:extLst>
                          <a:ext uri="{FF2B5EF4-FFF2-40B4-BE49-F238E27FC236}">
                            <a16:creationId xmlns:a16="http://schemas.microsoft.com/office/drawing/2014/main" id="{7C4EC3D6-9928-4169-9C2F-748BFC63969D}"/>
                          </a:ext>
                        </a:extLst>
                      </p:cNvPr>
                      <p:cNvPicPr>
                        <a:picLocks noChangeAspect="1" noChangeArrowheads="1"/>
                      </p:cNvPicPr>
                      <p:nvPr/>
                    </p:nvPicPr>
                    <p:blipFill>
                      <a:blip r:embed="rId4"/>
                      <a:srcRect/>
                      <a:stretch>
                        <a:fillRect/>
                      </a:stretch>
                    </p:blipFill>
                    <p:spPr bwMode="auto">
                      <a:xfrm>
                        <a:off x="6012920" y="3171224"/>
                        <a:ext cx="4788959" cy="791167"/>
                      </a:xfrm>
                      <a:prstGeom prst="rect">
                        <a:avLst/>
                      </a:prstGeom>
                      <a:noFill/>
                      <a:ln>
                        <a:noFill/>
                      </a:ln>
                    </p:spPr>
                  </p:pic>
                </p:oleObj>
              </mc:Fallback>
            </mc:AlternateContent>
          </a:graphicData>
        </a:graphic>
      </p:graphicFrame>
      <p:graphicFrame>
        <p:nvGraphicFramePr>
          <p:cNvPr id="19" name="Object 7">
            <a:extLst>
              <a:ext uri="{FF2B5EF4-FFF2-40B4-BE49-F238E27FC236}">
                <a16:creationId xmlns:a16="http://schemas.microsoft.com/office/drawing/2014/main" id="{582DEC27-A1F1-4223-BDD2-1D9960A5B611}"/>
              </a:ext>
            </a:extLst>
          </p:cNvPr>
          <p:cNvGraphicFramePr>
            <a:graphicFrameLocks noChangeAspect="1"/>
          </p:cNvGraphicFramePr>
          <p:nvPr>
            <p:extLst>
              <p:ext uri="{D42A27DB-BD31-4B8C-83A1-F6EECF244321}">
                <p14:modId xmlns:p14="http://schemas.microsoft.com/office/powerpoint/2010/main" val="1479421932"/>
              </p:ext>
            </p:extLst>
          </p:nvPr>
        </p:nvGraphicFramePr>
        <p:xfrm>
          <a:off x="724803" y="5070387"/>
          <a:ext cx="3111780" cy="1116469"/>
        </p:xfrm>
        <a:graphic>
          <a:graphicData uri="http://schemas.openxmlformats.org/presentationml/2006/ole">
            <mc:AlternateContent xmlns:mc="http://schemas.openxmlformats.org/markup-compatibility/2006">
              <mc:Choice xmlns:v="urn:schemas-microsoft-com:vml" Requires="v">
                <p:oleObj name="Equation" r:id="rId5" imgW="1104840" imgH="393480" progId="Equation.DSMT4">
                  <p:embed/>
                </p:oleObj>
              </mc:Choice>
              <mc:Fallback>
                <p:oleObj name="Equation" r:id="rId5" imgW="1104840" imgH="393480" progId="Equation.DSMT4">
                  <p:embed/>
                  <p:pic>
                    <p:nvPicPr>
                      <p:cNvPr id="19" name="Object 7">
                        <a:extLst>
                          <a:ext uri="{FF2B5EF4-FFF2-40B4-BE49-F238E27FC236}">
                            <a16:creationId xmlns:a16="http://schemas.microsoft.com/office/drawing/2014/main" id="{582DEC27-A1F1-4223-BDD2-1D9960A5B611}"/>
                          </a:ext>
                        </a:extLst>
                      </p:cNvPr>
                      <p:cNvPicPr>
                        <a:picLocks noChangeAspect="1" noChangeArrowheads="1"/>
                      </p:cNvPicPr>
                      <p:nvPr/>
                    </p:nvPicPr>
                    <p:blipFill>
                      <a:blip r:embed="rId6"/>
                      <a:srcRect/>
                      <a:stretch>
                        <a:fillRect/>
                      </a:stretch>
                    </p:blipFill>
                    <p:spPr bwMode="auto">
                      <a:xfrm>
                        <a:off x="724803" y="5070387"/>
                        <a:ext cx="3111780" cy="1116469"/>
                      </a:xfrm>
                      <a:prstGeom prst="rect">
                        <a:avLst/>
                      </a:prstGeom>
                      <a:noFill/>
                      <a:ln>
                        <a:noFill/>
                      </a:ln>
                    </p:spPr>
                  </p:pic>
                </p:oleObj>
              </mc:Fallback>
            </mc:AlternateContent>
          </a:graphicData>
        </a:graphic>
      </p:graphicFrame>
      <p:graphicFrame>
        <p:nvGraphicFramePr>
          <p:cNvPr id="20" name="Object 30">
            <a:extLst>
              <a:ext uri="{FF2B5EF4-FFF2-40B4-BE49-F238E27FC236}">
                <a16:creationId xmlns:a16="http://schemas.microsoft.com/office/drawing/2014/main" id="{AE4FF6D7-674C-4794-9CC1-0CA3BE09812D}"/>
              </a:ext>
            </a:extLst>
          </p:cNvPr>
          <p:cNvGraphicFramePr>
            <a:graphicFrameLocks noChangeAspect="1"/>
          </p:cNvGraphicFramePr>
          <p:nvPr>
            <p:extLst>
              <p:ext uri="{D42A27DB-BD31-4B8C-83A1-F6EECF244321}">
                <p14:modId xmlns:p14="http://schemas.microsoft.com/office/powerpoint/2010/main" val="2504666841"/>
              </p:ext>
            </p:extLst>
          </p:nvPr>
        </p:nvGraphicFramePr>
        <p:xfrm>
          <a:off x="494241" y="4159676"/>
          <a:ext cx="5420254" cy="696223"/>
        </p:xfrm>
        <a:graphic>
          <a:graphicData uri="http://schemas.openxmlformats.org/presentationml/2006/ole">
            <mc:AlternateContent xmlns:mc="http://schemas.openxmlformats.org/markup-compatibility/2006">
              <mc:Choice xmlns:v="urn:schemas-microsoft-com:vml" Requires="v">
                <p:oleObj name="Equation" r:id="rId7" imgW="1942920" imgH="241200" progId="Equation.DSMT4">
                  <p:embed/>
                </p:oleObj>
              </mc:Choice>
              <mc:Fallback>
                <p:oleObj name="Equation" r:id="rId7" imgW="1942920" imgH="241200" progId="Equation.DSMT4">
                  <p:embed/>
                  <p:pic>
                    <p:nvPicPr>
                      <p:cNvPr id="20" name="Object 30">
                        <a:extLst>
                          <a:ext uri="{FF2B5EF4-FFF2-40B4-BE49-F238E27FC236}">
                            <a16:creationId xmlns:a16="http://schemas.microsoft.com/office/drawing/2014/main" id="{AE4FF6D7-674C-4794-9CC1-0CA3BE09812D}"/>
                          </a:ext>
                        </a:extLst>
                      </p:cNvPr>
                      <p:cNvPicPr>
                        <a:picLocks noChangeAspect="1" noChangeArrowheads="1"/>
                      </p:cNvPicPr>
                      <p:nvPr/>
                    </p:nvPicPr>
                    <p:blipFill>
                      <a:blip r:embed="rId8"/>
                      <a:srcRect/>
                      <a:stretch>
                        <a:fillRect/>
                      </a:stretch>
                    </p:blipFill>
                    <p:spPr bwMode="auto">
                      <a:xfrm>
                        <a:off x="494241" y="4159676"/>
                        <a:ext cx="5420254" cy="696223"/>
                      </a:xfrm>
                      <a:prstGeom prst="rect">
                        <a:avLst/>
                      </a:prstGeom>
                      <a:noFill/>
                      <a:ln>
                        <a:noFill/>
                      </a:ln>
                    </p:spPr>
                  </p:pic>
                </p:oleObj>
              </mc:Fallback>
            </mc:AlternateContent>
          </a:graphicData>
        </a:graphic>
      </p:graphicFrame>
      <p:sp>
        <p:nvSpPr>
          <p:cNvPr id="21" name="Rectangle 32">
            <a:extLst>
              <a:ext uri="{FF2B5EF4-FFF2-40B4-BE49-F238E27FC236}">
                <a16:creationId xmlns:a16="http://schemas.microsoft.com/office/drawing/2014/main" id="{7844C3DF-B799-46C1-ABEC-6D3588D9F861}"/>
              </a:ext>
            </a:extLst>
          </p:cNvPr>
          <p:cNvSpPr>
            <a:spLocks noChangeArrowheads="1"/>
          </p:cNvSpPr>
          <p:nvPr/>
        </p:nvSpPr>
        <p:spPr bwMode="auto">
          <a:xfrm>
            <a:off x="6302904" y="4072784"/>
            <a:ext cx="5688012" cy="2447925"/>
          </a:xfrm>
          <a:prstGeom prst="rect">
            <a:avLst/>
          </a:prstGeom>
          <a:solidFill>
            <a:srgbClr val="FFFFFF"/>
          </a:solidFill>
          <a:ln w="9525">
            <a:solidFill>
              <a:srgbClr val="969696"/>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22" name="Group 98">
            <a:extLst>
              <a:ext uri="{FF2B5EF4-FFF2-40B4-BE49-F238E27FC236}">
                <a16:creationId xmlns:a16="http://schemas.microsoft.com/office/drawing/2014/main" id="{D9A42356-CBA4-473A-B24B-81505B878C7F}"/>
              </a:ext>
            </a:extLst>
          </p:cNvPr>
          <p:cNvGrpSpPr>
            <a:grpSpLocks/>
          </p:cNvGrpSpPr>
          <p:nvPr/>
        </p:nvGrpSpPr>
        <p:grpSpPr bwMode="auto">
          <a:xfrm>
            <a:off x="6706129" y="4879234"/>
            <a:ext cx="4095750" cy="1160462"/>
            <a:chOff x="1320" y="3167"/>
            <a:chExt cx="2580" cy="731"/>
          </a:xfrm>
        </p:grpSpPr>
        <p:sp>
          <p:nvSpPr>
            <p:cNvPr id="23" name="Freeform 36">
              <a:extLst>
                <a:ext uri="{FF2B5EF4-FFF2-40B4-BE49-F238E27FC236}">
                  <a16:creationId xmlns:a16="http://schemas.microsoft.com/office/drawing/2014/main" id="{1D1293D6-E85A-4BB7-AC69-58DC36709F78}"/>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4" name="Freeform 37">
              <a:extLst>
                <a:ext uri="{FF2B5EF4-FFF2-40B4-BE49-F238E27FC236}">
                  <a16:creationId xmlns:a16="http://schemas.microsoft.com/office/drawing/2014/main" id="{C826AF3A-E4FE-4BA5-8F64-096F3424DD77}"/>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 name="Freeform 38">
              <a:extLst>
                <a:ext uri="{FF2B5EF4-FFF2-40B4-BE49-F238E27FC236}">
                  <a16:creationId xmlns:a16="http://schemas.microsoft.com/office/drawing/2014/main" id="{C8F37403-B79E-49BD-A097-7430933B4463}"/>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6" name="Freeform 39">
              <a:extLst>
                <a:ext uri="{FF2B5EF4-FFF2-40B4-BE49-F238E27FC236}">
                  <a16:creationId xmlns:a16="http://schemas.microsoft.com/office/drawing/2014/main" id="{CD855D03-F595-4C7E-940D-30B95ACBCC64}"/>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7" name="Freeform 40">
              <a:extLst>
                <a:ext uri="{FF2B5EF4-FFF2-40B4-BE49-F238E27FC236}">
                  <a16:creationId xmlns:a16="http://schemas.microsoft.com/office/drawing/2014/main" id="{23F4F516-1656-4DCB-9114-D755149ACE4C}"/>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8" name="Freeform 41">
              <a:extLst>
                <a:ext uri="{FF2B5EF4-FFF2-40B4-BE49-F238E27FC236}">
                  <a16:creationId xmlns:a16="http://schemas.microsoft.com/office/drawing/2014/main" id="{735D45A7-3BAE-44F8-B717-940E1CC84046}"/>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9" name="Freeform 42">
              <a:extLst>
                <a:ext uri="{FF2B5EF4-FFF2-40B4-BE49-F238E27FC236}">
                  <a16:creationId xmlns:a16="http://schemas.microsoft.com/office/drawing/2014/main" id="{33186032-37F1-4358-AB7E-525CC56B8C10}"/>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30" name="Freeform 43">
              <a:extLst>
                <a:ext uri="{FF2B5EF4-FFF2-40B4-BE49-F238E27FC236}">
                  <a16:creationId xmlns:a16="http://schemas.microsoft.com/office/drawing/2014/main" id="{DFA4AD86-8FF6-4D22-9015-F8AB51BF15B8}"/>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31" name="Freeform 44">
              <a:extLst>
                <a:ext uri="{FF2B5EF4-FFF2-40B4-BE49-F238E27FC236}">
                  <a16:creationId xmlns:a16="http://schemas.microsoft.com/office/drawing/2014/main" id="{081210EC-298F-40C7-8443-2B7612FB6B3E}"/>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32" name="Group 97">
            <a:extLst>
              <a:ext uri="{FF2B5EF4-FFF2-40B4-BE49-F238E27FC236}">
                <a16:creationId xmlns:a16="http://schemas.microsoft.com/office/drawing/2014/main" id="{A017A839-D625-4E3F-B7F7-D584E4138FC3}"/>
              </a:ext>
            </a:extLst>
          </p:cNvPr>
          <p:cNvGrpSpPr>
            <a:grpSpLocks/>
          </p:cNvGrpSpPr>
          <p:nvPr/>
        </p:nvGrpSpPr>
        <p:grpSpPr bwMode="auto">
          <a:xfrm>
            <a:off x="8780991" y="4072784"/>
            <a:ext cx="390525" cy="1973262"/>
            <a:chOff x="2627" y="2659"/>
            <a:chExt cx="246" cy="1243"/>
          </a:xfrm>
        </p:grpSpPr>
        <p:sp>
          <p:nvSpPr>
            <p:cNvPr id="33" name="Rectangle 35">
              <a:extLst>
                <a:ext uri="{FF2B5EF4-FFF2-40B4-BE49-F238E27FC236}">
                  <a16:creationId xmlns:a16="http://schemas.microsoft.com/office/drawing/2014/main" id="{408E69DF-8A1D-46ED-BB1A-3B7C782D9511}"/>
                </a:ext>
              </a:extLst>
            </p:cNvPr>
            <p:cNvSpPr>
              <a:spLocks noChangeArrowheads="1"/>
            </p:cNvSpPr>
            <p:nvPr/>
          </p:nvSpPr>
          <p:spPr bwMode="auto">
            <a:xfrm>
              <a:off x="2684" y="2659"/>
              <a:ext cx="18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2400" i="1">
                  <a:solidFill>
                    <a:srgbClr val="000099"/>
                  </a:solidFill>
                  <a:latin typeface="Times New Roman" panose="02020603050405020304" pitchFamily="18" charset="0"/>
                </a:rPr>
                <a:t>I</a:t>
              </a:r>
              <a:endParaRPr kumimoji="1" lang="en-US" altLang="zh-CN" sz="1800" b="0" i="1">
                <a:solidFill>
                  <a:srgbClr val="000099"/>
                </a:solidFill>
                <a:latin typeface="Times New Roman" panose="02020603050405020304" pitchFamily="18" charset="0"/>
              </a:endParaRPr>
            </a:p>
          </p:txBody>
        </p:sp>
        <p:sp>
          <p:nvSpPr>
            <p:cNvPr id="34" name="Line 45">
              <a:extLst>
                <a:ext uri="{FF2B5EF4-FFF2-40B4-BE49-F238E27FC236}">
                  <a16:creationId xmlns:a16="http://schemas.microsoft.com/office/drawing/2014/main" id="{E8974D6F-39BE-401A-9150-53F5DA5813B4}"/>
                </a:ext>
              </a:extLst>
            </p:cNvPr>
            <p:cNvSpPr>
              <a:spLocks noChangeShapeType="1"/>
            </p:cNvSpPr>
            <p:nvPr/>
          </p:nvSpPr>
          <p:spPr bwMode="auto">
            <a:xfrm>
              <a:off x="2627" y="2839"/>
              <a:ext cx="0" cy="1063"/>
            </a:xfrm>
            <a:prstGeom prst="line">
              <a:avLst/>
            </a:prstGeom>
            <a:noFill/>
            <a:ln w="9525">
              <a:solidFill>
                <a:srgbClr val="000000"/>
              </a:solidFill>
              <a:round/>
              <a:headEnd type="triangle" w="med" len="sm"/>
              <a:tailEnd type="none" w="med" len="sm"/>
            </a:ln>
            <a:extLst>
              <a:ext uri="{909E8E84-426E-40DD-AFC4-6F175D3DCCD1}">
                <a14:hiddenFill xmlns:a14="http://schemas.microsoft.com/office/drawing/2010/main">
                  <a:noFill/>
                </a14:hiddenFill>
              </a:ext>
            </a:extLst>
          </p:spPr>
          <p:txBody>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sp>
        <p:nvSpPr>
          <p:cNvPr id="35" name="Rectangle 52">
            <a:extLst>
              <a:ext uri="{FF2B5EF4-FFF2-40B4-BE49-F238E27FC236}">
                <a16:creationId xmlns:a16="http://schemas.microsoft.com/office/drawing/2014/main" id="{8C29E63E-8900-4DD9-A9A4-9D8E911226E0}"/>
              </a:ext>
            </a:extLst>
          </p:cNvPr>
          <p:cNvSpPr>
            <a:spLocks noChangeArrowheads="1"/>
          </p:cNvSpPr>
          <p:nvPr/>
        </p:nvSpPr>
        <p:spPr bwMode="auto">
          <a:xfrm>
            <a:off x="8723841" y="6038109"/>
            <a:ext cx="3746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2400" dirty="0">
                <a:solidFill>
                  <a:srgbClr val="002060"/>
                </a:solidFill>
                <a:latin typeface="Times New Roman" panose="02020603050405020304" pitchFamily="18" charset="0"/>
              </a:rPr>
              <a:t>0</a:t>
            </a:r>
            <a:endParaRPr kumimoji="1" lang="en-US" altLang="zh-CN" sz="1800" b="0" dirty="0">
              <a:solidFill>
                <a:srgbClr val="002060"/>
              </a:solidFill>
              <a:latin typeface="Times New Roman" panose="02020603050405020304" pitchFamily="18" charset="0"/>
            </a:endParaRPr>
          </a:p>
        </p:txBody>
      </p:sp>
      <p:grpSp>
        <p:nvGrpSpPr>
          <p:cNvPr id="36" name="Group 103">
            <a:extLst>
              <a:ext uri="{FF2B5EF4-FFF2-40B4-BE49-F238E27FC236}">
                <a16:creationId xmlns:a16="http://schemas.microsoft.com/office/drawing/2014/main" id="{28822403-4D45-491E-B597-512825691D58}"/>
              </a:ext>
            </a:extLst>
          </p:cNvPr>
          <p:cNvGrpSpPr>
            <a:grpSpLocks/>
          </p:cNvGrpSpPr>
          <p:nvPr/>
        </p:nvGrpSpPr>
        <p:grpSpPr bwMode="auto">
          <a:xfrm>
            <a:off x="6631516" y="5260234"/>
            <a:ext cx="4938713" cy="392112"/>
            <a:chOff x="1273" y="3407"/>
            <a:chExt cx="3111" cy="247"/>
          </a:xfrm>
        </p:grpSpPr>
        <p:sp>
          <p:nvSpPr>
            <p:cNvPr id="37" name="Rectangle 51">
              <a:extLst>
                <a:ext uri="{FF2B5EF4-FFF2-40B4-BE49-F238E27FC236}">
                  <a16:creationId xmlns:a16="http://schemas.microsoft.com/office/drawing/2014/main" id="{9D5E8A89-004C-40D3-B9E2-35C3A008FAE8}"/>
                </a:ext>
              </a:extLst>
            </p:cNvPr>
            <p:cNvSpPr>
              <a:spLocks noChangeArrowheads="1"/>
            </p:cNvSpPr>
            <p:nvPr/>
          </p:nvSpPr>
          <p:spPr bwMode="auto">
            <a:xfrm>
              <a:off x="3988" y="3407"/>
              <a:ext cx="396"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1800" dirty="0">
                  <a:solidFill>
                    <a:srgbClr val="000099"/>
                  </a:solidFill>
                  <a:latin typeface="Times New Roman" panose="02020603050405020304" pitchFamily="18" charset="0"/>
                </a:rPr>
                <a:t>2</a:t>
              </a:r>
              <a:r>
                <a:rPr kumimoji="1" lang="en-US" altLang="zh-CN" sz="1800" i="1" dirty="0">
                  <a:solidFill>
                    <a:srgbClr val="000099"/>
                  </a:solidFill>
                  <a:latin typeface="Times New Roman" panose="02020603050405020304" pitchFamily="18" charset="0"/>
                </a:rPr>
                <a:t>I</a:t>
              </a:r>
              <a:r>
                <a:rPr kumimoji="1" lang="en-US" altLang="zh-CN" sz="1800" baseline="-25000" dirty="0">
                  <a:solidFill>
                    <a:srgbClr val="000099"/>
                  </a:solidFill>
                  <a:latin typeface="Times New Roman" panose="02020603050405020304" pitchFamily="18" charset="0"/>
                </a:rPr>
                <a:t>0</a:t>
              </a:r>
              <a:endParaRPr kumimoji="1" lang="en-US" altLang="zh-CN" sz="1800" b="0" i="1" dirty="0">
                <a:solidFill>
                  <a:srgbClr val="000099"/>
                </a:solidFill>
                <a:latin typeface="Times New Roman" panose="02020603050405020304" pitchFamily="18" charset="0"/>
              </a:endParaRPr>
            </a:p>
          </p:txBody>
        </p:sp>
        <p:sp>
          <p:nvSpPr>
            <p:cNvPr id="38" name="Line 58">
              <a:extLst>
                <a:ext uri="{FF2B5EF4-FFF2-40B4-BE49-F238E27FC236}">
                  <a16:creationId xmlns:a16="http://schemas.microsoft.com/office/drawing/2014/main" id="{C3E0C00A-4876-4D35-8FD1-3A13AF9EF658}"/>
                </a:ext>
              </a:extLst>
            </p:cNvPr>
            <p:cNvSpPr>
              <a:spLocks noChangeShapeType="1"/>
            </p:cNvSpPr>
            <p:nvPr/>
          </p:nvSpPr>
          <p:spPr bwMode="auto">
            <a:xfrm>
              <a:off x="1273" y="3557"/>
              <a:ext cx="2680" cy="0"/>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sp>
        <p:nvSpPr>
          <p:cNvPr id="39" name="Rectangle 59">
            <a:extLst>
              <a:ext uri="{FF2B5EF4-FFF2-40B4-BE49-F238E27FC236}">
                <a16:creationId xmlns:a16="http://schemas.microsoft.com/office/drawing/2014/main" id="{D64D0E8A-040A-4F45-A5D3-D73793361EBF}"/>
              </a:ext>
            </a:extLst>
          </p:cNvPr>
          <p:cNvSpPr>
            <a:spLocks noChangeArrowheads="1"/>
          </p:cNvSpPr>
          <p:nvPr/>
        </p:nvSpPr>
        <p:spPr bwMode="auto">
          <a:xfrm>
            <a:off x="8839729" y="4561734"/>
            <a:ext cx="735012"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1800">
                <a:solidFill>
                  <a:srgbClr val="000099"/>
                </a:solidFill>
                <a:latin typeface="Times New Roman" panose="02020603050405020304" pitchFamily="18" charset="0"/>
              </a:rPr>
              <a:t>4</a:t>
            </a:r>
            <a:r>
              <a:rPr kumimoji="1" lang="en-US" altLang="zh-CN" sz="1800" i="1">
                <a:solidFill>
                  <a:srgbClr val="000099"/>
                </a:solidFill>
                <a:latin typeface="Times New Roman" panose="02020603050405020304" pitchFamily="18" charset="0"/>
              </a:rPr>
              <a:t>I</a:t>
            </a:r>
            <a:r>
              <a:rPr kumimoji="1" lang="en-US" altLang="zh-CN" sz="1800" baseline="-25000">
                <a:solidFill>
                  <a:srgbClr val="000099"/>
                </a:solidFill>
                <a:latin typeface="Times New Roman" panose="02020603050405020304" pitchFamily="18" charset="0"/>
              </a:rPr>
              <a:t>0</a:t>
            </a:r>
            <a:endParaRPr kumimoji="1" lang="en-US" altLang="zh-CN" sz="1800" b="0" i="1">
              <a:solidFill>
                <a:srgbClr val="000099"/>
              </a:solidFill>
              <a:latin typeface="Times New Roman" panose="02020603050405020304" pitchFamily="18" charset="0"/>
            </a:endParaRPr>
          </a:p>
        </p:txBody>
      </p:sp>
      <p:sp>
        <p:nvSpPr>
          <p:cNvPr id="40" name="Rectangle 66">
            <a:extLst>
              <a:ext uri="{FF2B5EF4-FFF2-40B4-BE49-F238E27FC236}">
                <a16:creationId xmlns:a16="http://schemas.microsoft.com/office/drawing/2014/main" id="{14CF2A59-D5B7-4B2F-AFCD-0988DBAC2737}"/>
              </a:ext>
            </a:extLst>
          </p:cNvPr>
          <p:cNvSpPr>
            <a:spLocks noChangeArrowheads="1"/>
          </p:cNvSpPr>
          <p:nvPr/>
        </p:nvSpPr>
        <p:spPr bwMode="auto">
          <a:xfrm>
            <a:off x="9887480" y="4150571"/>
            <a:ext cx="2000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zh-CN" altLang="en-US" sz="2400" dirty="0">
                <a:solidFill>
                  <a:srgbClr val="0000FF"/>
                </a:solidFill>
                <a:latin typeface="Times New Roman" panose="02020603050405020304" pitchFamily="18" charset="0"/>
              </a:rPr>
              <a:t>设 </a:t>
            </a:r>
            <a:r>
              <a:rPr kumimoji="1" lang="en-US" altLang="zh-CN" sz="2400" i="1" dirty="0">
                <a:solidFill>
                  <a:srgbClr val="0000FF"/>
                </a:solidFill>
                <a:latin typeface="Times New Roman" panose="02020603050405020304" pitchFamily="18" charset="0"/>
              </a:rPr>
              <a:t>I</a:t>
            </a:r>
            <a:r>
              <a:rPr kumimoji="1" lang="en-US" altLang="zh-CN" sz="2400" baseline="-25000" dirty="0">
                <a:solidFill>
                  <a:srgbClr val="0000FF"/>
                </a:solidFill>
                <a:latin typeface="Times New Roman" panose="02020603050405020304" pitchFamily="18" charset="0"/>
              </a:rPr>
              <a:t>1 </a:t>
            </a:r>
            <a:r>
              <a:rPr kumimoji="1" lang="en-US" altLang="zh-CN" sz="2400" i="1" dirty="0">
                <a:solidFill>
                  <a:srgbClr val="0000FF"/>
                </a:solidFill>
                <a:latin typeface="Times New Roman" panose="02020603050405020304" pitchFamily="18" charset="0"/>
              </a:rPr>
              <a:t>=</a:t>
            </a:r>
            <a:r>
              <a:rPr kumimoji="1" lang="en-US" altLang="zh-CN" sz="2400" baseline="-25000" dirty="0">
                <a:solidFill>
                  <a:srgbClr val="0000FF"/>
                </a:solidFill>
                <a:latin typeface="Times New Roman" panose="02020603050405020304" pitchFamily="18" charset="0"/>
              </a:rPr>
              <a:t> </a:t>
            </a:r>
            <a:r>
              <a:rPr kumimoji="1" lang="en-US" altLang="zh-CN" sz="2400" i="1" dirty="0">
                <a:solidFill>
                  <a:srgbClr val="0000FF"/>
                </a:solidFill>
                <a:latin typeface="Times New Roman" panose="02020603050405020304" pitchFamily="18" charset="0"/>
              </a:rPr>
              <a:t>I</a:t>
            </a:r>
            <a:r>
              <a:rPr kumimoji="1" lang="en-US" altLang="zh-CN" sz="2400" baseline="-25000" dirty="0">
                <a:solidFill>
                  <a:srgbClr val="0000FF"/>
                </a:solidFill>
                <a:latin typeface="Times New Roman" panose="02020603050405020304" pitchFamily="18" charset="0"/>
              </a:rPr>
              <a:t>2 </a:t>
            </a:r>
            <a:r>
              <a:rPr kumimoji="1" lang="en-US" altLang="zh-CN" sz="2400" i="1" dirty="0">
                <a:solidFill>
                  <a:srgbClr val="0000FF"/>
                </a:solidFill>
                <a:latin typeface="Times New Roman" panose="02020603050405020304" pitchFamily="18" charset="0"/>
              </a:rPr>
              <a:t>=</a:t>
            </a:r>
            <a:r>
              <a:rPr kumimoji="1" lang="en-US" altLang="zh-CN" sz="2400" baseline="-25000" dirty="0">
                <a:solidFill>
                  <a:srgbClr val="0000FF"/>
                </a:solidFill>
                <a:latin typeface="Times New Roman" panose="02020603050405020304" pitchFamily="18" charset="0"/>
              </a:rPr>
              <a:t> </a:t>
            </a:r>
            <a:r>
              <a:rPr kumimoji="1" lang="en-US" altLang="zh-CN" sz="2400" i="1" dirty="0">
                <a:solidFill>
                  <a:srgbClr val="0000FF"/>
                </a:solidFill>
                <a:latin typeface="Times New Roman" panose="02020603050405020304" pitchFamily="18" charset="0"/>
              </a:rPr>
              <a:t>I</a:t>
            </a:r>
            <a:r>
              <a:rPr kumimoji="1" lang="en-US" altLang="zh-CN" sz="2400" baseline="-25000" dirty="0">
                <a:solidFill>
                  <a:srgbClr val="0000FF"/>
                </a:solidFill>
                <a:latin typeface="Times New Roman" panose="02020603050405020304" pitchFamily="18" charset="0"/>
              </a:rPr>
              <a:t>0</a:t>
            </a:r>
          </a:p>
        </p:txBody>
      </p:sp>
      <p:grpSp>
        <p:nvGrpSpPr>
          <p:cNvPr id="41" name="Group 96">
            <a:extLst>
              <a:ext uri="{FF2B5EF4-FFF2-40B4-BE49-F238E27FC236}">
                <a16:creationId xmlns:a16="http://schemas.microsoft.com/office/drawing/2014/main" id="{79EC4512-4CE2-4E8C-A066-84C9F092E3EF}"/>
              </a:ext>
            </a:extLst>
          </p:cNvPr>
          <p:cNvGrpSpPr>
            <a:grpSpLocks/>
          </p:cNvGrpSpPr>
          <p:nvPr/>
        </p:nvGrpSpPr>
        <p:grpSpPr bwMode="auto">
          <a:xfrm>
            <a:off x="6512454" y="6009534"/>
            <a:ext cx="5403850" cy="465137"/>
            <a:chOff x="1198" y="3879"/>
            <a:chExt cx="3404" cy="293"/>
          </a:xfrm>
        </p:grpSpPr>
        <p:sp>
          <p:nvSpPr>
            <p:cNvPr id="42" name="Line 34">
              <a:extLst>
                <a:ext uri="{FF2B5EF4-FFF2-40B4-BE49-F238E27FC236}">
                  <a16:creationId xmlns:a16="http://schemas.microsoft.com/office/drawing/2014/main" id="{DC1A6B3A-D5C9-444D-825C-D93DD1B6AD41}"/>
                </a:ext>
              </a:extLst>
            </p:cNvPr>
            <p:cNvSpPr>
              <a:spLocks noChangeShapeType="1"/>
            </p:cNvSpPr>
            <p:nvPr/>
          </p:nvSpPr>
          <p:spPr bwMode="auto">
            <a:xfrm>
              <a:off x="1198" y="3902"/>
              <a:ext cx="3253" cy="0"/>
            </a:xfrm>
            <a:prstGeom prst="line">
              <a:avLst/>
            </a:prstGeom>
            <a:noFill/>
            <a:ln w="9525">
              <a:solidFill>
                <a:srgbClr val="000000"/>
              </a:solidFill>
              <a:round/>
              <a:headEnd type="none" w="med" len="sm"/>
              <a:tailEnd type="triangl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43" name="Object 73">
              <a:extLst>
                <a:ext uri="{FF2B5EF4-FFF2-40B4-BE49-F238E27FC236}">
                  <a16:creationId xmlns:a16="http://schemas.microsoft.com/office/drawing/2014/main" id="{188D0D68-77F8-4B5E-B92B-6F60779F93C8}"/>
                </a:ext>
              </a:extLst>
            </p:cNvPr>
            <p:cNvGraphicFramePr>
              <a:graphicFrameLocks noChangeAspect="1"/>
            </p:cNvGraphicFramePr>
            <p:nvPr/>
          </p:nvGraphicFramePr>
          <p:xfrm>
            <a:off x="4269" y="3879"/>
            <a:ext cx="333" cy="293"/>
          </p:xfrm>
          <a:graphic>
            <a:graphicData uri="http://schemas.openxmlformats.org/presentationml/2006/ole">
              <mc:AlternateContent xmlns:mc="http://schemas.openxmlformats.org/markup-compatibility/2006">
                <mc:Choice xmlns:v="urn:schemas-microsoft-com:vml" Requires="v">
                  <p:oleObj name="公式" r:id="rId9" imgW="148680" imgH="124920" progId="Equation.3">
                    <p:embed/>
                  </p:oleObj>
                </mc:Choice>
                <mc:Fallback>
                  <p:oleObj name="公式" r:id="rId9" imgW="148680" imgH="124920" progId="Equation.3">
                    <p:embed/>
                    <p:pic>
                      <p:nvPicPr>
                        <p:cNvPr id="43" name="Object 73">
                          <a:extLst>
                            <a:ext uri="{FF2B5EF4-FFF2-40B4-BE49-F238E27FC236}">
                              <a16:creationId xmlns:a16="http://schemas.microsoft.com/office/drawing/2014/main" id="{188D0D68-77F8-4B5E-B92B-6F60779F93C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269" y="3879"/>
                          <a:ext cx="333" cy="293"/>
                        </a:xfrm>
                        <a:prstGeom prst="rect">
                          <a:avLst/>
                        </a:prstGeom>
                        <a:noFill/>
                        <a:ln>
                          <a:noFill/>
                        </a:ln>
                        <a:extLst>
                          <a:ext uri="{909E8E84-426E-40DD-AFC4-6F175D3DCCD1}">
                            <a14:hiddenFill xmlns:a14="http://schemas.microsoft.com/office/drawing/2010/main">
                              <a:solidFill>
                                <a:srgbClr val="6699FF"/>
                              </a:solidFill>
                            </a14:hiddenFill>
                          </a:ext>
                          <a:ext uri="{91240B29-F687-4F45-9708-019B960494DF}">
                            <a14:hiddenLine xmlns:a14="http://schemas.microsoft.com/office/drawing/2010/main" w="9525">
                              <a:solidFill>
                                <a:srgbClr val="6699FF"/>
                              </a:solidFill>
                              <a:miter lim="800000"/>
                              <a:headEnd/>
                              <a:tailEnd/>
                            </a14:hiddenLine>
                          </a:ext>
                        </a:extLst>
                      </p:spPr>
                    </p:pic>
                  </p:oleObj>
                </mc:Fallback>
              </mc:AlternateContent>
            </a:graphicData>
          </a:graphic>
        </p:graphicFrame>
      </p:grpSp>
      <p:graphicFrame>
        <p:nvGraphicFramePr>
          <p:cNvPr id="44" name="Object 74">
            <a:extLst>
              <a:ext uri="{FF2B5EF4-FFF2-40B4-BE49-F238E27FC236}">
                <a16:creationId xmlns:a16="http://schemas.microsoft.com/office/drawing/2014/main" id="{60D7BFC3-01A4-4373-A4D4-F5F1C0E4426D}"/>
              </a:ext>
            </a:extLst>
          </p:cNvPr>
          <p:cNvGraphicFramePr>
            <a:graphicFrameLocks noChangeAspect="1"/>
          </p:cNvGraphicFramePr>
          <p:nvPr/>
        </p:nvGraphicFramePr>
        <p:xfrm>
          <a:off x="9047691" y="6096846"/>
          <a:ext cx="306388" cy="271463"/>
        </p:xfrm>
        <a:graphic>
          <a:graphicData uri="http://schemas.openxmlformats.org/presentationml/2006/ole">
            <mc:AlternateContent xmlns:mc="http://schemas.openxmlformats.org/markup-compatibility/2006">
              <mc:Choice xmlns:v="urn:schemas-microsoft-com:vml" Requires="v">
                <p:oleObj name="公式" r:id="rId11" imgW="84600" imgH="84600" progId="Equation.3">
                  <p:embed/>
                </p:oleObj>
              </mc:Choice>
              <mc:Fallback>
                <p:oleObj name="公式" r:id="rId11" imgW="84600" imgH="84600" progId="Equation.3">
                  <p:embed/>
                  <p:pic>
                    <p:nvPicPr>
                      <p:cNvPr id="44" name="Object 74">
                        <a:extLst>
                          <a:ext uri="{FF2B5EF4-FFF2-40B4-BE49-F238E27FC236}">
                            <a16:creationId xmlns:a16="http://schemas.microsoft.com/office/drawing/2014/main" id="{60D7BFC3-01A4-4373-A4D4-F5F1C0E4426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047691" y="6096846"/>
                        <a:ext cx="306388" cy="27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5" name="Group 99">
            <a:extLst>
              <a:ext uri="{FF2B5EF4-FFF2-40B4-BE49-F238E27FC236}">
                <a16:creationId xmlns:a16="http://schemas.microsoft.com/office/drawing/2014/main" id="{0462467F-3EA6-4A17-BFA7-DBBD1C9D46B0}"/>
              </a:ext>
            </a:extLst>
          </p:cNvPr>
          <p:cNvGrpSpPr>
            <a:grpSpLocks/>
          </p:cNvGrpSpPr>
          <p:nvPr/>
        </p:nvGrpSpPr>
        <p:grpSpPr bwMode="auto">
          <a:xfrm>
            <a:off x="9477904" y="4893523"/>
            <a:ext cx="430212" cy="1474788"/>
            <a:chOff x="3066" y="3176"/>
            <a:chExt cx="271" cy="929"/>
          </a:xfrm>
        </p:grpSpPr>
        <p:sp>
          <p:nvSpPr>
            <p:cNvPr id="46" name="Line 47">
              <a:extLst>
                <a:ext uri="{FF2B5EF4-FFF2-40B4-BE49-F238E27FC236}">
                  <a16:creationId xmlns:a16="http://schemas.microsoft.com/office/drawing/2014/main" id="{5FC1E2AC-34AA-4733-A83B-A476AED35267}"/>
                </a:ext>
              </a:extLst>
            </p:cNvPr>
            <p:cNvSpPr>
              <a:spLocks noChangeShapeType="1"/>
            </p:cNvSpPr>
            <p:nvPr/>
          </p:nvSpPr>
          <p:spPr bwMode="auto">
            <a:xfrm>
              <a:off x="3195" y="3176"/>
              <a:ext cx="0" cy="718"/>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47" name="Object 78">
              <a:extLst>
                <a:ext uri="{FF2B5EF4-FFF2-40B4-BE49-F238E27FC236}">
                  <a16:creationId xmlns:a16="http://schemas.microsoft.com/office/drawing/2014/main" id="{925EB537-411C-468C-ABFC-00994DF6CF71}"/>
                </a:ext>
              </a:extLst>
            </p:cNvPr>
            <p:cNvGraphicFramePr>
              <a:graphicFrameLocks noChangeAspect="1"/>
            </p:cNvGraphicFramePr>
            <p:nvPr/>
          </p:nvGraphicFramePr>
          <p:xfrm>
            <a:off x="3066" y="3878"/>
            <a:ext cx="271" cy="227"/>
          </p:xfrm>
          <a:graphic>
            <a:graphicData uri="http://schemas.openxmlformats.org/presentationml/2006/ole">
              <mc:AlternateContent xmlns:mc="http://schemas.openxmlformats.org/markup-compatibility/2006">
                <mc:Choice xmlns:v="urn:schemas-microsoft-com:vml" Requires="v">
                  <p:oleObj name="公式" r:id="rId13" imgW="140760" imgH="108720" progId="Equation.3">
                    <p:embed/>
                  </p:oleObj>
                </mc:Choice>
                <mc:Fallback>
                  <p:oleObj name="公式" r:id="rId13" imgW="140760" imgH="108720" progId="Equation.3">
                    <p:embed/>
                    <p:pic>
                      <p:nvPicPr>
                        <p:cNvPr id="47" name="Object 78">
                          <a:extLst>
                            <a:ext uri="{FF2B5EF4-FFF2-40B4-BE49-F238E27FC236}">
                              <a16:creationId xmlns:a16="http://schemas.microsoft.com/office/drawing/2014/main" id="{925EB537-411C-468C-ABFC-00994DF6CF7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066" y="3878"/>
                          <a:ext cx="271"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48" name="Object 79">
            <a:extLst>
              <a:ext uri="{FF2B5EF4-FFF2-40B4-BE49-F238E27FC236}">
                <a16:creationId xmlns:a16="http://schemas.microsoft.com/office/drawing/2014/main" id="{B1E7A078-D670-4A71-9978-6FF7A3569D5D}"/>
              </a:ext>
            </a:extLst>
          </p:cNvPr>
          <p:cNvGraphicFramePr>
            <a:graphicFrameLocks noChangeAspect="1"/>
          </p:cNvGraphicFramePr>
          <p:nvPr/>
        </p:nvGraphicFramePr>
        <p:xfrm>
          <a:off x="9963679" y="6042339"/>
          <a:ext cx="412750" cy="325437"/>
        </p:xfrm>
        <a:graphic>
          <a:graphicData uri="http://schemas.openxmlformats.org/presentationml/2006/ole">
            <mc:AlternateContent xmlns:mc="http://schemas.openxmlformats.org/markup-compatibility/2006">
              <mc:Choice xmlns:v="urn:schemas-microsoft-com:vml" Requires="v">
                <p:oleObj name="公式" r:id="rId15" imgW="132840" imgH="108720" progId="Equation.3">
                  <p:embed/>
                </p:oleObj>
              </mc:Choice>
              <mc:Fallback>
                <p:oleObj name="公式" r:id="rId15" imgW="132840" imgH="108720" progId="Equation.3">
                  <p:embed/>
                  <p:pic>
                    <p:nvPicPr>
                      <p:cNvPr id="48" name="Object 79">
                        <a:extLst>
                          <a:ext uri="{FF2B5EF4-FFF2-40B4-BE49-F238E27FC236}">
                            <a16:creationId xmlns:a16="http://schemas.microsoft.com/office/drawing/2014/main" id="{B1E7A078-D670-4A71-9978-6FF7A3569D5D}"/>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963679" y="6042339"/>
                        <a:ext cx="412750" cy="32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49" name="Group 100">
            <a:extLst>
              <a:ext uri="{FF2B5EF4-FFF2-40B4-BE49-F238E27FC236}">
                <a16:creationId xmlns:a16="http://schemas.microsoft.com/office/drawing/2014/main" id="{793DCEAA-B8C4-4153-83FE-F02842DAE1AE}"/>
              </a:ext>
            </a:extLst>
          </p:cNvPr>
          <p:cNvGrpSpPr>
            <a:grpSpLocks/>
          </p:cNvGrpSpPr>
          <p:nvPr/>
        </p:nvGrpSpPr>
        <p:grpSpPr bwMode="auto">
          <a:xfrm>
            <a:off x="10420879" y="4893521"/>
            <a:ext cx="438150" cy="1474788"/>
            <a:chOff x="3660" y="3176"/>
            <a:chExt cx="276" cy="902"/>
          </a:xfrm>
        </p:grpSpPr>
        <p:sp>
          <p:nvSpPr>
            <p:cNvPr id="50" name="Line 48">
              <a:extLst>
                <a:ext uri="{FF2B5EF4-FFF2-40B4-BE49-F238E27FC236}">
                  <a16:creationId xmlns:a16="http://schemas.microsoft.com/office/drawing/2014/main" id="{C74E653D-A669-4E1F-A1CD-D0E6DB022CAE}"/>
                </a:ext>
              </a:extLst>
            </p:cNvPr>
            <p:cNvSpPr>
              <a:spLocks noChangeShapeType="1"/>
            </p:cNvSpPr>
            <p:nvPr/>
          </p:nvSpPr>
          <p:spPr bwMode="auto">
            <a:xfrm>
              <a:off x="3740" y="3176"/>
              <a:ext cx="0" cy="718"/>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51" name="Object 80">
              <a:extLst>
                <a:ext uri="{FF2B5EF4-FFF2-40B4-BE49-F238E27FC236}">
                  <a16:creationId xmlns:a16="http://schemas.microsoft.com/office/drawing/2014/main" id="{05F2DE67-2718-4F74-B382-C22E9E720C8F}"/>
                </a:ext>
              </a:extLst>
            </p:cNvPr>
            <p:cNvGraphicFramePr>
              <a:graphicFrameLocks noChangeAspect="1"/>
            </p:cNvGraphicFramePr>
            <p:nvPr/>
          </p:nvGraphicFramePr>
          <p:xfrm>
            <a:off x="3660" y="3873"/>
            <a:ext cx="276" cy="205"/>
          </p:xfrm>
          <a:graphic>
            <a:graphicData uri="http://schemas.openxmlformats.org/presentationml/2006/ole">
              <mc:AlternateContent xmlns:mc="http://schemas.openxmlformats.org/markup-compatibility/2006">
                <mc:Choice xmlns:v="urn:schemas-microsoft-com:vml" Requires="v">
                  <p:oleObj name="公式" r:id="rId17" imgW="140760" imgH="108720" progId="Equation.3">
                    <p:embed/>
                  </p:oleObj>
                </mc:Choice>
                <mc:Fallback>
                  <p:oleObj name="公式" r:id="rId17" imgW="140760" imgH="108720" progId="Equation.3">
                    <p:embed/>
                    <p:pic>
                      <p:nvPicPr>
                        <p:cNvPr id="51" name="Object 80">
                          <a:extLst>
                            <a:ext uri="{FF2B5EF4-FFF2-40B4-BE49-F238E27FC236}">
                              <a16:creationId xmlns:a16="http://schemas.microsoft.com/office/drawing/2014/main" id="{05F2DE67-2718-4F74-B382-C22E9E720C8F}"/>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660" y="3873"/>
                          <a:ext cx="276" cy="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52" name="Group 102">
            <a:extLst>
              <a:ext uri="{FF2B5EF4-FFF2-40B4-BE49-F238E27FC236}">
                <a16:creationId xmlns:a16="http://schemas.microsoft.com/office/drawing/2014/main" id="{620DD6BE-9FA7-44D6-83C3-55D433335A82}"/>
              </a:ext>
            </a:extLst>
          </p:cNvPr>
          <p:cNvGrpSpPr>
            <a:grpSpLocks/>
          </p:cNvGrpSpPr>
          <p:nvPr/>
        </p:nvGrpSpPr>
        <p:grpSpPr bwMode="auto">
          <a:xfrm>
            <a:off x="6455304" y="4923684"/>
            <a:ext cx="563562" cy="1444625"/>
            <a:chOff x="1162" y="3195"/>
            <a:chExt cx="355" cy="910"/>
          </a:xfrm>
        </p:grpSpPr>
        <p:sp>
          <p:nvSpPr>
            <p:cNvPr id="53" name="Line 50">
              <a:extLst>
                <a:ext uri="{FF2B5EF4-FFF2-40B4-BE49-F238E27FC236}">
                  <a16:creationId xmlns:a16="http://schemas.microsoft.com/office/drawing/2014/main" id="{22716D55-2FF7-4DD2-8696-4EA7FD00EE73}"/>
                </a:ext>
              </a:extLst>
            </p:cNvPr>
            <p:cNvSpPr>
              <a:spLocks noChangeShapeType="1"/>
            </p:cNvSpPr>
            <p:nvPr/>
          </p:nvSpPr>
          <p:spPr bwMode="auto">
            <a:xfrm>
              <a:off x="1460" y="3195"/>
              <a:ext cx="0" cy="719"/>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54" name="Object 81">
              <a:extLst>
                <a:ext uri="{FF2B5EF4-FFF2-40B4-BE49-F238E27FC236}">
                  <a16:creationId xmlns:a16="http://schemas.microsoft.com/office/drawing/2014/main" id="{58ADCAAC-D4ED-4153-BCF0-C6CCD59C0EEE}"/>
                </a:ext>
              </a:extLst>
            </p:cNvPr>
            <p:cNvGraphicFramePr>
              <a:graphicFrameLocks noChangeAspect="1"/>
            </p:cNvGraphicFramePr>
            <p:nvPr/>
          </p:nvGraphicFramePr>
          <p:xfrm>
            <a:off x="1162" y="3886"/>
            <a:ext cx="355" cy="219"/>
          </p:xfrm>
          <a:graphic>
            <a:graphicData uri="http://schemas.openxmlformats.org/presentationml/2006/ole">
              <mc:AlternateContent xmlns:mc="http://schemas.openxmlformats.org/markup-compatibility/2006">
                <mc:Choice xmlns:v="urn:schemas-microsoft-com:vml" Requires="v">
                  <p:oleObj name="公式" r:id="rId19" imgW="205200" imgH="108720" progId="Equation.3">
                    <p:embed/>
                  </p:oleObj>
                </mc:Choice>
                <mc:Fallback>
                  <p:oleObj name="公式" r:id="rId19" imgW="205200" imgH="108720" progId="Equation.3">
                    <p:embed/>
                    <p:pic>
                      <p:nvPicPr>
                        <p:cNvPr id="54" name="Object 81">
                          <a:extLst>
                            <a:ext uri="{FF2B5EF4-FFF2-40B4-BE49-F238E27FC236}">
                              <a16:creationId xmlns:a16="http://schemas.microsoft.com/office/drawing/2014/main" id="{58ADCAAC-D4ED-4153-BCF0-C6CCD59C0EEE}"/>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162" y="3886"/>
                          <a:ext cx="355" cy="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5" name="Object 82">
            <a:extLst>
              <a:ext uri="{FF2B5EF4-FFF2-40B4-BE49-F238E27FC236}">
                <a16:creationId xmlns:a16="http://schemas.microsoft.com/office/drawing/2014/main" id="{C5B396C6-1FEC-465C-937D-BBFD815B4465}"/>
              </a:ext>
            </a:extLst>
          </p:cNvPr>
          <p:cNvGraphicFramePr>
            <a:graphicFrameLocks noChangeAspect="1"/>
          </p:cNvGraphicFramePr>
          <p:nvPr/>
        </p:nvGraphicFramePr>
        <p:xfrm>
          <a:off x="7009341" y="6036521"/>
          <a:ext cx="542925" cy="331789"/>
        </p:xfrm>
        <a:graphic>
          <a:graphicData uri="http://schemas.openxmlformats.org/presentationml/2006/ole">
            <mc:AlternateContent xmlns:mc="http://schemas.openxmlformats.org/markup-compatibility/2006">
              <mc:Choice xmlns:v="urn:schemas-microsoft-com:vml" Requires="v">
                <p:oleObj name="公式" r:id="rId21" imgW="196920" imgH="108720" progId="Equation.3">
                  <p:embed/>
                </p:oleObj>
              </mc:Choice>
              <mc:Fallback>
                <p:oleObj name="公式" r:id="rId21" imgW="196920" imgH="108720" progId="Equation.3">
                  <p:embed/>
                  <p:pic>
                    <p:nvPicPr>
                      <p:cNvPr id="55" name="Object 82">
                        <a:extLst>
                          <a:ext uri="{FF2B5EF4-FFF2-40B4-BE49-F238E27FC236}">
                            <a16:creationId xmlns:a16="http://schemas.microsoft.com/office/drawing/2014/main" id="{C5B396C6-1FEC-465C-937D-BBFD815B446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009341" y="6036521"/>
                        <a:ext cx="542925" cy="3317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6" name="Group 101">
            <a:extLst>
              <a:ext uri="{FF2B5EF4-FFF2-40B4-BE49-F238E27FC236}">
                <a16:creationId xmlns:a16="http://schemas.microsoft.com/office/drawing/2014/main" id="{AF369710-0253-46D9-BDF9-8A8CF6352BF5}"/>
              </a:ext>
            </a:extLst>
          </p:cNvPr>
          <p:cNvGrpSpPr>
            <a:grpSpLocks/>
          </p:cNvGrpSpPr>
          <p:nvPr/>
        </p:nvGrpSpPr>
        <p:grpSpPr bwMode="auto">
          <a:xfrm>
            <a:off x="7552266" y="4910986"/>
            <a:ext cx="577850" cy="1457325"/>
            <a:chOff x="1853" y="3187"/>
            <a:chExt cx="364" cy="918"/>
          </a:xfrm>
        </p:grpSpPr>
        <p:sp>
          <p:nvSpPr>
            <p:cNvPr id="57" name="Line 49">
              <a:extLst>
                <a:ext uri="{FF2B5EF4-FFF2-40B4-BE49-F238E27FC236}">
                  <a16:creationId xmlns:a16="http://schemas.microsoft.com/office/drawing/2014/main" id="{9B24615D-B58F-4BC3-8095-AE39B4EF2BF1}"/>
                </a:ext>
              </a:extLst>
            </p:cNvPr>
            <p:cNvSpPr>
              <a:spLocks noChangeShapeType="1"/>
            </p:cNvSpPr>
            <p:nvPr/>
          </p:nvSpPr>
          <p:spPr bwMode="auto">
            <a:xfrm>
              <a:off x="2062" y="3187"/>
              <a:ext cx="0" cy="718"/>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58" name="Object 83">
              <a:extLst>
                <a:ext uri="{FF2B5EF4-FFF2-40B4-BE49-F238E27FC236}">
                  <a16:creationId xmlns:a16="http://schemas.microsoft.com/office/drawing/2014/main" id="{62B9DEC2-5A08-4CAD-A7B6-17DA472D6D8E}"/>
                </a:ext>
              </a:extLst>
            </p:cNvPr>
            <p:cNvGraphicFramePr>
              <a:graphicFrameLocks noChangeAspect="1"/>
            </p:cNvGraphicFramePr>
            <p:nvPr/>
          </p:nvGraphicFramePr>
          <p:xfrm>
            <a:off x="1853" y="3887"/>
            <a:ext cx="364" cy="218"/>
          </p:xfrm>
          <a:graphic>
            <a:graphicData uri="http://schemas.openxmlformats.org/presentationml/2006/ole">
              <mc:AlternateContent xmlns:mc="http://schemas.openxmlformats.org/markup-compatibility/2006">
                <mc:Choice xmlns:v="urn:schemas-microsoft-com:vml" Requires="v">
                  <p:oleObj name="公式" r:id="rId23" imgW="205200" imgH="108720" progId="Equation.3">
                    <p:embed/>
                  </p:oleObj>
                </mc:Choice>
                <mc:Fallback>
                  <p:oleObj name="公式" r:id="rId23" imgW="205200" imgH="108720" progId="Equation.3">
                    <p:embed/>
                    <p:pic>
                      <p:nvPicPr>
                        <p:cNvPr id="58" name="Object 83">
                          <a:extLst>
                            <a:ext uri="{FF2B5EF4-FFF2-40B4-BE49-F238E27FC236}">
                              <a16:creationId xmlns:a16="http://schemas.microsoft.com/office/drawing/2014/main" id="{62B9DEC2-5A08-4CAD-A7B6-17DA472D6D8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853" y="3887"/>
                          <a:ext cx="364" cy="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9" name="Object 84">
            <a:extLst>
              <a:ext uri="{FF2B5EF4-FFF2-40B4-BE49-F238E27FC236}">
                <a16:creationId xmlns:a16="http://schemas.microsoft.com/office/drawing/2014/main" id="{E72E47BF-EC22-4454-8790-A31480E69079}"/>
              </a:ext>
            </a:extLst>
          </p:cNvPr>
          <p:cNvGraphicFramePr>
            <a:graphicFrameLocks noChangeAspect="1"/>
          </p:cNvGraphicFramePr>
          <p:nvPr/>
        </p:nvGraphicFramePr>
        <p:xfrm>
          <a:off x="8150754" y="6077796"/>
          <a:ext cx="441325" cy="290513"/>
        </p:xfrm>
        <a:graphic>
          <a:graphicData uri="http://schemas.openxmlformats.org/presentationml/2006/ole">
            <mc:AlternateContent xmlns:mc="http://schemas.openxmlformats.org/markup-compatibility/2006">
              <mc:Choice xmlns:v="urn:schemas-microsoft-com:vml" Requires="v">
                <p:oleObj name="公式" r:id="rId25" imgW="156960" imgH="84600" progId="Equation.3">
                  <p:embed/>
                </p:oleObj>
              </mc:Choice>
              <mc:Fallback>
                <p:oleObj name="公式" r:id="rId25" imgW="156960" imgH="84600" progId="Equation.3">
                  <p:embed/>
                  <p:pic>
                    <p:nvPicPr>
                      <p:cNvPr id="59" name="Object 84">
                        <a:extLst>
                          <a:ext uri="{FF2B5EF4-FFF2-40B4-BE49-F238E27FC236}">
                            <a16:creationId xmlns:a16="http://schemas.microsoft.com/office/drawing/2014/main" id="{E72E47BF-EC22-4454-8790-A31480E69079}"/>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8150754" y="6077796"/>
                        <a:ext cx="441325"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AlternateContent xmlns:mc="http://schemas.openxmlformats.org/markup-compatibility/2006" xmlns:p14="http://schemas.microsoft.com/office/powerpoint/2010/main">
        <mc:Choice Requires="p14">
          <p:contentPart p14:bwMode="auto" r:id="rId27">
            <p14:nvContentPartPr>
              <p14:cNvPr id="2" name="墨迹 1">
                <a:extLst>
                  <a:ext uri="{FF2B5EF4-FFF2-40B4-BE49-F238E27FC236}">
                    <a16:creationId xmlns:a16="http://schemas.microsoft.com/office/drawing/2014/main" id="{0675A22D-3DEF-4DF4-837D-930F756D036D}"/>
                  </a:ext>
                </a:extLst>
              </p14:cNvPr>
              <p14:cNvContentPartPr/>
              <p14:nvPr/>
            </p14:nvContentPartPr>
            <p14:xfrm>
              <a:off x="8834400" y="3100320"/>
              <a:ext cx="2429280" cy="405360"/>
            </p14:xfrm>
          </p:contentPart>
        </mc:Choice>
        <mc:Fallback xmlns="">
          <p:pic>
            <p:nvPicPr>
              <p:cNvPr id="2" name="墨迹 1">
                <a:extLst>
                  <a:ext uri="{FF2B5EF4-FFF2-40B4-BE49-F238E27FC236}">
                    <a16:creationId xmlns:a16="http://schemas.microsoft.com/office/drawing/2014/main" id="{0675A22D-3DEF-4DF4-837D-930F756D036D}"/>
                  </a:ext>
                </a:extLst>
              </p:cNvPr>
              <p:cNvPicPr/>
              <p:nvPr/>
            </p:nvPicPr>
            <p:blipFill>
              <a:blip r:embed="rId29"/>
              <a:stretch>
                <a:fillRect/>
              </a:stretch>
            </p:blipFill>
            <p:spPr>
              <a:xfrm>
                <a:off x="8825040" y="3090960"/>
                <a:ext cx="2448000" cy="424080"/>
              </a:xfrm>
              <a:prstGeom prst="rect">
                <a:avLst/>
              </a:prstGeom>
            </p:spPr>
          </p:pic>
        </mc:Fallback>
      </mc:AlternateContent>
    </p:spTree>
    <p:extLst>
      <p:ext uri="{BB962C8B-B14F-4D97-AF65-F5344CB8AC3E}">
        <p14:creationId xmlns:p14="http://schemas.microsoft.com/office/powerpoint/2010/main" val="255901381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animEffect transition="in" filter="wipe(left)">
                                      <p:cBhvr>
                                        <p:cTn id="17" dur="2000"/>
                                        <p:tgtEl>
                                          <p:spTgt spid="2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wipe(left)">
                                      <p:cBhvr>
                                        <p:cTn id="22" dur="2000"/>
                                        <p:tgtEl>
                                          <p:spTgt spid="1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2000"/>
                                        <p:tgtEl>
                                          <p:spTgt spid="1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500"/>
                                        <p:tgtEl>
                                          <p:spTgt spid="2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5"/>
                                        </p:tgtEl>
                                        <p:attrNameLst>
                                          <p:attrName>style.visibility</p:attrName>
                                        </p:attrNameLst>
                                      </p:cBhvr>
                                      <p:to>
                                        <p:strVal val="visible"/>
                                      </p:to>
                                    </p:set>
                                    <p:animEffect transition="in" filter="wipe(left)">
                                      <p:cBhvr>
                                        <p:cTn id="37" dur="500"/>
                                        <p:tgtEl>
                                          <p:spTgt spid="35"/>
                                        </p:tgtEl>
                                      </p:cBhvr>
                                    </p:animEffect>
                                  </p:childTnLst>
                                </p:cTn>
                              </p:par>
                            </p:childTnLst>
                          </p:cTn>
                        </p:par>
                        <p:par>
                          <p:cTn id="38" fill="hold">
                            <p:stCondLst>
                              <p:cond delay="500"/>
                            </p:stCondLst>
                            <p:childTnLst>
                              <p:par>
                                <p:cTn id="39" presetID="22" presetClass="entr" presetSubtype="8" fill="hold" nodeType="afterEffect">
                                  <p:stCondLst>
                                    <p:cond delay="0"/>
                                  </p:stCondLst>
                                  <p:childTnLst>
                                    <p:set>
                                      <p:cBhvr>
                                        <p:cTn id="40" dur="1" fill="hold">
                                          <p:stCondLst>
                                            <p:cond delay="0"/>
                                          </p:stCondLst>
                                        </p:cTn>
                                        <p:tgtEl>
                                          <p:spTgt spid="41"/>
                                        </p:tgtEl>
                                        <p:attrNameLst>
                                          <p:attrName>style.visibility</p:attrName>
                                        </p:attrNameLst>
                                      </p:cBhvr>
                                      <p:to>
                                        <p:strVal val="visible"/>
                                      </p:to>
                                    </p:set>
                                    <p:animEffect transition="in" filter="wipe(left)">
                                      <p:cBhvr>
                                        <p:cTn id="41" dur="500"/>
                                        <p:tgtEl>
                                          <p:spTgt spid="41"/>
                                        </p:tgtEl>
                                      </p:cBhvr>
                                    </p:animEffect>
                                  </p:childTnLst>
                                </p:cTn>
                              </p:par>
                              <p:par>
                                <p:cTn id="42" presetID="22" presetClass="entr" presetSubtype="4" fill="hold" nodeType="withEffect">
                                  <p:stCondLst>
                                    <p:cond delay="0"/>
                                  </p:stCondLst>
                                  <p:childTnLst>
                                    <p:set>
                                      <p:cBhvr>
                                        <p:cTn id="43" dur="1" fill="hold">
                                          <p:stCondLst>
                                            <p:cond delay="0"/>
                                          </p:stCondLst>
                                        </p:cTn>
                                        <p:tgtEl>
                                          <p:spTgt spid="32"/>
                                        </p:tgtEl>
                                        <p:attrNameLst>
                                          <p:attrName>style.visibility</p:attrName>
                                        </p:attrNameLst>
                                      </p:cBhvr>
                                      <p:to>
                                        <p:strVal val="visible"/>
                                      </p:to>
                                    </p:set>
                                    <p:animEffect transition="in" filter="wipe(down)">
                                      <p:cBhvr>
                                        <p:cTn id="44" dur="500"/>
                                        <p:tgtEl>
                                          <p:spTgt spid="32"/>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40"/>
                                        </p:tgtEl>
                                        <p:attrNameLst>
                                          <p:attrName>style.visibility</p:attrName>
                                        </p:attrNameLst>
                                      </p:cBhvr>
                                      <p:to>
                                        <p:strVal val="visible"/>
                                      </p:to>
                                    </p:set>
                                    <p:animEffect transition="in" filter="wipe(left)">
                                      <p:cBhvr>
                                        <p:cTn id="49" dur="1000"/>
                                        <p:tgtEl>
                                          <p:spTgt spid="40"/>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animEffect transition="in" filter="wipe(left)">
                                      <p:cBhvr>
                                        <p:cTn id="54" dur="2000"/>
                                        <p:tgtEl>
                                          <p:spTgt spid="2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44"/>
                                        </p:tgtEl>
                                        <p:attrNameLst>
                                          <p:attrName>style.visibility</p:attrName>
                                        </p:attrNameLst>
                                      </p:cBhvr>
                                      <p:to>
                                        <p:strVal val="visible"/>
                                      </p:to>
                                    </p:set>
                                    <p:animEffect transition="in" filter="wipe(down)">
                                      <p:cBhvr>
                                        <p:cTn id="59" dur="500"/>
                                        <p:tgtEl>
                                          <p:spTgt spid="44"/>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4" fill="hold" nodeType="clickEffect">
                                  <p:stCondLst>
                                    <p:cond delay="0"/>
                                  </p:stCondLst>
                                  <p:childTnLst>
                                    <p:set>
                                      <p:cBhvr>
                                        <p:cTn id="63" dur="1" fill="hold">
                                          <p:stCondLst>
                                            <p:cond delay="0"/>
                                          </p:stCondLst>
                                        </p:cTn>
                                        <p:tgtEl>
                                          <p:spTgt spid="45"/>
                                        </p:tgtEl>
                                        <p:attrNameLst>
                                          <p:attrName>style.visibility</p:attrName>
                                        </p:attrNameLst>
                                      </p:cBhvr>
                                      <p:to>
                                        <p:strVal val="visible"/>
                                      </p:to>
                                    </p:set>
                                    <p:animEffect transition="in" filter="wipe(down)">
                                      <p:cBhvr>
                                        <p:cTn id="64" dur="500"/>
                                        <p:tgtEl>
                                          <p:spTgt spid="45"/>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4" fill="hold" nodeType="clickEffect">
                                  <p:stCondLst>
                                    <p:cond delay="0"/>
                                  </p:stCondLst>
                                  <p:childTnLst>
                                    <p:set>
                                      <p:cBhvr>
                                        <p:cTn id="68" dur="1" fill="hold">
                                          <p:stCondLst>
                                            <p:cond delay="0"/>
                                          </p:stCondLst>
                                        </p:cTn>
                                        <p:tgtEl>
                                          <p:spTgt spid="48"/>
                                        </p:tgtEl>
                                        <p:attrNameLst>
                                          <p:attrName>style.visibility</p:attrName>
                                        </p:attrNameLst>
                                      </p:cBhvr>
                                      <p:to>
                                        <p:strVal val="visible"/>
                                      </p:to>
                                    </p:set>
                                    <p:animEffect transition="in" filter="wipe(down)">
                                      <p:cBhvr>
                                        <p:cTn id="69" dur="500"/>
                                        <p:tgtEl>
                                          <p:spTgt spid="48"/>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4" fill="hold" nodeType="clickEffect">
                                  <p:stCondLst>
                                    <p:cond delay="0"/>
                                  </p:stCondLst>
                                  <p:childTnLst>
                                    <p:set>
                                      <p:cBhvr>
                                        <p:cTn id="73" dur="1" fill="hold">
                                          <p:stCondLst>
                                            <p:cond delay="0"/>
                                          </p:stCondLst>
                                        </p:cTn>
                                        <p:tgtEl>
                                          <p:spTgt spid="49"/>
                                        </p:tgtEl>
                                        <p:attrNameLst>
                                          <p:attrName>style.visibility</p:attrName>
                                        </p:attrNameLst>
                                      </p:cBhvr>
                                      <p:to>
                                        <p:strVal val="visible"/>
                                      </p:to>
                                    </p:set>
                                    <p:animEffect transition="in" filter="wipe(down)">
                                      <p:cBhvr>
                                        <p:cTn id="74" dur="500"/>
                                        <p:tgtEl>
                                          <p:spTgt spid="49"/>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nodeType="click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wipe(down)">
                                      <p:cBhvr>
                                        <p:cTn id="79" dur="500"/>
                                        <p:tgtEl>
                                          <p:spTgt spid="59"/>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4" fill="hold" nodeType="clickEffect">
                                  <p:stCondLst>
                                    <p:cond delay="0"/>
                                  </p:stCondLst>
                                  <p:childTnLst>
                                    <p:set>
                                      <p:cBhvr>
                                        <p:cTn id="83" dur="1" fill="hold">
                                          <p:stCondLst>
                                            <p:cond delay="0"/>
                                          </p:stCondLst>
                                        </p:cTn>
                                        <p:tgtEl>
                                          <p:spTgt spid="56"/>
                                        </p:tgtEl>
                                        <p:attrNameLst>
                                          <p:attrName>style.visibility</p:attrName>
                                        </p:attrNameLst>
                                      </p:cBhvr>
                                      <p:to>
                                        <p:strVal val="visible"/>
                                      </p:to>
                                    </p:set>
                                    <p:animEffect transition="in" filter="wipe(down)">
                                      <p:cBhvr>
                                        <p:cTn id="84" dur="500"/>
                                        <p:tgtEl>
                                          <p:spTgt spid="5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4" fill="hold" nodeType="clickEffect">
                                  <p:stCondLst>
                                    <p:cond delay="0"/>
                                  </p:stCondLst>
                                  <p:childTnLst>
                                    <p:set>
                                      <p:cBhvr>
                                        <p:cTn id="88" dur="1" fill="hold">
                                          <p:stCondLst>
                                            <p:cond delay="0"/>
                                          </p:stCondLst>
                                        </p:cTn>
                                        <p:tgtEl>
                                          <p:spTgt spid="55"/>
                                        </p:tgtEl>
                                        <p:attrNameLst>
                                          <p:attrName>style.visibility</p:attrName>
                                        </p:attrNameLst>
                                      </p:cBhvr>
                                      <p:to>
                                        <p:strVal val="visible"/>
                                      </p:to>
                                    </p:set>
                                    <p:animEffect transition="in" filter="wipe(down)">
                                      <p:cBhvr>
                                        <p:cTn id="89" dur="500"/>
                                        <p:tgtEl>
                                          <p:spTgt spid="55"/>
                                        </p:tgtEl>
                                      </p:cBhvr>
                                    </p:animEffect>
                                  </p:childTnLst>
                                </p:cTn>
                              </p:par>
                            </p:childTnLst>
                          </p:cTn>
                        </p:par>
                      </p:childTnLst>
                    </p:cTn>
                  </p:par>
                  <p:par>
                    <p:cTn id="90" fill="hold">
                      <p:stCondLst>
                        <p:cond delay="indefinite"/>
                      </p:stCondLst>
                      <p:childTnLst>
                        <p:par>
                          <p:cTn id="91" fill="hold">
                            <p:stCondLst>
                              <p:cond delay="0"/>
                            </p:stCondLst>
                            <p:childTnLst>
                              <p:par>
                                <p:cTn id="92" presetID="22" presetClass="entr" presetSubtype="4" fill="hold" nodeType="clickEffect">
                                  <p:stCondLst>
                                    <p:cond delay="0"/>
                                  </p:stCondLst>
                                  <p:childTnLst>
                                    <p:set>
                                      <p:cBhvr>
                                        <p:cTn id="93" dur="1" fill="hold">
                                          <p:stCondLst>
                                            <p:cond delay="0"/>
                                          </p:stCondLst>
                                        </p:cTn>
                                        <p:tgtEl>
                                          <p:spTgt spid="52"/>
                                        </p:tgtEl>
                                        <p:attrNameLst>
                                          <p:attrName>style.visibility</p:attrName>
                                        </p:attrNameLst>
                                      </p:cBhvr>
                                      <p:to>
                                        <p:strVal val="visible"/>
                                      </p:to>
                                    </p:set>
                                    <p:animEffect transition="in" filter="wipe(down)">
                                      <p:cBhvr>
                                        <p:cTn id="94" dur="500"/>
                                        <p:tgtEl>
                                          <p:spTgt spid="52"/>
                                        </p:tgtEl>
                                      </p:cBhvr>
                                    </p:animEffect>
                                  </p:childTnLst>
                                </p:cTn>
                              </p:par>
                            </p:childTnLst>
                          </p:cTn>
                        </p:par>
                      </p:childTnLst>
                    </p:cTn>
                  </p:par>
                  <p:par>
                    <p:cTn id="95" fill="hold">
                      <p:stCondLst>
                        <p:cond delay="indefinite"/>
                      </p:stCondLst>
                      <p:childTnLst>
                        <p:par>
                          <p:cTn id="96" fill="hold">
                            <p:stCondLst>
                              <p:cond delay="0"/>
                            </p:stCondLst>
                            <p:childTnLst>
                              <p:par>
                                <p:cTn id="97" presetID="22" presetClass="entr" presetSubtype="8" fill="hold" grpId="0" nodeType="clickEffect">
                                  <p:stCondLst>
                                    <p:cond delay="0"/>
                                  </p:stCondLst>
                                  <p:childTnLst>
                                    <p:set>
                                      <p:cBhvr>
                                        <p:cTn id="98" dur="1" fill="hold">
                                          <p:stCondLst>
                                            <p:cond delay="0"/>
                                          </p:stCondLst>
                                        </p:cTn>
                                        <p:tgtEl>
                                          <p:spTgt spid="39"/>
                                        </p:tgtEl>
                                        <p:attrNameLst>
                                          <p:attrName>style.visibility</p:attrName>
                                        </p:attrNameLst>
                                      </p:cBhvr>
                                      <p:to>
                                        <p:strVal val="visible"/>
                                      </p:to>
                                    </p:set>
                                    <p:animEffect transition="in" filter="wipe(left)">
                                      <p:cBhvr>
                                        <p:cTn id="99" dur="500"/>
                                        <p:tgtEl>
                                          <p:spTgt spid="39"/>
                                        </p:tgtEl>
                                      </p:cBhvr>
                                    </p:animEffect>
                                  </p:childTnLst>
                                </p:cTn>
                              </p:par>
                            </p:childTnLst>
                          </p:cTn>
                        </p:par>
                      </p:childTnLst>
                    </p:cTn>
                  </p:par>
                  <p:par>
                    <p:cTn id="100" fill="hold">
                      <p:stCondLst>
                        <p:cond delay="indefinite"/>
                      </p:stCondLst>
                      <p:childTnLst>
                        <p:par>
                          <p:cTn id="101" fill="hold">
                            <p:stCondLst>
                              <p:cond delay="0"/>
                            </p:stCondLst>
                            <p:childTnLst>
                              <p:par>
                                <p:cTn id="102" presetID="22" presetClass="entr" presetSubtype="8" fill="hold" nodeType="click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wipe(left)">
                                      <p:cBhvr>
                                        <p:cTn id="104" dur="10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6" grpId="0" animBg="1"/>
      <p:bldP spid="21" grpId="0" animBg="1"/>
      <p:bldP spid="35" grpId="0"/>
      <p:bldP spid="39" grpId="0"/>
      <p:bldP spid="4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3" name="Rectangle 3">
            <a:extLst>
              <a:ext uri="{FF2B5EF4-FFF2-40B4-BE49-F238E27FC236}">
                <a16:creationId xmlns:a16="http://schemas.microsoft.com/office/drawing/2014/main" id="{80DB6F9D-EC28-4DAE-AE59-1E543524FE76}"/>
              </a:ext>
            </a:extLst>
          </p:cNvPr>
          <p:cNvSpPr>
            <a:spLocks noChangeArrowheads="1"/>
          </p:cNvSpPr>
          <p:nvPr/>
        </p:nvSpPr>
        <p:spPr bwMode="auto">
          <a:xfrm>
            <a:off x="918165" y="1442715"/>
            <a:ext cx="6752636"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lvl="0" defTabSz="914400" eaLnBrk="1" hangingPunct="1">
              <a:buClr>
                <a:srgbClr val="0000FF"/>
              </a:buClr>
              <a:defRPr/>
            </a:pPr>
            <a:r>
              <a:rPr kumimoji="1" lang="en-US" altLang="zh-CN" sz="3200" dirty="0">
                <a:solidFill>
                  <a:prstClr val="black"/>
                </a:solidFill>
                <a:latin typeface="微软雅黑" panose="020B0503020204020204" pitchFamily="34" charset="-122"/>
                <a:ea typeface="微软雅黑" panose="020B0503020204020204" pitchFamily="34" charset="-122"/>
              </a:rPr>
              <a:t>3. </a:t>
            </a:r>
            <a:r>
              <a:rPr kumimoji="1" lang="zh-CN" altLang="en-US" sz="3200" dirty="0">
                <a:solidFill>
                  <a:prstClr val="black"/>
                </a:solidFill>
                <a:latin typeface="微软雅黑" panose="020B0503020204020204" pitchFamily="34" charset="-122"/>
                <a:ea typeface="微软雅黑" panose="020B0503020204020204" pitchFamily="34" charset="-122"/>
              </a:rPr>
              <a:t>普通光源是相干光源吗？</a:t>
            </a:r>
          </a:p>
        </p:txBody>
      </p:sp>
      <p:sp>
        <p:nvSpPr>
          <p:cNvPr id="14" name="Rectangle 5">
            <a:extLst>
              <a:ext uri="{FF2B5EF4-FFF2-40B4-BE49-F238E27FC236}">
                <a16:creationId xmlns:a16="http://schemas.microsoft.com/office/drawing/2014/main" id="{103391C9-3A5B-4E25-9EE7-0F656BCB0CDC}"/>
              </a:ext>
            </a:extLst>
          </p:cNvPr>
          <p:cNvSpPr>
            <a:spLocks noChangeArrowheads="1"/>
          </p:cNvSpPr>
          <p:nvPr/>
        </p:nvSpPr>
        <p:spPr bwMode="auto">
          <a:xfrm>
            <a:off x="532871" y="641363"/>
            <a:ext cx="4572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三</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4000" b="1" dirty="0">
                <a:solidFill>
                  <a:srgbClr val="C00000"/>
                </a:solidFill>
                <a:latin typeface="微软雅黑" panose="020B0503020204020204" pitchFamily="34" charset="-122"/>
                <a:ea typeface="微软雅黑" panose="020B0503020204020204" pitchFamily="34" charset="-122"/>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相干光</a:t>
            </a:r>
          </a:p>
        </p:txBody>
      </p:sp>
      <p:sp>
        <p:nvSpPr>
          <p:cNvPr id="60" name="Text Box 44">
            <a:extLst>
              <a:ext uri="{FF2B5EF4-FFF2-40B4-BE49-F238E27FC236}">
                <a16:creationId xmlns:a16="http://schemas.microsoft.com/office/drawing/2014/main" id="{47170DC8-9EB5-4542-902A-76B2E9B4719D}"/>
              </a:ext>
            </a:extLst>
          </p:cNvPr>
          <p:cNvSpPr txBox="1">
            <a:spLocks noChangeArrowheads="1"/>
          </p:cNvSpPr>
          <p:nvPr/>
        </p:nvSpPr>
        <p:spPr bwMode="auto">
          <a:xfrm>
            <a:off x="1362910" y="2073055"/>
            <a:ext cx="35290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3200" dirty="0">
                <a:solidFill>
                  <a:srgbClr val="0000FF"/>
                </a:solidFill>
                <a:latin typeface="Microsoft Yahei" panose="020B0503020204020204" pitchFamily="34" charset="-122"/>
                <a:ea typeface="Microsoft Yahei" panose="020B0503020204020204" pitchFamily="34" charset="-122"/>
              </a:rPr>
              <a:t>原子发光模型：</a:t>
            </a:r>
            <a:endParaRPr kumimoji="1" lang="en-US" altLang="zh-CN" sz="3200" dirty="0">
              <a:solidFill>
                <a:srgbClr val="0000FF"/>
              </a:solidFill>
              <a:latin typeface="Microsoft Yahei" panose="020B0503020204020204" pitchFamily="34" charset="-122"/>
              <a:ea typeface="Microsoft Yahei" panose="020B0503020204020204" pitchFamily="34" charset="-122"/>
            </a:endParaRPr>
          </a:p>
        </p:txBody>
      </p:sp>
      <p:sp>
        <p:nvSpPr>
          <p:cNvPr id="61" name="Text Box 72">
            <a:extLst>
              <a:ext uri="{FF2B5EF4-FFF2-40B4-BE49-F238E27FC236}">
                <a16:creationId xmlns:a16="http://schemas.microsoft.com/office/drawing/2014/main" id="{A28EEED2-D394-42A8-878E-436B18A51C2A}"/>
              </a:ext>
            </a:extLst>
          </p:cNvPr>
          <p:cNvSpPr txBox="1">
            <a:spLocks noChangeArrowheads="1"/>
          </p:cNvSpPr>
          <p:nvPr/>
        </p:nvSpPr>
        <p:spPr bwMode="auto">
          <a:xfrm>
            <a:off x="4245542" y="2035581"/>
            <a:ext cx="7675832" cy="954107"/>
          </a:xfrm>
          <a:prstGeom prst="rect">
            <a:avLst/>
          </a:prstGeom>
          <a:noFill/>
          <a:ln w="9525">
            <a:noFill/>
            <a:miter lim="800000"/>
            <a:headEnd/>
            <a:tailEnd/>
          </a:ln>
        </p:spPr>
        <p:txBody>
          <a:bodyPr wrap="square">
            <a:spAutoFit/>
          </a:bodyPr>
          <a:lstStyle/>
          <a:p>
            <a:pPr>
              <a:defRPr/>
            </a:pPr>
            <a:r>
              <a:rPr lang="zh-CN" altLang="en-US" sz="2800" dirty="0">
                <a:latin typeface="Arial" charset="0"/>
                <a:ea typeface="楷体_GB2312" pitchFamily="49" charset="-122"/>
              </a:rPr>
              <a:t> 原子或分子是物质发光的基元，它们通过能级跃迁所发射的光是一个个</a:t>
            </a:r>
            <a:r>
              <a:rPr lang="zh-CN" altLang="en-US" sz="2800" b="1" dirty="0">
                <a:solidFill>
                  <a:srgbClr val="FF0000"/>
                </a:solidFill>
                <a:latin typeface="Arial" charset="0"/>
                <a:ea typeface="楷体_GB2312" pitchFamily="49" charset="-122"/>
              </a:rPr>
              <a:t>有限长的光波列</a:t>
            </a:r>
            <a:r>
              <a:rPr lang="zh-CN" altLang="en-US" sz="2800" dirty="0">
                <a:latin typeface="Arial" charset="0"/>
                <a:ea typeface="楷体_GB2312" pitchFamily="49" charset="-122"/>
              </a:rPr>
              <a:t>。</a:t>
            </a:r>
          </a:p>
        </p:txBody>
      </p:sp>
      <p:graphicFrame>
        <p:nvGraphicFramePr>
          <p:cNvPr id="62" name="Object 16">
            <a:extLst>
              <a:ext uri="{FF2B5EF4-FFF2-40B4-BE49-F238E27FC236}">
                <a16:creationId xmlns:a16="http://schemas.microsoft.com/office/drawing/2014/main" id="{7E6C1C9C-4DC8-4D86-B352-3C2CA94A3144}"/>
              </a:ext>
            </a:extLst>
          </p:cNvPr>
          <p:cNvGraphicFramePr>
            <a:graphicFrameLocks noChangeAspect="1"/>
          </p:cNvGraphicFramePr>
          <p:nvPr>
            <p:extLst>
              <p:ext uri="{D42A27DB-BD31-4B8C-83A1-F6EECF244321}">
                <p14:modId xmlns:p14="http://schemas.microsoft.com/office/powerpoint/2010/main" val="3760520052"/>
              </p:ext>
            </p:extLst>
          </p:nvPr>
        </p:nvGraphicFramePr>
        <p:xfrm>
          <a:off x="6994523" y="2925763"/>
          <a:ext cx="4826000" cy="463550"/>
        </p:xfrm>
        <a:graphic>
          <a:graphicData uri="http://schemas.openxmlformats.org/presentationml/2006/ole">
            <mc:AlternateContent xmlns:mc="http://schemas.openxmlformats.org/markup-compatibility/2006">
              <mc:Choice xmlns:v="urn:schemas-microsoft-com:vml" Requires="v">
                <p:oleObj name="Equation" r:id="rId3" imgW="2044440" imgH="203040" progId="Equation.DSMT4">
                  <p:embed/>
                </p:oleObj>
              </mc:Choice>
              <mc:Fallback>
                <p:oleObj name="Equation" r:id="rId3" imgW="2044440" imgH="203040" progId="Equation.DSMT4">
                  <p:embed/>
                  <p:pic>
                    <p:nvPicPr>
                      <p:cNvPr id="41" name="Object 16"/>
                      <p:cNvPicPr>
                        <a:picLocks noChangeAspect="1" noChangeArrowheads="1"/>
                      </p:cNvPicPr>
                      <p:nvPr/>
                    </p:nvPicPr>
                    <p:blipFill>
                      <a:blip r:embed="rId4"/>
                      <a:srcRect/>
                      <a:stretch>
                        <a:fillRect/>
                      </a:stretch>
                    </p:blipFill>
                    <p:spPr bwMode="auto">
                      <a:xfrm>
                        <a:off x="6994523" y="2925763"/>
                        <a:ext cx="4826000" cy="463550"/>
                      </a:xfrm>
                      <a:prstGeom prst="rect">
                        <a:avLst/>
                      </a:prstGeom>
                      <a:solidFill>
                        <a:srgbClr val="FFFFFF"/>
                      </a:solidFill>
                    </p:spPr>
                  </p:pic>
                </p:oleObj>
              </mc:Fallback>
            </mc:AlternateContent>
          </a:graphicData>
        </a:graphic>
      </p:graphicFrame>
      <p:sp>
        <p:nvSpPr>
          <p:cNvPr id="213" name="Line 73">
            <a:extLst>
              <a:ext uri="{FF2B5EF4-FFF2-40B4-BE49-F238E27FC236}">
                <a16:creationId xmlns:a16="http://schemas.microsoft.com/office/drawing/2014/main" id="{5F8D2E60-BCDB-456E-93F6-59BE5486AADC}"/>
              </a:ext>
            </a:extLst>
          </p:cNvPr>
          <p:cNvSpPr>
            <a:spLocks noChangeShapeType="1"/>
          </p:cNvSpPr>
          <p:nvPr/>
        </p:nvSpPr>
        <p:spPr bwMode="auto">
          <a:xfrm>
            <a:off x="4181516" y="3905014"/>
            <a:ext cx="0" cy="949325"/>
          </a:xfrm>
          <a:prstGeom prst="line">
            <a:avLst/>
          </a:prstGeom>
          <a:noFill/>
          <a:ln w="28575">
            <a:solidFill>
              <a:srgbClr val="FF0000"/>
            </a:solidFill>
            <a:round/>
            <a:headEnd/>
            <a:tailEnd type="triangle" w="lg" len="lg"/>
          </a:ln>
          <a:extLst>
            <a:ext uri="{909E8E84-426E-40DD-AFC4-6F175D3DCCD1}">
              <a14:hiddenFill xmlns:a14="http://schemas.microsoft.com/office/drawing/2010/main">
                <a:noFill/>
              </a14:hiddenFill>
            </a:ext>
          </a:extLst>
        </p:spPr>
        <p:txBody>
          <a:bodyPr wrap="none">
            <a:spAutoFit/>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nvGrpSpPr>
          <p:cNvPr id="214" name="Group 101">
            <a:extLst>
              <a:ext uri="{FF2B5EF4-FFF2-40B4-BE49-F238E27FC236}">
                <a16:creationId xmlns:a16="http://schemas.microsoft.com/office/drawing/2014/main" id="{AB3DEF9B-7A7A-4324-8A73-CB75D6356EB4}"/>
              </a:ext>
            </a:extLst>
          </p:cNvPr>
          <p:cNvGrpSpPr>
            <a:grpSpLocks/>
          </p:cNvGrpSpPr>
          <p:nvPr/>
        </p:nvGrpSpPr>
        <p:grpSpPr bwMode="auto">
          <a:xfrm>
            <a:off x="3616366" y="3630376"/>
            <a:ext cx="1800225" cy="1223963"/>
            <a:chOff x="1202" y="2659"/>
            <a:chExt cx="1134" cy="771"/>
          </a:xfrm>
        </p:grpSpPr>
        <p:sp>
          <p:nvSpPr>
            <p:cNvPr id="215" name="Line 75">
              <a:extLst>
                <a:ext uri="{FF2B5EF4-FFF2-40B4-BE49-F238E27FC236}">
                  <a16:creationId xmlns:a16="http://schemas.microsoft.com/office/drawing/2014/main" id="{AAB2EC55-896A-42EC-97F0-A1E7FCA9B246}"/>
                </a:ext>
              </a:extLst>
            </p:cNvPr>
            <p:cNvSpPr>
              <a:spLocks noChangeShapeType="1"/>
            </p:cNvSpPr>
            <p:nvPr/>
          </p:nvSpPr>
          <p:spPr bwMode="auto">
            <a:xfrm>
              <a:off x="1205" y="2832"/>
              <a:ext cx="113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defTabSz="914400" eaLnBrk="1" hangingPunct="1"/>
              <a:endParaRPr lang="zh-CN" altLang="en-US" sz="2800" b="1">
                <a:solidFill>
                  <a:srgbClr val="FFFFFF"/>
                </a:solidFill>
                <a:highlight>
                  <a:srgbClr val="000080"/>
                </a:highlight>
                <a:latin typeface="Arial" panose="020B0604020202020204" pitchFamily="34" charset="0"/>
                <a:ea typeface="宋体" panose="02010600030101010101" pitchFamily="2" charset="-122"/>
              </a:endParaRPr>
            </a:p>
          </p:txBody>
        </p:sp>
        <p:sp>
          <p:nvSpPr>
            <p:cNvPr id="216" name="Line 76">
              <a:extLst>
                <a:ext uri="{FF2B5EF4-FFF2-40B4-BE49-F238E27FC236}">
                  <a16:creationId xmlns:a16="http://schemas.microsoft.com/office/drawing/2014/main" id="{68B00472-214E-4194-8DAD-15422E7D3616}"/>
                </a:ext>
              </a:extLst>
            </p:cNvPr>
            <p:cNvSpPr>
              <a:spLocks noChangeShapeType="1"/>
            </p:cNvSpPr>
            <p:nvPr/>
          </p:nvSpPr>
          <p:spPr bwMode="auto">
            <a:xfrm>
              <a:off x="1205" y="3430"/>
              <a:ext cx="113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defTabSz="914400" eaLnBrk="1" hangingPunct="1"/>
              <a:endParaRPr lang="zh-CN" altLang="en-US" sz="2800" b="1">
                <a:solidFill>
                  <a:srgbClr val="FFFFFF"/>
                </a:solidFill>
                <a:highlight>
                  <a:srgbClr val="000080"/>
                </a:highlight>
                <a:latin typeface="Arial" panose="020B0604020202020204" pitchFamily="34" charset="0"/>
                <a:ea typeface="宋体" panose="02010600030101010101" pitchFamily="2" charset="-122"/>
              </a:endParaRPr>
            </a:p>
          </p:txBody>
        </p:sp>
        <p:sp>
          <p:nvSpPr>
            <p:cNvPr id="217" name="Line 86">
              <a:extLst>
                <a:ext uri="{FF2B5EF4-FFF2-40B4-BE49-F238E27FC236}">
                  <a16:creationId xmlns:a16="http://schemas.microsoft.com/office/drawing/2014/main" id="{737963CF-429F-455D-AF2B-CB259EB11315}"/>
                </a:ext>
              </a:extLst>
            </p:cNvPr>
            <p:cNvSpPr>
              <a:spLocks noChangeShapeType="1"/>
            </p:cNvSpPr>
            <p:nvPr/>
          </p:nvSpPr>
          <p:spPr bwMode="auto">
            <a:xfrm>
              <a:off x="1202" y="2659"/>
              <a:ext cx="1131"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spAutoFit/>
            </a:bodyPr>
            <a:lstStyle/>
            <a:p>
              <a:pPr defTabSz="914400" eaLnBrk="1" hangingPunct="1"/>
              <a:endParaRPr lang="zh-CN" altLang="en-US" sz="2800" b="1">
                <a:solidFill>
                  <a:srgbClr val="FFFFFF"/>
                </a:solidFill>
                <a:highlight>
                  <a:srgbClr val="000080"/>
                </a:highlight>
                <a:latin typeface="Arial" panose="020B0604020202020204" pitchFamily="34" charset="0"/>
                <a:ea typeface="宋体" panose="02010600030101010101" pitchFamily="2" charset="-122"/>
              </a:endParaRPr>
            </a:p>
          </p:txBody>
        </p:sp>
      </p:grpSp>
      <p:sp>
        <p:nvSpPr>
          <p:cNvPr id="218" name="Line 87">
            <a:extLst>
              <a:ext uri="{FF2B5EF4-FFF2-40B4-BE49-F238E27FC236}">
                <a16:creationId xmlns:a16="http://schemas.microsoft.com/office/drawing/2014/main" id="{9EC3EF32-E7D6-4698-B4FA-CEE0B109DCA2}"/>
              </a:ext>
            </a:extLst>
          </p:cNvPr>
          <p:cNvSpPr>
            <a:spLocks noChangeShapeType="1"/>
          </p:cNvSpPr>
          <p:nvPr/>
        </p:nvSpPr>
        <p:spPr bwMode="auto">
          <a:xfrm>
            <a:off x="4557754" y="3630376"/>
            <a:ext cx="0" cy="1223963"/>
          </a:xfrm>
          <a:prstGeom prst="line">
            <a:avLst/>
          </a:prstGeom>
          <a:noFill/>
          <a:ln w="28575">
            <a:solidFill>
              <a:srgbClr val="9933FF"/>
            </a:solidFill>
            <a:round/>
            <a:headEnd/>
            <a:tailEnd type="triangle" w="lg" len="lg"/>
          </a:ln>
          <a:extLst>
            <a:ext uri="{909E8E84-426E-40DD-AFC4-6F175D3DCCD1}">
              <a14:hiddenFill xmlns:a14="http://schemas.microsoft.com/office/drawing/2010/main">
                <a:noFill/>
              </a14:hiddenFill>
            </a:ext>
          </a:extLst>
        </p:spPr>
        <p:txBody>
          <a:bodyPr>
            <a:spAutoFit/>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nvGrpSpPr>
          <p:cNvPr id="219" name="Group 102">
            <a:extLst>
              <a:ext uri="{FF2B5EF4-FFF2-40B4-BE49-F238E27FC236}">
                <a16:creationId xmlns:a16="http://schemas.microsoft.com/office/drawing/2014/main" id="{6868BBB0-F800-4619-A403-75280BE5ED10}"/>
              </a:ext>
            </a:extLst>
          </p:cNvPr>
          <p:cNvGrpSpPr>
            <a:grpSpLocks/>
          </p:cNvGrpSpPr>
          <p:nvPr/>
        </p:nvGrpSpPr>
        <p:grpSpPr bwMode="auto">
          <a:xfrm>
            <a:off x="4767304" y="4143139"/>
            <a:ext cx="700087" cy="134937"/>
            <a:chOff x="2297" y="3113"/>
            <a:chExt cx="441" cy="85"/>
          </a:xfrm>
        </p:grpSpPr>
        <p:grpSp>
          <p:nvGrpSpPr>
            <p:cNvPr id="220" name="Group 89">
              <a:extLst>
                <a:ext uri="{FF2B5EF4-FFF2-40B4-BE49-F238E27FC236}">
                  <a16:creationId xmlns:a16="http://schemas.microsoft.com/office/drawing/2014/main" id="{63235BC8-A4E9-4DE8-88F4-C3FC236EBE0C}"/>
                </a:ext>
              </a:extLst>
            </p:cNvPr>
            <p:cNvGrpSpPr>
              <a:grpSpLocks/>
            </p:cNvGrpSpPr>
            <p:nvPr/>
          </p:nvGrpSpPr>
          <p:grpSpPr bwMode="auto">
            <a:xfrm>
              <a:off x="2297" y="3113"/>
              <a:ext cx="167" cy="80"/>
              <a:chOff x="0" y="0"/>
              <a:chExt cx="19999" cy="20000"/>
            </a:xfrm>
          </p:grpSpPr>
          <p:sp>
            <p:nvSpPr>
              <p:cNvPr id="225" name="Freeform 90">
                <a:extLst>
                  <a:ext uri="{FF2B5EF4-FFF2-40B4-BE49-F238E27FC236}">
                    <a16:creationId xmlns:a16="http://schemas.microsoft.com/office/drawing/2014/main" id="{0A7AAD82-A9A5-4325-9D05-8E7A51DAA798}"/>
                  </a:ext>
                </a:extLst>
              </p:cNvPr>
              <p:cNvSpPr>
                <a:spLocks/>
              </p:cNvSpPr>
              <p:nvPr/>
            </p:nvSpPr>
            <p:spPr bwMode="auto">
              <a:xfrm>
                <a:off x="0" y="0"/>
                <a:ext cx="9724" cy="10249"/>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23"/>
                    </a:moveTo>
                    <a:lnTo>
                      <a:pt x="197" y="18641"/>
                    </a:lnTo>
                    <a:lnTo>
                      <a:pt x="493" y="17670"/>
                    </a:lnTo>
                    <a:lnTo>
                      <a:pt x="690" y="17087"/>
                    </a:lnTo>
                    <a:lnTo>
                      <a:pt x="887" y="16699"/>
                    </a:lnTo>
                    <a:lnTo>
                      <a:pt x="985" y="16117"/>
                    </a:lnTo>
                    <a:lnTo>
                      <a:pt x="1281" y="15146"/>
                    </a:lnTo>
                    <a:lnTo>
                      <a:pt x="1576" y="14951"/>
                    </a:lnTo>
                    <a:lnTo>
                      <a:pt x="1675" y="14369"/>
                    </a:lnTo>
                    <a:lnTo>
                      <a:pt x="1970" y="13592"/>
                    </a:lnTo>
                    <a:lnTo>
                      <a:pt x="2167" y="13010"/>
                    </a:lnTo>
                    <a:lnTo>
                      <a:pt x="2562" y="12427"/>
                    </a:lnTo>
                    <a:lnTo>
                      <a:pt x="2660" y="12039"/>
                    </a:lnTo>
                    <a:lnTo>
                      <a:pt x="2956" y="11262"/>
                    </a:lnTo>
                    <a:lnTo>
                      <a:pt x="3054" y="10680"/>
                    </a:lnTo>
                    <a:lnTo>
                      <a:pt x="3350" y="10291"/>
                    </a:lnTo>
                    <a:lnTo>
                      <a:pt x="3547" y="10097"/>
                    </a:lnTo>
                    <a:lnTo>
                      <a:pt x="3744" y="9515"/>
                    </a:lnTo>
                    <a:lnTo>
                      <a:pt x="4039" y="8932"/>
                    </a:lnTo>
                    <a:lnTo>
                      <a:pt x="4236" y="8544"/>
                    </a:lnTo>
                    <a:lnTo>
                      <a:pt x="4433" y="7961"/>
                    </a:lnTo>
                    <a:lnTo>
                      <a:pt x="4729" y="7573"/>
                    </a:lnTo>
                    <a:lnTo>
                      <a:pt x="4828" y="6990"/>
                    </a:lnTo>
                    <a:lnTo>
                      <a:pt x="5123" y="6602"/>
                    </a:lnTo>
                    <a:lnTo>
                      <a:pt x="5320" y="6019"/>
                    </a:lnTo>
                    <a:lnTo>
                      <a:pt x="5419" y="5631"/>
                    </a:lnTo>
                    <a:lnTo>
                      <a:pt x="5813" y="5243"/>
                    </a:lnTo>
                    <a:lnTo>
                      <a:pt x="5813" y="4660"/>
                    </a:lnTo>
                    <a:lnTo>
                      <a:pt x="6305" y="4078"/>
                    </a:lnTo>
                    <a:lnTo>
                      <a:pt x="6502" y="3883"/>
                    </a:lnTo>
                    <a:lnTo>
                      <a:pt x="6601" y="3301"/>
                    </a:lnTo>
                    <a:lnTo>
                      <a:pt x="6897" y="3301"/>
                    </a:lnTo>
                    <a:lnTo>
                      <a:pt x="7192" y="2718"/>
                    </a:lnTo>
                    <a:lnTo>
                      <a:pt x="7291" y="2524"/>
                    </a:lnTo>
                    <a:lnTo>
                      <a:pt x="7586" y="2136"/>
                    </a:lnTo>
                    <a:lnTo>
                      <a:pt x="7685" y="1942"/>
                    </a:lnTo>
                    <a:lnTo>
                      <a:pt x="7980" y="1942"/>
                    </a:lnTo>
                    <a:lnTo>
                      <a:pt x="8177" y="1359"/>
                    </a:lnTo>
                    <a:lnTo>
                      <a:pt x="8374" y="1359"/>
                    </a:lnTo>
                    <a:lnTo>
                      <a:pt x="8571" y="777"/>
                    </a:lnTo>
                    <a:lnTo>
                      <a:pt x="8768" y="777"/>
                    </a:lnTo>
                    <a:lnTo>
                      <a:pt x="8966" y="583"/>
                    </a:lnTo>
                    <a:lnTo>
                      <a:pt x="9163" y="583"/>
                    </a:lnTo>
                    <a:lnTo>
                      <a:pt x="9458" y="388"/>
                    </a:lnTo>
                    <a:lnTo>
                      <a:pt x="9557" y="388"/>
                    </a:lnTo>
                    <a:lnTo>
                      <a:pt x="9852" y="388"/>
                    </a:lnTo>
                    <a:lnTo>
                      <a:pt x="10148" y="0"/>
                    </a:lnTo>
                    <a:lnTo>
                      <a:pt x="10345" y="0"/>
                    </a:lnTo>
                    <a:lnTo>
                      <a:pt x="10640" y="0"/>
                    </a:lnTo>
                    <a:lnTo>
                      <a:pt x="10739" y="0"/>
                    </a:lnTo>
                    <a:lnTo>
                      <a:pt x="10936" y="388"/>
                    </a:lnTo>
                    <a:lnTo>
                      <a:pt x="11133" y="388"/>
                    </a:lnTo>
                    <a:lnTo>
                      <a:pt x="11429" y="583"/>
                    </a:lnTo>
                    <a:lnTo>
                      <a:pt x="11626" y="583"/>
                    </a:lnTo>
                    <a:lnTo>
                      <a:pt x="11823" y="777"/>
                    </a:lnTo>
                    <a:lnTo>
                      <a:pt x="12118" y="777"/>
                    </a:lnTo>
                    <a:lnTo>
                      <a:pt x="12217" y="1359"/>
                    </a:lnTo>
                    <a:lnTo>
                      <a:pt x="12414" y="1942"/>
                    </a:lnTo>
                    <a:lnTo>
                      <a:pt x="12808" y="1942"/>
                    </a:lnTo>
                    <a:lnTo>
                      <a:pt x="12906" y="2136"/>
                    </a:lnTo>
                    <a:lnTo>
                      <a:pt x="13202" y="2718"/>
                    </a:lnTo>
                    <a:lnTo>
                      <a:pt x="13498" y="3301"/>
                    </a:lnTo>
                    <a:lnTo>
                      <a:pt x="13596" y="3883"/>
                    </a:lnTo>
                    <a:lnTo>
                      <a:pt x="13793" y="3883"/>
                    </a:lnTo>
                    <a:lnTo>
                      <a:pt x="14187" y="4466"/>
                    </a:lnTo>
                    <a:lnTo>
                      <a:pt x="14384" y="5049"/>
                    </a:lnTo>
                    <a:lnTo>
                      <a:pt x="14581" y="5631"/>
                    </a:lnTo>
                    <a:lnTo>
                      <a:pt x="14877" y="6019"/>
                    </a:lnTo>
                    <a:lnTo>
                      <a:pt x="15074" y="6602"/>
                    </a:lnTo>
                    <a:lnTo>
                      <a:pt x="15271" y="7184"/>
                    </a:lnTo>
                    <a:lnTo>
                      <a:pt x="15468" y="7767"/>
                    </a:lnTo>
                    <a:lnTo>
                      <a:pt x="15764" y="8350"/>
                    </a:lnTo>
                    <a:lnTo>
                      <a:pt x="15961" y="8932"/>
                    </a:lnTo>
                    <a:lnTo>
                      <a:pt x="16256" y="9515"/>
                    </a:lnTo>
                    <a:lnTo>
                      <a:pt x="16355" y="10097"/>
                    </a:lnTo>
                    <a:lnTo>
                      <a:pt x="16650" y="10291"/>
                    </a:lnTo>
                    <a:lnTo>
                      <a:pt x="16749" y="10680"/>
                    </a:lnTo>
                    <a:lnTo>
                      <a:pt x="16946" y="11650"/>
                    </a:lnTo>
                    <a:lnTo>
                      <a:pt x="17143" y="12039"/>
                    </a:lnTo>
                    <a:lnTo>
                      <a:pt x="17340" y="12427"/>
                    </a:lnTo>
                    <a:lnTo>
                      <a:pt x="17635" y="13204"/>
                    </a:lnTo>
                    <a:lnTo>
                      <a:pt x="17734" y="13786"/>
                    </a:lnTo>
                    <a:lnTo>
                      <a:pt x="17931" y="14369"/>
                    </a:lnTo>
                    <a:lnTo>
                      <a:pt x="18128" y="14951"/>
                    </a:lnTo>
                    <a:lnTo>
                      <a:pt x="18424" y="15146"/>
                    </a:lnTo>
                    <a:lnTo>
                      <a:pt x="18522" y="15728"/>
                    </a:lnTo>
                    <a:lnTo>
                      <a:pt x="18818" y="16311"/>
                    </a:lnTo>
                    <a:lnTo>
                      <a:pt x="18916" y="16893"/>
                    </a:lnTo>
                    <a:lnTo>
                      <a:pt x="19113" y="17087"/>
                    </a:lnTo>
                    <a:lnTo>
                      <a:pt x="19212" y="17670"/>
                    </a:lnTo>
                    <a:lnTo>
                      <a:pt x="19310" y="18058"/>
                    </a:lnTo>
                    <a:lnTo>
                      <a:pt x="19507" y="18641"/>
                    </a:lnTo>
                    <a:lnTo>
                      <a:pt x="19606" y="18835"/>
                    </a:lnTo>
                    <a:lnTo>
                      <a:pt x="19704" y="19223"/>
                    </a:lnTo>
                    <a:lnTo>
                      <a:pt x="19901" y="19612"/>
                    </a:lnTo>
                    <a:lnTo>
                      <a:pt x="19901" y="19806"/>
                    </a:lnTo>
                  </a:path>
                </a:pathLst>
              </a:custGeom>
              <a:noFill/>
              <a:ln w="28575">
                <a:solidFill>
                  <a:srgbClr val="9933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26" name="Freeform 91">
                <a:extLst>
                  <a:ext uri="{FF2B5EF4-FFF2-40B4-BE49-F238E27FC236}">
                    <a16:creationId xmlns:a16="http://schemas.microsoft.com/office/drawing/2014/main" id="{99D415FF-CB68-482A-87B8-36BABD446D22}"/>
                  </a:ext>
                </a:extLst>
              </p:cNvPr>
              <p:cNvSpPr>
                <a:spLocks/>
              </p:cNvSpPr>
              <p:nvPr/>
            </p:nvSpPr>
            <p:spPr bwMode="auto">
              <a:xfrm>
                <a:off x="9676" y="10050"/>
                <a:ext cx="10323" cy="9950"/>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00"/>
                    </a:lnTo>
                    <a:lnTo>
                      <a:pt x="370" y="1400"/>
                    </a:lnTo>
                    <a:lnTo>
                      <a:pt x="556" y="2000"/>
                    </a:lnTo>
                    <a:lnTo>
                      <a:pt x="833" y="2600"/>
                    </a:lnTo>
                    <a:lnTo>
                      <a:pt x="926" y="3200"/>
                    </a:lnTo>
                    <a:lnTo>
                      <a:pt x="1204" y="4000"/>
                    </a:lnTo>
                    <a:lnTo>
                      <a:pt x="1389" y="4200"/>
                    </a:lnTo>
                    <a:lnTo>
                      <a:pt x="1481" y="5200"/>
                    </a:lnTo>
                    <a:lnTo>
                      <a:pt x="1759" y="5600"/>
                    </a:lnTo>
                    <a:lnTo>
                      <a:pt x="2130" y="6200"/>
                    </a:lnTo>
                    <a:lnTo>
                      <a:pt x="2130" y="7200"/>
                    </a:lnTo>
                    <a:lnTo>
                      <a:pt x="2500" y="7800"/>
                    </a:lnTo>
                    <a:lnTo>
                      <a:pt x="2685" y="8200"/>
                    </a:lnTo>
                    <a:lnTo>
                      <a:pt x="2778" y="8800"/>
                    </a:lnTo>
                    <a:lnTo>
                      <a:pt x="2963" y="9400"/>
                    </a:lnTo>
                    <a:lnTo>
                      <a:pt x="3148" y="10000"/>
                    </a:lnTo>
                    <a:lnTo>
                      <a:pt x="3426" y="10200"/>
                    </a:lnTo>
                    <a:lnTo>
                      <a:pt x="3519" y="10800"/>
                    </a:lnTo>
                    <a:lnTo>
                      <a:pt x="3796" y="11400"/>
                    </a:lnTo>
                    <a:lnTo>
                      <a:pt x="4074" y="11800"/>
                    </a:lnTo>
                    <a:lnTo>
                      <a:pt x="4167" y="12200"/>
                    </a:lnTo>
                    <a:lnTo>
                      <a:pt x="4352" y="12800"/>
                    </a:lnTo>
                    <a:lnTo>
                      <a:pt x="4537" y="13400"/>
                    </a:lnTo>
                    <a:lnTo>
                      <a:pt x="4722" y="13600"/>
                    </a:lnTo>
                    <a:lnTo>
                      <a:pt x="5000" y="14200"/>
                    </a:lnTo>
                    <a:lnTo>
                      <a:pt x="5093" y="14800"/>
                    </a:lnTo>
                    <a:lnTo>
                      <a:pt x="5370" y="15000"/>
                    </a:lnTo>
                    <a:lnTo>
                      <a:pt x="5556" y="15400"/>
                    </a:lnTo>
                    <a:lnTo>
                      <a:pt x="5741" y="16000"/>
                    </a:lnTo>
                    <a:lnTo>
                      <a:pt x="6111" y="16200"/>
                    </a:lnTo>
                    <a:lnTo>
                      <a:pt x="6296" y="16600"/>
                    </a:lnTo>
                    <a:lnTo>
                      <a:pt x="6389" y="17000"/>
                    </a:lnTo>
                    <a:lnTo>
                      <a:pt x="6667" y="17600"/>
                    </a:lnTo>
                    <a:lnTo>
                      <a:pt x="6852" y="17600"/>
                    </a:lnTo>
                    <a:lnTo>
                      <a:pt x="7037" y="18000"/>
                    </a:lnTo>
                    <a:lnTo>
                      <a:pt x="7315" y="18200"/>
                    </a:lnTo>
                    <a:lnTo>
                      <a:pt x="7407" y="18600"/>
                    </a:lnTo>
                    <a:lnTo>
                      <a:pt x="7685" y="18800"/>
                    </a:lnTo>
                    <a:lnTo>
                      <a:pt x="7963" y="19200"/>
                    </a:lnTo>
                    <a:lnTo>
                      <a:pt x="7963" y="19400"/>
                    </a:lnTo>
                    <a:lnTo>
                      <a:pt x="8241" y="19600"/>
                    </a:lnTo>
                    <a:lnTo>
                      <a:pt x="8426" y="19600"/>
                    </a:lnTo>
                    <a:lnTo>
                      <a:pt x="8611" y="19800"/>
                    </a:lnTo>
                    <a:lnTo>
                      <a:pt x="8889" y="19800"/>
                    </a:lnTo>
                    <a:lnTo>
                      <a:pt x="8981" y="19800"/>
                    </a:lnTo>
                    <a:lnTo>
                      <a:pt x="9259" y="19800"/>
                    </a:lnTo>
                    <a:lnTo>
                      <a:pt x="9444" y="19800"/>
                    </a:lnTo>
                    <a:lnTo>
                      <a:pt x="9630" y="19800"/>
                    </a:lnTo>
                    <a:lnTo>
                      <a:pt x="9907" y="19800"/>
                    </a:lnTo>
                    <a:lnTo>
                      <a:pt x="10185" y="19800"/>
                    </a:lnTo>
                    <a:lnTo>
                      <a:pt x="10370" y="19800"/>
                    </a:lnTo>
                    <a:lnTo>
                      <a:pt x="10648" y="19800"/>
                    </a:lnTo>
                    <a:lnTo>
                      <a:pt x="10741" y="19600"/>
                    </a:lnTo>
                    <a:lnTo>
                      <a:pt x="11019" y="19600"/>
                    </a:lnTo>
                    <a:lnTo>
                      <a:pt x="11296" y="19400"/>
                    </a:lnTo>
                    <a:lnTo>
                      <a:pt x="11574" y="19200"/>
                    </a:lnTo>
                    <a:lnTo>
                      <a:pt x="11852" y="18800"/>
                    </a:lnTo>
                    <a:lnTo>
                      <a:pt x="11944" y="18200"/>
                    </a:lnTo>
                    <a:lnTo>
                      <a:pt x="12130" y="18000"/>
                    </a:lnTo>
                    <a:lnTo>
                      <a:pt x="12500" y="17600"/>
                    </a:lnTo>
                    <a:lnTo>
                      <a:pt x="12685" y="17000"/>
                    </a:lnTo>
                    <a:lnTo>
                      <a:pt x="12963" y="16600"/>
                    </a:lnTo>
                    <a:lnTo>
                      <a:pt x="13241" y="16600"/>
                    </a:lnTo>
                    <a:lnTo>
                      <a:pt x="13426" y="16000"/>
                    </a:lnTo>
                    <a:lnTo>
                      <a:pt x="13704" y="15400"/>
                    </a:lnTo>
                    <a:lnTo>
                      <a:pt x="13981" y="14800"/>
                    </a:lnTo>
                    <a:lnTo>
                      <a:pt x="14259" y="14200"/>
                    </a:lnTo>
                    <a:lnTo>
                      <a:pt x="14537" y="13600"/>
                    </a:lnTo>
                    <a:lnTo>
                      <a:pt x="14815" y="13400"/>
                    </a:lnTo>
                    <a:lnTo>
                      <a:pt x="14907" y="12800"/>
                    </a:lnTo>
                    <a:lnTo>
                      <a:pt x="15278" y="12200"/>
                    </a:lnTo>
                    <a:lnTo>
                      <a:pt x="15556" y="11800"/>
                    </a:lnTo>
                    <a:lnTo>
                      <a:pt x="15741" y="10800"/>
                    </a:lnTo>
                    <a:lnTo>
                      <a:pt x="15926" y="10600"/>
                    </a:lnTo>
                    <a:lnTo>
                      <a:pt x="16204" y="10200"/>
                    </a:lnTo>
                    <a:lnTo>
                      <a:pt x="16389" y="9800"/>
                    </a:lnTo>
                    <a:lnTo>
                      <a:pt x="16574" y="9200"/>
                    </a:lnTo>
                    <a:lnTo>
                      <a:pt x="16852" y="8400"/>
                    </a:lnTo>
                    <a:lnTo>
                      <a:pt x="17037" y="8200"/>
                    </a:lnTo>
                    <a:lnTo>
                      <a:pt x="17222" y="7800"/>
                    </a:lnTo>
                    <a:lnTo>
                      <a:pt x="17407" y="7200"/>
                    </a:lnTo>
                    <a:lnTo>
                      <a:pt x="17685" y="6600"/>
                    </a:lnTo>
                    <a:lnTo>
                      <a:pt x="17870" y="6000"/>
                    </a:lnTo>
                    <a:lnTo>
                      <a:pt x="18241" y="5400"/>
                    </a:lnTo>
                    <a:lnTo>
                      <a:pt x="18333" y="4800"/>
                    </a:lnTo>
                    <a:lnTo>
                      <a:pt x="18519" y="4200"/>
                    </a:lnTo>
                    <a:lnTo>
                      <a:pt x="18796" y="4000"/>
                    </a:lnTo>
                    <a:lnTo>
                      <a:pt x="18981" y="3600"/>
                    </a:lnTo>
                    <a:lnTo>
                      <a:pt x="19167" y="3200"/>
                    </a:lnTo>
                    <a:lnTo>
                      <a:pt x="19167" y="2800"/>
                    </a:lnTo>
                    <a:lnTo>
                      <a:pt x="19352" y="2200"/>
                    </a:lnTo>
                    <a:lnTo>
                      <a:pt x="19537" y="2000"/>
                    </a:lnTo>
                    <a:lnTo>
                      <a:pt x="19630" y="2000"/>
                    </a:lnTo>
                    <a:lnTo>
                      <a:pt x="19815" y="1400"/>
                    </a:lnTo>
                    <a:lnTo>
                      <a:pt x="19815" y="800"/>
                    </a:lnTo>
                    <a:lnTo>
                      <a:pt x="19907" y="800"/>
                    </a:lnTo>
                  </a:path>
                </a:pathLst>
              </a:custGeom>
              <a:noFill/>
              <a:ln w="28575">
                <a:solidFill>
                  <a:srgbClr val="9933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221" name="Group 92">
              <a:extLst>
                <a:ext uri="{FF2B5EF4-FFF2-40B4-BE49-F238E27FC236}">
                  <a16:creationId xmlns:a16="http://schemas.microsoft.com/office/drawing/2014/main" id="{FCB00F45-5ED3-4CBC-98AC-0B1C8EB3335C}"/>
                </a:ext>
              </a:extLst>
            </p:cNvPr>
            <p:cNvGrpSpPr>
              <a:grpSpLocks/>
            </p:cNvGrpSpPr>
            <p:nvPr/>
          </p:nvGrpSpPr>
          <p:grpSpPr bwMode="auto">
            <a:xfrm>
              <a:off x="2460" y="3120"/>
              <a:ext cx="167" cy="78"/>
              <a:chOff x="2" y="0"/>
              <a:chExt cx="19997" cy="20001"/>
            </a:xfrm>
          </p:grpSpPr>
          <p:sp>
            <p:nvSpPr>
              <p:cNvPr id="223" name="Freeform 93">
                <a:extLst>
                  <a:ext uri="{FF2B5EF4-FFF2-40B4-BE49-F238E27FC236}">
                    <a16:creationId xmlns:a16="http://schemas.microsoft.com/office/drawing/2014/main" id="{2F7CEE10-857B-4E92-9DB3-3A987786DE49}"/>
                  </a:ext>
                </a:extLst>
              </p:cNvPr>
              <p:cNvSpPr>
                <a:spLocks/>
              </p:cNvSpPr>
              <p:nvPr/>
            </p:nvSpPr>
            <p:spPr bwMode="auto">
              <a:xfrm>
                <a:off x="2" y="0"/>
                <a:ext cx="9720" cy="10257"/>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00"/>
                    </a:moveTo>
                    <a:lnTo>
                      <a:pt x="197" y="18600"/>
                    </a:lnTo>
                    <a:lnTo>
                      <a:pt x="493" y="17600"/>
                    </a:lnTo>
                    <a:lnTo>
                      <a:pt x="690" y="17000"/>
                    </a:lnTo>
                    <a:lnTo>
                      <a:pt x="887" y="16800"/>
                    </a:lnTo>
                    <a:lnTo>
                      <a:pt x="985" y="16000"/>
                    </a:lnTo>
                    <a:lnTo>
                      <a:pt x="1281" y="15600"/>
                    </a:lnTo>
                    <a:lnTo>
                      <a:pt x="1576" y="15000"/>
                    </a:lnTo>
                    <a:lnTo>
                      <a:pt x="1675" y="14200"/>
                    </a:lnTo>
                    <a:lnTo>
                      <a:pt x="1970" y="13600"/>
                    </a:lnTo>
                    <a:lnTo>
                      <a:pt x="2167" y="13000"/>
                    </a:lnTo>
                    <a:lnTo>
                      <a:pt x="2562" y="12800"/>
                    </a:lnTo>
                    <a:lnTo>
                      <a:pt x="2660" y="12000"/>
                    </a:lnTo>
                    <a:lnTo>
                      <a:pt x="2956" y="11400"/>
                    </a:lnTo>
                    <a:lnTo>
                      <a:pt x="3054" y="10800"/>
                    </a:lnTo>
                    <a:lnTo>
                      <a:pt x="3350" y="10200"/>
                    </a:lnTo>
                    <a:lnTo>
                      <a:pt x="3547" y="10000"/>
                    </a:lnTo>
                    <a:lnTo>
                      <a:pt x="3744" y="9800"/>
                    </a:lnTo>
                    <a:lnTo>
                      <a:pt x="4039" y="9200"/>
                    </a:lnTo>
                    <a:lnTo>
                      <a:pt x="4236" y="8400"/>
                    </a:lnTo>
                    <a:lnTo>
                      <a:pt x="4433" y="8000"/>
                    </a:lnTo>
                    <a:lnTo>
                      <a:pt x="4729" y="7400"/>
                    </a:lnTo>
                    <a:lnTo>
                      <a:pt x="4828" y="6800"/>
                    </a:lnTo>
                    <a:lnTo>
                      <a:pt x="5123" y="6200"/>
                    </a:lnTo>
                    <a:lnTo>
                      <a:pt x="5320" y="5600"/>
                    </a:lnTo>
                    <a:lnTo>
                      <a:pt x="5419" y="5600"/>
                    </a:lnTo>
                    <a:lnTo>
                      <a:pt x="5813" y="5200"/>
                    </a:lnTo>
                    <a:lnTo>
                      <a:pt x="5813" y="4600"/>
                    </a:lnTo>
                    <a:lnTo>
                      <a:pt x="6305" y="4200"/>
                    </a:lnTo>
                    <a:lnTo>
                      <a:pt x="6502" y="4000"/>
                    </a:lnTo>
                    <a:lnTo>
                      <a:pt x="6601" y="3400"/>
                    </a:lnTo>
                    <a:lnTo>
                      <a:pt x="6897" y="3200"/>
                    </a:lnTo>
                    <a:lnTo>
                      <a:pt x="7192" y="2800"/>
                    </a:lnTo>
                    <a:lnTo>
                      <a:pt x="7291" y="2600"/>
                    </a:lnTo>
                    <a:lnTo>
                      <a:pt x="7586" y="2200"/>
                    </a:lnTo>
                    <a:lnTo>
                      <a:pt x="7685" y="2000"/>
                    </a:lnTo>
                    <a:lnTo>
                      <a:pt x="7980" y="2000"/>
                    </a:lnTo>
                    <a:lnTo>
                      <a:pt x="8177" y="1400"/>
                    </a:lnTo>
                    <a:lnTo>
                      <a:pt x="8374" y="800"/>
                    </a:lnTo>
                    <a:lnTo>
                      <a:pt x="8571" y="800"/>
                    </a:lnTo>
                    <a:lnTo>
                      <a:pt x="8768" y="800"/>
                    </a:lnTo>
                    <a:lnTo>
                      <a:pt x="8966" y="600"/>
                    </a:lnTo>
                    <a:lnTo>
                      <a:pt x="9163" y="600"/>
                    </a:lnTo>
                    <a:lnTo>
                      <a:pt x="9458" y="400"/>
                    </a:lnTo>
                    <a:lnTo>
                      <a:pt x="9557" y="400"/>
                    </a:lnTo>
                    <a:lnTo>
                      <a:pt x="9852" y="400"/>
                    </a:lnTo>
                    <a:lnTo>
                      <a:pt x="10148" y="0"/>
                    </a:lnTo>
                    <a:lnTo>
                      <a:pt x="10345" y="0"/>
                    </a:lnTo>
                    <a:lnTo>
                      <a:pt x="10640" y="0"/>
                    </a:lnTo>
                    <a:lnTo>
                      <a:pt x="10739" y="0"/>
                    </a:lnTo>
                    <a:lnTo>
                      <a:pt x="10936" y="400"/>
                    </a:lnTo>
                    <a:lnTo>
                      <a:pt x="11133" y="400"/>
                    </a:lnTo>
                    <a:lnTo>
                      <a:pt x="11429" y="600"/>
                    </a:lnTo>
                    <a:lnTo>
                      <a:pt x="11626" y="600"/>
                    </a:lnTo>
                    <a:lnTo>
                      <a:pt x="11823" y="800"/>
                    </a:lnTo>
                    <a:lnTo>
                      <a:pt x="12118" y="800"/>
                    </a:lnTo>
                    <a:lnTo>
                      <a:pt x="12217" y="1400"/>
                    </a:lnTo>
                    <a:lnTo>
                      <a:pt x="12414" y="2000"/>
                    </a:lnTo>
                    <a:lnTo>
                      <a:pt x="12808" y="2000"/>
                    </a:lnTo>
                    <a:lnTo>
                      <a:pt x="12906" y="2200"/>
                    </a:lnTo>
                    <a:lnTo>
                      <a:pt x="13202" y="2800"/>
                    </a:lnTo>
                    <a:lnTo>
                      <a:pt x="13498" y="3200"/>
                    </a:lnTo>
                    <a:lnTo>
                      <a:pt x="13596" y="3400"/>
                    </a:lnTo>
                    <a:lnTo>
                      <a:pt x="13793" y="4000"/>
                    </a:lnTo>
                    <a:lnTo>
                      <a:pt x="14187" y="4600"/>
                    </a:lnTo>
                    <a:lnTo>
                      <a:pt x="14384" y="5200"/>
                    </a:lnTo>
                    <a:lnTo>
                      <a:pt x="14581" y="5600"/>
                    </a:lnTo>
                    <a:lnTo>
                      <a:pt x="14877" y="6200"/>
                    </a:lnTo>
                    <a:lnTo>
                      <a:pt x="15074" y="6800"/>
                    </a:lnTo>
                    <a:lnTo>
                      <a:pt x="15271" y="7200"/>
                    </a:lnTo>
                    <a:lnTo>
                      <a:pt x="15468" y="7800"/>
                    </a:lnTo>
                    <a:lnTo>
                      <a:pt x="15764" y="8400"/>
                    </a:lnTo>
                    <a:lnTo>
                      <a:pt x="15961" y="9200"/>
                    </a:lnTo>
                    <a:lnTo>
                      <a:pt x="16256" y="9800"/>
                    </a:lnTo>
                    <a:lnTo>
                      <a:pt x="16355" y="10000"/>
                    </a:lnTo>
                    <a:lnTo>
                      <a:pt x="16650" y="10200"/>
                    </a:lnTo>
                    <a:lnTo>
                      <a:pt x="16749" y="10800"/>
                    </a:lnTo>
                    <a:lnTo>
                      <a:pt x="16946" y="11800"/>
                    </a:lnTo>
                    <a:lnTo>
                      <a:pt x="17143" y="12200"/>
                    </a:lnTo>
                    <a:lnTo>
                      <a:pt x="17340" y="12800"/>
                    </a:lnTo>
                    <a:lnTo>
                      <a:pt x="17635" y="13000"/>
                    </a:lnTo>
                    <a:lnTo>
                      <a:pt x="17734" y="13600"/>
                    </a:lnTo>
                    <a:lnTo>
                      <a:pt x="17931" y="14600"/>
                    </a:lnTo>
                    <a:lnTo>
                      <a:pt x="18128" y="15000"/>
                    </a:lnTo>
                    <a:lnTo>
                      <a:pt x="18424" y="15600"/>
                    </a:lnTo>
                    <a:lnTo>
                      <a:pt x="18522" y="16000"/>
                    </a:lnTo>
                    <a:lnTo>
                      <a:pt x="18818" y="16600"/>
                    </a:lnTo>
                    <a:lnTo>
                      <a:pt x="18916" y="16800"/>
                    </a:lnTo>
                    <a:lnTo>
                      <a:pt x="19113" y="17000"/>
                    </a:lnTo>
                    <a:lnTo>
                      <a:pt x="19212" y="17600"/>
                    </a:lnTo>
                    <a:lnTo>
                      <a:pt x="19310" y="18200"/>
                    </a:lnTo>
                    <a:lnTo>
                      <a:pt x="19507" y="18600"/>
                    </a:lnTo>
                    <a:lnTo>
                      <a:pt x="19606" y="18800"/>
                    </a:lnTo>
                    <a:lnTo>
                      <a:pt x="19704" y="19400"/>
                    </a:lnTo>
                    <a:lnTo>
                      <a:pt x="19901" y="19600"/>
                    </a:lnTo>
                    <a:lnTo>
                      <a:pt x="19901" y="19800"/>
                    </a:lnTo>
                  </a:path>
                </a:pathLst>
              </a:custGeom>
              <a:noFill/>
              <a:ln w="28575">
                <a:solidFill>
                  <a:srgbClr val="9933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24" name="Freeform 94">
                <a:extLst>
                  <a:ext uri="{FF2B5EF4-FFF2-40B4-BE49-F238E27FC236}">
                    <a16:creationId xmlns:a16="http://schemas.microsoft.com/office/drawing/2014/main" id="{25C195ED-28DE-4822-9B84-29215B24E996}"/>
                  </a:ext>
                </a:extLst>
              </p:cNvPr>
              <p:cNvSpPr>
                <a:spLocks/>
              </p:cNvSpPr>
              <p:nvPr/>
            </p:nvSpPr>
            <p:spPr bwMode="auto">
              <a:xfrm>
                <a:off x="9678" y="10052"/>
                <a:ext cx="10321" cy="9949"/>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25"/>
                    </a:lnTo>
                    <a:lnTo>
                      <a:pt x="370" y="1443"/>
                    </a:lnTo>
                    <a:lnTo>
                      <a:pt x="556" y="2062"/>
                    </a:lnTo>
                    <a:lnTo>
                      <a:pt x="833" y="2680"/>
                    </a:lnTo>
                    <a:lnTo>
                      <a:pt x="926" y="3299"/>
                    </a:lnTo>
                    <a:lnTo>
                      <a:pt x="1204" y="3918"/>
                    </a:lnTo>
                    <a:lnTo>
                      <a:pt x="1389" y="4330"/>
                    </a:lnTo>
                    <a:lnTo>
                      <a:pt x="1481" y="4948"/>
                    </a:lnTo>
                    <a:lnTo>
                      <a:pt x="1759" y="5567"/>
                    </a:lnTo>
                    <a:lnTo>
                      <a:pt x="2130" y="6392"/>
                    </a:lnTo>
                    <a:lnTo>
                      <a:pt x="2130" y="6804"/>
                    </a:lnTo>
                    <a:lnTo>
                      <a:pt x="2500" y="7216"/>
                    </a:lnTo>
                    <a:lnTo>
                      <a:pt x="2685" y="7835"/>
                    </a:lnTo>
                    <a:lnTo>
                      <a:pt x="2778" y="8454"/>
                    </a:lnTo>
                    <a:lnTo>
                      <a:pt x="2963" y="9278"/>
                    </a:lnTo>
                    <a:lnTo>
                      <a:pt x="3148" y="9691"/>
                    </a:lnTo>
                    <a:lnTo>
                      <a:pt x="3426" y="10309"/>
                    </a:lnTo>
                    <a:lnTo>
                      <a:pt x="3519" y="10928"/>
                    </a:lnTo>
                    <a:lnTo>
                      <a:pt x="3796" y="11134"/>
                    </a:lnTo>
                    <a:lnTo>
                      <a:pt x="4074" y="11753"/>
                    </a:lnTo>
                    <a:lnTo>
                      <a:pt x="4167" y="12371"/>
                    </a:lnTo>
                    <a:lnTo>
                      <a:pt x="4352" y="12990"/>
                    </a:lnTo>
                    <a:lnTo>
                      <a:pt x="4537" y="13196"/>
                    </a:lnTo>
                    <a:lnTo>
                      <a:pt x="4722" y="13814"/>
                    </a:lnTo>
                    <a:lnTo>
                      <a:pt x="5000" y="14021"/>
                    </a:lnTo>
                    <a:lnTo>
                      <a:pt x="5093" y="14639"/>
                    </a:lnTo>
                    <a:lnTo>
                      <a:pt x="5370" y="14845"/>
                    </a:lnTo>
                    <a:lnTo>
                      <a:pt x="5556" y="15464"/>
                    </a:lnTo>
                    <a:lnTo>
                      <a:pt x="5741" y="15876"/>
                    </a:lnTo>
                    <a:lnTo>
                      <a:pt x="6111" y="16495"/>
                    </a:lnTo>
                    <a:lnTo>
                      <a:pt x="6296" y="16701"/>
                    </a:lnTo>
                    <a:lnTo>
                      <a:pt x="6389" y="16907"/>
                    </a:lnTo>
                    <a:lnTo>
                      <a:pt x="6667" y="17526"/>
                    </a:lnTo>
                    <a:lnTo>
                      <a:pt x="6852" y="17526"/>
                    </a:lnTo>
                    <a:lnTo>
                      <a:pt x="7037" y="17938"/>
                    </a:lnTo>
                    <a:lnTo>
                      <a:pt x="7315" y="18144"/>
                    </a:lnTo>
                    <a:lnTo>
                      <a:pt x="7407" y="18557"/>
                    </a:lnTo>
                    <a:lnTo>
                      <a:pt x="7685" y="18763"/>
                    </a:lnTo>
                    <a:lnTo>
                      <a:pt x="7963" y="19175"/>
                    </a:lnTo>
                    <a:lnTo>
                      <a:pt x="7963" y="19381"/>
                    </a:lnTo>
                    <a:lnTo>
                      <a:pt x="8241" y="19588"/>
                    </a:lnTo>
                    <a:lnTo>
                      <a:pt x="8426" y="19588"/>
                    </a:lnTo>
                    <a:lnTo>
                      <a:pt x="8611" y="19794"/>
                    </a:lnTo>
                    <a:lnTo>
                      <a:pt x="8889" y="19794"/>
                    </a:lnTo>
                    <a:lnTo>
                      <a:pt x="8981" y="19794"/>
                    </a:lnTo>
                    <a:lnTo>
                      <a:pt x="9259" y="19794"/>
                    </a:lnTo>
                    <a:lnTo>
                      <a:pt x="9444" y="19794"/>
                    </a:lnTo>
                    <a:lnTo>
                      <a:pt x="9630" y="19794"/>
                    </a:lnTo>
                    <a:lnTo>
                      <a:pt x="9907" y="19794"/>
                    </a:lnTo>
                    <a:lnTo>
                      <a:pt x="10185" y="19794"/>
                    </a:lnTo>
                    <a:lnTo>
                      <a:pt x="10370" y="19794"/>
                    </a:lnTo>
                    <a:lnTo>
                      <a:pt x="10648" y="19794"/>
                    </a:lnTo>
                    <a:lnTo>
                      <a:pt x="10741" y="19588"/>
                    </a:lnTo>
                    <a:lnTo>
                      <a:pt x="11019" y="19588"/>
                    </a:lnTo>
                    <a:lnTo>
                      <a:pt x="11296" y="19381"/>
                    </a:lnTo>
                    <a:lnTo>
                      <a:pt x="11574" y="19175"/>
                    </a:lnTo>
                    <a:lnTo>
                      <a:pt x="11852" y="18763"/>
                    </a:lnTo>
                    <a:lnTo>
                      <a:pt x="11944" y="18557"/>
                    </a:lnTo>
                    <a:lnTo>
                      <a:pt x="12130" y="17938"/>
                    </a:lnTo>
                    <a:lnTo>
                      <a:pt x="12500" y="17526"/>
                    </a:lnTo>
                    <a:lnTo>
                      <a:pt x="12685" y="16907"/>
                    </a:lnTo>
                    <a:lnTo>
                      <a:pt x="12963" y="16907"/>
                    </a:lnTo>
                    <a:lnTo>
                      <a:pt x="13241" y="16495"/>
                    </a:lnTo>
                    <a:lnTo>
                      <a:pt x="13426" y="15876"/>
                    </a:lnTo>
                    <a:lnTo>
                      <a:pt x="13704" y="15464"/>
                    </a:lnTo>
                    <a:lnTo>
                      <a:pt x="13981" y="14845"/>
                    </a:lnTo>
                    <a:lnTo>
                      <a:pt x="14259" y="14639"/>
                    </a:lnTo>
                    <a:lnTo>
                      <a:pt x="14537" y="14021"/>
                    </a:lnTo>
                    <a:lnTo>
                      <a:pt x="14815" y="13608"/>
                    </a:lnTo>
                    <a:lnTo>
                      <a:pt x="14907" y="12990"/>
                    </a:lnTo>
                    <a:lnTo>
                      <a:pt x="15278" y="12371"/>
                    </a:lnTo>
                    <a:lnTo>
                      <a:pt x="15556" y="11753"/>
                    </a:lnTo>
                    <a:lnTo>
                      <a:pt x="15741" y="11134"/>
                    </a:lnTo>
                    <a:lnTo>
                      <a:pt x="15926" y="10515"/>
                    </a:lnTo>
                    <a:lnTo>
                      <a:pt x="16204" y="10309"/>
                    </a:lnTo>
                    <a:lnTo>
                      <a:pt x="16389" y="9691"/>
                    </a:lnTo>
                    <a:lnTo>
                      <a:pt x="16574" y="9072"/>
                    </a:lnTo>
                    <a:lnTo>
                      <a:pt x="16852" y="8454"/>
                    </a:lnTo>
                    <a:lnTo>
                      <a:pt x="17037" y="7835"/>
                    </a:lnTo>
                    <a:lnTo>
                      <a:pt x="17222" y="7216"/>
                    </a:lnTo>
                    <a:lnTo>
                      <a:pt x="17407" y="6804"/>
                    </a:lnTo>
                    <a:lnTo>
                      <a:pt x="17685" y="6392"/>
                    </a:lnTo>
                    <a:lnTo>
                      <a:pt x="17870" y="5979"/>
                    </a:lnTo>
                    <a:lnTo>
                      <a:pt x="18241" y="5361"/>
                    </a:lnTo>
                    <a:lnTo>
                      <a:pt x="18333" y="4742"/>
                    </a:lnTo>
                    <a:lnTo>
                      <a:pt x="18519" y="4330"/>
                    </a:lnTo>
                    <a:lnTo>
                      <a:pt x="18796" y="3918"/>
                    </a:lnTo>
                    <a:lnTo>
                      <a:pt x="18981" y="3505"/>
                    </a:lnTo>
                    <a:lnTo>
                      <a:pt x="19167" y="3299"/>
                    </a:lnTo>
                    <a:lnTo>
                      <a:pt x="19167" y="2680"/>
                    </a:lnTo>
                    <a:lnTo>
                      <a:pt x="19352" y="2268"/>
                    </a:lnTo>
                    <a:lnTo>
                      <a:pt x="19537" y="2062"/>
                    </a:lnTo>
                    <a:lnTo>
                      <a:pt x="19630" y="1443"/>
                    </a:lnTo>
                    <a:lnTo>
                      <a:pt x="19815" y="1443"/>
                    </a:lnTo>
                    <a:lnTo>
                      <a:pt x="19815" y="825"/>
                    </a:lnTo>
                    <a:lnTo>
                      <a:pt x="19907" y="825"/>
                    </a:lnTo>
                  </a:path>
                </a:pathLst>
              </a:custGeom>
              <a:noFill/>
              <a:ln w="28575">
                <a:solidFill>
                  <a:srgbClr val="9933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22" name="Line 95">
              <a:extLst>
                <a:ext uri="{FF2B5EF4-FFF2-40B4-BE49-F238E27FC236}">
                  <a16:creationId xmlns:a16="http://schemas.microsoft.com/office/drawing/2014/main" id="{2DD0874F-4544-4EC1-B63C-F826041717EF}"/>
                </a:ext>
              </a:extLst>
            </p:cNvPr>
            <p:cNvSpPr>
              <a:spLocks noChangeShapeType="1"/>
            </p:cNvSpPr>
            <p:nvPr/>
          </p:nvSpPr>
          <p:spPr bwMode="auto">
            <a:xfrm flipV="1">
              <a:off x="2619" y="3159"/>
              <a:ext cx="119" cy="2"/>
            </a:xfrm>
            <a:prstGeom prst="line">
              <a:avLst/>
            </a:prstGeom>
            <a:noFill/>
            <a:ln w="28575">
              <a:solidFill>
                <a:srgbClr val="9933FF"/>
              </a:solidFill>
              <a:round/>
              <a:headEnd type="none" w="med" len="sm"/>
              <a:tailEnd type="triangle" w="lg"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227" name="Group 100">
            <a:extLst>
              <a:ext uri="{FF2B5EF4-FFF2-40B4-BE49-F238E27FC236}">
                <a16:creationId xmlns:a16="http://schemas.microsoft.com/office/drawing/2014/main" id="{A6838FFD-1C61-45BF-B32D-3DC1B89E2782}"/>
              </a:ext>
            </a:extLst>
          </p:cNvPr>
          <p:cNvGrpSpPr>
            <a:grpSpLocks/>
          </p:cNvGrpSpPr>
          <p:nvPr/>
        </p:nvGrpSpPr>
        <p:grpSpPr bwMode="auto">
          <a:xfrm>
            <a:off x="3040104" y="4349514"/>
            <a:ext cx="985837" cy="144462"/>
            <a:chOff x="385" y="3061"/>
            <a:chExt cx="621" cy="91"/>
          </a:xfrm>
        </p:grpSpPr>
        <p:grpSp>
          <p:nvGrpSpPr>
            <p:cNvPr id="228" name="Group 78">
              <a:extLst>
                <a:ext uri="{FF2B5EF4-FFF2-40B4-BE49-F238E27FC236}">
                  <a16:creationId xmlns:a16="http://schemas.microsoft.com/office/drawing/2014/main" id="{CFD06190-9D36-4167-AB89-F4EB9C45DFC7}"/>
                </a:ext>
              </a:extLst>
            </p:cNvPr>
            <p:cNvGrpSpPr>
              <a:grpSpLocks/>
            </p:cNvGrpSpPr>
            <p:nvPr/>
          </p:nvGrpSpPr>
          <p:grpSpPr bwMode="auto">
            <a:xfrm flipH="1">
              <a:off x="385" y="3067"/>
              <a:ext cx="456" cy="85"/>
              <a:chOff x="1696" y="2201"/>
              <a:chExt cx="456" cy="85"/>
            </a:xfrm>
          </p:grpSpPr>
          <p:grpSp>
            <p:nvGrpSpPr>
              <p:cNvPr id="232" name="Group 79">
                <a:extLst>
                  <a:ext uri="{FF2B5EF4-FFF2-40B4-BE49-F238E27FC236}">
                    <a16:creationId xmlns:a16="http://schemas.microsoft.com/office/drawing/2014/main" id="{75E7C89E-C517-4AE0-9AF0-AC92A7F1B17D}"/>
                  </a:ext>
                </a:extLst>
              </p:cNvPr>
              <p:cNvGrpSpPr>
                <a:grpSpLocks/>
              </p:cNvGrpSpPr>
              <p:nvPr/>
            </p:nvGrpSpPr>
            <p:grpSpPr bwMode="auto">
              <a:xfrm>
                <a:off x="1696" y="2201"/>
                <a:ext cx="167" cy="80"/>
                <a:chOff x="0" y="0"/>
                <a:chExt cx="19999" cy="20000"/>
              </a:xfrm>
            </p:grpSpPr>
            <p:sp>
              <p:nvSpPr>
                <p:cNvPr id="237" name="Freeform 80">
                  <a:extLst>
                    <a:ext uri="{FF2B5EF4-FFF2-40B4-BE49-F238E27FC236}">
                      <a16:creationId xmlns:a16="http://schemas.microsoft.com/office/drawing/2014/main" id="{360FC3D0-91CE-472B-B65F-DA75EA63B64A}"/>
                    </a:ext>
                  </a:extLst>
                </p:cNvPr>
                <p:cNvSpPr>
                  <a:spLocks/>
                </p:cNvSpPr>
                <p:nvPr/>
              </p:nvSpPr>
              <p:spPr bwMode="auto">
                <a:xfrm>
                  <a:off x="0" y="0"/>
                  <a:ext cx="9724" cy="10249"/>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23"/>
                      </a:moveTo>
                      <a:lnTo>
                        <a:pt x="197" y="18641"/>
                      </a:lnTo>
                      <a:lnTo>
                        <a:pt x="493" y="17670"/>
                      </a:lnTo>
                      <a:lnTo>
                        <a:pt x="690" y="17087"/>
                      </a:lnTo>
                      <a:lnTo>
                        <a:pt x="887" y="16699"/>
                      </a:lnTo>
                      <a:lnTo>
                        <a:pt x="985" y="16117"/>
                      </a:lnTo>
                      <a:lnTo>
                        <a:pt x="1281" y="15146"/>
                      </a:lnTo>
                      <a:lnTo>
                        <a:pt x="1576" y="14951"/>
                      </a:lnTo>
                      <a:lnTo>
                        <a:pt x="1675" y="14369"/>
                      </a:lnTo>
                      <a:lnTo>
                        <a:pt x="1970" y="13592"/>
                      </a:lnTo>
                      <a:lnTo>
                        <a:pt x="2167" y="13010"/>
                      </a:lnTo>
                      <a:lnTo>
                        <a:pt x="2562" y="12427"/>
                      </a:lnTo>
                      <a:lnTo>
                        <a:pt x="2660" y="12039"/>
                      </a:lnTo>
                      <a:lnTo>
                        <a:pt x="2956" y="11262"/>
                      </a:lnTo>
                      <a:lnTo>
                        <a:pt x="3054" y="10680"/>
                      </a:lnTo>
                      <a:lnTo>
                        <a:pt x="3350" y="10291"/>
                      </a:lnTo>
                      <a:lnTo>
                        <a:pt x="3547" y="10097"/>
                      </a:lnTo>
                      <a:lnTo>
                        <a:pt x="3744" y="9515"/>
                      </a:lnTo>
                      <a:lnTo>
                        <a:pt x="4039" y="8932"/>
                      </a:lnTo>
                      <a:lnTo>
                        <a:pt x="4236" y="8544"/>
                      </a:lnTo>
                      <a:lnTo>
                        <a:pt x="4433" y="7961"/>
                      </a:lnTo>
                      <a:lnTo>
                        <a:pt x="4729" y="7573"/>
                      </a:lnTo>
                      <a:lnTo>
                        <a:pt x="4828" y="6990"/>
                      </a:lnTo>
                      <a:lnTo>
                        <a:pt x="5123" y="6602"/>
                      </a:lnTo>
                      <a:lnTo>
                        <a:pt x="5320" y="6019"/>
                      </a:lnTo>
                      <a:lnTo>
                        <a:pt x="5419" y="5631"/>
                      </a:lnTo>
                      <a:lnTo>
                        <a:pt x="5813" y="5243"/>
                      </a:lnTo>
                      <a:lnTo>
                        <a:pt x="5813" y="4660"/>
                      </a:lnTo>
                      <a:lnTo>
                        <a:pt x="6305" y="4078"/>
                      </a:lnTo>
                      <a:lnTo>
                        <a:pt x="6502" y="3883"/>
                      </a:lnTo>
                      <a:lnTo>
                        <a:pt x="6601" y="3301"/>
                      </a:lnTo>
                      <a:lnTo>
                        <a:pt x="6897" y="3301"/>
                      </a:lnTo>
                      <a:lnTo>
                        <a:pt x="7192" y="2718"/>
                      </a:lnTo>
                      <a:lnTo>
                        <a:pt x="7291" y="2524"/>
                      </a:lnTo>
                      <a:lnTo>
                        <a:pt x="7586" y="2136"/>
                      </a:lnTo>
                      <a:lnTo>
                        <a:pt x="7685" y="1942"/>
                      </a:lnTo>
                      <a:lnTo>
                        <a:pt x="7980" y="1942"/>
                      </a:lnTo>
                      <a:lnTo>
                        <a:pt x="8177" y="1359"/>
                      </a:lnTo>
                      <a:lnTo>
                        <a:pt x="8374" y="1359"/>
                      </a:lnTo>
                      <a:lnTo>
                        <a:pt x="8571" y="777"/>
                      </a:lnTo>
                      <a:lnTo>
                        <a:pt x="8768" y="777"/>
                      </a:lnTo>
                      <a:lnTo>
                        <a:pt x="8966" y="583"/>
                      </a:lnTo>
                      <a:lnTo>
                        <a:pt x="9163" y="583"/>
                      </a:lnTo>
                      <a:lnTo>
                        <a:pt x="9458" y="388"/>
                      </a:lnTo>
                      <a:lnTo>
                        <a:pt x="9557" y="388"/>
                      </a:lnTo>
                      <a:lnTo>
                        <a:pt x="9852" y="388"/>
                      </a:lnTo>
                      <a:lnTo>
                        <a:pt x="10148" y="0"/>
                      </a:lnTo>
                      <a:lnTo>
                        <a:pt x="10345" y="0"/>
                      </a:lnTo>
                      <a:lnTo>
                        <a:pt x="10640" y="0"/>
                      </a:lnTo>
                      <a:lnTo>
                        <a:pt x="10739" y="0"/>
                      </a:lnTo>
                      <a:lnTo>
                        <a:pt x="10936" y="388"/>
                      </a:lnTo>
                      <a:lnTo>
                        <a:pt x="11133" y="388"/>
                      </a:lnTo>
                      <a:lnTo>
                        <a:pt x="11429" y="583"/>
                      </a:lnTo>
                      <a:lnTo>
                        <a:pt x="11626" y="583"/>
                      </a:lnTo>
                      <a:lnTo>
                        <a:pt x="11823" y="777"/>
                      </a:lnTo>
                      <a:lnTo>
                        <a:pt x="12118" y="777"/>
                      </a:lnTo>
                      <a:lnTo>
                        <a:pt x="12217" y="1359"/>
                      </a:lnTo>
                      <a:lnTo>
                        <a:pt x="12414" y="1942"/>
                      </a:lnTo>
                      <a:lnTo>
                        <a:pt x="12808" y="1942"/>
                      </a:lnTo>
                      <a:lnTo>
                        <a:pt x="12906" y="2136"/>
                      </a:lnTo>
                      <a:lnTo>
                        <a:pt x="13202" y="2718"/>
                      </a:lnTo>
                      <a:lnTo>
                        <a:pt x="13498" y="3301"/>
                      </a:lnTo>
                      <a:lnTo>
                        <a:pt x="13596" y="3883"/>
                      </a:lnTo>
                      <a:lnTo>
                        <a:pt x="13793" y="3883"/>
                      </a:lnTo>
                      <a:lnTo>
                        <a:pt x="14187" y="4466"/>
                      </a:lnTo>
                      <a:lnTo>
                        <a:pt x="14384" y="5049"/>
                      </a:lnTo>
                      <a:lnTo>
                        <a:pt x="14581" y="5631"/>
                      </a:lnTo>
                      <a:lnTo>
                        <a:pt x="14877" y="6019"/>
                      </a:lnTo>
                      <a:lnTo>
                        <a:pt x="15074" y="6602"/>
                      </a:lnTo>
                      <a:lnTo>
                        <a:pt x="15271" y="7184"/>
                      </a:lnTo>
                      <a:lnTo>
                        <a:pt x="15468" y="7767"/>
                      </a:lnTo>
                      <a:lnTo>
                        <a:pt x="15764" y="8350"/>
                      </a:lnTo>
                      <a:lnTo>
                        <a:pt x="15961" y="8932"/>
                      </a:lnTo>
                      <a:lnTo>
                        <a:pt x="16256" y="9515"/>
                      </a:lnTo>
                      <a:lnTo>
                        <a:pt x="16355" y="10097"/>
                      </a:lnTo>
                      <a:lnTo>
                        <a:pt x="16650" y="10291"/>
                      </a:lnTo>
                      <a:lnTo>
                        <a:pt x="16749" y="10680"/>
                      </a:lnTo>
                      <a:lnTo>
                        <a:pt x="16946" y="11650"/>
                      </a:lnTo>
                      <a:lnTo>
                        <a:pt x="17143" y="12039"/>
                      </a:lnTo>
                      <a:lnTo>
                        <a:pt x="17340" y="12427"/>
                      </a:lnTo>
                      <a:lnTo>
                        <a:pt x="17635" y="13204"/>
                      </a:lnTo>
                      <a:lnTo>
                        <a:pt x="17734" y="13786"/>
                      </a:lnTo>
                      <a:lnTo>
                        <a:pt x="17931" y="14369"/>
                      </a:lnTo>
                      <a:lnTo>
                        <a:pt x="18128" y="14951"/>
                      </a:lnTo>
                      <a:lnTo>
                        <a:pt x="18424" y="15146"/>
                      </a:lnTo>
                      <a:lnTo>
                        <a:pt x="18522" y="15728"/>
                      </a:lnTo>
                      <a:lnTo>
                        <a:pt x="18818" y="16311"/>
                      </a:lnTo>
                      <a:lnTo>
                        <a:pt x="18916" y="16893"/>
                      </a:lnTo>
                      <a:lnTo>
                        <a:pt x="19113" y="17087"/>
                      </a:lnTo>
                      <a:lnTo>
                        <a:pt x="19212" y="17670"/>
                      </a:lnTo>
                      <a:lnTo>
                        <a:pt x="19310" y="18058"/>
                      </a:lnTo>
                      <a:lnTo>
                        <a:pt x="19507" y="18641"/>
                      </a:lnTo>
                      <a:lnTo>
                        <a:pt x="19606" y="18835"/>
                      </a:lnTo>
                      <a:lnTo>
                        <a:pt x="19704" y="19223"/>
                      </a:lnTo>
                      <a:lnTo>
                        <a:pt x="19901" y="19612"/>
                      </a:lnTo>
                      <a:lnTo>
                        <a:pt x="19901" y="19806"/>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38" name="Freeform 81">
                  <a:extLst>
                    <a:ext uri="{FF2B5EF4-FFF2-40B4-BE49-F238E27FC236}">
                      <a16:creationId xmlns:a16="http://schemas.microsoft.com/office/drawing/2014/main" id="{F58EF653-DBA1-405A-95CD-975E019FD678}"/>
                    </a:ext>
                  </a:extLst>
                </p:cNvPr>
                <p:cNvSpPr>
                  <a:spLocks/>
                </p:cNvSpPr>
                <p:nvPr/>
              </p:nvSpPr>
              <p:spPr bwMode="auto">
                <a:xfrm>
                  <a:off x="9676" y="10050"/>
                  <a:ext cx="10323" cy="9950"/>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00"/>
                      </a:lnTo>
                      <a:lnTo>
                        <a:pt x="370" y="1400"/>
                      </a:lnTo>
                      <a:lnTo>
                        <a:pt x="556" y="2000"/>
                      </a:lnTo>
                      <a:lnTo>
                        <a:pt x="833" y="2600"/>
                      </a:lnTo>
                      <a:lnTo>
                        <a:pt x="926" y="3200"/>
                      </a:lnTo>
                      <a:lnTo>
                        <a:pt x="1204" y="4000"/>
                      </a:lnTo>
                      <a:lnTo>
                        <a:pt x="1389" y="4200"/>
                      </a:lnTo>
                      <a:lnTo>
                        <a:pt x="1481" y="5200"/>
                      </a:lnTo>
                      <a:lnTo>
                        <a:pt x="1759" y="5600"/>
                      </a:lnTo>
                      <a:lnTo>
                        <a:pt x="2130" y="6200"/>
                      </a:lnTo>
                      <a:lnTo>
                        <a:pt x="2130" y="7200"/>
                      </a:lnTo>
                      <a:lnTo>
                        <a:pt x="2500" y="7800"/>
                      </a:lnTo>
                      <a:lnTo>
                        <a:pt x="2685" y="8200"/>
                      </a:lnTo>
                      <a:lnTo>
                        <a:pt x="2778" y="8800"/>
                      </a:lnTo>
                      <a:lnTo>
                        <a:pt x="2963" y="9400"/>
                      </a:lnTo>
                      <a:lnTo>
                        <a:pt x="3148" y="10000"/>
                      </a:lnTo>
                      <a:lnTo>
                        <a:pt x="3426" y="10200"/>
                      </a:lnTo>
                      <a:lnTo>
                        <a:pt x="3519" y="10800"/>
                      </a:lnTo>
                      <a:lnTo>
                        <a:pt x="3796" y="11400"/>
                      </a:lnTo>
                      <a:lnTo>
                        <a:pt x="4074" y="11800"/>
                      </a:lnTo>
                      <a:lnTo>
                        <a:pt x="4167" y="12200"/>
                      </a:lnTo>
                      <a:lnTo>
                        <a:pt x="4352" y="12800"/>
                      </a:lnTo>
                      <a:lnTo>
                        <a:pt x="4537" y="13400"/>
                      </a:lnTo>
                      <a:lnTo>
                        <a:pt x="4722" y="13600"/>
                      </a:lnTo>
                      <a:lnTo>
                        <a:pt x="5000" y="14200"/>
                      </a:lnTo>
                      <a:lnTo>
                        <a:pt x="5093" y="14800"/>
                      </a:lnTo>
                      <a:lnTo>
                        <a:pt x="5370" y="15000"/>
                      </a:lnTo>
                      <a:lnTo>
                        <a:pt x="5556" y="15400"/>
                      </a:lnTo>
                      <a:lnTo>
                        <a:pt x="5741" y="16000"/>
                      </a:lnTo>
                      <a:lnTo>
                        <a:pt x="6111" y="16200"/>
                      </a:lnTo>
                      <a:lnTo>
                        <a:pt x="6296" y="16600"/>
                      </a:lnTo>
                      <a:lnTo>
                        <a:pt x="6389" y="17000"/>
                      </a:lnTo>
                      <a:lnTo>
                        <a:pt x="6667" y="17600"/>
                      </a:lnTo>
                      <a:lnTo>
                        <a:pt x="6852" y="17600"/>
                      </a:lnTo>
                      <a:lnTo>
                        <a:pt x="7037" y="18000"/>
                      </a:lnTo>
                      <a:lnTo>
                        <a:pt x="7315" y="18200"/>
                      </a:lnTo>
                      <a:lnTo>
                        <a:pt x="7407" y="18600"/>
                      </a:lnTo>
                      <a:lnTo>
                        <a:pt x="7685" y="18800"/>
                      </a:lnTo>
                      <a:lnTo>
                        <a:pt x="7963" y="19200"/>
                      </a:lnTo>
                      <a:lnTo>
                        <a:pt x="7963" y="19400"/>
                      </a:lnTo>
                      <a:lnTo>
                        <a:pt x="8241" y="19600"/>
                      </a:lnTo>
                      <a:lnTo>
                        <a:pt x="8426" y="19600"/>
                      </a:lnTo>
                      <a:lnTo>
                        <a:pt x="8611" y="19800"/>
                      </a:lnTo>
                      <a:lnTo>
                        <a:pt x="8889" y="19800"/>
                      </a:lnTo>
                      <a:lnTo>
                        <a:pt x="8981" y="19800"/>
                      </a:lnTo>
                      <a:lnTo>
                        <a:pt x="9259" y="19800"/>
                      </a:lnTo>
                      <a:lnTo>
                        <a:pt x="9444" y="19800"/>
                      </a:lnTo>
                      <a:lnTo>
                        <a:pt x="9630" y="19800"/>
                      </a:lnTo>
                      <a:lnTo>
                        <a:pt x="9907" y="19800"/>
                      </a:lnTo>
                      <a:lnTo>
                        <a:pt x="10185" y="19800"/>
                      </a:lnTo>
                      <a:lnTo>
                        <a:pt x="10370" y="19800"/>
                      </a:lnTo>
                      <a:lnTo>
                        <a:pt x="10648" y="19800"/>
                      </a:lnTo>
                      <a:lnTo>
                        <a:pt x="10741" y="19600"/>
                      </a:lnTo>
                      <a:lnTo>
                        <a:pt x="11019" y="19600"/>
                      </a:lnTo>
                      <a:lnTo>
                        <a:pt x="11296" y="19400"/>
                      </a:lnTo>
                      <a:lnTo>
                        <a:pt x="11574" y="19200"/>
                      </a:lnTo>
                      <a:lnTo>
                        <a:pt x="11852" y="18800"/>
                      </a:lnTo>
                      <a:lnTo>
                        <a:pt x="11944" y="18200"/>
                      </a:lnTo>
                      <a:lnTo>
                        <a:pt x="12130" y="18000"/>
                      </a:lnTo>
                      <a:lnTo>
                        <a:pt x="12500" y="17600"/>
                      </a:lnTo>
                      <a:lnTo>
                        <a:pt x="12685" y="17000"/>
                      </a:lnTo>
                      <a:lnTo>
                        <a:pt x="12963" y="16600"/>
                      </a:lnTo>
                      <a:lnTo>
                        <a:pt x="13241" y="16600"/>
                      </a:lnTo>
                      <a:lnTo>
                        <a:pt x="13426" y="16000"/>
                      </a:lnTo>
                      <a:lnTo>
                        <a:pt x="13704" y="15400"/>
                      </a:lnTo>
                      <a:lnTo>
                        <a:pt x="13981" y="14800"/>
                      </a:lnTo>
                      <a:lnTo>
                        <a:pt x="14259" y="14200"/>
                      </a:lnTo>
                      <a:lnTo>
                        <a:pt x="14537" y="13600"/>
                      </a:lnTo>
                      <a:lnTo>
                        <a:pt x="14815" y="13400"/>
                      </a:lnTo>
                      <a:lnTo>
                        <a:pt x="14907" y="12800"/>
                      </a:lnTo>
                      <a:lnTo>
                        <a:pt x="15278" y="12200"/>
                      </a:lnTo>
                      <a:lnTo>
                        <a:pt x="15556" y="11800"/>
                      </a:lnTo>
                      <a:lnTo>
                        <a:pt x="15741" y="10800"/>
                      </a:lnTo>
                      <a:lnTo>
                        <a:pt x="15926" y="10600"/>
                      </a:lnTo>
                      <a:lnTo>
                        <a:pt x="16204" y="10200"/>
                      </a:lnTo>
                      <a:lnTo>
                        <a:pt x="16389" y="9800"/>
                      </a:lnTo>
                      <a:lnTo>
                        <a:pt x="16574" y="9200"/>
                      </a:lnTo>
                      <a:lnTo>
                        <a:pt x="16852" y="8400"/>
                      </a:lnTo>
                      <a:lnTo>
                        <a:pt x="17037" y="8200"/>
                      </a:lnTo>
                      <a:lnTo>
                        <a:pt x="17222" y="7800"/>
                      </a:lnTo>
                      <a:lnTo>
                        <a:pt x="17407" y="7200"/>
                      </a:lnTo>
                      <a:lnTo>
                        <a:pt x="17685" y="6600"/>
                      </a:lnTo>
                      <a:lnTo>
                        <a:pt x="17870" y="6000"/>
                      </a:lnTo>
                      <a:lnTo>
                        <a:pt x="18241" y="5400"/>
                      </a:lnTo>
                      <a:lnTo>
                        <a:pt x="18333" y="4800"/>
                      </a:lnTo>
                      <a:lnTo>
                        <a:pt x="18519" y="4200"/>
                      </a:lnTo>
                      <a:lnTo>
                        <a:pt x="18796" y="4000"/>
                      </a:lnTo>
                      <a:lnTo>
                        <a:pt x="18981" y="3600"/>
                      </a:lnTo>
                      <a:lnTo>
                        <a:pt x="19167" y="3200"/>
                      </a:lnTo>
                      <a:lnTo>
                        <a:pt x="19167" y="2800"/>
                      </a:lnTo>
                      <a:lnTo>
                        <a:pt x="19352" y="2200"/>
                      </a:lnTo>
                      <a:lnTo>
                        <a:pt x="19537" y="2000"/>
                      </a:lnTo>
                      <a:lnTo>
                        <a:pt x="19630" y="2000"/>
                      </a:lnTo>
                      <a:lnTo>
                        <a:pt x="19815" y="1400"/>
                      </a:lnTo>
                      <a:lnTo>
                        <a:pt x="19815" y="800"/>
                      </a:lnTo>
                      <a:lnTo>
                        <a:pt x="19907" y="80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233" name="Group 82">
                <a:extLst>
                  <a:ext uri="{FF2B5EF4-FFF2-40B4-BE49-F238E27FC236}">
                    <a16:creationId xmlns:a16="http://schemas.microsoft.com/office/drawing/2014/main" id="{EDD1F118-3951-45E3-96C1-542A59DD26BF}"/>
                  </a:ext>
                </a:extLst>
              </p:cNvPr>
              <p:cNvGrpSpPr>
                <a:grpSpLocks/>
              </p:cNvGrpSpPr>
              <p:nvPr/>
            </p:nvGrpSpPr>
            <p:grpSpPr bwMode="auto">
              <a:xfrm>
                <a:off x="1866" y="2208"/>
                <a:ext cx="167" cy="78"/>
                <a:chOff x="2" y="0"/>
                <a:chExt cx="19997" cy="20001"/>
              </a:xfrm>
            </p:grpSpPr>
            <p:sp>
              <p:nvSpPr>
                <p:cNvPr id="235" name="Freeform 83">
                  <a:extLst>
                    <a:ext uri="{FF2B5EF4-FFF2-40B4-BE49-F238E27FC236}">
                      <a16:creationId xmlns:a16="http://schemas.microsoft.com/office/drawing/2014/main" id="{F8C30471-008F-4DF1-A300-6E0F16CA2372}"/>
                    </a:ext>
                  </a:extLst>
                </p:cNvPr>
                <p:cNvSpPr>
                  <a:spLocks/>
                </p:cNvSpPr>
                <p:nvPr/>
              </p:nvSpPr>
              <p:spPr bwMode="auto">
                <a:xfrm>
                  <a:off x="2" y="0"/>
                  <a:ext cx="9720" cy="10257"/>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00"/>
                      </a:moveTo>
                      <a:lnTo>
                        <a:pt x="197" y="18600"/>
                      </a:lnTo>
                      <a:lnTo>
                        <a:pt x="493" y="17600"/>
                      </a:lnTo>
                      <a:lnTo>
                        <a:pt x="690" y="17000"/>
                      </a:lnTo>
                      <a:lnTo>
                        <a:pt x="887" y="16800"/>
                      </a:lnTo>
                      <a:lnTo>
                        <a:pt x="985" y="16000"/>
                      </a:lnTo>
                      <a:lnTo>
                        <a:pt x="1281" y="15600"/>
                      </a:lnTo>
                      <a:lnTo>
                        <a:pt x="1576" y="15000"/>
                      </a:lnTo>
                      <a:lnTo>
                        <a:pt x="1675" y="14200"/>
                      </a:lnTo>
                      <a:lnTo>
                        <a:pt x="1970" y="13600"/>
                      </a:lnTo>
                      <a:lnTo>
                        <a:pt x="2167" y="13000"/>
                      </a:lnTo>
                      <a:lnTo>
                        <a:pt x="2562" y="12800"/>
                      </a:lnTo>
                      <a:lnTo>
                        <a:pt x="2660" y="12000"/>
                      </a:lnTo>
                      <a:lnTo>
                        <a:pt x="2956" y="11400"/>
                      </a:lnTo>
                      <a:lnTo>
                        <a:pt x="3054" y="10800"/>
                      </a:lnTo>
                      <a:lnTo>
                        <a:pt x="3350" y="10200"/>
                      </a:lnTo>
                      <a:lnTo>
                        <a:pt x="3547" y="10000"/>
                      </a:lnTo>
                      <a:lnTo>
                        <a:pt x="3744" y="9800"/>
                      </a:lnTo>
                      <a:lnTo>
                        <a:pt x="4039" y="9200"/>
                      </a:lnTo>
                      <a:lnTo>
                        <a:pt x="4236" y="8400"/>
                      </a:lnTo>
                      <a:lnTo>
                        <a:pt x="4433" y="8000"/>
                      </a:lnTo>
                      <a:lnTo>
                        <a:pt x="4729" y="7400"/>
                      </a:lnTo>
                      <a:lnTo>
                        <a:pt x="4828" y="6800"/>
                      </a:lnTo>
                      <a:lnTo>
                        <a:pt x="5123" y="6200"/>
                      </a:lnTo>
                      <a:lnTo>
                        <a:pt x="5320" y="5600"/>
                      </a:lnTo>
                      <a:lnTo>
                        <a:pt x="5419" y="5600"/>
                      </a:lnTo>
                      <a:lnTo>
                        <a:pt x="5813" y="5200"/>
                      </a:lnTo>
                      <a:lnTo>
                        <a:pt x="5813" y="4600"/>
                      </a:lnTo>
                      <a:lnTo>
                        <a:pt x="6305" y="4200"/>
                      </a:lnTo>
                      <a:lnTo>
                        <a:pt x="6502" y="4000"/>
                      </a:lnTo>
                      <a:lnTo>
                        <a:pt x="6601" y="3400"/>
                      </a:lnTo>
                      <a:lnTo>
                        <a:pt x="6897" y="3200"/>
                      </a:lnTo>
                      <a:lnTo>
                        <a:pt x="7192" y="2800"/>
                      </a:lnTo>
                      <a:lnTo>
                        <a:pt x="7291" y="2600"/>
                      </a:lnTo>
                      <a:lnTo>
                        <a:pt x="7586" y="2200"/>
                      </a:lnTo>
                      <a:lnTo>
                        <a:pt x="7685" y="2000"/>
                      </a:lnTo>
                      <a:lnTo>
                        <a:pt x="7980" y="2000"/>
                      </a:lnTo>
                      <a:lnTo>
                        <a:pt x="8177" y="1400"/>
                      </a:lnTo>
                      <a:lnTo>
                        <a:pt x="8374" y="800"/>
                      </a:lnTo>
                      <a:lnTo>
                        <a:pt x="8571" y="800"/>
                      </a:lnTo>
                      <a:lnTo>
                        <a:pt x="8768" y="800"/>
                      </a:lnTo>
                      <a:lnTo>
                        <a:pt x="8966" y="600"/>
                      </a:lnTo>
                      <a:lnTo>
                        <a:pt x="9163" y="600"/>
                      </a:lnTo>
                      <a:lnTo>
                        <a:pt x="9458" y="400"/>
                      </a:lnTo>
                      <a:lnTo>
                        <a:pt x="9557" y="400"/>
                      </a:lnTo>
                      <a:lnTo>
                        <a:pt x="9852" y="400"/>
                      </a:lnTo>
                      <a:lnTo>
                        <a:pt x="10148" y="0"/>
                      </a:lnTo>
                      <a:lnTo>
                        <a:pt x="10345" y="0"/>
                      </a:lnTo>
                      <a:lnTo>
                        <a:pt x="10640" y="0"/>
                      </a:lnTo>
                      <a:lnTo>
                        <a:pt x="10739" y="0"/>
                      </a:lnTo>
                      <a:lnTo>
                        <a:pt x="10936" y="400"/>
                      </a:lnTo>
                      <a:lnTo>
                        <a:pt x="11133" y="400"/>
                      </a:lnTo>
                      <a:lnTo>
                        <a:pt x="11429" y="600"/>
                      </a:lnTo>
                      <a:lnTo>
                        <a:pt x="11626" y="600"/>
                      </a:lnTo>
                      <a:lnTo>
                        <a:pt x="11823" y="800"/>
                      </a:lnTo>
                      <a:lnTo>
                        <a:pt x="12118" y="800"/>
                      </a:lnTo>
                      <a:lnTo>
                        <a:pt x="12217" y="1400"/>
                      </a:lnTo>
                      <a:lnTo>
                        <a:pt x="12414" y="2000"/>
                      </a:lnTo>
                      <a:lnTo>
                        <a:pt x="12808" y="2000"/>
                      </a:lnTo>
                      <a:lnTo>
                        <a:pt x="12906" y="2200"/>
                      </a:lnTo>
                      <a:lnTo>
                        <a:pt x="13202" y="2800"/>
                      </a:lnTo>
                      <a:lnTo>
                        <a:pt x="13498" y="3200"/>
                      </a:lnTo>
                      <a:lnTo>
                        <a:pt x="13596" y="3400"/>
                      </a:lnTo>
                      <a:lnTo>
                        <a:pt x="13793" y="4000"/>
                      </a:lnTo>
                      <a:lnTo>
                        <a:pt x="14187" y="4600"/>
                      </a:lnTo>
                      <a:lnTo>
                        <a:pt x="14384" y="5200"/>
                      </a:lnTo>
                      <a:lnTo>
                        <a:pt x="14581" y="5600"/>
                      </a:lnTo>
                      <a:lnTo>
                        <a:pt x="14877" y="6200"/>
                      </a:lnTo>
                      <a:lnTo>
                        <a:pt x="15074" y="6800"/>
                      </a:lnTo>
                      <a:lnTo>
                        <a:pt x="15271" y="7200"/>
                      </a:lnTo>
                      <a:lnTo>
                        <a:pt x="15468" y="7800"/>
                      </a:lnTo>
                      <a:lnTo>
                        <a:pt x="15764" y="8400"/>
                      </a:lnTo>
                      <a:lnTo>
                        <a:pt x="15961" y="9200"/>
                      </a:lnTo>
                      <a:lnTo>
                        <a:pt x="16256" y="9800"/>
                      </a:lnTo>
                      <a:lnTo>
                        <a:pt x="16355" y="10000"/>
                      </a:lnTo>
                      <a:lnTo>
                        <a:pt x="16650" y="10200"/>
                      </a:lnTo>
                      <a:lnTo>
                        <a:pt x="16749" y="10800"/>
                      </a:lnTo>
                      <a:lnTo>
                        <a:pt x="16946" y="11800"/>
                      </a:lnTo>
                      <a:lnTo>
                        <a:pt x="17143" y="12200"/>
                      </a:lnTo>
                      <a:lnTo>
                        <a:pt x="17340" y="12800"/>
                      </a:lnTo>
                      <a:lnTo>
                        <a:pt x="17635" y="13000"/>
                      </a:lnTo>
                      <a:lnTo>
                        <a:pt x="17734" y="13600"/>
                      </a:lnTo>
                      <a:lnTo>
                        <a:pt x="17931" y="14600"/>
                      </a:lnTo>
                      <a:lnTo>
                        <a:pt x="18128" y="15000"/>
                      </a:lnTo>
                      <a:lnTo>
                        <a:pt x="18424" y="15600"/>
                      </a:lnTo>
                      <a:lnTo>
                        <a:pt x="18522" y="16000"/>
                      </a:lnTo>
                      <a:lnTo>
                        <a:pt x="18818" y="16600"/>
                      </a:lnTo>
                      <a:lnTo>
                        <a:pt x="18916" y="16800"/>
                      </a:lnTo>
                      <a:lnTo>
                        <a:pt x="19113" y="17000"/>
                      </a:lnTo>
                      <a:lnTo>
                        <a:pt x="19212" y="17600"/>
                      </a:lnTo>
                      <a:lnTo>
                        <a:pt x="19310" y="18200"/>
                      </a:lnTo>
                      <a:lnTo>
                        <a:pt x="19507" y="18600"/>
                      </a:lnTo>
                      <a:lnTo>
                        <a:pt x="19606" y="18800"/>
                      </a:lnTo>
                      <a:lnTo>
                        <a:pt x="19704" y="19400"/>
                      </a:lnTo>
                      <a:lnTo>
                        <a:pt x="19901" y="19600"/>
                      </a:lnTo>
                      <a:lnTo>
                        <a:pt x="19901" y="1980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36" name="Freeform 84">
                  <a:extLst>
                    <a:ext uri="{FF2B5EF4-FFF2-40B4-BE49-F238E27FC236}">
                      <a16:creationId xmlns:a16="http://schemas.microsoft.com/office/drawing/2014/main" id="{4207A263-FDCD-4FC6-A48D-6FF534B86E9E}"/>
                    </a:ext>
                  </a:extLst>
                </p:cNvPr>
                <p:cNvSpPr>
                  <a:spLocks/>
                </p:cNvSpPr>
                <p:nvPr/>
              </p:nvSpPr>
              <p:spPr bwMode="auto">
                <a:xfrm>
                  <a:off x="9678" y="10052"/>
                  <a:ext cx="10321" cy="9949"/>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25"/>
                      </a:lnTo>
                      <a:lnTo>
                        <a:pt x="370" y="1443"/>
                      </a:lnTo>
                      <a:lnTo>
                        <a:pt x="556" y="2062"/>
                      </a:lnTo>
                      <a:lnTo>
                        <a:pt x="833" y="2680"/>
                      </a:lnTo>
                      <a:lnTo>
                        <a:pt x="926" y="3299"/>
                      </a:lnTo>
                      <a:lnTo>
                        <a:pt x="1204" y="3918"/>
                      </a:lnTo>
                      <a:lnTo>
                        <a:pt x="1389" y="4330"/>
                      </a:lnTo>
                      <a:lnTo>
                        <a:pt x="1481" y="4948"/>
                      </a:lnTo>
                      <a:lnTo>
                        <a:pt x="1759" y="5567"/>
                      </a:lnTo>
                      <a:lnTo>
                        <a:pt x="2130" y="6392"/>
                      </a:lnTo>
                      <a:lnTo>
                        <a:pt x="2130" y="6804"/>
                      </a:lnTo>
                      <a:lnTo>
                        <a:pt x="2500" y="7216"/>
                      </a:lnTo>
                      <a:lnTo>
                        <a:pt x="2685" y="7835"/>
                      </a:lnTo>
                      <a:lnTo>
                        <a:pt x="2778" y="8454"/>
                      </a:lnTo>
                      <a:lnTo>
                        <a:pt x="2963" y="9278"/>
                      </a:lnTo>
                      <a:lnTo>
                        <a:pt x="3148" y="9691"/>
                      </a:lnTo>
                      <a:lnTo>
                        <a:pt x="3426" y="10309"/>
                      </a:lnTo>
                      <a:lnTo>
                        <a:pt x="3519" y="10928"/>
                      </a:lnTo>
                      <a:lnTo>
                        <a:pt x="3796" y="11134"/>
                      </a:lnTo>
                      <a:lnTo>
                        <a:pt x="4074" y="11753"/>
                      </a:lnTo>
                      <a:lnTo>
                        <a:pt x="4167" y="12371"/>
                      </a:lnTo>
                      <a:lnTo>
                        <a:pt x="4352" y="12990"/>
                      </a:lnTo>
                      <a:lnTo>
                        <a:pt x="4537" y="13196"/>
                      </a:lnTo>
                      <a:lnTo>
                        <a:pt x="4722" y="13814"/>
                      </a:lnTo>
                      <a:lnTo>
                        <a:pt x="5000" y="14021"/>
                      </a:lnTo>
                      <a:lnTo>
                        <a:pt x="5093" y="14639"/>
                      </a:lnTo>
                      <a:lnTo>
                        <a:pt x="5370" y="14845"/>
                      </a:lnTo>
                      <a:lnTo>
                        <a:pt x="5556" y="15464"/>
                      </a:lnTo>
                      <a:lnTo>
                        <a:pt x="5741" y="15876"/>
                      </a:lnTo>
                      <a:lnTo>
                        <a:pt x="6111" y="16495"/>
                      </a:lnTo>
                      <a:lnTo>
                        <a:pt x="6296" y="16701"/>
                      </a:lnTo>
                      <a:lnTo>
                        <a:pt x="6389" y="16907"/>
                      </a:lnTo>
                      <a:lnTo>
                        <a:pt x="6667" y="17526"/>
                      </a:lnTo>
                      <a:lnTo>
                        <a:pt x="6852" y="17526"/>
                      </a:lnTo>
                      <a:lnTo>
                        <a:pt x="7037" y="17938"/>
                      </a:lnTo>
                      <a:lnTo>
                        <a:pt x="7315" y="18144"/>
                      </a:lnTo>
                      <a:lnTo>
                        <a:pt x="7407" y="18557"/>
                      </a:lnTo>
                      <a:lnTo>
                        <a:pt x="7685" y="18763"/>
                      </a:lnTo>
                      <a:lnTo>
                        <a:pt x="7963" y="19175"/>
                      </a:lnTo>
                      <a:lnTo>
                        <a:pt x="7963" y="19381"/>
                      </a:lnTo>
                      <a:lnTo>
                        <a:pt x="8241" y="19588"/>
                      </a:lnTo>
                      <a:lnTo>
                        <a:pt x="8426" y="19588"/>
                      </a:lnTo>
                      <a:lnTo>
                        <a:pt x="8611" y="19794"/>
                      </a:lnTo>
                      <a:lnTo>
                        <a:pt x="8889" y="19794"/>
                      </a:lnTo>
                      <a:lnTo>
                        <a:pt x="8981" y="19794"/>
                      </a:lnTo>
                      <a:lnTo>
                        <a:pt x="9259" y="19794"/>
                      </a:lnTo>
                      <a:lnTo>
                        <a:pt x="9444" y="19794"/>
                      </a:lnTo>
                      <a:lnTo>
                        <a:pt x="9630" y="19794"/>
                      </a:lnTo>
                      <a:lnTo>
                        <a:pt x="9907" y="19794"/>
                      </a:lnTo>
                      <a:lnTo>
                        <a:pt x="10185" y="19794"/>
                      </a:lnTo>
                      <a:lnTo>
                        <a:pt x="10370" y="19794"/>
                      </a:lnTo>
                      <a:lnTo>
                        <a:pt x="10648" y="19794"/>
                      </a:lnTo>
                      <a:lnTo>
                        <a:pt x="10741" y="19588"/>
                      </a:lnTo>
                      <a:lnTo>
                        <a:pt x="11019" y="19588"/>
                      </a:lnTo>
                      <a:lnTo>
                        <a:pt x="11296" y="19381"/>
                      </a:lnTo>
                      <a:lnTo>
                        <a:pt x="11574" y="19175"/>
                      </a:lnTo>
                      <a:lnTo>
                        <a:pt x="11852" y="18763"/>
                      </a:lnTo>
                      <a:lnTo>
                        <a:pt x="11944" y="18557"/>
                      </a:lnTo>
                      <a:lnTo>
                        <a:pt x="12130" y="17938"/>
                      </a:lnTo>
                      <a:lnTo>
                        <a:pt x="12500" y="17526"/>
                      </a:lnTo>
                      <a:lnTo>
                        <a:pt x="12685" y="16907"/>
                      </a:lnTo>
                      <a:lnTo>
                        <a:pt x="12963" y="16907"/>
                      </a:lnTo>
                      <a:lnTo>
                        <a:pt x="13241" y="16495"/>
                      </a:lnTo>
                      <a:lnTo>
                        <a:pt x="13426" y="15876"/>
                      </a:lnTo>
                      <a:lnTo>
                        <a:pt x="13704" y="15464"/>
                      </a:lnTo>
                      <a:lnTo>
                        <a:pt x="13981" y="14845"/>
                      </a:lnTo>
                      <a:lnTo>
                        <a:pt x="14259" y="14639"/>
                      </a:lnTo>
                      <a:lnTo>
                        <a:pt x="14537" y="14021"/>
                      </a:lnTo>
                      <a:lnTo>
                        <a:pt x="14815" y="13608"/>
                      </a:lnTo>
                      <a:lnTo>
                        <a:pt x="14907" y="12990"/>
                      </a:lnTo>
                      <a:lnTo>
                        <a:pt x="15278" y="12371"/>
                      </a:lnTo>
                      <a:lnTo>
                        <a:pt x="15556" y="11753"/>
                      </a:lnTo>
                      <a:lnTo>
                        <a:pt x="15741" y="11134"/>
                      </a:lnTo>
                      <a:lnTo>
                        <a:pt x="15926" y="10515"/>
                      </a:lnTo>
                      <a:lnTo>
                        <a:pt x="16204" y="10309"/>
                      </a:lnTo>
                      <a:lnTo>
                        <a:pt x="16389" y="9691"/>
                      </a:lnTo>
                      <a:lnTo>
                        <a:pt x="16574" y="9072"/>
                      </a:lnTo>
                      <a:lnTo>
                        <a:pt x="16852" y="8454"/>
                      </a:lnTo>
                      <a:lnTo>
                        <a:pt x="17037" y="7835"/>
                      </a:lnTo>
                      <a:lnTo>
                        <a:pt x="17222" y="7216"/>
                      </a:lnTo>
                      <a:lnTo>
                        <a:pt x="17407" y="6804"/>
                      </a:lnTo>
                      <a:lnTo>
                        <a:pt x="17685" y="6392"/>
                      </a:lnTo>
                      <a:lnTo>
                        <a:pt x="17870" y="5979"/>
                      </a:lnTo>
                      <a:lnTo>
                        <a:pt x="18241" y="5361"/>
                      </a:lnTo>
                      <a:lnTo>
                        <a:pt x="18333" y="4742"/>
                      </a:lnTo>
                      <a:lnTo>
                        <a:pt x="18519" y="4330"/>
                      </a:lnTo>
                      <a:lnTo>
                        <a:pt x="18796" y="3918"/>
                      </a:lnTo>
                      <a:lnTo>
                        <a:pt x="18981" y="3505"/>
                      </a:lnTo>
                      <a:lnTo>
                        <a:pt x="19167" y="3299"/>
                      </a:lnTo>
                      <a:lnTo>
                        <a:pt x="19167" y="2680"/>
                      </a:lnTo>
                      <a:lnTo>
                        <a:pt x="19352" y="2268"/>
                      </a:lnTo>
                      <a:lnTo>
                        <a:pt x="19537" y="2062"/>
                      </a:lnTo>
                      <a:lnTo>
                        <a:pt x="19630" y="1443"/>
                      </a:lnTo>
                      <a:lnTo>
                        <a:pt x="19815" y="1443"/>
                      </a:lnTo>
                      <a:lnTo>
                        <a:pt x="19815" y="825"/>
                      </a:lnTo>
                      <a:lnTo>
                        <a:pt x="19907" y="825"/>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234" name="Line 85">
                <a:extLst>
                  <a:ext uri="{FF2B5EF4-FFF2-40B4-BE49-F238E27FC236}">
                    <a16:creationId xmlns:a16="http://schemas.microsoft.com/office/drawing/2014/main" id="{84AE9A9B-7EF3-476B-BE61-62D07CF32381}"/>
                  </a:ext>
                </a:extLst>
              </p:cNvPr>
              <p:cNvSpPr>
                <a:spLocks noChangeShapeType="1"/>
              </p:cNvSpPr>
              <p:nvPr/>
            </p:nvSpPr>
            <p:spPr bwMode="auto">
              <a:xfrm flipV="1">
                <a:off x="2033" y="2247"/>
                <a:ext cx="119" cy="2"/>
              </a:xfrm>
              <a:prstGeom prst="line">
                <a:avLst/>
              </a:prstGeom>
              <a:noFill/>
              <a:ln w="28575">
                <a:solidFill>
                  <a:srgbClr val="FF0000"/>
                </a:solidFill>
                <a:round/>
                <a:headEnd type="none" w="med" len="sm"/>
                <a:tailEnd type="triangle" w="lg" len="lg"/>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229" name="Group 97">
              <a:extLst>
                <a:ext uri="{FF2B5EF4-FFF2-40B4-BE49-F238E27FC236}">
                  <a16:creationId xmlns:a16="http://schemas.microsoft.com/office/drawing/2014/main" id="{4E2BD45C-47A7-44B2-9343-D7C13476D354}"/>
                </a:ext>
              </a:extLst>
            </p:cNvPr>
            <p:cNvGrpSpPr>
              <a:grpSpLocks/>
            </p:cNvGrpSpPr>
            <p:nvPr/>
          </p:nvGrpSpPr>
          <p:grpSpPr bwMode="auto">
            <a:xfrm flipH="1">
              <a:off x="839" y="3061"/>
              <a:ext cx="167" cy="80"/>
              <a:chOff x="0" y="0"/>
              <a:chExt cx="19999" cy="20000"/>
            </a:xfrm>
          </p:grpSpPr>
          <p:sp>
            <p:nvSpPr>
              <p:cNvPr id="230" name="Freeform 98">
                <a:extLst>
                  <a:ext uri="{FF2B5EF4-FFF2-40B4-BE49-F238E27FC236}">
                    <a16:creationId xmlns:a16="http://schemas.microsoft.com/office/drawing/2014/main" id="{4FF50D6C-81C7-4687-8668-00108C90F20B}"/>
                  </a:ext>
                </a:extLst>
              </p:cNvPr>
              <p:cNvSpPr>
                <a:spLocks/>
              </p:cNvSpPr>
              <p:nvPr/>
            </p:nvSpPr>
            <p:spPr bwMode="auto">
              <a:xfrm>
                <a:off x="0" y="0"/>
                <a:ext cx="9724" cy="10249"/>
              </a:xfrm>
              <a:custGeom>
                <a:avLst/>
                <a:gdLst>
                  <a:gd name="T0" fmla="*/ 0 w 20000"/>
                  <a:gd name="T1" fmla="*/ 1 h 20000"/>
                  <a:gd name="T2" fmla="*/ 0 w 20000"/>
                  <a:gd name="T3" fmla="*/ 1 h 20000"/>
                  <a:gd name="T4" fmla="*/ 0 w 20000"/>
                  <a:gd name="T5" fmla="*/ 1 h 20000"/>
                  <a:gd name="T6" fmla="*/ 0 w 20000"/>
                  <a:gd name="T7" fmla="*/ 1 h 20000"/>
                  <a:gd name="T8" fmla="*/ 0 w 20000"/>
                  <a:gd name="T9" fmla="*/ 1 h 20000"/>
                  <a:gd name="T10" fmla="*/ 0 w 20000"/>
                  <a:gd name="T11" fmla="*/ 1 h 20000"/>
                  <a:gd name="T12" fmla="*/ 0 w 20000"/>
                  <a:gd name="T13" fmla="*/ 1 h 20000"/>
                  <a:gd name="T14" fmla="*/ 0 w 20000"/>
                  <a:gd name="T15" fmla="*/ 1 h 20000"/>
                  <a:gd name="T16" fmla="*/ 0 w 20000"/>
                  <a:gd name="T17" fmla="*/ 1 h 20000"/>
                  <a:gd name="T18" fmla="*/ 0 w 20000"/>
                  <a:gd name="T19" fmla="*/ 1 h 20000"/>
                  <a:gd name="T20" fmla="*/ 0 w 20000"/>
                  <a:gd name="T21" fmla="*/ 1 h 20000"/>
                  <a:gd name="T22" fmla="*/ 0 w 20000"/>
                  <a:gd name="T23" fmla="*/ 1 h 20000"/>
                  <a:gd name="T24" fmla="*/ 0 w 20000"/>
                  <a:gd name="T25" fmla="*/ 1 h 20000"/>
                  <a:gd name="T26" fmla="*/ 0 w 20000"/>
                  <a:gd name="T27" fmla="*/ 1 h 20000"/>
                  <a:gd name="T28" fmla="*/ 0 w 20000"/>
                  <a:gd name="T29" fmla="*/ 1 h 20000"/>
                  <a:gd name="T30" fmla="*/ 0 w 20000"/>
                  <a:gd name="T31" fmla="*/ 1 h 20000"/>
                  <a:gd name="T32" fmla="*/ 0 w 20000"/>
                  <a:gd name="T33" fmla="*/ 1 h 20000"/>
                  <a:gd name="T34" fmla="*/ 0 w 20000"/>
                  <a:gd name="T35" fmla="*/ 1 h 20000"/>
                  <a:gd name="T36" fmla="*/ 0 w 20000"/>
                  <a:gd name="T37" fmla="*/ 1 h 20000"/>
                  <a:gd name="T38" fmla="*/ 0 w 20000"/>
                  <a:gd name="T39" fmla="*/ 1 h 20000"/>
                  <a:gd name="T40" fmla="*/ 0 w 20000"/>
                  <a:gd name="T41" fmla="*/ 1 h 20000"/>
                  <a:gd name="T42" fmla="*/ 0 w 20000"/>
                  <a:gd name="T43" fmla="*/ 1 h 20000"/>
                  <a:gd name="T44" fmla="*/ 0 w 20000"/>
                  <a:gd name="T45" fmla="*/ 1 h 20000"/>
                  <a:gd name="T46" fmla="*/ 0 w 20000"/>
                  <a:gd name="T47" fmla="*/ 0 h 20000"/>
                  <a:gd name="T48" fmla="*/ 0 w 20000"/>
                  <a:gd name="T49" fmla="*/ 0 h 20000"/>
                  <a:gd name="T50" fmla="*/ 0 w 20000"/>
                  <a:gd name="T51" fmla="*/ 1 h 20000"/>
                  <a:gd name="T52" fmla="*/ 0 w 20000"/>
                  <a:gd name="T53" fmla="*/ 1 h 20000"/>
                  <a:gd name="T54" fmla="*/ 0 w 20000"/>
                  <a:gd name="T55" fmla="*/ 1 h 20000"/>
                  <a:gd name="T56" fmla="*/ 0 w 20000"/>
                  <a:gd name="T57" fmla="*/ 1 h 20000"/>
                  <a:gd name="T58" fmla="*/ 0 w 20000"/>
                  <a:gd name="T59" fmla="*/ 1 h 20000"/>
                  <a:gd name="T60" fmla="*/ 0 w 20000"/>
                  <a:gd name="T61" fmla="*/ 1 h 20000"/>
                  <a:gd name="T62" fmla="*/ 0 w 20000"/>
                  <a:gd name="T63" fmla="*/ 1 h 20000"/>
                  <a:gd name="T64" fmla="*/ 0 w 20000"/>
                  <a:gd name="T65" fmla="*/ 1 h 20000"/>
                  <a:gd name="T66" fmla="*/ 0 w 20000"/>
                  <a:gd name="T67" fmla="*/ 1 h 20000"/>
                  <a:gd name="T68" fmla="*/ 0 w 20000"/>
                  <a:gd name="T69" fmla="*/ 1 h 20000"/>
                  <a:gd name="T70" fmla="*/ 0 w 20000"/>
                  <a:gd name="T71" fmla="*/ 1 h 20000"/>
                  <a:gd name="T72" fmla="*/ 0 w 20000"/>
                  <a:gd name="T73" fmla="*/ 1 h 20000"/>
                  <a:gd name="T74" fmla="*/ 0 w 20000"/>
                  <a:gd name="T75" fmla="*/ 1 h 20000"/>
                  <a:gd name="T76" fmla="*/ 0 w 20000"/>
                  <a:gd name="T77" fmla="*/ 1 h 20000"/>
                  <a:gd name="T78" fmla="*/ 0 w 20000"/>
                  <a:gd name="T79" fmla="*/ 1 h 20000"/>
                  <a:gd name="T80" fmla="*/ 0 w 20000"/>
                  <a:gd name="T81" fmla="*/ 1 h 20000"/>
                  <a:gd name="T82" fmla="*/ 0 w 20000"/>
                  <a:gd name="T83" fmla="*/ 1 h 20000"/>
                  <a:gd name="T84" fmla="*/ 0 w 20000"/>
                  <a:gd name="T85" fmla="*/ 1 h 20000"/>
                  <a:gd name="T86" fmla="*/ 0 w 20000"/>
                  <a:gd name="T87" fmla="*/ 1 h 20000"/>
                  <a:gd name="T88" fmla="*/ 0 w 20000"/>
                  <a:gd name="T89" fmla="*/ 1 h 20000"/>
                  <a:gd name="T90" fmla="*/ 0 w 20000"/>
                  <a:gd name="T91" fmla="*/ 1 h 20000"/>
                  <a:gd name="T92" fmla="*/ 0 w 20000"/>
                  <a:gd name="T93" fmla="*/ 1 h 20000"/>
                  <a:gd name="T94" fmla="*/ 0 w 20000"/>
                  <a:gd name="T95" fmla="*/ 1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223"/>
                    </a:moveTo>
                    <a:lnTo>
                      <a:pt x="197" y="18641"/>
                    </a:lnTo>
                    <a:lnTo>
                      <a:pt x="493" y="17670"/>
                    </a:lnTo>
                    <a:lnTo>
                      <a:pt x="690" y="17087"/>
                    </a:lnTo>
                    <a:lnTo>
                      <a:pt x="887" y="16699"/>
                    </a:lnTo>
                    <a:lnTo>
                      <a:pt x="985" y="16117"/>
                    </a:lnTo>
                    <a:lnTo>
                      <a:pt x="1281" y="15146"/>
                    </a:lnTo>
                    <a:lnTo>
                      <a:pt x="1576" y="14951"/>
                    </a:lnTo>
                    <a:lnTo>
                      <a:pt x="1675" y="14369"/>
                    </a:lnTo>
                    <a:lnTo>
                      <a:pt x="1970" y="13592"/>
                    </a:lnTo>
                    <a:lnTo>
                      <a:pt x="2167" y="13010"/>
                    </a:lnTo>
                    <a:lnTo>
                      <a:pt x="2562" y="12427"/>
                    </a:lnTo>
                    <a:lnTo>
                      <a:pt x="2660" y="12039"/>
                    </a:lnTo>
                    <a:lnTo>
                      <a:pt x="2956" y="11262"/>
                    </a:lnTo>
                    <a:lnTo>
                      <a:pt x="3054" y="10680"/>
                    </a:lnTo>
                    <a:lnTo>
                      <a:pt x="3350" y="10291"/>
                    </a:lnTo>
                    <a:lnTo>
                      <a:pt x="3547" y="10097"/>
                    </a:lnTo>
                    <a:lnTo>
                      <a:pt x="3744" y="9515"/>
                    </a:lnTo>
                    <a:lnTo>
                      <a:pt x="4039" y="8932"/>
                    </a:lnTo>
                    <a:lnTo>
                      <a:pt x="4236" y="8544"/>
                    </a:lnTo>
                    <a:lnTo>
                      <a:pt x="4433" y="7961"/>
                    </a:lnTo>
                    <a:lnTo>
                      <a:pt x="4729" y="7573"/>
                    </a:lnTo>
                    <a:lnTo>
                      <a:pt x="4828" y="6990"/>
                    </a:lnTo>
                    <a:lnTo>
                      <a:pt x="5123" y="6602"/>
                    </a:lnTo>
                    <a:lnTo>
                      <a:pt x="5320" y="6019"/>
                    </a:lnTo>
                    <a:lnTo>
                      <a:pt x="5419" y="5631"/>
                    </a:lnTo>
                    <a:lnTo>
                      <a:pt x="5813" y="5243"/>
                    </a:lnTo>
                    <a:lnTo>
                      <a:pt x="5813" y="4660"/>
                    </a:lnTo>
                    <a:lnTo>
                      <a:pt x="6305" y="4078"/>
                    </a:lnTo>
                    <a:lnTo>
                      <a:pt x="6502" y="3883"/>
                    </a:lnTo>
                    <a:lnTo>
                      <a:pt x="6601" y="3301"/>
                    </a:lnTo>
                    <a:lnTo>
                      <a:pt x="6897" y="3301"/>
                    </a:lnTo>
                    <a:lnTo>
                      <a:pt x="7192" y="2718"/>
                    </a:lnTo>
                    <a:lnTo>
                      <a:pt x="7291" y="2524"/>
                    </a:lnTo>
                    <a:lnTo>
                      <a:pt x="7586" y="2136"/>
                    </a:lnTo>
                    <a:lnTo>
                      <a:pt x="7685" y="1942"/>
                    </a:lnTo>
                    <a:lnTo>
                      <a:pt x="7980" y="1942"/>
                    </a:lnTo>
                    <a:lnTo>
                      <a:pt x="8177" y="1359"/>
                    </a:lnTo>
                    <a:lnTo>
                      <a:pt x="8374" y="1359"/>
                    </a:lnTo>
                    <a:lnTo>
                      <a:pt x="8571" y="777"/>
                    </a:lnTo>
                    <a:lnTo>
                      <a:pt x="8768" y="777"/>
                    </a:lnTo>
                    <a:lnTo>
                      <a:pt x="8966" y="583"/>
                    </a:lnTo>
                    <a:lnTo>
                      <a:pt x="9163" y="583"/>
                    </a:lnTo>
                    <a:lnTo>
                      <a:pt x="9458" y="388"/>
                    </a:lnTo>
                    <a:lnTo>
                      <a:pt x="9557" y="388"/>
                    </a:lnTo>
                    <a:lnTo>
                      <a:pt x="9852" y="388"/>
                    </a:lnTo>
                    <a:lnTo>
                      <a:pt x="10148" y="0"/>
                    </a:lnTo>
                    <a:lnTo>
                      <a:pt x="10345" y="0"/>
                    </a:lnTo>
                    <a:lnTo>
                      <a:pt x="10640" y="0"/>
                    </a:lnTo>
                    <a:lnTo>
                      <a:pt x="10739" y="0"/>
                    </a:lnTo>
                    <a:lnTo>
                      <a:pt x="10936" y="388"/>
                    </a:lnTo>
                    <a:lnTo>
                      <a:pt x="11133" y="388"/>
                    </a:lnTo>
                    <a:lnTo>
                      <a:pt x="11429" y="583"/>
                    </a:lnTo>
                    <a:lnTo>
                      <a:pt x="11626" y="583"/>
                    </a:lnTo>
                    <a:lnTo>
                      <a:pt x="11823" y="777"/>
                    </a:lnTo>
                    <a:lnTo>
                      <a:pt x="12118" y="777"/>
                    </a:lnTo>
                    <a:lnTo>
                      <a:pt x="12217" y="1359"/>
                    </a:lnTo>
                    <a:lnTo>
                      <a:pt x="12414" y="1942"/>
                    </a:lnTo>
                    <a:lnTo>
                      <a:pt x="12808" y="1942"/>
                    </a:lnTo>
                    <a:lnTo>
                      <a:pt x="12906" y="2136"/>
                    </a:lnTo>
                    <a:lnTo>
                      <a:pt x="13202" y="2718"/>
                    </a:lnTo>
                    <a:lnTo>
                      <a:pt x="13498" y="3301"/>
                    </a:lnTo>
                    <a:lnTo>
                      <a:pt x="13596" y="3883"/>
                    </a:lnTo>
                    <a:lnTo>
                      <a:pt x="13793" y="3883"/>
                    </a:lnTo>
                    <a:lnTo>
                      <a:pt x="14187" y="4466"/>
                    </a:lnTo>
                    <a:lnTo>
                      <a:pt x="14384" y="5049"/>
                    </a:lnTo>
                    <a:lnTo>
                      <a:pt x="14581" y="5631"/>
                    </a:lnTo>
                    <a:lnTo>
                      <a:pt x="14877" y="6019"/>
                    </a:lnTo>
                    <a:lnTo>
                      <a:pt x="15074" y="6602"/>
                    </a:lnTo>
                    <a:lnTo>
                      <a:pt x="15271" y="7184"/>
                    </a:lnTo>
                    <a:lnTo>
                      <a:pt x="15468" y="7767"/>
                    </a:lnTo>
                    <a:lnTo>
                      <a:pt x="15764" y="8350"/>
                    </a:lnTo>
                    <a:lnTo>
                      <a:pt x="15961" y="8932"/>
                    </a:lnTo>
                    <a:lnTo>
                      <a:pt x="16256" y="9515"/>
                    </a:lnTo>
                    <a:lnTo>
                      <a:pt x="16355" y="10097"/>
                    </a:lnTo>
                    <a:lnTo>
                      <a:pt x="16650" y="10291"/>
                    </a:lnTo>
                    <a:lnTo>
                      <a:pt x="16749" y="10680"/>
                    </a:lnTo>
                    <a:lnTo>
                      <a:pt x="16946" y="11650"/>
                    </a:lnTo>
                    <a:lnTo>
                      <a:pt x="17143" y="12039"/>
                    </a:lnTo>
                    <a:lnTo>
                      <a:pt x="17340" y="12427"/>
                    </a:lnTo>
                    <a:lnTo>
                      <a:pt x="17635" y="13204"/>
                    </a:lnTo>
                    <a:lnTo>
                      <a:pt x="17734" y="13786"/>
                    </a:lnTo>
                    <a:lnTo>
                      <a:pt x="17931" y="14369"/>
                    </a:lnTo>
                    <a:lnTo>
                      <a:pt x="18128" y="14951"/>
                    </a:lnTo>
                    <a:lnTo>
                      <a:pt x="18424" y="15146"/>
                    </a:lnTo>
                    <a:lnTo>
                      <a:pt x="18522" y="15728"/>
                    </a:lnTo>
                    <a:lnTo>
                      <a:pt x="18818" y="16311"/>
                    </a:lnTo>
                    <a:lnTo>
                      <a:pt x="18916" y="16893"/>
                    </a:lnTo>
                    <a:lnTo>
                      <a:pt x="19113" y="17087"/>
                    </a:lnTo>
                    <a:lnTo>
                      <a:pt x="19212" y="17670"/>
                    </a:lnTo>
                    <a:lnTo>
                      <a:pt x="19310" y="18058"/>
                    </a:lnTo>
                    <a:lnTo>
                      <a:pt x="19507" y="18641"/>
                    </a:lnTo>
                    <a:lnTo>
                      <a:pt x="19606" y="18835"/>
                    </a:lnTo>
                    <a:lnTo>
                      <a:pt x="19704" y="19223"/>
                    </a:lnTo>
                    <a:lnTo>
                      <a:pt x="19901" y="19612"/>
                    </a:lnTo>
                    <a:lnTo>
                      <a:pt x="19901" y="19806"/>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31" name="Freeform 99">
                <a:extLst>
                  <a:ext uri="{FF2B5EF4-FFF2-40B4-BE49-F238E27FC236}">
                    <a16:creationId xmlns:a16="http://schemas.microsoft.com/office/drawing/2014/main" id="{86BE94BF-5393-4191-8E99-90A2A08A3D95}"/>
                  </a:ext>
                </a:extLst>
              </p:cNvPr>
              <p:cNvSpPr>
                <a:spLocks/>
              </p:cNvSpPr>
              <p:nvPr/>
            </p:nvSpPr>
            <p:spPr bwMode="auto">
              <a:xfrm>
                <a:off x="9676" y="10050"/>
                <a:ext cx="10323" cy="9950"/>
              </a:xfrm>
              <a:custGeom>
                <a:avLst/>
                <a:gdLst>
                  <a:gd name="T0" fmla="*/ 1 w 20000"/>
                  <a:gd name="T1" fmla="*/ 0 h 20000"/>
                  <a:gd name="T2" fmla="*/ 1 w 20000"/>
                  <a:gd name="T3" fmla="*/ 0 h 20000"/>
                  <a:gd name="T4" fmla="*/ 1 w 20000"/>
                  <a:gd name="T5" fmla="*/ 0 h 20000"/>
                  <a:gd name="T6" fmla="*/ 1 w 20000"/>
                  <a:gd name="T7" fmla="*/ 0 h 20000"/>
                  <a:gd name="T8" fmla="*/ 1 w 20000"/>
                  <a:gd name="T9" fmla="*/ 0 h 20000"/>
                  <a:gd name="T10" fmla="*/ 1 w 20000"/>
                  <a:gd name="T11" fmla="*/ 0 h 20000"/>
                  <a:gd name="T12" fmla="*/ 1 w 20000"/>
                  <a:gd name="T13" fmla="*/ 0 h 20000"/>
                  <a:gd name="T14" fmla="*/ 1 w 20000"/>
                  <a:gd name="T15" fmla="*/ 0 h 20000"/>
                  <a:gd name="T16" fmla="*/ 1 w 20000"/>
                  <a:gd name="T17" fmla="*/ 0 h 20000"/>
                  <a:gd name="T18" fmla="*/ 1 w 20000"/>
                  <a:gd name="T19" fmla="*/ 0 h 20000"/>
                  <a:gd name="T20" fmla="*/ 1 w 20000"/>
                  <a:gd name="T21" fmla="*/ 0 h 20000"/>
                  <a:gd name="T22" fmla="*/ 1 w 20000"/>
                  <a:gd name="T23" fmla="*/ 0 h 20000"/>
                  <a:gd name="T24" fmla="*/ 1 w 20000"/>
                  <a:gd name="T25" fmla="*/ 0 h 20000"/>
                  <a:gd name="T26" fmla="*/ 1 w 20000"/>
                  <a:gd name="T27" fmla="*/ 0 h 20000"/>
                  <a:gd name="T28" fmla="*/ 1 w 20000"/>
                  <a:gd name="T29" fmla="*/ 0 h 20000"/>
                  <a:gd name="T30" fmla="*/ 1 w 20000"/>
                  <a:gd name="T31" fmla="*/ 0 h 20000"/>
                  <a:gd name="T32" fmla="*/ 1 w 20000"/>
                  <a:gd name="T33" fmla="*/ 0 h 20000"/>
                  <a:gd name="T34" fmla="*/ 1 w 20000"/>
                  <a:gd name="T35" fmla="*/ 0 h 20000"/>
                  <a:gd name="T36" fmla="*/ 1 w 20000"/>
                  <a:gd name="T37" fmla="*/ 0 h 20000"/>
                  <a:gd name="T38" fmla="*/ 1 w 20000"/>
                  <a:gd name="T39" fmla="*/ 0 h 20000"/>
                  <a:gd name="T40" fmla="*/ 1 w 20000"/>
                  <a:gd name="T41" fmla="*/ 0 h 20000"/>
                  <a:gd name="T42" fmla="*/ 1 w 20000"/>
                  <a:gd name="T43" fmla="*/ 0 h 20000"/>
                  <a:gd name="T44" fmla="*/ 1 w 20000"/>
                  <a:gd name="T45" fmla="*/ 0 h 20000"/>
                  <a:gd name="T46" fmla="*/ 1 w 20000"/>
                  <a:gd name="T47" fmla="*/ 0 h 20000"/>
                  <a:gd name="T48" fmla="*/ 1 w 20000"/>
                  <a:gd name="T49" fmla="*/ 0 h 20000"/>
                  <a:gd name="T50" fmla="*/ 1 w 20000"/>
                  <a:gd name="T51" fmla="*/ 0 h 20000"/>
                  <a:gd name="T52" fmla="*/ 1 w 20000"/>
                  <a:gd name="T53" fmla="*/ 0 h 20000"/>
                  <a:gd name="T54" fmla="*/ 1 w 20000"/>
                  <a:gd name="T55" fmla="*/ 0 h 20000"/>
                  <a:gd name="T56" fmla="*/ 1 w 20000"/>
                  <a:gd name="T57" fmla="*/ 0 h 20000"/>
                  <a:gd name="T58" fmla="*/ 1 w 20000"/>
                  <a:gd name="T59" fmla="*/ 0 h 20000"/>
                  <a:gd name="T60" fmla="*/ 1 w 20000"/>
                  <a:gd name="T61" fmla="*/ 0 h 20000"/>
                  <a:gd name="T62" fmla="*/ 1 w 20000"/>
                  <a:gd name="T63" fmla="*/ 0 h 20000"/>
                  <a:gd name="T64" fmla="*/ 1 w 20000"/>
                  <a:gd name="T65" fmla="*/ 0 h 20000"/>
                  <a:gd name="T66" fmla="*/ 1 w 20000"/>
                  <a:gd name="T67" fmla="*/ 0 h 20000"/>
                  <a:gd name="T68" fmla="*/ 1 w 20000"/>
                  <a:gd name="T69" fmla="*/ 0 h 20000"/>
                  <a:gd name="T70" fmla="*/ 1 w 20000"/>
                  <a:gd name="T71" fmla="*/ 0 h 20000"/>
                  <a:gd name="T72" fmla="*/ 1 w 20000"/>
                  <a:gd name="T73" fmla="*/ 0 h 20000"/>
                  <a:gd name="T74" fmla="*/ 1 w 20000"/>
                  <a:gd name="T75" fmla="*/ 0 h 20000"/>
                  <a:gd name="T76" fmla="*/ 1 w 20000"/>
                  <a:gd name="T77" fmla="*/ 0 h 20000"/>
                  <a:gd name="T78" fmla="*/ 1 w 20000"/>
                  <a:gd name="T79" fmla="*/ 0 h 20000"/>
                  <a:gd name="T80" fmla="*/ 1 w 20000"/>
                  <a:gd name="T81" fmla="*/ 0 h 20000"/>
                  <a:gd name="T82" fmla="*/ 1 w 20000"/>
                  <a:gd name="T83" fmla="*/ 0 h 20000"/>
                  <a:gd name="T84" fmla="*/ 1 w 20000"/>
                  <a:gd name="T85" fmla="*/ 0 h 20000"/>
                  <a:gd name="T86" fmla="*/ 1 w 20000"/>
                  <a:gd name="T87" fmla="*/ 0 h 20000"/>
                  <a:gd name="T88" fmla="*/ 1 w 20000"/>
                  <a:gd name="T89" fmla="*/ 0 h 20000"/>
                  <a:gd name="T90" fmla="*/ 1 w 20000"/>
                  <a:gd name="T91" fmla="*/ 0 h 20000"/>
                  <a:gd name="T92" fmla="*/ 1 w 20000"/>
                  <a:gd name="T93" fmla="*/ 0 h 20000"/>
                  <a:gd name="T94" fmla="*/ 1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185" y="800"/>
                    </a:lnTo>
                    <a:lnTo>
                      <a:pt x="370" y="1400"/>
                    </a:lnTo>
                    <a:lnTo>
                      <a:pt x="556" y="2000"/>
                    </a:lnTo>
                    <a:lnTo>
                      <a:pt x="833" y="2600"/>
                    </a:lnTo>
                    <a:lnTo>
                      <a:pt x="926" y="3200"/>
                    </a:lnTo>
                    <a:lnTo>
                      <a:pt x="1204" y="4000"/>
                    </a:lnTo>
                    <a:lnTo>
                      <a:pt x="1389" y="4200"/>
                    </a:lnTo>
                    <a:lnTo>
                      <a:pt x="1481" y="5200"/>
                    </a:lnTo>
                    <a:lnTo>
                      <a:pt x="1759" y="5600"/>
                    </a:lnTo>
                    <a:lnTo>
                      <a:pt x="2130" y="6200"/>
                    </a:lnTo>
                    <a:lnTo>
                      <a:pt x="2130" y="7200"/>
                    </a:lnTo>
                    <a:lnTo>
                      <a:pt x="2500" y="7800"/>
                    </a:lnTo>
                    <a:lnTo>
                      <a:pt x="2685" y="8200"/>
                    </a:lnTo>
                    <a:lnTo>
                      <a:pt x="2778" y="8800"/>
                    </a:lnTo>
                    <a:lnTo>
                      <a:pt x="2963" y="9400"/>
                    </a:lnTo>
                    <a:lnTo>
                      <a:pt x="3148" y="10000"/>
                    </a:lnTo>
                    <a:lnTo>
                      <a:pt x="3426" y="10200"/>
                    </a:lnTo>
                    <a:lnTo>
                      <a:pt x="3519" y="10800"/>
                    </a:lnTo>
                    <a:lnTo>
                      <a:pt x="3796" y="11400"/>
                    </a:lnTo>
                    <a:lnTo>
                      <a:pt x="4074" y="11800"/>
                    </a:lnTo>
                    <a:lnTo>
                      <a:pt x="4167" y="12200"/>
                    </a:lnTo>
                    <a:lnTo>
                      <a:pt x="4352" y="12800"/>
                    </a:lnTo>
                    <a:lnTo>
                      <a:pt x="4537" y="13400"/>
                    </a:lnTo>
                    <a:lnTo>
                      <a:pt x="4722" y="13600"/>
                    </a:lnTo>
                    <a:lnTo>
                      <a:pt x="5000" y="14200"/>
                    </a:lnTo>
                    <a:lnTo>
                      <a:pt x="5093" y="14800"/>
                    </a:lnTo>
                    <a:lnTo>
                      <a:pt x="5370" y="15000"/>
                    </a:lnTo>
                    <a:lnTo>
                      <a:pt x="5556" y="15400"/>
                    </a:lnTo>
                    <a:lnTo>
                      <a:pt x="5741" y="16000"/>
                    </a:lnTo>
                    <a:lnTo>
                      <a:pt x="6111" y="16200"/>
                    </a:lnTo>
                    <a:lnTo>
                      <a:pt x="6296" y="16600"/>
                    </a:lnTo>
                    <a:lnTo>
                      <a:pt x="6389" y="17000"/>
                    </a:lnTo>
                    <a:lnTo>
                      <a:pt x="6667" y="17600"/>
                    </a:lnTo>
                    <a:lnTo>
                      <a:pt x="6852" y="17600"/>
                    </a:lnTo>
                    <a:lnTo>
                      <a:pt x="7037" y="18000"/>
                    </a:lnTo>
                    <a:lnTo>
                      <a:pt x="7315" y="18200"/>
                    </a:lnTo>
                    <a:lnTo>
                      <a:pt x="7407" y="18600"/>
                    </a:lnTo>
                    <a:lnTo>
                      <a:pt x="7685" y="18800"/>
                    </a:lnTo>
                    <a:lnTo>
                      <a:pt x="7963" y="19200"/>
                    </a:lnTo>
                    <a:lnTo>
                      <a:pt x="7963" y="19400"/>
                    </a:lnTo>
                    <a:lnTo>
                      <a:pt x="8241" y="19600"/>
                    </a:lnTo>
                    <a:lnTo>
                      <a:pt x="8426" y="19600"/>
                    </a:lnTo>
                    <a:lnTo>
                      <a:pt x="8611" y="19800"/>
                    </a:lnTo>
                    <a:lnTo>
                      <a:pt x="8889" y="19800"/>
                    </a:lnTo>
                    <a:lnTo>
                      <a:pt x="8981" y="19800"/>
                    </a:lnTo>
                    <a:lnTo>
                      <a:pt x="9259" y="19800"/>
                    </a:lnTo>
                    <a:lnTo>
                      <a:pt x="9444" y="19800"/>
                    </a:lnTo>
                    <a:lnTo>
                      <a:pt x="9630" y="19800"/>
                    </a:lnTo>
                    <a:lnTo>
                      <a:pt x="9907" y="19800"/>
                    </a:lnTo>
                    <a:lnTo>
                      <a:pt x="10185" y="19800"/>
                    </a:lnTo>
                    <a:lnTo>
                      <a:pt x="10370" y="19800"/>
                    </a:lnTo>
                    <a:lnTo>
                      <a:pt x="10648" y="19800"/>
                    </a:lnTo>
                    <a:lnTo>
                      <a:pt x="10741" y="19600"/>
                    </a:lnTo>
                    <a:lnTo>
                      <a:pt x="11019" y="19600"/>
                    </a:lnTo>
                    <a:lnTo>
                      <a:pt x="11296" y="19400"/>
                    </a:lnTo>
                    <a:lnTo>
                      <a:pt x="11574" y="19200"/>
                    </a:lnTo>
                    <a:lnTo>
                      <a:pt x="11852" y="18800"/>
                    </a:lnTo>
                    <a:lnTo>
                      <a:pt x="11944" y="18200"/>
                    </a:lnTo>
                    <a:lnTo>
                      <a:pt x="12130" y="18000"/>
                    </a:lnTo>
                    <a:lnTo>
                      <a:pt x="12500" y="17600"/>
                    </a:lnTo>
                    <a:lnTo>
                      <a:pt x="12685" y="17000"/>
                    </a:lnTo>
                    <a:lnTo>
                      <a:pt x="12963" y="16600"/>
                    </a:lnTo>
                    <a:lnTo>
                      <a:pt x="13241" y="16600"/>
                    </a:lnTo>
                    <a:lnTo>
                      <a:pt x="13426" y="16000"/>
                    </a:lnTo>
                    <a:lnTo>
                      <a:pt x="13704" y="15400"/>
                    </a:lnTo>
                    <a:lnTo>
                      <a:pt x="13981" y="14800"/>
                    </a:lnTo>
                    <a:lnTo>
                      <a:pt x="14259" y="14200"/>
                    </a:lnTo>
                    <a:lnTo>
                      <a:pt x="14537" y="13600"/>
                    </a:lnTo>
                    <a:lnTo>
                      <a:pt x="14815" y="13400"/>
                    </a:lnTo>
                    <a:lnTo>
                      <a:pt x="14907" y="12800"/>
                    </a:lnTo>
                    <a:lnTo>
                      <a:pt x="15278" y="12200"/>
                    </a:lnTo>
                    <a:lnTo>
                      <a:pt x="15556" y="11800"/>
                    </a:lnTo>
                    <a:lnTo>
                      <a:pt x="15741" y="10800"/>
                    </a:lnTo>
                    <a:lnTo>
                      <a:pt x="15926" y="10600"/>
                    </a:lnTo>
                    <a:lnTo>
                      <a:pt x="16204" y="10200"/>
                    </a:lnTo>
                    <a:lnTo>
                      <a:pt x="16389" y="9800"/>
                    </a:lnTo>
                    <a:lnTo>
                      <a:pt x="16574" y="9200"/>
                    </a:lnTo>
                    <a:lnTo>
                      <a:pt x="16852" y="8400"/>
                    </a:lnTo>
                    <a:lnTo>
                      <a:pt x="17037" y="8200"/>
                    </a:lnTo>
                    <a:lnTo>
                      <a:pt x="17222" y="7800"/>
                    </a:lnTo>
                    <a:lnTo>
                      <a:pt x="17407" y="7200"/>
                    </a:lnTo>
                    <a:lnTo>
                      <a:pt x="17685" y="6600"/>
                    </a:lnTo>
                    <a:lnTo>
                      <a:pt x="17870" y="6000"/>
                    </a:lnTo>
                    <a:lnTo>
                      <a:pt x="18241" y="5400"/>
                    </a:lnTo>
                    <a:lnTo>
                      <a:pt x="18333" y="4800"/>
                    </a:lnTo>
                    <a:lnTo>
                      <a:pt x="18519" y="4200"/>
                    </a:lnTo>
                    <a:lnTo>
                      <a:pt x="18796" y="4000"/>
                    </a:lnTo>
                    <a:lnTo>
                      <a:pt x="18981" y="3600"/>
                    </a:lnTo>
                    <a:lnTo>
                      <a:pt x="19167" y="3200"/>
                    </a:lnTo>
                    <a:lnTo>
                      <a:pt x="19167" y="2800"/>
                    </a:lnTo>
                    <a:lnTo>
                      <a:pt x="19352" y="2200"/>
                    </a:lnTo>
                    <a:lnTo>
                      <a:pt x="19537" y="2000"/>
                    </a:lnTo>
                    <a:lnTo>
                      <a:pt x="19630" y="2000"/>
                    </a:lnTo>
                    <a:lnTo>
                      <a:pt x="19815" y="1400"/>
                    </a:lnTo>
                    <a:lnTo>
                      <a:pt x="19815" y="800"/>
                    </a:lnTo>
                    <a:lnTo>
                      <a:pt x="19907" y="80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grpSp>
        <p:nvGrpSpPr>
          <p:cNvPr id="239" name="Group 111">
            <a:extLst>
              <a:ext uri="{FF2B5EF4-FFF2-40B4-BE49-F238E27FC236}">
                <a16:creationId xmlns:a16="http://schemas.microsoft.com/office/drawing/2014/main" id="{EE9578DF-28D8-453A-87AD-4E7F152586AD}"/>
              </a:ext>
            </a:extLst>
          </p:cNvPr>
          <p:cNvGrpSpPr>
            <a:grpSpLocks/>
          </p:cNvGrpSpPr>
          <p:nvPr/>
        </p:nvGrpSpPr>
        <p:grpSpPr bwMode="auto">
          <a:xfrm>
            <a:off x="2298741" y="3001726"/>
            <a:ext cx="2017713" cy="915988"/>
            <a:chOff x="158" y="2490"/>
            <a:chExt cx="1271" cy="577"/>
          </a:xfrm>
        </p:grpSpPr>
        <p:sp>
          <p:nvSpPr>
            <p:cNvPr id="240" name="Text Box 106">
              <a:extLst>
                <a:ext uri="{FF2B5EF4-FFF2-40B4-BE49-F238E27FC236}">
                  <a16:creationId xmlns:a16="http://schemas.microsoft.com/office/drawing/2014/main" id="{592416DF-AA4E-4BD2-963E-6F799A6F735E}"/>
                </a:ext>
              </a:extLst>
            </p:cNvPr>
            <p:cNvSpPr txBox="1">
              <a:spLocks noChangeArrowheads="1"/>
            </p:cNvSpPr>
            <p:nvPr/>
          </p:nvSpPr>
          <p:spPr bwMode="auto">
            <a:xfrm>
              <a:off x="158" y="2490"/>
              <a:ext cx="79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a:ln>
                    <a:noFill/>
                  </a:ln>
                  <a:effectLst/>
                  <a:uLnTx/>
                  <a:uFillTx/>
                  <a:latin typeface="Arial" panose="020B0604020202020204" pitchFamily="34" charset="0"/>
                  <a:ea typeface="宋体" panose="02010600030101010101" pitchFamily="2" charset="-122"/>
                </a:rPr>
                <a:t>激发态</a:t>
              </a:r>
            </a:p>
          </p:txBody>
        </p:sp>
        <p:sp>
          <p:nvSpPr>
            <p:cNvPr id="241" name="Line 108">
              <a:extLst>
                <a:ext uri="{FF2B5EF4-FFF2-40B4-BE49-F238E27FC236}">
                  <a16:creationId xmlns:a16="http://schemas.microsoft.com/office/drawing/2014/main" id="{23F450F8-BFA6-4D6E-9052-2FF8FBA4A401}"/>
                </a:ext>
              </a:extLst>
            </p:cNvPr>
            <p:cNvSpPr>
              <a:spLocks noChangeShapeType="1"/>
            </p:cNvSpPr>
            <p:nvPr/>
          </p:nvSpPr>
          <p:spPr bwMode="auto">
            <a:xfrm flipH="1" flipV="1">
              <a:off x="613" y="2795"/>
              <a:ext cx="453" cy="27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effectLst/>
                <a:uLnTx/>
                <a:uFillTx/>
                <a:latin typeface="Arial" panose="020B0604020202020204" pitchFamily="34" charset="0"/>
                <a:ea typeface="宋体" panose="02010600030101010101" pitchFamily="2" charset="-122"/>
              </a:endParaRPr>
            </a:p>
          </p:txBody>
        </p:sp>
        <p:sp>
          <p:nvSpPr>
            <p:cNvPr id="242" name="Line 109">
              <a:extLst>
                <a:ext uri="{FF2B5EF4-FFF2-40B4-BE49-F238E27FC236}">
                  <a16:creationId xmlns:a16="http://schemas.microsoft.com/office/drawing/2014/main" id="{1284964F-221C-489A-A24C-D0A835EE6B09}"/>
                </a:ext>
              </a:extLst>
            </p:cNvPr>
            <p:cNvSpPr>
              <a:spLocks noChangeShapeType="1"/>
            </p:cNvSpPr>
            <p:nvPr/>
          </p:nvSpPr>
          <p:spPr bwMode="auto">
            <a:xfrm flipH="1" flipV="1">
              <a:off x="930" y="2659"/>
              <a:ext cx="499" cy="181"/>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effectLst/>
                <a:uLnTx/>
                <a:uFillTx/>
                <a:latin typeface="Arial" panose="020B0604020202020204" pitchFamily="34" charset="0"/>
                <a:ea typeface="宋体" panose="02010600030101010101" pitchFamily="2" charset="-122"/>
              </a:endParaRPr>
            </a:p>
          </p:txBody>
        </p:sp>
      </p:grpSp>
      <p:grpSp>
        <p:nvGrpSpPr>
          <p:cNvPr id="243" name="Group 112">
            <a:extLst>
              <a:ext uri="{FF2B5EF4-FFF2-40B4-BE49-F238E27FC236}">
                <a16:creationId xmlns:a16="http://schemas.microsoft.com/office/drawing/2014/main" id="{5D3D0330-7F75-4441-A2CA-A725D51BF02B}"/>
              </a:ext>
            </a:extLst>
          </p:cNvPr>
          <p:cNvGrpSpPr>
            <a:grpSpLocks/>
          </p:cNvGrpSpPr>
          <p:nvPr/>
        </p:nvGrpSpPr>
        <p:grpSpPr bwMode="auto">
          <a:xfrm>
            <a:off x="2608304" y="4854339"/>
            <a:ext cx="1490662" cy="576262"/>
            <a:chOff x="353" y="3657"/>
            <a:chExt cx="939" cy="363"/>
          </a:xfrm>
        </p:grpSpPr>
        <p:sp>
          <p:nvSpPr>
            <p:cNvPr id="244" name="Text Box 107">
              <a:extLst>
                <a:ext uri="{FF2B5EF4-FFF2-40B4-BE49-F238E27FC236}">
                  <a16:creationId xmlns:a16="http://schemas.microsoft.com/office/drawing/2014/main" id="{23E39273-8554-4802-AA7C-FA86832F89A1}"/>
                </a:ext>
              </a:extLst>
            </p:cNvPr>
            <p:cNvSpPr txBox="1">
              <a:spLocks noChangeArrowheads="1"/>
            </p:cNvSpPr>
            <p:nvPr/>
          </p:nvSpPr>
          <p:spPr bwMode="auto">
            <a:xfrm>
              <a:off x="353" y="3693"/>
              <a:ext cx="681"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1" i="0" u="none" strike="noStrike" kern="0" cap="none" spc="0" normalizeH="0" baseline="0" noProof="0">
                  <a:ln>
                    <a:noFill/>
                  </a:ln>
                  <a:effectLst/>
                  <a:uLnTx/>
                  <a:uFillTx/>
                  <a:latin typeface="Arial" panose="020B0604020202020204" pitchFamily="34" charset="0"/>
                  <a:ea typeface="宋体" panose="02010600030101010101" pitchFamily="2" charset="-122"/>
                </a:rPr>
                <a:t>基态</a:t>
              </a:r>
            </a:p>
          </p:txBody>
        </p:sp>
        <p:sp>
          <p:nvSpPr>
            <p:cNvPr id="245" name="Line 110">
              <a:extLst>
                <a:ext uri="{FF2B5EF4-FFF2-40B4-BE49-F238E27FC236}">
                  <a16:creationId xmlns:a16="http://schemas.microsoft.com/office/drawing/2014/main" id="{C1C1CF93-0E8A-4BA6-9654-237671B196F3}"/>
                </a:ext>
              </a:extLst>
            </p:cNvPr>
            <p:cNvSpPr>
              <a:spLocks noChangeShapeType="1"/>
            </p:cNvSpPr>
            <p:nvPr/>
          </p:nvSpPr>
          <p:spPr bwMode="auto">
            <a:xfrm flipH="1">
              <a:off x="884" y="3657"/>
              <a:ext cx="408" cy="227"/>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effectLst/>
                <a:uLnTx/>
                <a:uFillTx/>
                <a:latin typeface="Arial" panose="020B0604020202020204" pitchFamily="34" charset="0"/>
                <a:ea typeface="宋体" panose="02010600030101010101" pitchFamily="2" charset="-122"/>
              </a:endParaRPr>
            </a:p>
          </p:txBody>
        </p:sp>
      </p:grpSp>
      <p:grpSp>
        <p:nvGrpSpPr>
          <p:cNvPr id="246" name="组合 245">
            <a:extLst>
              <a:ext uri="{FF2B5EF4-FFF2-40B4-BE49-F238E27FC236}">
                <a16:creationId xmlns:a16="http://schemas.microsoft.com/office/drawing/2014/main" id="{C4747C14-A2D3-4996-8F64-01EE947C0E1B}"/>
              </a:ext>
            </a:extLst>
          </p:cNvPr>
          <p:cNvGrpSpPr/>
          <p:nvPr/>
        </p:nvGrpSpPr>
        <p:grpSpPr>
          <a:xfrm>
            <a:off x="7159166" y="3394153"/>
            <a:ext cx="3023438" cy="2055715"/>
            <a:chOff x="4860557" y="4581128"/>
            <a:chExt cx="3023438" cy="2055715"/>
          </a:xfrm>
        </p:grpSpPr>
        <p:grpSp>
          <p:nvGrpSpPr>
            <p:cNvPr id="247" name="Group 53">
              <a:extLst>
                <a:ext uri="{FF2B5EF4-FFF2-40B4-BE49-F238E27FC236}">
                  <a16:creationId xmlns:a16="http://schemas.microsoft.com/office/drawing/2014/main" id="{ED9E5A07-A165-4453-B291-FB7875FC4D62}"/>
                </a:ext>
              </a:extLst>
            </p:cNvPr>
            <p:cNvGrpSpPr>
              <a:grpSpLocks/>
            </p:cNvGrpSpPr>
            <p:nvPr/>
          </p:nvGrpSpPr>
          <p:grpSpPr bwMode="auto">
            <a:xfrm>
              <a:off x="4860557" y="4581128"/>
              <a:ext cx="3023438" cy="2055715"/>
              <a:chOff x="3853" y="1426"/>
              <a:chExt cx="1673" cy="1145"/>
            </a:xfrm>
          </p:grpSpPr>
          <p:sp>
            <p:nvSpPr>
              <p:cNvPr id="250" name="Rectangle 52">
                <a:extLst>
                  <a:ext uri="{FF2B5EF4-FFF2-40B4-BE49-F238E27FC236}">
                    <a16:creationId xmlns:a16="http://schemas.microsoft.com/office/drawing/2014/main" id="{4A3137FA-D1D3-4D5B-B1C1-00117EA65A52}"/>
                  </a:ext>
                </a:extLst>
              </p:cNvPr>
              <p:cNvSpPr>
                <a:spLocks noChangeArrowheads="1"/>
              </p:cNvSpPr>
              <p:nvPr/>
            </p:nvSpPr>
            <p:spPr bwMode="auto">
              <a:xfrm>
                <a:off x="3853" y="1426"/>
                <a:ext cx="1673" cy="1123"/>
              </a:xfrm>
              <a:prstGeom prst="rect">
                <a:avLst/>
              </a:prstGeom>
              <a:solidFill>
                <a:schemeClr val="tx2">
                  <a:lumMod val="60000"/>
                  <a:lumOff val="40000"/>
                </a:schemeClr>
              </a:solidFill>
              <a:ln w="9525">
                <a:solidFill>
                  <a:srgbClr val="FFFFFF"/>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251" name="Group 25">
                <a:extLst>
                  <a:ext uri="{FF2B5EF4-FFF2-40B4-BE49-F238E27FC236}">
                    <a16:creationId xmlns:a16="http://schemas.microsoft.com/office/drawing/2014/main" id="{147465E2-9F0E-405A-843D-2F29E2B4DAC5}"/>
                  </a:ext>
                </a:extLst>
              </p:cNvPr>
              <p:cNvGrpSpPr>
                <a:grpSpLocks/>
              </p:cNvGrpSpPr>
              <p:nvPr/>
            </p:nvGrpSpPr>
            <p:grpSpPr bwMode="auto">
              <a:xfrm>
                <a:off x="3918" y="1480"/>
                <a:ext cx="1279" cy="1091"/>
                <a:chOff x="3692" y="624"/>
                <a:chExt cx="1355" cy="1208"/>
              </a:xfrm>
            </p:grpSpPr>
            <p:grpSp>
              <p:nvGrpSpPr>
                <p:cNvPr id="252" name="Group 26">
                  <a:extLst>
                    <a:ext uri="{FF2B5EF4-FFF2-40B4-BE49-F238E27FC236}">
                      <a16:creationId xmlns:a16="http://schemas.microsoft.com/office/drawing/2014/main" id="{0339AE01-50C9-450F-A9C0-A8CD41F75AD3}"/>
                    </a:ext>
                  </a:extLst>
                </p:cNvPr>
                <p:cNvGrpSpPr>
                  <a:grpSpLocks/>
                </p:cNvGrpSpPr>
                <p:nvPr/>
              </p:nvGrpSpPr>
              <p:grpSpPr bwMode="auto">
                <a:xfrm>
                  <a:off x="3692" y="1017"/>
                  <a:ext cx="362" cy="815"/>
                  <a:chOff x="3692" y="1017"/>
                  <a:chExt cx="362" cy="815"/>
                </a:xfrm>
              </p:grpSpPr>
              <p:sp>
                <p:nvSpPr>
                  <p:cNvPr id="261" name="Text Box 33">
                    <a:extLst>
                      <a:ext uri="{FF2B5EF4-FFF2-40B4-BE49-F238E27FC236}">
                        <a16:creationId xmlns:a16="http://schemas.microsoft.com/office/drawing/2014/main" id="{99B5E21F-A895-4D76-BC62-587E305E0972}"/>
                      </a:ext>
                    </a:extLst>
                  </p:cNvPr>
                  <p:cNvSpPr txBox="1">
                    <a:spLocks noChangeArrowheads="1"/>
                  </p:cNvSpPr>
                  <p:nvPr/>
                </p:nvSpPr>
                <p:spPr bwMode="auto">
                  <a:xfrm>
                    <a:off x="3692" y="1017"/>
                    <a:ext cx="244"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S</a:t>
                    </a:r>
                    <a:r>
                      <a:rPr kumimoji="1" lang="en-US" altLang="zh-CN" sz="16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1</a:t>
                    </a:r>
                  </a:p>
                </p:txBody>
              </p:sp>
              <p:sp>
                <p:nvSpPr>
                  <p:cNvPr id="262" name="Text Box 34">
                    <a:extLst>
                      <a:ext uri="{FF2B5EF4-FFF2-40B4-BE49-F238E27FC236}">
                        <a16:creationId xmlns:a16="http://schemas.microsoft.com/office/drawing/2014/main" id="{C3ECECEC-EADF-40A5-9A31-59FED6C050B5}"/>
                      </a:ext>
                    </a:extLst>
                  </p:cNvPr>
                  <p:cNvSpPr txBox="1">
                    <a:spLocks noChangeArrowheads="1"/>
                  </p:cNvSpPr>
                  <p:nvPr/>
                </p:nvSpPr>
                <p:spPr bwMode="auto">
                  <a:xfrm>
                    <a:off x="3810" y="1480"/>
                    <a:ext cx="244"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dirty="0">
                        <a:ln>
                          <a:noFill/>
                        </a:ln>
                        <a:solidFill>
                          <a:srgbClr val="FFFFFF"/>
                        </a:solidFill>
                        <a:effectLst/>
                        <a:uLnTx/>
                        <a:uFillTx/>
                        <a:latin typeface="Times New Roman" panose="02020603050405020304" pitchFamily="18" charset="0"/>
                        <a:ea typeface="宋体" panose="02010600030101010101" pitchFamily="2" charset="-122"/>
                      </a:rPr>
                      <a:t>S</a:t>
                    </a:r>
                    <a:r>
                      <a:rPr kumimoji="1" lang="en-US" altLang="zh-CN" sz="1600" b="1" i="0" u="none" strike="noStrike" kern="0" cap="none" spc="0" normalizeH="0" baseline="-25000" noProof="0" dirty="0">
                        <a:ln>
                          <a:noFill/>
                        </a:ln>
                        <a:solidFill>
                          <a:srgbClr val="FFFFFF"/>
                        </a:solidFill>
                        <a:effectLst/>
                        <a:uLnTx/>
                        <a:uFillTx/>
                        <a:latin typeface="Times New Roman" panose="02020603050405020304" pitchFamily="18" charset="0"/>
                        <a:ea typeface="宋体" panose="02010600030101010101" pitchFamily="2" charset="-122"/>
                      </a:rPr>
                      <a:t>2</a:t>
                    </a:r>
                  </a:p>
                </p:txBody>
              </p:sp>
            </p:grpSp>
            <p:sp>
              <p:nvSpPr>
                <p:cNvPr id="253" name="Line 39">
                  <a:extLst>
                    <a:ext uri="{FF2B5EF4-FFF2-40B4-BE49-F238E27FC236}">
                      <a16:creationId xmlns:a16="http://schemas.microsoft.com/office/drawing/2014/main" id="{F3082275-3266-4D79-B199-13880DDBB40B}"/>
                    </a:ext>
                  </a:extLst>
                </p:cNvPr>
                <p:cNvSpPr>
                  <a:spLocks noChangeShapeType="1"/>
                </p:cNvSpPr>
                <p:nvPr/>
              </p:nvSpPr>
              <p:spPr bwMode="auto">
                <a:xfrm flipV="1">
                  <a:off x="3936" y="624"/>
                  <a:ext cx="1104" cy="624"/>
                </a:xfrm>
                <a:prstGeom prst="line">
                  <a:avLst/>
                </a:prstGeom>
                <a:noFill/>
                <a:ln w="2857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4" name="Line 40">
                  <a:extLst>
                    <a:ext uri="{FF2B5EF4-FFF2-40B4-BE49-F238E27FC236}">
                      <a16:creationId xmlns:a16="http://schemas.microsoft.com/office/drawing/2014/main" id="{5BCCAA47-0103-4BA0-BBA3-4BD9181D66CA}"/>
                    </a:ext>
                  </a:extLst>
                </p:cNvPr>
                <p:cNvSpPr>
                  <a:spLocks noChangeShapeType="1"/>
                </p:cNvSpPr>
                <p:nvPr/>
              </p:nvSpPr>
              <p:spPr bwMode="auto">
                <a:xfrm flipV="1">
                  <a:off x="4087" y="624"/>
                  <a:ext cx="960" cy="100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5" name="Freeform 41">
                  <a:extLst>
                    <a:ext uri="{FF2B5EF4-FFF2-40B4-BE49-F238E27FC236}">
                      <a16:creationId xmlns:a16="http://schemas.microsoft.com/office/drawing/2014/main" id="{A7D7E640-0C48-49DD-9747-669169224474}"/>
                    </a:ext>
                  </a:extLst>
                </p:cNvPr>
                <p:cNvSpPr>
                  <a:spLocks/>
                </p:cNvSpPr>
                <p:nvPr/>
              </p:nvSpPr>
              <p:spPr bwMode="auto">
                <a:xfrm rot="19438871">
                  <a:off x="4087" y="1488"/>
                  <a:ext cx="240" cy="54"/>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28575">
                  <a:solidFill>
                    <a:srgbClr val="FFFF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6" name="Freeform 42">
                  <a:extLst>
                    <a:ext uri="{FF2B5EF4-FFF2-40B4-BE49-F238E27FC236}">
                      <a16:creationId xmlns:a16="http://schemas.microsoft.com/office/drawing/2014/main" id="{0F08266F-CF59-4AB4-9D29-CF872BEDC754}"/>
                    </a:ext>
                  </a:extLst>
                </p:cNvPr>
                <p:cNvSpPr>
                  <a:spLocks/>
                </p:cNvSpPr>
                <p:nvPr/>
              </p:nvSpPr>
              <p:spPr bwMode="auto">
                <a:xfrm rot="-1510711">
                  <a:off x="4021" y="1104"/>
                  <a:ext cx="203"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28575">
                  <a:solidFill>
                    <a:srgbClr val="FFFF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7" name="Freeform 43">
                  <a:extLst>
                    <a:ext uri="{FF2B5EF4-FFF2-40B4-BE49-F238E27FC236}">
                      <a16:creationId xmlns:a16="http://schemas.microsoft.com/office/drawing/2014/main" id="{A7C11A3F-8477-46A5-A7A4-F992DAEE5EC5}"/>
                    </a:ext>
                  </a:extLst>
                </p:cNvPr>
                <p:cNvSpPr>
                  <a:spLocks/>
                </p:cNvSpPr>
                <p:nvPr/>
              </p:nvSpPr>
              <p:spPr bwMode="auto">
                <a:xfrm rot="-1795138">
                  <a:off x="4364" y="912"/>
                  <a:ext cx="244"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28575">
                  <a:solidFill>
                    <a:srgbClr val="CC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8" name="Freeform 44">
                  <a:extLst>
                    <a:ext uri="{FF2B5EF4-FFF2-40B4-BE49-F238E27FC236}">
                      <a16:creationId xmlns:a16="http://schemas.microsoft.com/office/drawing/2014/main" id="{0751161F-B0C1-4428-ABE8-F7589359F446}"/>
                    </a:ext>
                  </a:extLst>
                </p:cNvPr>
                <p:cNvSpPr>
                  <a:spLocks/>
                </p:cNvSpPr>
                <p:nvPr/>
              </p:nvSpPr>
              <p:spPr bwMode="auto">
                <a:xfrm rot="18941039">
                  <a:off x="4323" y="1248"/>
                  <a:ext cx="244"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28575">
                  <a:solidFill>
                    <a:srgbClr val="CC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9" name="Freeform 45">
                  <a:extLst>
                    <a:ext uri="{FF2B5EF4-FFF2-40B4-BE49-F238E27FC236}">
                      <a16:creationId xmlns:a16="http://schemas.microsoft.com/office/drawing/2014/main" id="{07242B4D-75A2-4D9C-80D5-1D54317A17FB}"/>
                    </a:ext>
                  </a:extLst>
                </p:cNvPr>
                <p:cNvSpPr>
                  <a:spLocks/>
                </p:cNvSpPr>
                <p:nvPr/>
              </p:nvSpPr>
              <p:spPr bwMode="auto">
                <a:xfrm rot="-1795138">
                  <a:off x="4700" y="720"/>
                  <a:ext cx="244"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60" name="Freeform 46">
                  <a:extLst>
                    <a:ext uri="{FF2B5EF4-FFF2-40B4-BE49-F238E27FC236}">
                      <a16:creationId xmlns:a16="http://schemas.microsoft.com/office/drawing/2014/main" id="{C16B7614-1D70-44FE-AA92-D9D44146E1FC}"/>
                    </a:ext>
                  </a:extLst>
                </p:cNvPr>
                <p:cNvSpPr>
                  <a:spLocks/>
                </p:cNvSpPr>
                <p:nvPr/>
              </p:nvSpPr>
              <p:spPr bwMode="auto">
                <a:xfrm rot="18941039">
                  <a:off x="4567" y="974"/>
                  <a:ext cx="244"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2857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sp>
          <p:nvSpPr>
            <p:cNvPr id="248" name="三十二角星 1">
              <a:extLst>
                <a:ext uri="{FF2B5EF4-FFF2-40B4-BE49-F238E27FC236}">
                  <a16:creationId xmlns:a16="http://schemas.microsoft.com/office/drawing/2014/main" id="{BC67C46C-E4BC-4BFD-97FE-F411676C6B62}"/>
                </a:ext>
              </a:extLst>
            </p:cNvPr>
            <p:cNvSpPr/>
            <p:nvPr/>
          </p:nvSpPr>
          <p:spPr bwMode="auto">
            <a:xfrm>
              <a:off x="5312662" y="5613084"/>
              <a:ext cx="144016" cy="144016"/>
            </a:xfrm>
            <a:prstGeom prst="star32">
              <a:avLst/>
            </a:prstGeom>
            <a:solidFill>
              <a:srgbClr val="FFC000"/>
            </a:solid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endParaRPr>
            </a:p>
          </p:txBody>
        </p:sp>
        <p:sp>
          <p:nvSpPr>
            <p:cNvPr id="249" name="三十二角星 57">
              <a:extLst>
                <a:ext uri="{FF2B5EF4-FFF2-40B4-BE49-F238E27FC236}">
                  <a16:creationId xmlns:a16="http://schemas.microsoft.com/office/drawing/2014/main" id="{DF5F4632-C947-4BBA-96AB-832DBDC8336C}"/>
                </a:ext>
              </a:extLst>
            </p:cNvPr>
            <p:cNvSpPr/>
            <p:nvPr/>
          </p:nvSpPr>
          <p:spPr bwMode="auto">
            <a:xfrm>
              <a:off x="5526864" y="6309320"/>
              <a:ext cx="144016" cy="144016"/>
            </a:xfrm>
            <a:prstGeom prst="star32">
              <a:avLst/>
            </a:prstGeom>
            <a:solidFill>
              <a:srgbClr val="FFC000"/>
            </a:solidFill>
            <a:ln w="9525" cap="flat" cmpd="sng" algn="ctr">
              <a:solidFill>
                <a:srgbClr val="FFFF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endParaRPr>
            </a:p>
          </p:txBody>
        </p:sp>
      </p:grpSp>
      <p:sp>
        <p:nvSpPr>
          <p:cNvPr id="264" name="Rectangle 103">
            <a:extLst>
              <a:ext uri="{FF2B5EF4-FFF2-40B4-BE49-F238E27FC236}">
                <a16:creationId xmlns:a16="http://schemas.microsoft.com/office/drawing/2014/main" id="{C64B71BB-2583-4C15-A9C4-426867CC9E11}"/>
              </a:ext>
            </a:extLst>
          </p:cNvPr>
          <p:cNvSpPr>
            <a:spLocks noChangeArrowheads="1"/>
          </p:cNvSpPr>
          <p:nvPr/>
        </p:nvSpPr>
        <p:spPr bwMode="auto">
          <a:xfrm>
            <a:off x="1454124" y="5504712"/>
            <a:ext cx="10263742" cy="1015663"/>
          </a:xfrm>
          <a:prstGeom prst="rect">
            <a:avLst/>
          </a:prstGeom>
          <a:noFill/>
          <a:ln w="38100">
            <a:noFill/>
            <a:miter lim="800000"/>
            <a:headEnd/>
            <a:tailEnd/>
          </a:ln>
          <a:effectLst/>
        </p:spPr>
        <p:txBody>
          <a:bodyPr wrap="square" anchor="ctr">
            <a:spAutoFit/>
          </a:bodyPr>
          <a:lstStyle/>
          <a:p>
            <a:pPr defTabSz="914400" eaLnBrk="1" hangingPunct="1">
              <a:defRPr/>
            </a:pPr>
            <a:r>
              <a:rPr kumimoji="1" lang="zh-CN" altLang="en-US" sz="2800" dirty="0">
                <a:latin typeface="楷体_GB2312" pitchFamily="49" charset="-122"/>
                <a:ea typeface="楷体_GB2312" pitchFamily="49" charset="-122"/>
              </a:rPr>
              <a:t>普通光源中大量原子发出波列具有</a:t>
            </a:r>
            <a:r>
              <a:rPr kumimoji="1" lang="zh-CN" altLang="en-US" sz="3200" b="1" dirty="0">
                <a:solidFill>
                  <a:srgbClr val="FF0000"/>
                </a:solidFill>
                <a:latin typeface="微软雅黑" panose="020B0503020204020204" pitchFamily="34" charset="-122"/>
                <a:ea typeface="微软雅黑" panose="020B0503020204020204" pitchFamily="34" charset="-122"/>
              </a:rPr>
              <a:t>独立</a:t>
            </a:r>
            <a:r>
              <a:rPr kumimoji="1" lang="zh-CN" altLang="en-US" sz="3200" dirty="0">
                <a:latin typeface="楷体_GB2312" pitchFamily="49" charset="-122"/>
                <a:ea typeface="楷体_GB2312" pitchFamily="49" charset="-122"/>
              </a:rPr>
              <a:t>、</a:t>
            </a:r>
            <a:r>
              <a:rPr kumimoji="1" lang="zh-CN" altLang="en-US" sz="3200" b="1" dirty="0">
                <a:solidFill>
                  <a:srgbClr val="FF0000"/>
                </a:solidFill>
                <a:latin typeface="微软雅黑" panose="020B0503020204020204" pitchFamily="34" charset="-122"/>
                <a:ea typeface="微软雅黑" panose="020B0503020204020204" pitchFamily="34" charset="-122"/>
              </a:rPr>
              <a:t>偶然</a:t>
            </a:r>
            <a:r>
              <a:rPr kumimoji="1" lang="zh-CN" altLang="en-US" sz="3200" dirty="0">
                <a:latin typeface="楷体_GB2312" pitchFamily="49" charset="-122"/>
                <a:ea typeface="楷体_GB2312" pitchFamily="49" charset="-122"/>
              </a:rPr>
              <a:t>、</a:t>
            </a:r>
            <a:r>
              <a:rPr kumimoji="1" lang="zh-CN" altLang="en-US" sz="3200" b="1" dirty="0">
                <a:solidFill>
                  <a:srgbClr val="FF0000"/>
                </a:solidFill>
                <a:latin typeface="微软雅黑" panose="020B0503020204020204" pitchFamily="34" charset="-122"/>
                <a:ea typeface="微软雅黑" panose="020B0503020204020204" pitchFamily="34" charset="-122"/>
              </a:rPr>
              <a:t>间歇</a:t>
            </a:r>
            <a:r>
              <a:rPr kumimoji="1" lang="zh-CN" altLang="en-US" sz="2800" dirty="0">
                <a:latin typeface="楷体_GB2312" pitchFamily="49" charset="-122"/>
                <a:ea typeface="楷体_GB2312" pitchFamily="49" charset="-122"/>
              </a:rPr>
              <a:t>的特点，很难同时满足相干条件，故不是相干光源</a:t>
            </a:r>
            <a:r>
              <a:rPr kumimoji="1" lang="en-US" altLang="zh-CN" sz="2800" dirty="0">
                <a:latin typeface="楷体_GB2312" pitchFamily="49" charset="-122"/>
                <a:ea typeface="楷体_GB2312" pitchFamily="49" charset="-122"/>
              </a:rPr>
              <a:t>.</a:t>
            </a:r>
          </a:p>
        </p:txBody>
      </p:sp>
    </p:spTree>
    <p:extLst>
      <p:ext uri="{BB962C8B-B14F-4D97-AF65-F5344CB8AC3E}">
        <p14:creationId xmlns:p14="http://schemas.microsoft.com/office/powerpoint/2010/main" val="227427642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0"/>
                                        </p:tgtEl>
                                        <p:attrNameLst>
                                          <p:attrName>style.visibility</p:attrName>
                                        </p:attrNameLst>
                                      </p:cBhvr>
                                      <p:to>
                                        <p:strVal val="visible"/>
                                      </p:to>
                                    </p:set>
                                    <p:animEffect transition="in" filter="wipe(left)">
                                      <p:cBhvr>
                                        <p:cTn id="7" dur="500"/>
                                        <p:tgtEl>
                                          <p:spTgt spid="6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iterate type="wd">
                                    <p:tmPct val="30000"/>
                                  </p:iterate>
                                  <p:childTnLst>
                                    <p:set>
                                      <p:cBhvr>
                                        <p:cTn id="11" dur="1" fill="hold">
                                          <p:stCondLst>
                                            <p:cond delay="0"/>
                                          </p:stCondLst>
                                        </p:cTn>
                                        <p:tgtEl>
                                          <p:spTgt spid="61"/>
                                        </p:tgtEl>
                                        <p:attrNameLst>
                                          <p:attrName>style.visibility</p:attrName>
                                        </p:attrNameLst>
                                      </p:cBhvr>
                                      <p:to>
                                        <p:strVal val="visible"/>
                                      </p:to>
                                    </p:set>
                                    <p:animEffect transition="in" filter="wipe(left)">
                                      <p:cBhvr>
                                        <p:cTn id="12" dur="500"/>
                                        <p:tgtEl>
                                          <p:spTgt spid="61"/>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62"/>
                                        </p:tgtEl>
                                        <p:attrNameLst>
                                          <p:attrName>style.visibility</p:attrName>
                                        </p:attrNameLst>
                                      </p:cBhvr>
                                      <p:to>
                                        <p:strVal val="visible"/>
                                      </p:to>
                                    </p:set>
                                    <p:animEffect transition="in" filter="dissolve">
                                      <p:cBhvr>
                                        <p:cTn id="17" dur="500"/>
                                        <p:tgtEl>
                                          <p:spTgt spid="6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14"/>
                                        </p:tgtEl>
                                        <p:attrNameLst>
                                          <p:attrName>style.visibility</p:attrName>
                                        </p:attrNameLst>
                                      </p:cBhvr>
                                      <p:to>
                                        <p:strVal val="visible"/>
                                      </p:to>
                                    </p:set>
                                    <p:animEffect transition="in" filter="blinds(horizontal)">
                                      <p:cBhvr>
                                        <p:cTn id="22" dur="500"/>
                                        <p:tgtEl>
                                          <p:spTgt spid="2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1" fill="hold" nodeType="clickEffect">
                                  <p:stCondLst>
                                    <p:cond delay="0"/>
                                  </p:stCondLst>
                                  <p:childTnLst>
                                    <p:set>
                                      <p:cBhvr>
                                        <p:cTn id="26" dur="1" fill="hold">
                                          <p:stCondLst>
                                            <p:cond delay="0"/>
                                          </p:stCondLst>
                                        </p:cTn>
                                        <p:tgtEl>
                                          <p:spTgt spid="243"/>
                                        </p:tgtEl>
                                        <p:attrNameLst>
                                          <p:attrName>style.visibility</p:attrName>
                                        </p:attrNameLst>
                                      </p:cBhvr>
                                      <p:to>
                                        <p:strVal val="visible"/>
                                      </p:to>
                                    </p:set>
                                    <p:animEffect transition="in" filter="wipe(up)">
                                      <p:cBhvr>
                                        <p:cTn id="27" dur="500"/>
                                        <p:tgtEl>
                                          <p:spTgt spid="24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239"/>
                                        </p:tgtEl>
                                        <p:attrNameLst>
                                          <p:attrName>style.visibility</p:attrName>
                                        </p:attrNameLst>
                                      </p:cBhvr>
                                      <p:to>
                                        <p:strVal val="visible"/>
                                      </p:to>
                                    </p:set>
                                    <p:animEffect transition="in" filter="wipe(down)">
                                      <p:cBhvr>
                                        <p:cTn id="32" dur="500"/>
                                        <p:tgtEl>
                                          <p:spTgt spid="23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1" fill="hold" grpId="0" nodeType="clickEffect">
                                  <p:stCondLst>
                                    <p:cond delay="0"/>
                                  </p:stCondLst>
                                  <p:childTnLst>
                                    <p:set>
                                      <p:cBhvr>
                                        <p:cTn id="36" dur="1" fill="hold">
                                          <p:stCondLst>
                                            <p:cond delay="0"/>
                                          </p:stCondLst>
                                        </p:cTn>
                                        <p:tgtEl>
                                          <p:spTgt spid="218"/>
                                        </p:tgtEl>
                                        <p:attrNameLst>
                                          <p:attrName>style.visibility</p:attrName>
                                        </p:attrNameLst>
                                      </p:cBhvr>
                                      <p:to>
                                        <p:strVal val="visible"/>
                                      </p:to>
                                    </p:set>
                                    <p:animEffect transition="in" filter="wipe(up)">
                                      <p:cBhvr>
                                        <p:cTn id="37" dur="500"/>
                                        <p:tgtEl>
                                          <p:spTgt spid="218"/>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19"/>
                                        </p:tgtEl>
                                        <p:attrNameLst>
                                          <p:attrName>style.visibility</p:attrName>
                                        </p:attrNameLst>
                                      </p:cBhvr>
                                      <p:to>
                                        <p:strVal val="visible"/>
                                      </p:to>
                                    </p:set>
                                    <p:animEffect transition="in" filter="wipe(left)">
                                      <p:cBhvr>
                                        <p:cTn id="42" dur="500"/>
                                        <p:tgtEl>
                                          <p:spTgt spid="219"/>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1" fill="hold" grpId="0" nodeType="clickEffect">
                                  <p:stCondLst>
                                    <p:cond delay="0"/>
                                  </p:stCondLst>
                                  <p:childTnLst>
                                    <p:set>
                                      <p:cBhvr>
                                        <p:cTn id="46" dur="1" fill="hold">
                                          <p:stCondLst>
                                            <p:cond delay="0"/>
                                          </p:stCondLst>
                                        </p:cTn>
                                        <p:tgtEl>
                                          <p:spTgt spid="213"/>
                                        </p:tgtEl>
                                        <p:attrNameLst>
                                          <p:attrName>style.visibility</p:attrName>
                                        </p:attrNameLst>
                                      </p:cBhvr>
                                      <p:to>
                                        <p:strVal val="visible"/>
                                      </p:to>
                                    </p:set>
                                    <p:animEffect transition="in" filter="wipe(up)">
                                      <p:cBhvr>
                                        <p:cTn id="47" dur="500"/>
                                        <p:tgtEl>
                                          <p:spTgt spid="21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2" fill="hold" nodeType="clickEffect">
                                  <p:stCondLst>
                                    <p:cond delay="0"/>
                                  </p:stCondLst>
                                  <p:childTnLst>
                                    <p:set>
                                      <p:cBhvr>
                                        <p:cTn id="51" dur="1" fill="hold">
                                          <p:stCondLst>
                                            <p:cond delay="0"/>
                                          </p:stCondLst>
                                        </p:cTn>
                                        <p:tgtEl>
                                          <p:spTgt spid="227"/>
                                        </p:tgtEl>
                                        <p:attrNameLst>
                                          <p:attrName>style.visibility</p:attrName>
                                        </p:attrNameLst>
                                      </p:cBhvr>
                                      <p:to>
                                        <p:strVal val="visible"/>
                                      </p:to>
                                    </p:set>
                                    <p:animEffect transition="in" filter="wipe(right)">
                                      <p:cBhvr>
                                        <p:cTn id="52" dur="500"/>
                                        <p:tgtEl>
                                          <p:spTgt spid="22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46"/>
                                        </p:tgtEl>
                                        <p:attrNameLst>
                                          <p:attrName>style.visibility</p:attrName>
                                        </p:attrNameLst>
                                      </p:cBhvr>
                                      <p:to>
                                        <p:strVal val="visible"/>
                                      </p:to>
                                    </p:set>
                                    <p:animEffect transition="in" filter="wipe(left)">
                                      <p:cBhvr>
                                        <p:cTn id="57" dur="500"/>
                                        <p:tgtEl>
                                          <p:spTgt spid="246"/>
                                        </p:tgtEl>
                                      </p:cBhvr>
                                    </p:animEffect>
                                  </p:childTnLst>
                                </p:cTn>
                              </p:par>
                            </p:childTnLst>
                          </p:cTn>
                        </p:par>
                      </p:childTnLst>
                    </p:cTn>
                  </p:par>
                  <p:par>
                    <p:cTn id="58" fill="hold">
                      <p:stCondLst>
                        <p:cond delay="indefinite"/>
                      </p:stCondLst>
                      <p:childTnLst>
                        <p:par>
                          <p:cTn id="59" fill="hold">
                            <p:stCondLst>
                              <p:cond delay="0"/>
                            </p:stCondLst>
                            <p:childTnLst>
                              <p:par>
                                <p:cTn id="60" presetID="3" presetClass="entr" presetSubtype="10" fill="hold" grpId="0" nodeType="clickEffect">
                                  <p:stCondLst>
                                    <p:cond delay="0"/>
                                  </p:stCondLst>
                                  <p:childTnLst>
                                    <p:set>
                                      <p:cBhvr>
                                        <p:cTn id="61" dur="1" fill="hold">
                                          <p:stCondLst>
                                            <p:cond delay="0"/>
                                          </p:stCondLst>
                                        </p:cTn>
                                        <p:tgtEl>
                                          <p:spTgt spid="264"/>
                                        </p:tgtEl>
                                        <p:attrNameLst>
                                          <p:attrName>style.visibility</p:attrName>
                                        </p:attrNameLst>
                                      </p:cBhvr>
                                      <p:to>
                                        <p:strVal val="visible"/>
                                      </p:to>
                                    </p:set>
                                    <p:animEffect transition="in" filter="blinds(horizontal)">
                                      <p:cBhvr>
                                        <p:cTn id="62" dur="500"/>
                                        <p:tgtEl>
                                          <p:spTgt spid="2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 grpId="0"/>
      <p:bldP spid="61" grpId="0"/>
      <p:bldP spid="213" grpId="0" animBg="1"/>
      <p:bldP spid="218" grpId="0" animBg="1"/>
      <p:bldP spid="26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1763468" cy="463550"/>
          </a:xfrm>
        </p:spPr>
        <p:txBody>
          <a:bodyPr/>
          <a:lstStyle/>
          <a:p>
            <a:pPr eaLnBrk="1" hangingPunct="1"/>
            <a:r>
              <a:rPr lang="zh-CN" altLang="en-US" dirty="0"/>
              <a:t>相干光</a:t>
            </a:r>
          </a:p>
        </p:txBody>
      </p:sp>
      <p:sp>
        <p:nvSpPr>
          <p:cNvPr id="13" name="Rectangle 3">
            <a:extLst>
              <a:ext uri="{FF2B5EF4-FFF2-40B4-BE49-F238E27FC236}">
                <a16:creationId xmlns:a16="http://schemas.microsoft.com/office/drawing/2014/main" id="{80DB6F9D-EC28-4DAE-AE59-1E543524FE76}"/>
              </a:ext>
            </a:extLst>
          </p:cNvPr>
          <p:cNvSpPr>
            <a:spLocks noChangeArrowheads="1"/>
          </p:cNvSpPr>
          <p:nvPr/>
        </p:nvSpPr>
        <p:spPr bwMode="auto">
          <a:xfrm>
            <a:off x="918164" y="1442715"/>
            <a:ext cx="848584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a:solidFill>
                  <a:srgbClr val="1C1C1C"/>
                </a:solidFill>
                <a:latin typeface="Times New Roman" panose="02020603050405020304" pitchFamily="18" charset="0"/>
                <a:ea typeface="宋体" panose="02010600030101010101" pitchFamily="2" charset="-122"/>
              </a:defRPr>
            </a:lvl1pPr>
            <a:lvl2pPr marL="742950" indent="-285750">
              <a:defRPr sz="2800" b="1">
                <a:solidFill>
                  <a:srgbClr val="1C1C1C"/>
                </a:solidFill>
                <a:latin typeface="Times New Roman" panose="02020603050405020304" pitchFamily="18" charset="0"/>
                <a:ea typeface="宋体" panose="02010600030101010101" pitchFamily="2" charset="-122"/>
              </a:defRPr>
            </a:lvl2pPr>
            <a:lvl3pPr marL="1143000" indent="-228600">
              <a:defRPr sz="2800" b="1">
                <a:solidFill>
                  <a:srgbClr val="1C1C1C"/>
                </a:solidFill>
                <a:latin typeface="Times New Roman" panose="02020603050405020304" pitchFamily="18" charset="0"/>
                <a:ea typeface="宋体" panose="02010600030101010101" pitchFamily="2" charset="-122"/>
              </a:defRPr>
            </a:lvl3pPr>
            <a:lvl4pPr marL="1600200" indent="-228600">
              <a:defRPr sz="2800" b="1">
                <a:solidFill>
                  <a:srgbClr val="1C1C1C"/>
                </a:solidFill>
                <a:latin typeface="Times New Roman" panose="02020603050405020304" pitchFamily="18" charset="0"/>
                <a:ea typeface="宋体" panose="02010600030101010101" pitchFamily="2" charset="-122"/>
              </a:defRPr>
            </a:lvl4pPr>
            <a:lvl5pPr marL="2057400" indent="-228600">
              <a:defRPr sz="2800" b="1">
                <a:solidFill>
                  <a:srgbClr val="1C1C1C"/>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800" b="1">
                <a:solidFill>
                  <a:srgbClr val="1C1C1C"/>
                </a:solidFill>
                <a:latin typeface="Times New Roman" panose="02020603050405020304" pitchFamily="18" charset="0"/>
                <a:ea typeface="宋体" panose="02010600030101010101" pitchFamily="2" charset="-122"/>
              </a:defRPr>
            </a:lvl9pPr>
          </a:lstStyle>
          <a:p>
            <a:pPr lvl="0" defTabSz="914400" eaLnBrk="1" hangingPunct="1">
              <a:buClr>
                <a:srgbClr val="0000FF"/>
              </a:buClr>
              <a:defRPr/>
            </a:pPr>
            <a:r>
              <a:rPr kumimoji="1" lang="en-US" altLang="zh-CN" sz="3200" dirty="0">
                <a:solidFill>
                  <a:prstClr val="black"/>
                </a:solidFill>
                <a:latin typeface="微软雅黑" panose="020B0503020204020204" pitchFamily="34" charset="-122"/>
                <a:ea typeface="微软雅黑" panose="020B0503020204020204" pitchFamily="34" charset="-122"/>
              </a:rPr>
              <a:t>4. </a:t>
            </a:r>
            <a:r>
              <a:rPr kumimoji="1" lang="zh-CN" altLang="en-US" sz="3200" dirty="0">
                <a:solidFill>
                  <a:prstClr val="black"/>
                </a:solidFill>
                <a:latin typeface="微软雅黑" panose="020B0503020204020204" pitchFamily="34" charset="-122"/>
                <a:ea typeface="微软雅黑" panose="020B0503020204020204" pitchFamily="34" charset="-122"/>
              </a:rPr>
              <a:t>如何通过普通光源获得相干光？</a:t>
            </a:r>
          </a:p>
        </p:txBody>
      </p:sp>
      <p:sp>
        <p:nvSpPr>
          <p:cNvPr id="14" name="Rectangle 5">
            <a:extLst>
              <a:ext uri="{FF2B5EF4-FFF2-40B4-BE49-F238E27FC236}">
                <a16:creationId xmlns:a16="http://schemas.microsoft.com/office/drawing/2014/main" id="{103391C9-3A5B-4E25-9EE7-0F656BCB0CDC}"/>
              </a:ext>
            </a:extLst>
          </p:cNvPr>
          <p:cNvSpPr>
            <a:spLocks noChangeArrowheads="1"/>
          </p:cNvSpPr>
          <p:nvPr/>
        </p:nvSpPr>
        <p:spPr bwMode="auto">
          <a:xfrm>
            <a:off x="532871" y="641363"/>
            <a:ext cx="4572000"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三</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4000" b="1" dirty="0">
                <a:solidFill>
                  <a:srgbClr val="C00000"/>
                </a:solidFill>
                <a:latin typeface="微软雅黑" panose="020B0503020204020204" pitchFamily="34" charset="-122"/>
                <a:ea typeface="微软雅黑" panose="020B0503020204020204" pitchFamily="34" charset="-122"/>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相干光</a:t>
            </a:r>
          </a:p>
        </p:txBody>
      </p:sp>
      <p:grpSp>
        <p:nvGrpSpPr>
          <p:cNvPr id="63" name="Group 42">
            <a:extLst>
              <a:ext uri="{FF2B5EF4-FFF2-40B4-BE49-F238E27FC236}">
                <a16:creationId xmlns:a16="http://schemas.microsoft.com/office/drawing/2014/main" id="{C6E730FA-ACBC-40A6-9449-B1D6D6D204A8}"/>
              </a:ext>
            </a:extLst>
          </p:cNvPr>
          <p:cNvGrpSpPr>
            <a:grpSpLocks/>
          </p:cNvGrpSpPr>
          <p:nvPr/>
        </p:nvGrpSpPr>
        <p:grpSpPr bwMode="auto">
          <a:xfrm>
            <a:off x="295329" y="3928089"/>
            <a:ext cx="6008688" cy="2540000"/>
            <a:chOff x="-949" y="2016"/>
            <a:chExt cx="3785" cy="1600"/>
          </a:xfrm>
        </p:grpSpPr>
        <p:sp>
          <p:nvSpPr>
            <p:cNvPr id="64" name="AutoShape 43">
              <a:extLst>
                <a:ext uri="{FF2B5EF4-FFF2-40B4-BE49-F238E27FC236}">
                  <a16:creationId xmlns:a16="http://schemas.microsoft.com/office/drawing/2014/main" id="{5CD3B380-6672-4F18-801F-3D97C56E15AA}"/>
                </a:ext>
              </a:extLst>
            </p:cNvPr>
            <p:cNvSpPr>
              <a:spLocks noChangeArrowheads="1"/>
            </p:cNvSpPr>
            <p:nvPr/>
          </p:nvSpPr>
          <p:spPr bwMode="auto">
            <a:xfrm>
              <a:off x="-949" y="2180"/>
              <a:ext cx="1835" cy="322"/>
            </a:xfrm>
            <a:prstGeom prst="roundRect">
              <a:avLst>
                <a:gd name="adj" fmla="val 16667"/>
              </a:avLst>
            </a:prstGeom>
            <a:noFill/>
            <a:ln w="9525">
              <a:solidFill>
                <a:srgbClr val="FFFFFF"/>
              </a:solidFill>
              <a:round/>
              <a:headEnd/>
              <a:tailEnd/>
            </a:ln>
          </p:spPr>
          <p:txBody>
            <a:bodyPr wrap="squar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杨氏双缝干涉</a:t>
              </a:r>
            </a:p>
          </p:txBody>
        </p:sp>
        <p:grpSp>
          <p:nvGrpSpPr>
            <p:cNvPr id="65" name="Group 44">
              <a:extLst>
                <a:ext uri="{FF2B5EF4-FFF2-40B4-BE49-F238E27FC236}">
                  <a16:creationId xmlns:a16="http://schemas.microsoft.com/office/drawing/2014/main" id="{967BBA2B-6579-4E15-A05F-1E489EE34CDB}"/>
                </a:ext>
              </a:extLst>
            </p:cNvPr>
            <p:cNvGrpSpPr>
              <a:grpSpLocks/>
            </p:cNvGrpSpPr>
            <p:nvPr/>
          </p:nvGrpSpPr>
          <p:grpSpPr bwMode="auto">
            <a:xfrm>
              <a:off x="383" y="2016"/>
              <a:ext cx="2453" cy="1600"/>
              <a:chOff x="383" y="2016"/>
              <a:chExt cx="2453" cy="1600"/>
            </a:xfrm>
          </p:grpSpPr>
          <p:graphicFrame>
            <p:nvGraphicFramePr>
              <p:cNvPr id="66" name="Object 45">
                <a:extLst>
                  <a:ext uri="{FF2B5EF4-FFF2-40B4-BE49-F238E27FC236}">
                    <a16:creationId xmlns:a16="http://schemas.microsoft.com/office/drawing/2014/main" id="{6260EE54-8B01-4578-BC18-6084A26E3F1F}"/>
                  </a:ext>
                </a:extLst>
              </p:cNvPr>
              <p:cNvGraphicFramePr>
                <a:graphicFrameLocks noChangeAspect="1"/>
              </p:cNvGraphicFramePr>
              <p:nvPr/>
            </p:nvGraphicFramePr>
            <p:xfrm>
              <a:off x="432" y="2029"/>
              <a:ext cx="2404" cy="1587"/>
            </p:xfrm>
            <a:graphic>
              <a:graphicData uri="http://schemas.openxmlformats.org/presentationml/2006/ole">
                <mc:AlternateContent xmlns:mc="http://schemas.openxmlformats.org/markup-compatibility/2006">
                  <mc:Choice xmlns:v="urn:schemas-microsoft-com:vml" Requires="v">
                    <p:oleObj name="位图图像" r:id="rId3" imgW="3858164" imgH="2161905" progId="PBrush">
                      <p:embed/>
                    </p:oleObj>
                  </mc:Choice>
                  <mc:Fallback>
                    <p:oleObj name="位图图像" r:id="rId3" imgW="3858164" imgH="2161905" progId="PBrush">
                      <p:embed/>
                      <p:pic>
                        <p:nvPicPr>
                          <p:cNvPr id="4098" name="Object 4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2" y="2029"/>
                            <a:ext cx="2404" cy="15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7" name="Rectangle 46">
                <a:extLst>
                  <a:ext uri="{FF2B5EF4-FFF2-40B4-BE49-F238E27FC236}">
                    <a16:creationId xmlns:a16="http://schemas.microsoft.com/office/drawing/2014/main" id="{19A1CED1-1261-4E8F-84E0-5C48B6B5A4DF}"/>
                  </a:ext>
                </a:extLst>
              </p:cNvPr>
              <p:cNvSpPr>
                <a:spLocks noChangeArrowheads="1"/>
              </p:cNvSpPr>
              <p:nvPr/>
            </p:nvSpPr>
            <p:spPr bwMode="auto">
              <a:xfrm>
                <a:off x="383" y="2016"/>
                <a:ext cx="2449" cy="1584"/>
              </a:xfrm>
              <a:prstGeom prst="rect">
                <a:avLst/>
              </a:prstGeom>
              <a:noFill/>
              <a:ln w="285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grpSp>
        <p:nvGrpSpPr>
          <p:cNvPr id="68" name="Group 47">
            <a:extLst>
              <a:ext uri="{FF2B5EF4-FFF2-40B4-BE49-F238E27FC236}">
                <a16:creationId xmlns:a16="http://schemas.microsoft.com/office/drawing/2014/main" id="{E62354C3-E385-4ADA-A333-920F4B06EB89}"/>
              </a:ext>
            </a:extLst>
          </p:cNvPr>
          <p:cNvGrpSpPr>
            <a:grpSpLocks/>
          </p:cNvGrpSpPr>
          <p:nvPr/>
        </p:nvGrpSpPr>
        <p:grpSpPr bwMode="auto">
          <a:xfrm>
            <a:off x="6490285" y="3885978"/>
            <a:ext cx="5407026" cy="2557462"/>
            <a:chOff x="2162" y="2016"/>
            <a:chExt cx="3406" cy="1611"/>
          </a:xfrm>
        </p:grpSpPr>
        <p:sp>
          <p:nvSpPr>
            <p:cNvPr id="69" name="AutoShape 48">
              <a:extLst>
                <a:ext uri="{FF2B5EF4-FFF2-40B4-BE49-F238E27FC236}">
                  <a16:creationId xmlns:a16="http://schemas.microsoft.com/office/drawing/2014/main" id="{25324AF9-1CCB-4D31-8628-14F586DF8F9D}"/>
                </a:ext>
              </a:extLst>
            </p:cNvPr>
            <p:cNvSpPr>
              <a:spLocks noChangeArrowheads="1"/>
            </p:cNvSpPr>
            <p:nvPr/>
          </p:nvSpPr>
          <p:spPr bwMode="auto">
            <a:xfrm>
              <a:off x="2162" y="2103"/>
              <a:ext cx="1193" cy="320"/>
            </a:xfrm>
            <a:prstGeom prst="roundRect">
              <a:avLst>
                <a:gd name="adj" fmla="val 16667"/>
              </a:avLst>
            </a:prstGeom>
            <a:noFill/>
            <a:ln w="9525">
              <a:solidFill>
                <a:srgbClr val="FFFFFF"/>
              </a:solidFill>
              <a:round/>
              <a:headEnd/>
              <a:tailEnd/>
            </a:ln>
          </p:spPr>
          <p:txBody>
            <a:bodyPr wrap="squar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sz="2400" b="1" i="0" u="none" strike="noStrike" kern="0" cap="none" spc="0" normalizeH="0" baseline="0" noProof="0" dirty="0">
                  <a:ln>
                    <a:noFill/>
                  </a:ln>
                  <a:solidFill>
                    <a:srgbClr val="0000FF"/>
                  </a:solidFill>
                  <a:effectLst/>
                  <a:uLnTx/>
                  <a:uFillTx/>
                  <a:latin typeface="黑体" panose="02010609060101010101" pitchFamily="49" charset="-122"/>
                  <a:ea typeface="黑体" panose="02010609060101010101" pitchFamily="49" charset="-122"/>
                </a:rPr>
                <a:t>薄膜干涉</a:t>
              </a:r>
            </a:p>
          </p:txBody>
        </p:sp>
        <p:grpSp>
          <p:nvGrpSpPr>
            <p:cNvPr id="70" name="Group 49">
              <a:extLst>
                <a:ext uri="{FF2B5EF4-FFF2-40B4-BE49-F238E27FC236}">
                  <a16:creationId xmlns:a16="http://schemas.microsoft.com/office/drawing/2014/main" id="{659B7FAA-0701-4C62-92B7-12CA9E50CB32}"/>
                </a:ext>
              </a:extLst>
            </p:cNvPr>
            <p:cNvGrpSpPr>
              <a:grpSpLocks/>
            </p:cNvGrpSpPr>
            <p:nvPr/>
          </p:nvGrpSpPr>
          <p:grpSpPr bwMode="auto">
            <a:xfrm>
              <a:off x="3264" y="2016"/>
              <a:ext cx="2304" cy="1611"/>
              <a:chOff x="3168" y="2016"/>
              <a:chExt cx="2304" cy="1611"/>
            </a:xfrm>
          </p:grpSpPr>
          <p:pic>
            <p:nvPicPr>
              <p:cNvPr id="71" name="Picture 50" descr="分振幅">
                <a:extLst>
                  <a:ext uri="{FF2B5EF4-FFF2-40B4-BE49-F238E27FC236}">
                    <a16:creationId xmlns:a16="http://schemas.microsoft.com/office/drawing/2014/main" id="{D63205E8-20A0-4948-A1D0-6975C6051D3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68" y="2032"/>
                <a:ext cx="2304" cy="1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 name="Rectangle 51">
                <a:extLst>
                  <a:ext uri="{FF2B5EF4-FFF2-40B4-BE49-F238E27FC236}">
                    <a16:creationId xmlns:a16="http://schemas.microsoft.com/office/drawing/2014/main" id="{7EBBFD14-BD70-4AFE-9EF1-83335144C298}"/>
                  </a:ext>
                </a:extLst>
              </p:cNvPr>
              <p:cNvSpPr>
                <a:spLocks noChangeArrowheads="1"/>
              </p:cNvSpPr>
              <p:nvPr/>
            </p:nvSpPr>
            <p:spPr bwMode="auto">
              <a:xfrm>
                <a:off x="3168" y="2016"/>
                <a:ext cx="2304" cy="1584"/>
              </a:xfrm>
              <a:prstGeom prst="rect">
                <a:avLst/>
              </a:prstGeom>
              <a:noFill/>
              <a:ln w="28575">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sp>
        <p:nvSpPr>
          <p:cNvPr id="73" name="Text Box 37">
            <a:extLst>
              <a:ext uri="{FF2B5EF4-FFF2-40B4-BE49-F238E27FC236}">
                <a16:creationId xmlns:a16="http://schemas.microsoft.com/office/drawing/2014/main" id="{9645F3FD-2FDC-4574-911B-4066F56218F0}"/>
              </a:ext>
            </a:extLst>
          </p:cNvPr>
          <p:cNvSpPr txBox="1">
            <a:spLocks noChangeArrowheads="1"/>
          </p:cNvSpPr>
          <p:nvPr/>
        </p:nvSpPr>
        <p:spPr bwMode="auto">
          <a:xfrm>
            <a:off x="1146689" y="2106612"/>
            <a:ext cx="1068719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spcBef>
                <a:spcPct val="50000"/>
              </a:spcBef>
            </a:pPr>
            <a:r>
              <a:rPr lang="zh-CN" altLang="en-US" dirty="0">
                <a:ea typeface="楷体_GB2312" pitchFamily="49" charset="-122"/>
              </a:rPr>
              <a:t>     将普通光源的</a:t>
            </a:r>
            <a:r>
              <a:rPr lang="zh-CN" altLang="en-US" dirty="0">
                <a:solidFill>
                  <a:srgbClr val="FF0000"/>
                </a:solidFill>
                <a:ea typeface="楷体_GB2312" pitchFamily="49" charset="-122"/>
              </a:rPr>
              <a:t>同一束光分割为两束或多束，使之经过不同路径后再相遇</a:t>
            </a:r>
            <a:r>
              <a:rPr lang="zh-CN" altLang="en-US" dirty="0">
                <a:ea typeface="楷体_GB2312" pitchFamily="49" charset="-122"/>
              </a:rPr>
              <a:t>而产生干涉现象。</a:t>
            </a:r>
          </a:p>
        </p:txBody>
      </p:sp>
      <p:sp>
        <p:nvSpPr>
          <p:cNvPr id="74" name="Rectangle 39">
            <a:extLst>
              <a:ext uri="{FF2B5EF4-FFF2-40B4-BE49-F238E27FC236}">
                <a16:creationId xmlns:a16="http://schemas.microsoft.com/office/drawing/2014/main" id="{58367736-94EC-480F-A7E5-A7304BE661EA}"/>
              </a:ext>
            </a:extLst>
          </p:cNvPr>
          <p:cNvSpPr>
            <a:spLocks noChangeArrowheads="1"/>
          </p:cNvSpPr>
          <p:nvPr/>
        </p:nvSpPr>
        <p:spPr bwMode="auto">
          <a:xfrm>
            <a:off x="3464454" y="3116790"/>
            <a:ext cx="247173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zh-CN" altLang="en-US" sz="3200" dirty="0">
                <a:solidFill>
                  <a:srgbClr val="0000FF"/>
                </a:solidFill>
                <a:latin typeface="楷体" panose="02010609060101010101" pitchFamily="49" charset="-122"/>
                <a:ea typeface="楷体" panose="02010609060101010101" pitchFamily="49" charset="-122"/>
              </a:rPr>
              <a:t>分波面法、</a:t>
            </a:r>
          </a:p>
        </p:txBody>
      </p:sp>
      <p:sp>
        <p:nvSpPr>
          <p:cNvPr id="75" name="Rectangle 40">
            <a:extLst>
              <a:ext uri="{FF2B5EF4-FFF2-40B4-BE49-F238E27FC236}">
                <a16:creationId xmlns:a16="http://schemas.microsoft.com/office/drawing/2014/main" id="{74E33587-3589-4FE1-92C1-CA01E6B98D1B}"/>
              </a:ext>
            </a:extLst>
          </p:cNvPr>
          <p:cNvSpPr>
            <a:spLocks noChangeArrowheads="1"/>
          </p:cNvSpPr>
          <p:nvPr/>
        </p:nvSpPr>
        <p:spPr bwMode="auto">
          <a:xfrm>
            <a:off x="5664059" y="3113615"/>
            <a:ext cx="224155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zh-CN" altLang="en-US" sz="3200" dirty="0">
                <a:solidFill>
                  <a:srgbClr val="0000FF"/>
                </a:solidFill>
                <a:latin typeface="楷体" panose="02010609060101010101" pitchFamily="49" charset="-122"/>
                <a:ea typeface="楷体" panose="02010609060101010101" pitchFamily="49" charset="-122"/>
              </a:rPr>
              <a:t>分振幅法</a:t>
            </a:r>
          </a:p>
        </p:txBody>
      </p:sp>
      <p:sp>
        <p:nvSpPr>
          <p:cNvPr id="76" name="Text Box 52">
            <a:extLst>
              <a:ext uri="{FF2B5EF4-FFF2-40B4-BE49-F238E27FC236}">
                <a16:creationId xmlns:a16="http://schemas.microsoft.com/office/drawing/2014/main" id="{39C83657-52D7-4219-A1D8-D625FD334DC2}"/>
              </a:ext>
            </a:extLst>
          </p:cNvPr>
          <p:cNvSpPr txBox="1">
            <a:spLocks noChangeArrowheads="1"/>
          </p:cNvSpPr>
          <p:nvPr/>
        </p:nvSpPr>
        <p:spPr bwMode="auto">
          <a:xfrm>
            <a:off x="1612900" y="3188227"/>
            <a:ext cx="2324100" cy="519113"/>
          </a:xfrm>
          <a:prstGeom prst="rect">
            <a:avLst/>
          </a:prstGeom>
          <a:noFill/>
          <a:ln w="9525">
            <a:noFill/>
            <a:miter lim="800000"/>
            <a:headEnd/>
            <a:tailEnd/>
          </a:ln>
          <a:effectLst/>
        </p:spPr>
        <p:txBody>
          <a:bodyPr>
            <a:spAutoFit/>
          </a:bodyPr>
          <a:lstStyle/>
          <a:p>
            <a:pPr defTabSz="914400" eaLnBrk="1" hangingPunct="1">
              <a:defRPr/>
            </a:pPr>
            <a:r>
              <a:rPr lang="zh-CN" altLang="en-US" sz="2800" b="1" dirty="0">
                <a:latin typeface="微软雅黑" panose="020B0503020204020204" pitchFamily="34" charset="-122"/>
                <a:ea typeface="微软雅黑" panose="020B0503020204020204" pitchFamily="34" charset="-122"/>
              </a:rPr>
              <a:t>基本方法：</a:t>
            </a:r>
          </a:p>
        </p:txBody>
      </p:sp>
      <p:sp>
        <p:nvSpPr>
          <p:cNvPr id="20" name="Text Box 13">
            <a:extLst>
              <a:ext uri="{FF2B5EF4-FFF2-40B4-BE49-F238E27FC236}">
                <a16:creationId xmlns:a16="http://schemas.microsoft.com/office/drawing/2014/main" id="{0D3EE873-5BCB-4F36-BBE3-9AEF441A2C46}"/>
              </a:ext>
            </a:extLst>
          </p:cNvPr>
          <p:cNvSpPr txBox="1">
            <a:spLocks noChangeArrowheads="1"/>
          </p:cNvSpPr>
          <p:nvPr/>
        </p:nvSpPr>
        <p:spPr bwMode="auto">
          <a:xfrm>
            <a:off x="294689" y="4710879"/>
            <a:ext cx="2059206"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defTabSz="914400" eaLnBrk="1" hangingPunct="1"/>
            <a:r>
              <a:rPr kumimoji="1" lang="zh-CN" altLang="en-US" sz="2400" dirty="0">
                <a:latin typeface="微软雅黑" panose="020B0503020204020204" pitchFamily="34" charset="-122"/>
                <a:ea typeface="微软雅黑" panose="020B0503020204020204" pitchFamily="34" charset="-122"/>
              </a:rPr>
              <a:t>（ 托马斯</a:t>
            </a:r>
            <a:r>
              <a:rPr lang="en-US" altLang="zh-CN" sz="2400" dirty="0">
                <a:solidFill>
                  <a:srgbClr val="000000"/>
                </a:solidFill>
                <a:latin typeface="微软雅黑" panose="020B0503020204020204" pitchFamily="34" charset="-122"/>
                <a:ea typeface="微软雅黑" panose="020B0503020204020204" pitchFamily="34" charset="-122"/>
              </a:rPr>
              <a:t>·</a:t>
            </a:r>
            <a:r>
              <a:rPr kumimoji="1" lang="zh-CN" altLang="en-US" sz="2400" dirty="0">
                <a:latin typeface="微软雅黑" panose="020B0503020204020204" pitchFamily="34" charset="-122"/>
                <a:ea typeface="微软雅黑" panose="020B0503020204020204" pitchFamily="34" charset="-122"/>
              </a:rPr>
              <a:t>杨，</a:t>
            </a:r>
            <a:endParaRPr kumimoji="1" lang="en-US" altLang="zh-CN" sz="2400" dirty="0">
              <a:latin typeface="微软雅黑" panose="020B0503020204020204" pitchFamily="34" charset="-122"/>
              <a:ea typeface="微软雅黑" panose="020B0503020204020204" pitchFamily="34" charset="-122"/>
            </a:endParaRPr>
          </a:p>
          <a:p>
            <a:pPr algn="ctr" defTabSz="914400" eaLnBrk="1" hangingPunct="1"/>
            <a:r>
              <a:rPr kumimoji="1" lang="en-US" altLang="zh-CN" sz="2400" dirty="0">
                <a:latin typeface="微软雅黑" panose="020B0503020204020204" pitchFamily="34" charset="-122"/>
                <a:ea typeface="微软雅黑" panose="020B0503020204020204" pitchFamily="34" charset="-122"/>
              </a:rPr>
              <a:t>1801</a:t>
            </a:r>
            <a:r>
              <a:rPr kumimoji="1" lang="zh-CN" altLang="en-US" sz="2400" dirty="0">
                <a:latin typeface="微软雅黑" panose="020B0503020204020204" pitchFamily="34" charset="-122"/>
                <a:ea typeface="微软雅黑" panose="020B0503020204020204" pitchFamily="34" charset="-122"/>
              </a:rPr>
              <a:t>年 ）</a:t>
            </a:r>
            <a:endParaRPr kumimoji="1" lang="en-US" altLang="zh-CN" sz="24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756633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iterate type="wd">
                                    <p:tmPct val="6000"/>
                                  </p:iterate>
                                  <p:childTnLst>
                                    <p:set>
                                      <p:cBhvr>
                                        <p:cTn id="6" dur="1" fill="hold">
                                          <p:stCondLst>
                                            <p:cond delay="0"/>
                                          </p:stCondLst>
                                        </p:cTn>
                                        <p:tgtEl>
                                          <p:spTgt spid="73"/>
                                        </p:tgtEl>
                                        <p:attrNameLst>
                                          <p:attrName>style.visibility</p:attrName>
                                        </p:attrNameLst>
                                      </p:cBhvr>
                                      <p:to>
                                        <p:strVal val="visible"/>
                                      </p:to>
                                    </p:set>
                                    <p:animEffect transition="in" filter="wipe(up)">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wipe(up)">
                                      <p:cBhvr>
                                        <p:cTn id="12" dur="500"/>
                                        <p:tgtEl>
                                          <p:spTgt spid="76"/>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74"/>
                                        </p:tgtEl>
                                        <p:attrNameLst>
                                          <p:attrName>style.visibility</p:attrName>
                                        </p:attrNameLst>
                                      </p:cBhvr>
                                      <p:to>
                                        <p:strVal val="visible"/>
                                      </p:to>
                                    </p:set>
                                    <p:anim calcmode="lin" valueType="num">
                                      <p:cBhvr additive="base">
                                        <p:cTn id="17" dur="500" fill="hold"/>
                                        <p:tgtEl>
                                          <p:spTgt spid="74"/>
                                        </p:tgtEl>
                                        <p:attrNameLst>
                                          <p:attrName>ppt_x</p:attrName>
                                        </p:attrNameLst>
                                      </p:cBhvr>
                                      <p:tavLst>
                                        <p:tav tm="0">
                                          <p:val>
                                            <p:strVal val="#ppt_x"/>
                                          </p:val>
                                        </p:tav>
                                        <p:tav tm="100000">
                                          <p:val>
                                            <p:strVal val="#ppt_x"/>
                                          </p:val>
                                        </p:tav>
                                      </p:tavLst>
                                    </p:anim>
                                    <p:anim calcmode="lin" valueType="num">
                                      <p:cBhvr additive="base">
                                        <p:cTn id="18" dur="500" fill="hold"/>
                                        <p:tgtEl>
                                          <p:spTgt spid="74"/>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75"/>
                                        </p:tgtEl>
                                        <p:attrNameLst>
                                          <p:attrName>style.visibility</p:attrName>
                                        </p:attrNameLst>
                                      </p:cBhvr>
                                      <p:to>
                                        <p:strVal val="visible"/>
                                      </p:to>
                                    </p:set>
                                    <p:anim calcmode="lin" valueType="num">
                                      <p:cBhvr additive="base">
                                        <p:cTn id="23" dur="500" fill="hold"/>
                                        <p:tgtEl>
                                          <p:spTgt spid="75"/>
                                        </p:tgtEl>
                                        <p:attrNameLst>
                                          <p:attrName>ppt_x</p:attrName>
                                        </p:attrNameLst>
                                      </p:cBhvr>
                                      <p:tavLst>
                                        <p:tav tm="0">
                                          <p:val>
                                            <p:strVal val="#ppt_x"/>
                                          </p:val>
                                        </p:tav>
                                        <p:tav tm="100000">
                                          <p:val>
                                            <p:strVal val="#ppt_x"/>
                                          </p:val>
                                        </p:tav>
                                      </p:tavLst>
                                    </p:anim>
                                    <p:anim calcmode="lin" valueType="num">
                                      <p:cBhvr additive="base">
                                        <p:cTn id="24" dur="500" fill="hold"/>
                                        <p:tgtEl>
                                          <p:spTgt spid="75"/>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3" presetClass="entr" presetSubtype="10" fill="hold" nodeType="clickEffect">
                                  <p:stCondLst>
                                    <p:cond delay="0"/>
                                  </p:stCondLst>
                                  <p:childTnLst>
                                    <p:set>
                                      <p:cBhvr>
                                        <p:cTn id="28" dur="1" fill="hold">
                                          <p:stCondLst>
                                            <p:cond delay="0"/>
                                          </p:stCondLst>
                                        </p:cTn>
                                        <p:tgtEl>
                                          <p:spTgt spid="63"/>
                                        </p:tgtEl>
                                        <p:attrNameLst>
                                          <p:attrName>style.visibility</p:attrName>
                                        </p:attrNameLst>
                                      </p:cBhvr>
                                      <p:to>
                                        <p:strVal val="visible"/>
                                      </p:to>
                                    </p:set>
                                    <p:animEffect transition="in" filter="blinds(horizontal)">
                                      <p:cBhvr>
                                        <p:cTn id="29" dur="500"/>
                                        <p:tgtEl>
                                          <p:spTgt spid="63"/>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1" fill="hold" grpId="0" nodeType="clickEffect">
                                  <p:stCondLst>
                                    <p:cond delay="0"/>
                                  </p:stCondLst>
                                  <p:childTnLst>
                                    <p:set>
                                      <p:cBhvr>
                                        <p:cTn id="33" dur="1" fill="hold">
                                          <p:stCondLst>
                                            <p:cond delay="0"/>
                                          </p:stCondLst>
                                        </p:cTn>
                                        <p:tgtEl>
                                          <p:spTgt spid="20"/>
                                        </p:tgtEl>
                                        <p:attrNameLst>
                                          <p:attrName>style.visibility</p:attrName>
                                        </p:attrNameLst>
                                      </p:cBhvr>
                                      <p:to>
                                        <p:strVal val="visible"/>
                                      </p:to>
                                    </p:set>
                                    <p:animEffect transition="in" filter="wipe(up)">
                                      <p:cBhvr>
                                        <p:cTn id="34" dur="500"/>
                                        <p:tgtEl>
                                          <p:spTgt spid="20"/>
                                        </p:tgtEl>
                                      </p:cBhvr>
                                    </p:animEffect>
                                  </p:childTnLst>
                                </p:cTn>
                              </p:par>
                            </p:childTnLst>
                          </p:cTn>
                        </p:par>
                      </p:childTnLst>
                    </p:cTn>
                  </p:par>
                  <p:par>
                    <p:cTn id="35" fill="hold">
                      <p:stCondLst>
                        <p:cond delay="indefinite"/>
                      </p:stCondLst>
                      <p:childTnLst>
                        <p:par>
                          <p:cTn id="36" fill="hold">
                            <p:stCondLst>
                              <p:cond delay="0"/>
                            </p:stCondLst>
                            <p:childTnLst>
                              <p:par>
                                <p:cTn id="37" presetID="3" presetClass="entr" presetSubtype="10" fill="hold" nodeType="clickEffect">
                                  <p:stCondLst>
                                    <p:cond delay="0"/>
                                  </p:stCondLst>
                                  <p:childTnLst>
                                    <p:set>
                                      <p:cBhvr>
                                        <p:cTn id="38" dur="1" fill="hold">
                                          <p:stCondLst>
                                            <p:cond delay="0"/>
                                          </p:stCondLst>
                                        </p:cTn>
                                        <p:tgtEl>
                                          <p:spTgt spid="68"/>
                                        </p:tgtEl>
                                        <p:attrNameLst>
                                          <p:attrName>style.visibility</p:attrName>
                                        </p:attrNameLst>
                                      </p:cBhvr>
                                      <p:to>
                                        <p:strVal val="visible"/>
                                      </p:to>
                                    </p:set>
                                    <p:animEffect transition="in" filter="blinds(horizontal)">
                                      <p:cBhvr>
                                        <p:cTn id="39" dur="5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 grpId="0"/>
      <p:bldP spid="74" grpId="0"/>
      <p:bldP spid="75" grpId="0"/>
      <p:bldP spid="76" grpId="0"/>
      <p:bldP spid="20"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a:extLst>
              <a:ext uri="{FF2B5EF4-FFF2-40B4-BE49-F238E27FC236}">
                <a16:creationId xmlns:a16="http://schemas.microsoft.com/office/drawing/2014/main" id="{D82ED225-DC31-4A56-BC61-EA3069623F95}"/>
              </a:ext>
            </a:extLst>
          </p:cNvPr>
          <p:cNvGraphicFramePr>
            <a:graphicFrameLocks noChangeAspect="1"/>
          </p:cNvGraphicFramePr>
          <p:nvPr>
            <p:extLst>
              <p:ext uri="{D42A27DB-BD31-4B8C-83A1-F6EECF244321}">
                <p14:modId xmlns:p14="http://schemas.microsoft.com/office/powerpoint/2010/main" val="716357585"/>
              </p:ext>
            </p:extLst>
          </p:nvPr>
        </p:nvGraphicFramePr>
        <p:xfrm>
          <a:off x="6090625" y="4454291"/>
          <a:ext cx="5116513" cy="533400"/>
        </p:xfrm>
        <a:graphic>
          <a:graphicData uri="http://schemas.openxmlformats.org/presentationml/2006/ole">
            <mc:AlternateContent xmlns:mc="http://schemas.openxmlformats.org/markup-compatibility/2006">
              <mc:Choice xmlns:v="urn:schemas-microsoft-com:vml" Requires="v">
                <p:oleObj name="Equation" r:id="rId3" imgW="2234880" imgH="215640" progId="Equation.DSMT4">
                  <p:embed/>
                </p:oleObj>
              </mc:Choice>
              <mc:Fallback>
                <p:oleObj name="Equation" r:id="rId3" imgW="2234880" imgH="215640" progId="Equation.DSMT4">
                  <p:embed/>
                  <p:pic>
                    <p:nvPicPr>
                      <p:cNvPr id="0" name=""/>
                      <p:cNvPicPr/>
                      <p:nvPr/>
                    </p:nvPicPr>
                    <p:blipFill>
                      <a:blip r:embed="rId4"/>
                      <a:stretch>
                        <a:fillRect/>
                      </a:stretch>
                    </p:blipFill>
                    <p:spPr>
                      <a:xfrm>
                        <a:off x="6090625" y="4454291"/>
                        <a:ext cx="5116513" cy="533400"/>
                      </a:xfrm>
                      <a:prstGeom prst="rect">
                        <a:avLst/>
                      </a:prstGeom>
                    </p:spPr>
                  </p:pic>
                </p:oleObj>
              </mc:Fallback>
            </mc:AlternateContent>
          </a:graphicData>
        </a:graphic>
      </p:graphicFrame>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四</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杨氏双缝干涉</a:t>
            </a:r>
          </a:p>
        </p:txBody>
      </p:sp>
      <p:sp>
        <p:nvSpPr>
          <p:cNvPr id="10" name="Text Box 13">
            <a:extLst>
              <a:ext uri="{FF2B5EF4-FFF2-40B4-BE49-F238E27FC236}">
                <a16:creationId xmlns:a16="http://schemas.microsoft.com/office/drawing/2014/main" id="{2ED577F7-A1F9-4D10-BF9F-768144366305}"/>
              </a:ext>
            </a:extLst>
          </p:cNvPr>
          <p:cNvSpPr txBox="1">
            <a:spLocks noChangeArrowheads="1"/>
          </p:cNvSpPr>
          <p:nvPr/>
        </p:nvSpPr>
        <p:spPr bwMode="auto">
          <a:xfrm>
            <a:off x="785140" y="1545791"/>
            <a:ext cx="4105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1. </a:t>
            </a:r>
            <a:r>
              <a:rPr kumimoji="1" lang="zh-CN" altLang="en-US" sz="3200" dirty="0">
                <a:latin typeface="微软雅黑" panose="020B0503020204020204" pitchFamily="34" charset="-122"/>
                <a:ea typeface="微软雅黑" panose="020B0503020204020204" pitchFamily="34" charset="-122"/>
              </a:rPr>
              <a:t>实验装置及原理</a:t>
            </a:r>
            <a:endParaRPr kumimoji="1" lang="en-US" altLang="zh-CN" sz="3200" dirty="0">
              <a:latin typeface="微软雅黑" panose="020B0503020204020204" pitchFamily="34" charset="-122"/>
              <a:ea typeface="微软雅黑" panose="020B0503020204020204" pitchFamily="34" charset="-122"/>
            </a:endParaRPr>
          </a:p>
        </p:txBody>
      </p:sp>
      <p:grpSp>
        <p:nvGrpSpPr>
          <p:cNvPr id="11" name="Group 165">
            <a:extLst>
              <a:ext uri="{FF2B5EF4-FFF2-40B4-BE49-F238E27FC236}">
                <a16:creationId xmlns:a16="http://schemas.microsoft.com/office/drawing/2014/main" id="{C5B0D164-8C4F-4F76-B485-A9D37855ED13}"/>
              </a:ext>
            </a:extLst>
          </p:cNvPr>
          <p:cNvGrpSpPr>
            <a:grpSpLocks/>
          </p:cNvGrpSpPr>
          <p:nvPr/>
        </p:nvGrpSpPr>
        <p:grpSpPr bwMode="auto">
          <a:xfrm>
            <a:off x="4794781" y="1004215"/>
            <a:ext cx="6804025" cy="3313113"/>
            <a:chOff x="1154" y="956"/>
            <a:chExt cx="4286" cy="2087"/>
          </a:xfrm>
        </p:grpSpPr>
        <p:sp>
          <p:nvSpPr>
            <p:cNvPr id="14" name="AutoShape 75">
              <a:extLst>
                <a:ext uri="{FF2B5EF4-FFF2-40B4-BE49-F238E27FC236}">
                  <a16:creationId xmlns:a16="http://schemas.microsoft.com/office/drawing/2014/main" id="{59F6E8FF-EA69-41DF-B8CB-9BE142561E33}"/>
                </a:ext>
              </a:extLst>
            </p:cNvPr>
            <p:cNvSpPr>
              <a:spLocks noChangeArrowheads="1"/>
            </p:cNvSpPr>
            <p:nvPr/>
          </p:nvSpPr>
          <p:spPr bwMode="auto">
            <a:xfrm>
              <a:off x="1879" y="1763"/>
              <a:ext cx="192" cy="240"/>
            </a:xfrm>
            <a:prstGeom prst="wedgeRoundRectCallout">
              <a:avLst>
                <a:gd name="adj1" fmla="val -119792"/>
                <a:gd name="adj2" fmla="val 200000"/>
                <a:gd name="adj3" fmla="val 16667"/>
              </a:avLst>
            </a:prstGeom>
            <a:gradFill rotWithShape="0">
              <a:gsLst>
                <a:gs pos="0">
                  <a:srgbClr val="EDFAD2"/>
                </a:gs>
                <a:gs pos="50000">
                  <a:srgbClr val="FFFFFF"/>
                </a:gs>
                <a:gs pos="100000">
                  <a:srgbClr val="EDFAD2"/>
                </a:gs>
              </a:gsLst>
              <a:lin ang="5400000" scaled="1"/>
            </a:gradFill>
            <a:ln w="9525">
              <a:solidFill>
                <a:srgbClr val="006699"/>
              </a:solidFill>
              <a:miter lim="800000"/>
              <a:headEnd/>
              <a:tailEnd/>
            </a:ln>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15" name="Rectangle 76">
              <a:extLst>
                <a:ext uri="{FF2B5EF4-FFF2-40B4-BE49-F238E27FC236}">
                  <a16:creationId xmlns:a16="http://schemas.microsoft.com/office/drawing/2014/main" id="{60748E8C-9350-4DB9-8752-D4F3F6B29FB7}"/>
                </a:ext>
              </a:extLst>
            </p:cNvPr>
            <p:cNvSpPr>
              <a:spLocks noChangeArrowheads="1"/>
            </p:cNvSpPr>
            <p:nvPr/>
          </p:nvSpPr>
          <p:spPr bwMode="auto">
            <a:xfrm>
              <a:off x="1154" y="1043"/>
              <a:ext cx="4286" cy="2000"/>
            </a:xfrm>
            <a:prstGeom prst="rect">
              <a:avLst/>
            </a:prstGeom>
            <a:solidFill>
              <a:srgbClr val="FFFFFF"/>
            </a:solidFill>
            <a:ln w="9525">
              <a:solidFill>
                <a:srgbClr val="006666"/>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 name="Text Box 77">
              <a:extLst>
                <a:ext uri="{FF2B5EF4-FFF2-40B4-BE49-F238E27FC236}">
                  <a16:creationId xmlns:a16="http://schemas.microsoft.com/office/drawing/2014/main" id="{14390109-ADC7-43AE-93EF-78C0DE72B167}"/>
                </a:ext>
              </a:extLst>
            </p:cNvPr>
            <p:cNvSpPr txBox="1">
              <a:spLocks noChangeArrowheads="1"/>
            </p:cNvSpPr>
            <p:nvPr/>
          </p:nvSpPr>
          <p:spPr bwMode="auto">
            <a:xfrm>
              <a:off x="4558" y="956"/>
              <a:ext cx="4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1" i="0" u="none" strike="noStrike" kern="0" cap="none" spc="0" normalizeH="0" baseline="0" noProof="0">
                  <a:ln>
                    <a:noFill/>
                  </a:ln>
                  <a:solidFill>
                    <a:srgbClr val="CC0000"/>
                  </a:solidFill>
                  <a:effectLst/>
                  <a:uLnTx/>
                  <a:uFillTx/>
                  <a:latin typeface="Times New Roman" panose="02020603050405020304" pitchFamily="18" charset="0"/>
                  <a:ea typeface="宋体" panose="02010600030101010101" pitchFamily="2" charset="-122"/>
                </a:rPr>
                <a:t>p</a:t>
              </a:r>
              <a:endParaRPr kumimoji="0" lang="en-US" altLang="zh-CN" sz="2400" b="1" i="0" u="none" strike="noStrike" kern="0" cap="none" spc="0" normalizeH="0" baseline="0" noProof="0">
                <a:ln>
                  <a:noFill/>
                </a:ln>
                <a:solidFill>
                  <a:srgbClr val="006699"/>
                </a:solidFill>
                <a:effectLst/>
                <a:uLnTx/>
                <a:uFillTx/>
                <a:latin typeface="Times New Roman" panose="02020603050405020304" pitchFamily="18" charset="0"/>
                <a:ea typeface="宋体" panose="02010600030101010101" pitchFamily="2" charset="-122"/>
              </a:endParaRPr>
            </a:p>
          </p:txBody>
        </p:sp>
        <p:sp>
          <p:nvSpPr>
            <p:cNvPr id="21" name="Rectangle 78" descr="深色下对角线">
              <a:extLst>
                <a:ext uri="{FF2B5EF4-FFF2-40B4-BE49-F238E27FC236}">
                  <a16:creationId xmlns:a16="http://schemas.microsoft.com/office/drawing/2014/main" id="{AF95D943-C980-475F-9077-7D4F9DC49FBF}"/>
                </a:ext>
              </a:extLst>
            </p:cNvPr>
            <p:cNvSpPr>
              <a:spLocks noChangeArrowheads="1"/>
            </p:cNvSpPr>
            <p:nvPr/>
          </p:nvSpPr>
          <p:spPr bwMode="auto">
            <a:xfrm>
              <a:off x="1399" y="1523"/>
              <a:ext cx="48" cy="528"/>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2" name="Rectangle 79" descr="深色下对角线">
              <a:extLst>
                <a:ext uri="{FF2B5EF4-FFF2-40B4-BE49-F238E27FC236}">
                  <a16:creationId xmlns:a16="http://schemas.microsoft.com/office/drawing/2014/main" id="{FD950980-6EA8-406A-B95E-0C03863ECB38}"/>
                </a:ext>
              </a:extLst>
            </p:cNvPr>
            <p:cNvSpPr>
              <a:spLocks noChangeArrowheads="1"/>
            </p:cNvSpPr>
            <p:nvPr/>
          </p:nvSpPr>
          <p:spPr bwMode="auto">
            <a:xfrm>
              <a:off x="1399" y="2147"/>
              <a:ext cx="48" cy="528"/>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3" name="Rectangle 80" descr="深色下对角线">
              <a:extLst>
                <a:ext uri="{FF2B5EF4-FFF2-40B4-BE49-F238E27FC236}">
                  <a16:creationId xmlns:a16="http://schemas.microsoft.com/office/drawing/2014/main" id="{70E01C36-8E0A-4216-9EA2-EB417F12E5F4}"/>
                </a:ext>
              </a:extLst>
            </p:cNvPr>
            <p:cNvSpPr>
              <a:spLocks noChangeArrowheads="1"/>
            </p:cNvSpPr>
            <p:nvPr/>
          </p:nvSpPr>
          <p:spPr bwMode="auto">
            <a:xfrm>
              <a:off x="1975" y="1283"/>
              <a:ext cx="48" cy="528"/>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4" name="Rectangle 81" descr="深色下对角线">
              <a:extLst>
                <a:ext uri="{FF2B5EF4-FFF2-40B4-BE49-F238E27FC236}">
                  <a16:creationId xmlns:a16="http://schemas.microsoft.com/office/drawing/2014/main" id="{B3815C69-5D56-457F-B726-EFDABC541109}"/>
                </a:ext>
              </a:extLst>
            </p:cNvPr>
            <p:cNvSpPr>
              <a:spLocks noChangeArrowheads="1"/>
            </p:cNvSpPr>
            <p:nvPr/>
          </p:nvSpPr>
          <p:spPr bwMode="auto">
            <a:xfrm>
              <a:off x="1975" y="2387"/>
              <a:ext cx="48" cy="576"/>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 name="Line 82">
              <a:extLst>
                <a:ext uri="{FF2B5EF4-FFF2-40B4-BE49-F238E27FC236}">
                  <a16:creationId xmlns:a16="http://schemas.microsoft.com/office/drawing/2014/main" id="{5C411511-DBCC-4423-9BC2-9B2206187B5C}"/>
                </a:ext>
              </a:extLst>
            </p:cNvPr>
            <p:cNvSpPr>
              <a:spLocks noChangeShapeType="1"/>
            </p:cNvSpPr>
            <p:nvPr/>
          </p:nvSpPr>
          <p:spPr bwMode="auto">
            <a:xfrm>
              <a:off x="1255" y="2099"/>
              <a:ext cx="3738" cy="0"/>
            </a:xfrm>
            <a:prstGeom prst="line">
              <a:avLst/>
            </a:prstGeom>
            <a:noFill/>
            <a:ln w="19050">
              <a:solidFill>
                <a:srgbClr val="000000"/>
              </a:solidFill>
              <a:prstDash val="lgDashDot"/>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6" name="Rectangle 83" descr="深色下对角线">
              <a:extLst>
                <a:ext uri="{FF2B5EF4-FFF2-40B4-BE49-F238E27FC236}">
                  <a16:creationId xmlns:a16="http://schemas.microsoft.com/office/drawing/2014/main" id="{F729FF9E-47EC-4857-99D5-67B5A463CD37}"/>
                </a:ext>
              </a:extLst>
            </p:cNvPr>
            <p:cNvSpPr>
              <a:spLocks noChangeArrowheads="1"/>
            </p:cNvSpPr>
            <p:nvPr/>
          </p:nvSpPr>
          <p:spPr bwMode="auto">
            <a:xfrm>
              <a:off x="4519" y="1139"/>
              <a:ext cx="48" cy="1872"/>
            </a:xfrm>
            <a:prstGeom prst="rect">
              <a:avLst/>
            </a:prstGeom>
            <a:pattFill prst="dkDnDiag">
              <a:fgClr>
                <a:srgbClr val="B2E6E4"/>
              </a:fgClr>
              <a:bgClr>
                <a:srgbClr val="FFFFFF"/>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7" name="Line 84">
              <a:extLst>
                <a:ext uri="{FF2B5EF4-FFF2-40B4-BE49-F238E27FC236}">
                  <a16:creationId xmlns:a16="http://schemas.microsoft.com/office/drawing/2014/main" id="{FA81FDD8-8B57-44ED-8D5B-3FEF92710704}"/>
                </a:ext>
              </a:extLst>
            </p:cNvPr>
            <p:cNvSpPr>
              <a:spLocks noChangeShapeType="1"/>
            </p:cNvSpPr>
            <p:nvPr/>
          </p:nvSpPr>
          <p:spPr bwMode="auto">
            <a:xfrm flipV="1">
              <a:off x="2023" y="1427"/>
              <a:ext cx="2496" cy="672"/>
            </a:xfrm>
            <a:prstGeom prst="line">
              <a:avLst/>
            </a:prstGeom>
            <a:noFill/>
            <a:ln w="19050">
              <a:solidFill>
                <a:srgbClr val="0000FF"/>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28" name="Object 85">
              <a:extLst>
                <a:ext uri="{FF2B5EF4-FFF2-40B4-BE49-F238E27FC236}">
                  <a16:creationId xmlns:a16="http://schemas.microsoft.com/office/drawing/2014/main" id="{70E2799C-82A1-4798-84CE-E16E273C818D}"/>
                </a:ext>
              </a:extLst>
            </p:cNvPr>
            <p:cNvGraphicFramePr>
              <a:graphicFrameLocks noChangeAspect="1"/>
            </p:cNvGraphicFramePr>
            <p:nvPr/>
          </p:nvGraphicFramePr>
          <p:xfrm>
            <a:off x="1662" y="1379"/>
            <a:ext cx="313" cy="480"/>
          </p:xfrm>
          <a:graphic>
            <a:graphicData uri="http://schemas.openxmlformats.org/presentationml/2006/ole">
              <mc:AlternateContent xmlns:mc="http://schemas.openxmlformats.org/markup-compatibility/2006">
                <mc:Choice xmlns:v="urn:schemas-microsoft-com:vml" Requires="v">
                  <p:oleObj name="Equation" r:id="rId5" imgW="139579" imgH="215713" progId="Equation.3">
                    <p:embed/>
                  </p:oleObj>
                </mc:Choice>
                <mc:Fallback>
                  <p:oleObj name="Equation" r:id="rId5" imgW="139579" imgH="215713" progId="Equation.3">
                    <p:embed/>
                    <p:pic>
                      <p:nvPicPr>
                        <p:cNvPr id="28" name="Object 85">
                          <a:extLst>
                            <a:ext uri="{FF2B5EF4-FFF2-40B4-BE49-F238E27FC236}">
                              <a16:creationId xmlns:a16="http://schemas.microsoft.com/office/drawing/2014/main" id="{70E2799C-82A1-4798-84CE-E16E273C818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62" y="1379"/>
                          <a:ext cx="313"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9" name="Object 86">
              <a:extLst>
                <a:ext uri="{FF2B5EF4-FFF2-40B4-BE49-F238E27FC236}">
                  <a16:creationId xmlns:a16="http://schemas.microsoft.com/office/drawing/2014/main" id="{C6754A49-3421-4C1F-93A8-A813D9C39F8F}"/>
                </a:ext>
              </a:extLst>
            </p:cNvPr>
            <p:cNvGraphicFramePr>
              <a:graphicFrameLocks noChangeAspect="1"/>
            </p:cNvGraphicFramePr>
            <p:nvPr/>
          </p:nvGraphicFramePr>
          <p:xfrm>
            <a:off x="1668" y="2243"/>
            <a:ext cx="301" cy="480"/>
          </p:xfrm>
          <a:graphic>
            <a:graphicData uri="http://schemas.openxmlformats.org/presentationml/2006/ole">
              <mc:AlternateContent xmlns:mc="http://schemas.openxmlformats.org/markup-compatibility/2006">
                <mc:Choice xmlns:v="urn:schemas-microsoft-com:vml" Requires="v">
                  <p:oleObj name="Equation" r:id="rId7" imgW="152268" imgH="215713" progId="Equation.3">
                    <p:embed/>
                  </p:oleObj>
                </mc:Choice>
                <mc:Fallback>
                  <p:oleObj name="Equation" r:id="rId7" imgW="152268" imgH="215713" progId="Equation.3">
                    <p:embed/>
                    <p:pic>
                      <p:nvPicPr>
                        <p:cNvPr id="29" name="Object 86">
                          <a:extLst>
                            <a:ext uri="{FF2B5EF4-FFF2-40B4-BE49-F238E27FC236}">
                              <a16:creationId xmlns:a16="http://schemas.microsoft.com/office/drawing/2014/main" id="{C6754A49-3421-4C1F-93A8-A813D9C39F8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68" y="2243"/>
                          <a:ext cx="301"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 name="Object 87">
              <a:extLst>
                <a:ext uri="{FF2B5EF4-FFF2-40B4-BE49-F238E27FC236}">
                  <a16:creationId xmlns:a16="http://schemas.microsoft.com/office/drawing/2014/main" id="{E9D388B9-7FDE-420B-8935-913F6498D7C8}"/>
                </a:ext>
              </a:extLst>
            </p:cNvPr>
            <p:cNvGraphicFramePr>
              <a:graphicFrameLocks noChangeAspect="1"/>
            </p:cNvGraphicFramePr>
            <p:nvPr/>
          </p:nvGraphicFramePr>
          <p:xfrm>
            <a:off x="1154" y="1811"/>
            <a:ext cx="239" cy="336"/>
          </p:xfrm>
          <a:graphic>
            <a:graphicData uri="http://schemas.openxmlformats.org/presentationml/2006/ole">
              <mc:AlternateContent xmlns:mc="http://schemas.openxmlformats.org/markup-compatibility/2006">
                <mc:Choice xmlns:v="urn:schemas-microsoft-com:vml" Requires="v">
                  <p:oleObj name="Equation" r:id="rId9" imgW="101556" imgH="139639" progId="Equation.3">
                    <p:embed/>
                  </p:oleObj>
                </mc:Choice>
                <mc:Fallback>
                  <p:oleObj name="Equation" r:id="rId9" imgW="101556" imgH="139639" progId="Equation.3">
                    <p:embed/>
                    <p:pic>
                      <p:nvPicPr>
                        <p:cNvPr id="30" name="Object 87">
                          <a:extLst>
                            <a:ext uri="{FF2B5EF4-FFF2-40B4-BE49-F238E27FC236}">
                              <a16:creationId xmlns:a16="http://schemas.microsoft.com/office/drawing/2014/main" id="{E9D388B9-7FDE-420B-8935-913F6498D7C8}"/>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154" y="1811"/>
                          <a:ext cx="239"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94">
              <a:extLst>
                <a:ext uri="{FF2B5EF4-FFF2-40B4-BE49-F238E27FC236}">
                  <a16:creationId xmlns:a16="http://schemas.microsoft.com/office/drawing/2014/main" id="{2DA9748F-E189-4D21-AD3C-EBEDF9661AF0}"/>
                </a:ext>
              </a:extLst>
            </p:cNvPr>
            <p:cNvGraphicFramePr>
              <a:graphicFrameLocks noChangeAspect="1"/>
            </p:cNvGraphicFramePr>
            <p:nvPr/>
          </p:nvGraphicFramePr>
          <p:xfrm>
            <a:off x="4607" y="2059"/>
            <a:ext cx="295" cy="373"/>
          </p:xfrm>
          <a:graphic>
            <a:graphicData uri="http://schemas.openxmlformats.org/presentationml/2006/ole">
              <mc:AlternateContent xmlns:mc="http://schemas.openxmlformats.org/markup-compatibility/2006">
                <mc:Choice xmlns:v="urn:schemas-microsoft-com:vml" Requires="v">
                  <p:oleObj name="公式" r:id="rId11" imgW="152202" imgH="177569" progId="Equation.3">
                    <p:embed/>
                  </p:oleObj>
                </mc:Choice>
                <mc:Fallback>
                  <p:oleObj name="公式" r:id="rId11" imgW="152202" imgH="177569" progId="Equation.3">
                    <p:embed/>
                    <p:pic>
                      <p:nvPicPr>
                        <p:cNvPr id="31" name="Object 94">
                          <a:extLst>
                            <a:ext uri="{FF2B5EF4-FFF2-40B4-BE49-F238E27FC236}">
                              <a16:creationId xmlns:a16="http://schemas.microsoft.com/office/drawing/2014/main" id="{2DA9748F-E189-4D21-AD3C-EBEDF9661AF0}"/>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607" y="2059"/>
                          <a:ext cx="295" cy="3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2" name="Object 95">
              <a:extLst>
                <a:ext uri="{FF2B5EF4-FFF2-40B4-BE49-F238E27FC236}">
                  <a16:creationId xmlns:a16="http://schemas.microsoft.com/office/drawing/2014/main" id="{B8CEE2E2-67C2-4D52-A976-79782F136047}"/>
                </a:ext>
              </a:extLst>
            </p:cNvPr>
            <p:cNvGraphicFramePr>
              <a:graphicFrameLocks noChangeAspect="1"/>
            </p:cNvGraphicFramePr>
            <p:nvPr/>
          </p:nvGraphicFramePr>
          <p:xfrm>
            <a:off x="1784" y="2050"/>
            <a:ext cx="205" cy="264"/>
          </p:xfrm>
          <a:graphic>
            <a:graphicData uri="http://schemas.openxmlformats.org/presentationml/2006/ole">
              <mc:AlternateContent xmlns:mc="http://schemas.openxmlformats.org/markup-compatibility/2006">
                <mc:Choice xmlns:v="urn:schemas-microsoft-com:vml" Requires="v">
                  <p:oleObj name="公式" r:id="rId13" imgW="126835" imgH="139518" progId="Equation.3">
                    <p:embed/>
                  </p:oleObj>
                </mc:Choice>
                <mc:Fallback>
                  <p:oleObj name="公式" r:id="rId13" imgW="126835" imgH="139518" progId="Equation.3">
                    <p:embed/>
                    <p:pic>
                      <p:nvPicPr>
                        <p:cNvPr id="32" name="Object 95">
                          <a:extLst>
                            <a:ext uri="{FF2B5EF4-FFF2-40B4-BE49-F238E27FC236}">
                              <a16:creationId xmlns:a16="http://schemas.microsoft.com/office/drawing/2014/main" id="{B8CEE2E2-67C2-4D52-A976-79782F13604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84" y="2050"/>
                          <a:ext cx="205"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96">
              <a:extLst>
                <a:ext uri="{FF2B5EF4-FFF2-40B4-BE49-F238E27FC236}">
                  <a16:creationId xmlns:a16="http://schemas.microsoft.com/office/drawing/2014/main" id="{0454DE00-B72B-4051-9E16-EA6A9051CFE5}"/>
                </a:ext>
              </a:extLst>
            </p:cNvPr>
            <p:cNvGraphicFramePr>
              <a:graphicFrameLocks noChangeAspect="1"/>
            </p:cNvGraphicFramePr>
            <p:nvPr/>
          </p:nvGraphicFramePr>
          <p:xfrm>
            <a:off x="4321" y="1187"/>
            <a:ext cx="226" cy="240"/>
          </p:xfrm>
          <a:graphic>
            <a:graphicData uri="http://schemas.openxmlformats.org/presentationml/2006/ole">
              <mc:AlternateContent xmlns:mc="http://schemas.openxmlformats.org/markup-compatibility/2006">
                <mc:Choice xmlns:v="urn:schemas-microsoft-com:vml" Requires="v">
                  <p:oleObj name="Equation" r:id="rId15" imgW="215806" imgH="228501" progId="Equation.3">
                    <p:embed/>
                  </p:oleObj>
                </mc:Choice>
                <mc:Fallback>
                  <p:oleObj name="Equation" r:id="rId15" imgW="215806" imgH="228501" progId="Equation.3">
                    <p:embed/>
                    <p:pic>
                      <p:nvPicPr>
                        <p:cNvPr id="33" name="Object 96">
                          <a:extLst>
                            <a:ext uri="{FF2B5EF4-FFF2-40B4-BE49-F238E27FC236}">
                              <a16:creationId xmlns:a16="http://schemas.microsoft.com/office/drawing/2014/main" id="{0454DE00-B72B-4051-9E16-EA6A9051CFE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321" y="1187"/>
                          <a:ext cx="226" cy="24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 name="Rectangle 97" descr="深色下对角线">
              <a:extLst>
                <a:ext uri="{FF2B5EF4-FFF2-40B4-BE49-F238E27FC236}">
                  <a16:creationId xmlns:a16="http://schemas.microsoft.com/office/drawing/2014/main" id="{DC7C9A15-D487-49AE-8D14-2FBAB511592D}"/>
                </a:ext>
              </a:extLst>
            </p:cNvPr>
            <p:cNvSpPr>
              <a:spLocks noChangeArrowheads="1"/>
            </p:cNvSpPr>
            <p:nvPr/>
          </p:nvSpPr>
          <p:spPr bwMode="auto">
            <a:xfrm>
              <a:off x="1975" y="1907"/>
              <a:ext cx="48" cy="384"/>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35" name="Group 100">
            <a:extLst>
              <a:ext uri="{FF2B5EF4-FFF2-40B4-BE49-F238E27FC236}">
                <a16:creationId xmlns:a16="http://schemas.microsoft.com/office/drawing/2014/main" id="{71140C61-3C67-490D-BFEA-3053550324FF}"/>
              </a:ext>
            </a:extLst>
          </p:cNvPr>
          <p:cNvGrpSpPr>
            <a:grpSpLocks/>
          </p:cNvGrpSpPr>
          <p:nvPr/>
        </p:nvGrpSpPr>
        <p:grpSpPr bwMode="auto">
          <a:xfrm>
            <a:off x="5259918" y="1370928"/>
            <a:ext cx="4876800" cy="1828800"/>
            <a:chOff x="1590" y="1056"/>
            <a:chExt cx="3072" cy="1152"/>
          </a:xfrm>
        </p:grpSpPr>
        <p:graphicFrame>
          <p:nvGraphicFramePr>
            <p:cNvPr id="36" name="Object 101">
              <a:extLst>
                <a:ext uri="{FF2B5EF4-FFF2-40B4-BE49-F238E27FC236}">
                  <a16:creationId xmlns:a16="http://schemas.microsoft.com/office/drawing/2014/main" id="{5D9E13BA-B1E8-4AFC-BA61-1A5335578545}"/>
                </a:ext>
              </a:extLst>
            </p:cNvPr>
            <p:cNvGraphicFramePr>
              <a:graphicFrameLocks noChangeAspect="1"/>
            </p:cNvGraphicFramePr>
            <p:nvPr/>
          </p:nvGraphicFramePr>
          <p:xfrm>
            <a:off x="2982" y="1056"/>
            <a:ext cx="249" cy="484"/>
          </p:xfrm>
          <a:graphic>
            <a:graphicData uri="http://schemas.openxmlformats.org/presentationml/2006/ole">
              <mc:AlternateContent xmlns:mc="http://schemas.openxmlformats.org/markup-compatibility/2006">
                <mc:Choice xmlns:v="urn:schemas-microsoft-com:vml" Requires="v">
                  <p:oleObj name="公式" r:id="rId17" imgW="164885" imgH="317087" progId="Equation.3">
                    <p:embed/>
                  </p:oleObj>
                </mc:Choice>
                <mc:Fallback>
                  <p:oleObj name="公式" r:id="rId17" imgW="164885" imgH="317087" progId="Equation.3">
                    <p:embed/>
                    <p:pic>
                      <p:nvPicPr>
                        <p:cNvPr id="36" name="Object 101">
                          <a:extLst>
                            <a:ext uri="{FF2B5EF4-FFF2-40B4-BE49-F238E27FC236}">
                              <a16:creationId xmlns:a16="http://schemas.microsoft.com/office/drawing/2014/main" id="{5D9E13BA-B1E8-4AFC-BA61-1A5335578545}"/>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982" y="1056"/>
                          <a:ext cx="249" cy="4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102">
              <a:extLst>
                <a:ext uri="{FF2B5EF4-FFF2-40B4-BE49-F238E27FC236}">
                  <a16:creationId xmlns:a16="http://schemas.microsoft.com/office/drawing/2014/main" id="{3E4B7464-B66E-42CD-8144-B2F5052B2729}"/>
                </a:ext>
              </a:extLst>
            </p:cNvPr>
            <p:cNvGraphicFramePr>
              <a:graphicFrameLocks noChangeAspect="1"/>
            </p:cNvGraphicFramePr>
            <p:nvPr/>
          </p:nvGraphicFramePr>
          <p:xfrm>
            <a:off x="3702" y="1488"/>
            <a:ext cx="288" cy="480"/>
          </p:xfrm>
          <a:graphic>
            <a:graphicData uri="http://schemas.openxmlformats.org/presentationml/2006/ole">
              <mc:AlternateContent xmlns:mc="http://schemas.openxmlformats.org/markup-compatibility/2006">
                <mc:Choice xmlns:v="urn:schemas-microsoft-com:vml" Requires="v">
                  <p:oleObj name="公式" r:id="rId19" imgW="190335" imgH="317225" progId="Equation.3">
                    <p:embed/>
                  </p:oleObj>
                </mc:Choice>
                <mc:Fallback>
                  <p:oleObj name="公式" r:id="rId19" imgW="190335" imgH="317225" progId="Equation.3">
                    <p:embed/>
                    <p:pic>
                      <p:nvPicPr>
                        <p:cNvPr id="37" name="Object 102">
                          <a:extLst>
                            <a:ext uri="{FF2B5EF4-FFF2-40B4-BE49-F238E27FC236}">
                              <a16:creationId xmlns:a16="http://schemas.microsoft.com/office/drawing/2014/main" id="{3E4B7464-B66E-42CD-8144-B2F5052B272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702" y="1488"/>
                          <a:ext cx="288"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 name="Line 103">
              <a:extLst>
                <a:ext uri="{FF2B5EF4-FFF2-40B4-BE49-F238E27FC236}">
                  <a16:creationId xmlns:a16="http://schemas.microsoft.com/office/drawing/2014/main" id="{BEA4C133-127D-4810-A962-1620BAB7DBB5}"/>
                </a:ext>
              </a:extLst>
            </p:cNvPr>
            <p:cNvSpPr>
              <a:spLocks noChangeShapeType="1"/>
            </p:cNvSpPr>
            <p:nvPr/>
          </p:nvSpPr>
          <p:spPr bwMode="auto">
            <a:xfrm flipV="1">
              <a:off x="2118" y="1296"/>
              <a:ext cx="2544" cy="432"/>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39" name="Line 104">
              <a:extLst>
                <a:ext uri="{FF2B5EF4-FFF2-40B4-BE49-F238E27FC236}">
                  <a16:creationId xmlns:a16="http://schemas.microsoft.com/office/drawing/2014/main" id="{3787C2A2-0504-4664-A667-CB13C8080507}"/>
                </a:ext>
              </a:extLst>
            </p:cNvPr>
            <p:cNvSpPr>
              <a:spLocks noChangeShapeType="1"/>
            </p:cNvSpPr>
            <p:nvPr/>
          </p:nvSpPr>
          <p:spPr bwMode="auto">
            <a:xfrm flipV="1">
              <a:off x="2160" y="1296"/>
              <a:ext cx="2502" cy="912"/>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0" name="Freeform 105">
              <a:extLst>
                <a:ext uri="{FF2B5EF4-FFF2-40B4-BE49-F238E27FC236}">
                  <a16:creationId xmlns:a16="http://schemas.microsoft.com/office/drawing/2014/main" id="{FBA17E70-F6F7-41B3-BC7A-BD3445E5D458}"/>
                </a:ext>
              </a:extLst>
            </p:cNvPr>
            <p:cNvSpPr>
              <a:spLocks/>
            </p:cNvSpPr>
            <p:nvPr/>
          </p:nvSpPr>
          <p:spPr bwMode="auto">
            <a:xfrm>
              <a:off x="1590" y="1720"/>
              <a:ext cx="554" cy="248"/>
            </a:xfrm>
            <a:custGeom>
              <a:avLst/>
              <a:gdLst>
                <a:gd name="T0" fmla="*/ 0 w 554"/>
                <a:gd name="T1" fmla="*/ 248 h 248"/>
                <a:gd name="T2" fmla="*/ 554 w 554"/>
                <a:gd name="T3" fmla="*/ 0 h 248"/>
                <a:gd name="T4" fmla="*/ 0 60000 65536"/>
                <a:gd name="T5" fmla="*/ 0 60000 65536"/>
                <a:gd name="T6" fmla="*/ 0 w 554"/>
                <a:gd name="T7" fmla="*/ 0 h 248"/>
                <a:gd name="T8" fmla="*/ 554 w 554"/>
                <a:gd name="T9" fmla="*/ 248 h 248"/>
              </a:gdLst>
              <a:ahLst/>
              <a:cxnLst>
                <a:cxn ang="T4">
                  <a:pos x="T0" y="T1"/>
                </a:cxn>
                <a:cxn ang="T5">
                  <a:pos x="T2" y="T3"/>
                </a:cxn>
              </a:cxnLst>
              <a:rect l="T6" t="T7" r="T8" b="T9"/>
              <a:pathLst>
                <a:path w="554" h="248">
                  <a:moveTo>
                    <a:pt x="0" y="248"/>
                  </a:moveTo>
                  <a:lnTo>
                    <a:pt x="554" y="0"/>
                  </a:lnTo>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1" name="Line 106">
              <a:extLst>
                <a:ext uri="{FF2B5EF4-FFF2-40B4-BE49-F238E27FC236}">
                  <a16:creationId xmlns:a16="http://schemas.microsoft.com/office/drawing/2014/main" id="{8C9664C1-713D-467F-AFC9-228865758A2E}"/>
                </a:ext>
              </a:extLst>
            </p:cNvPr>
            <p:cNvSpPr>
              <a:spLocks noChangeShapeType="1"/>
            </p:cNvSpPr>
            <p:nvPr/>
          </p:nvSpPr>
          <p:spPr bwMode="auto">
            <a:xfrm>
              <a:off x="1590" y="1968"/>
              <a:ext cx="570" cy="240"/>
            </a:xfrm>
            <a:prstGeom prst="line">
              <a:avLst/>
            </a:prstGeom>
            <a:noFill/>
            <a:ln w="19050">
              <a:solidFill>
                <a:srgbClr val="FF6600"/>
              </a:solidFill>
              <a:round/>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42" name="Group 108">
            <a:extLst>
              <a:ext uri="{FF2B5EF4-FFF2-40B4-BE49-F238E27FC236}">
                <a16:creationId xmlns:a16="http://schemas.microsoft.com/office/drawing/2014/main" id="{94FA287B-E793-468F-83D0-FF73515F586C}"/>
              </a:ext>
            </a:extLst>
          </p:cNvPr>
          <p:cNvGrpSpPr>
            <a:grpSpLocks/>
          </p:cNvGrpSpPr>
          <p:nvPr/>
        </p:nvGrpSpPr>
        <p:grpSpPr bwMode="auto">
          <a:xfrm>
            <a:off x="6164793" y="3656928"/>
            <a:ext cx="3962400" cy="533400"/>
            <a:chOff x="2160" y="2496"/>
            <a:chExt cx="2496" cy="336"/>
          </a:xfrm>
        </p:grpSpPr>
        <p:graphicFrame>
          <p:nvGraphicFramePr>
            <p:cNvPr id="43" name="Object 109">
              <a:extLst>
                <a:ext uri="{FF2B5EF4-FFF2-40B4-BE49-F238E27FC236}">
                  <a16:creationId xmlns:a16="http://schemas.microsoft.com/office/drawing/2014/main" id="{CEAE2E23-81B9-4FF7-A750-FAC507F51F35}"/>
                </a:ext>
              </a:extLst>
            </p:cNvPr>
            <p:cNvGraphicFramePr>
              <a:graphicFrameLocks noChangeAspect="1"/>
            </p:cNvGraphicFramePr>
            <p:nvPr/>
          </p:nvGraphicFramePr>
          <p:xfrm>
            <a:off x="3120" y="2496"/>
            <a:ext cx="310" cy="336"/>
          </p:xfrm>
          <a:graphic>
            <a:graphicData uri="http://schemas.openxmlformats.org/presentationml/2006/ole">
              <mc:AlternateContent xmlns:mc="http://schemas.openxmlformats.org/markup-compatibility/2006">
                <mc:Choice xmlns:v="urn:schemas-microsoft-com:vml" Requires="v">
                  <p:oleObj name="Equation" r:id="rId21" imgW="164814" imgH="177492" progId="Equation.3">
                    <p:embed/>
                  </p:oleObj>
                </mc:Choice>
                <mc:Fallback>
                  <p:oleObj name="Equation" r:id="rId21" imgW="164814" imgH="177492" progId="Equation.3">
                    <p:embed/>
                    <p:pic>
                      <p:nvPicPr>
                        <p:cNvPr id="43" name="Object 109">
                          <a:extLst>
                            <a:ext uri="{FF2B5EF4-FFF2-40B4-BE49-F238E27FC236}">
                              <a16:creationId xmlns:a16="http://schemas.microsoft.com/office/drawing/2014/main" id="{CEAE2E23-81B9-4FF7-A750-FAC507F51F3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20" y="2496"/>
                          <a:ext cx="310"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 name="Line 110">
              <a:extLst>
                <a:ext uri="{FF2B5EF4-FFF2-40B4-BE49-F238E27FC236}">
                  <a16:creationId xmlns:a16="http://schemas.microsoft.com/office/drawing/2014/main" id="{7B821ACB-88FF-4F44-ADBD-B63ECEC43AB5}"/>
                </a:ext>
              </a:extLst>
            </p:cNvPr>
            <p:cNvSpPr>
              <a:spLocks noChangeShapeType="1"/>
            </p:cNvSpPr>
            <p:nvPr/>
          </p:nvSpPr>
          <p:spPr bwMode="auto">
            <a:xfrm>
              <a:off x="3360" y="2688"/>
              <a:ext cx="1296" cy="0"/>
            </a:xfrm>
            <a:prstGeom prst="line">
              <a:avLst/>
            </a:prstGeom>
            <a:noFill/>
            <a:ln w="19050">
              <a:solidFill>
                <a:srgbClr val="FF3399"/>
              </a:solidFill>
              <a:round/>
              <a:headEnd/>
              <a:tailEnd type="triangle" w="sm" len="lg"/>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5" name="Line 111">
              <a:extLst>
                <a:ext uri="{FF2B5EF4-FFF2-40B4-BE49-F238E27FC236}">
                  <a16:creationId xmlns:a16="http://schemas.microsoft.com/office/drawing/2014/main" id="{CE9D28B7-2E42-4CED-A073-13EC5E0CCA50}"/>
                </a:ext>
              </a:extLst>
            </p:cNvPr>
            <p:cNvSpPr>
              <a:spLocks noChangeShapeType="1"/>
            </p:cNvSpPr>
            <p:nvPr/>
          </p:nvSpPr>
          <p:spPr bwMode="auto">
            <a:xfrm flipH="1">
              <a:off x="2160" y="2688"/>
              <a:ext cx="960" cy="0"/>
            </a:xfrm>
            <a:prstGeom prst="line">
              <a:avLst/>
            </a:prstGeom>
            <a:noFill/>
            <a:ln w="19050">
              <a:solidFill>
                <a:srgbClr val="FF3399"/>
              </a:solidFill>
              <a:round/>
              <a:headEnd/>
              <a:tailEnd type="triangle" w="sm" len="lg"/>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46" name="Group 116">
            <a:extLst>
              <a:ext uri="{FF2B5EF4-FFF2-40B4-BE49-F238E27FC236}">
                <a16:creationId xmlns:a16="http://schemas.microsoft.com/office/drawing/2014/main" id="{F97F7986-7291-4CB7-A13A-43FCE169D81F}"/>
              </a:ext>
            </a:extLst>
          </p:cNvPr>
          <p:cNvGrpSpPr>
            <a:grpSpLocks/>
          </p:cNvGrpSpPr>
          <p:nvPr/>
        </p:nvGrpSpPr>
        <p:grpSpPr bwMode="auto">
          <a:xfrm>
            <a:off x="5915556" y="2437728"/>
            <a:ext cx="1520825" cy="1219200"/>
            <a:chOff x="2003" y="1728"/>
            <a:chExt cx="958" cy="768"/>
          </a:xfrm>
        </p:grpSpPr>
        <p:sp>
          <p:nvSpPr>
            <p:cNvPr id="47" name="Line 117">
              <a:extLst>
                <a:ext uri="{FF2B5EF4-FFF2-40B4-BE49-F238E27FC236}">
                  <a16:creationId xmlns:a16="http://schemas.microsoft.com/office/drawing/2014/main" id="{89E0E7AC-59E0-4D1C-BF13-211285CA0A60}"/>
                </a:ext>
              </a:extLst>
            </p:cNvPr>
            <p:cNvSpPr>
              <a:spLocks noChangeShapeType="1"/>
            </p:cNvSpPr>
            <p:nvPr/>
          </p:nvSpPr>
          <p:spPr bwMode="auto">
            <a:xfrm>
              <a:off x="2153" y="1728"/>
              <a:ext cx="150" cy="388"/>
            </a:xfrm>
            <a:prstGeom prst="line">
              <a:avLst/>
            </a:prstGeom>
            <a:noFill/>
            <a:ln w="1905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8" name="Line 118">
              <a:extLst>
                <a:ext uri="{FF2B5EF4-FFF2-40B4-BE49-F238E27FC236}">
                  <a16:creationId xmlns:a16="http://schemas.microsoft.com/office/drawing/2014/main" id="{6F8C5E63-4478-4E45-AA68-69FD1E5C3592}"/>
                </a:ext>
              </a:extLst>
            </p:cNvPr>
            <p:cNvSpPr>
              <a:spLocks noChangeShapeType="1"/>
            </p:cNvSpPr>
            <p:nvPr/>
          </p:nvSpPr>
          <p:spPr bwMode="auto">
            <a:xfrm>
              <a:off x="2303" y="2116"/>
              <a:ext cx="101" cy="251"/>
            </a:xfrm>
            <a:prstGeom prst="line">
              <a:avLst/>
            </a:prstGeom>
            <a:noFill/>
            <a:ln w="1905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9" name="Line 119">
              <a:extLst>
                <a:ext uri="{FF2B5EF4-FFF2-40B4-BE49-F238E27FC236}">
                  <a16:creationId xmlns:a16="http://schemas.microsoft.com/office/drawing/2014/main" id="{8E960988-35AC-4D4B-B888-4F7F1D2CFBD4}"/>
                </a:ext>
              </a:extLst>
            </p:cNvPr>
            <p:cNvSpPr>
              <a:spLocks noChangeShapeType="1"/>
            </p:cNvSpPr>
            <p:nvPr/>
          </p:nvSpPr>
          <p:spPr bwMode="auto">
            <a:xfrm>
              <a:off x="2153" y="2159"/>
              <a:ext cx="101" cy="251"/>
            </a:xfrm>
            <a:prstGeom prst="line">
              <a:avLst/>
            </a:prstGeom>
            <a:noFill/>
            <a:ln w="1905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0" name="Line 120">
              <a:extLst>
                <a:ext uri="{FF2B5EF4-FFF2-40B4-BE49-F238E27FC236}">
                  <a16:creationId xmlns:a16="http://schemas.microsoft.com/office/drawing/2014/main" id="{8F27F070-FC00-4AED-AD27-1521A6D47587}"/>
                </a:ext>
              </a:extLst>
            </p:cNvPr>
            <p:cNvSpPr>
              <a:spLocks noChangeShapeType="1"/>
            </p:cNvSpPr>
            <p:nvPr/>
          </p:nvSpPr>
          <p:spPr bwMode="auto">
            <a:xfrm flipV="1">
              <a:off x="2003" y="2367"/>
              <a:ext cx="251" cy="129"/>
            </a:xfrm>
            <a:prstGeom prst="line">
              <a:avLst/>
            </a:prstGeom>
            <a:noFill/>
            <a:ln w="19050">
              <a:solidFill>
                <a:srgbClr val="FF0066"/>
              </a:solidFill>
              <a:prstDash val="dash"/>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1" name="Line 121">
              <a:extLst>
                <a:ext uri="{FF2B5EF4-FFF2-40B4-BE49-F238E27FC236}">
                  <a16:creationId xmlns:a16="http://schemas.microsoft.com/office/drawing/2014/main" id="{B9D9E36D-84AB-496A-A686-0BB0BF7A8D74}"/>
                </a:ext>
              </a:extLst>
            </p:cNvPr>
            <p:cNvSpPr>
              <a:spLocks noChangeShapeType="1"/>
            </p:cNvSpPr>
            <p:nvPr/>
          </p:nvSpPr>
          <p:spPr bwMode="auto">
            <a:xfrm flipH="1">
              <a:off x="2404" y="2195"/>
              <a:ext cx="250" cy="129"/>
            </a:xfrm>
            <a:prstGeom prst="line">
              <a:avLst/>
            </a:prstGeom>
            <a:noFill/>
            <a:ln w="19050">
              <a:solidFill>
                <a:srgbClr val="FF0066"/>
              </a:solidFill>
              <a:prstDash val="dash"/>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52" name="Object 122">
              <a:extLst>
                <a:ext uri="{FF2B5EF4-FFF2-40B4-BE49-F238E27FC236}">
                  <a16:creationId xmlns:a16="http://schemas.microsoft.com/office/drawing/2014/main" id="{3E312868-7904-494D-A42E-F561D4976204}"/>
                </a:ext>
              </a:extLst>
            </p:cNvPr>
            <p:cNvGraphicFramePr>
              <a:graphicFrameLocks noChangeAspect="1"/>
            </p:cNvGraphicFramePr>
            <p:nvPr/>
          </p:nvGraphicFramePr>
          <p:xfrm>
            <a:off x="2544" y="2099"/>
            <a:ext cx="417" cy="301"/>
          </p:xfrm>
          <a:graphic>
            <a:graphicData uri="http://schemas.openxmlformats.org/presentationml/2006/ole">
              <mc:AlternateContent xmlns:mc="http://schemas.openxmlformats.org/markup-compatibility/2006">
                <mc:Choice xmlns:v="urn:schemas-microsoft-com:vml" Requires="v">
                  <p:oleObj name="公式" r:id="rId23" imgW="304668" imgH="228501" progId="Equation.3">
                    <p:embed/>
                  </p:oleObj>
                </mc:Choice>
                <mc:Fallback>
                  <p:oleObj name="公式" r:id="rId23" imgW="304668" imgH="228501" progId="Equation.3">
                    <p:embed/>
                    <p:pic>
                      <p:nvPicPr>
                        <p:cNvPr id="52" name="Object 122">
                          <a:extLst>
                            <a:ext uri="{FF2B5EF4-FFF2-40B4-BE49-F238E27FC236}">
                              <a16:creationId xmlns:a16="http://schemas.microsoft.com/office/drawing/2014/main" id="{3E312868-7904-494D-A42E-F561D4976204}"/>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2544" y="2099"/>
                          <a:ext cx="417" cy="3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pic>
                  </p:oleObj>
                </mc:Fallback>
              </mc:AlternateContent>
            </a:graphicData>
          </a:graphic>
        </p:graphicFrame>
      </p:grpSp>
      <p:grpSp>
        <p:nvGrpSpPr>
          <p:cNvPr id="53" name="Group 127">
            <a:extLst>
              <a:ext uri="{FF2B5EF4-FFF2-40B4-BE49-F238E27FC236}">
                <a16:creationId xmlns:a16="http://schemas.microsoft.com/office/drawing/2014/main" id="{A5B239AD-42C2-414F-91EB-EBF0F420FA66}"/>
              </a:ext>
            </a:extLst>
          </p:cNvPr>
          <p:cNvGrpSpPr>
            <a:grpSpLocks/>
          </p:cNvGrpSpPr>
          <p:nvPr/>
        </p:nvGrpSpPr>
        <p:grpSpPr bwMode="auto">
          <a:xfrm>
            <a:off x="10990793" y="1410615"/>
            <a:ext cx="457200" cy="2808288"/>
            <a:chOff x="4752" y="432"/>
            <a:chExt cx="288" cy="1536"/>
          </a:xfrm>
        </p:grpSpPr>
        <p:sp>
          <p:nvSpPr>
            <p:cNvPr id="54" name="Rectangle 128">
              <a:extLst>
                <a:ext uri="{FF2B5EF4-FFF2-40B4-BE49-F238E27FC236}">
                  <a16:creationId xmlns:a16="http://schemas.microsoft.com/office/drawing/2014/main" id="{8B0BBE09-AE51-4019-96AE-FD1CAC52156E}"/>
                </a:ext>
              </a:extLst>
            </p:cNvPr>
            <p:cNvSpPr>
              <a:spLocks noChangeArrowheads="1"/>
            </p:cNvSpPr>
            <p:nvPr/>
          </p:nvSpPr>
          <p:spPr bwMode="auto">
            <a:xfrm>
              <a:off x="4752" y="432"/>
              <a:ext cx="288" cy="192"/>
            </a:xfrm>
            <a:prstGeom prst="rect">
              <a:avLst/>
            </a:prstGeom>
            <a:gradFill rotWithShape="0">
              <a:gsLst>
                <a:gs pos="0">
                  <a:srgbClr val="F6E00C"/>
                </a:gs>
                <a:gs pos="50000">
                  <a:srgbClr val="000000"/>
                </a:gs>
                <a:gs pos="100000">
                  <a:srgbClr val="F6E00C"/>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5" name="Rectangle 129">
              <a:extLst>
                <a:ext uri="{FF2B5EF4-FFF2-40B4-BE49-F238E27FC236}">
                  <a16:creationId xmlns:a16="http://schemas.microsoft.com/office/drawing/2014/main" id="{FE93CF70-6083-4B50-939C-C88013AEE20C}"/>
                </a:ext>
              </a:extLst>
            </p:cNvPr>
            <p:cNvSpPr>
              <a:spLocks noChangeArrowheads="1"/>
            </p:cNvSpPr>
            <p:nvPr/>
          </p:nvSpPr>
          <p:spPr bwMode="auto">
            <a:xfrm>
              <a:off x="4752" y="624"/>
              <a:ext cx="288" cy="192"/>
            </a:xfrm>
            <a:prstGeom prst="rect">
              <a:avLst/>
            </a:prstGeom>
            <a:gradFill rotWithShape="0">
              <a:gsLst>
                <a:gs pos="0">
                  <a:srgbClr val="F6E00C"/>
                </a:gs>
                <a:gs pos="50000">
                  <a:srgbClr val="000000"/>
                </a:gs>
                <a:gs pos="100000">
                  <a:srgbClr val="F6E00C"/>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6" name="Rectangle 130">
              <a:extLst>
                <a:ext uri="{FF2B5EF4-FFF2-40B4-BE49-F238E27FC236}">
                  <a16:creationId xmlns:a16="http://schemas.microsoft.com/office/drawing/2014/main" id="{24B60AB2-17BD-4636-8D37-52AFF4852621}"/>
                </a:ext>
              </a:extLst>
            </p:cNvPr>
            <p:cNvSpPr>
              <a:spLocks noChangeArrowheads="1"/>
            </p:cNvSpPr>
            <p:nvPr/>
          </p:nvSpPr>
          <p:spPr bwMode="auto">
            <a:xfrm>
              <a:off x="4752" y="816"/>
              <a:ext cx="288" cy="192"/>
            </a:xfrm>
            <a:prstGeom prst="rect">
              <a:avLst/>
            </a:prstGeom>
            <a:gradFill rotWithShape="0">
              <a:gsLst>
                <a:gs pos="0">
                  <a:srgbClr val="F6E00C"/>
                </a:gs>
                <a:gs pos="50000">
                  <a:srgbClr val="000000"/>
                </a:gs>
                <a:gs pos="100000">
                  <a:srgbClr val="F6E00C"/>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7" name="Rectangle 131">
              <a:extLst>
                <a:ext uri="{FF2B5EF4-FFF2-40B4-BE49-F238E27FC236}">
                  <a16:creationId xmlns:a16="http://schemas.microsoft.com/office/drawing/2014/main" id="{4EF70A49-976A-47C0-BA7B-0CF9086B88B9}"/>
                </a:ext>
              </a:extLst>
            </p:cNvPr>
            <p:cNvSpPr>
              <a:spLocks noChangeArrowheads="1"/>
            </p:cNvSpPr>
            <p:nvPr/>
          </p:nvSpPr>
          <p:spPr bwMode="auto">
            <a:xfrm>
              <a:off x="4752" y="1008"/>
              <a:ext cx="288" cy="192"/>
            </a:xfrm>
            <a:prstGeom prst="rect">
              <a:avLst/>
            </a:prstGeom>
            <a:gradFill rotWithShape="0">
              <a:gsLst>
                <a:gs pos="0">
                  <a:srgbClr val="F6E00C"/>
                </a:gs>
                <a:gs pos="50000">
                  <a:srgbClr val="000000"/>
                </a:gs>
                <a:gs pos="100000">
                  <a:srgbClr val="F6E00C"/>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8" name="Rectangle 132">
              <a:extLst>
                <a:ext uri="{FF2B5EF4-FFF2-40B4-BE49-F238E27FC236}">
                  <a16:creationId xmlns:a16="http://schemas.microsoft.com/office/drawing/2014/main" id="{9A2C5EAF-7EC2-471F-B0C0-5163BB3F0C32}"/>
                </a:ext>
              </a:extLst>
            </p:cNvPr>
            <p:cNvSpPr>
              <a:spLocks noChangeArrowheads="1"/>
            </p:cNvSpPr>
            <p:nvPr/>
          </p:nvSpPr>
          <p:spPr bwMode="auto">
            <a:xfrm>
              <a:off x="4752" y="1200"/>
              <a:ext cx="288" cy="192"/>
            </a:xfrm>
            <a:prstGeom prst="rect">
              <a:avLst/>
            </a:prstGeom>
            <a:gradFill rotWithShape="0">
              <a:gsLst>
                <a:gs pos="0">
                  <a:srgbClr val="F6E00C"/>
                </a:gs>
                <a:gs pos="50000">
                  <a:srgbClr val="000000"/>
                </a:gs>
                <a:gs pos="100000">
                  <a:srgbClr val="F6E00C"/>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9" name="Rectangle 133">
              <a:extLst>
                <a:ext uri="{FF2B5EF4-FFF2-40B4-BE49-F238E27FC236}">
                  <a16:creationId xmlns:a16="http://schemas.microsoft.com/office/drawing/2014/main" id="{C6E5B11D-8DF9-4E48-A42D-A7977628772B}"/>
                </a:ext>
              </a:extLst>
            </p:cNvPr>
            <p:cNvSpPr>
              <a:spLocks noChangeArrowheads="1"/>
            </p:cNvSpPr>
            <p:nvPr/>
          </p:nvSpPr>
          <p:spPr bwMode="auto">
            <a:xfrm>
              <a:off x="4752" y="1392"/>
              <a:ext cx="288" cy="192"/>
            </a:xfrm>
            <a:prstGeom prst="rect">
              <a:avLst/>
            </a:prstGeom>
            <a:gradFill rotWithShape="0">
              <a:gsLst>
                <a:gs pos="0">
                  <a:srgbClr val="F6E00C"/>
                </a:gs>
                <a:gs pos="50000">
                  <a:srgbClr val="000000"/>
                </a:gs>
                <a:gs pos="100000">
                  <a:srgbClr val="F6E00C"/>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0" name="Rectangle 134">
              <a:extLst>
                <a:ext uri="{FF2B5EF4-FFF2-40B4-BE49-F238E27FC236}">
                  <a16:creationId xmlns:a16="http://schemas.microsoft.com/office/drawing/2014/main" id="{AFE3F880-5CA5-4B3F-A78F-96838A0CF9A6}"/>
                </a:ext>
              </a:extLst>
            </p:cNvPr>
            <p:cNvSpPr>
              <a:spLocks noChangeArrowheads="1"/>
            </p:cNvSpPr>
            <p:nvPr/>
          </p:nvSpPr>
          <p:spPr bwMode="auto">
            <a:xfrm>
              <a:off x="4752" y="1584"/>
              <a:ext cx="288" cy="192"/>
            </a:xfrm>
            <a:prstGeom prst="rect">
              <a:avLst/>
            </a:prstGeom>
            <a:gradFill rotWithShape="0">
              <a:gsLst>
                <a:gs pos="0">
                  <a:srgbClr val="F6E00C"/>
                </a:gs>
                <a:gs pos="50000">
                  <a:srgbClr val="000000"/>
                </a:gs>
                <a:gs pos="100000">
                  <a:srgbClr val="F6E00C"/>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1" name="Rectangle 135">
              <a:extLst>
                <a:ext uri="{FF2B5EF4-FFF2-40B4-BE49-F238E27FC236}">
                  <a16:creationId xmlns:a16="http://schemas.microsoft.com/office/drawing/2014/main" id="{BF0C5FE3-BFF2-43AD-B36E-D4802631747D}"/>
                </a:ext>
              </a:extLst>
            </p:cNvPr>
            <p:cNvSpPr>
              <a:spLocks noChangeArrowheads="1"/>
            </p:cNvSpPr>
            <p:nvPr/>
          </p:nvSpPr>
          <p:spPr bwMode="auto">
            <a:xfrm>
              <a:off x="4752" y="1776"/>
              <a:ext cx="288" cy="192"/>
            </a:xfrm>
            <a:prstGeom prst="rect">
              <a:avLst/>
            </a:prstGeom>
            <a:gradFill rotWithShape="0">
              <a:gsLst>
                <a:gs pos="0">
                  <a:srgbClr val="F6E00C"/>
                </a:gs>
                <a:gs pos="50000">
                  <a:srgbClr val="000000"/>
                </a:gs>
                <a:gs pos="100000">
                  <a:srgbClr val="F6E00C"/>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aphicFrame>
        <p:nvGraphicFramePr>
          <p:cNvPr id="63" name="Object 169">
            <a:extLst>
              <a:ext uri="{FF2B5EF4-FFF2-40B4-BE49-F238E27FC236}">
                <a16:creationId xmlns:a16="http://schemas.microsoft.com/office/drawing/2014/main" id="{5EB18858-F2C3-4D8C-ACFA-1DB9B82840B9}"/>
              </a:ext>
            </a:extLst>
          </p:cNvPr>
          <p:cNvGraphicFramePr>
            <a:graphicFrameLocks noChangeAspect="1"/>
          </p:cNvGraphicFramePr>
          <p:nvPr>
            <p:extLst>
              <p:ext uri="{D42A27DB-BD31-4B8C-83A1-F6EECF244321}">
                <p14:modId xmlns:p14="http://schemas.microsoft.com/office/powerpoint/2010/main" val="2905056799"/>
              </p:ext>
            </p:extLst>
          </p:nvPr>
        </p:nvGraphicFramePr>
        <p:xfrm>
          <a:off x="2441575" y="5078166"/>
          <a:ext cx="1711325" cy="1241425"/>
        </p:xfrm>
        <a:graphic>
          <a:graphicData uri="http://schemas.openxmlformats.org/presentationml/2006/ole">
            <mc:AlternateContent xmlns:mc="http://schemas.openxmlformats.org/markup-compatibility/2006">
              <mc:Choice xmlns:v="urn:schemas-microsoft-com:vml" Requires="v">
                <p:oleObj name="Equation" r:id="rId25" imgW="583920" imgH="393480" progId="Equation.DSMT4">
                  <p:embed/>
                </p:oleObj>
              </mc:Choice>
              <mc:Fallback>
                <p:oleObj name="Equation" r:id="rId25" imgW="583920" imgH="393480" progId="Equation.DSMT4">
                  <p:embed/>
                  <p:pic>
                    <p:nvPicPr>
                      <p:cNvPr id="63" name="Object 169">
                        <a:extLst>
                          <a:ext uri="{FF2B5EF4-FFF2-40B4-BE49-F238E27FC236}">
                            <a16:creationId xmlns:a16="http://schemas.microsoft.com/office/drawing/2014/main" id="{5EB18858-F2C3-4D8C-ACFA-1DB9B82840B9}"/>
                          </a:ext>
                        </a:extLst>
                      </p:cNvPr>
                      <p:cNvPicPr>
                        <a:picLocks noChangeAspect="1" noChangeArrowheads="1"/>
                      </p:cNvPicPr>
                      <p:nvPr/>
                    </p:nvPicPr>
                    <p:blipFill>
                      <a:blip r:embed="rId26"/>
                      <a:srcRect/>
                      <a:stretch>
                        <a:fillRect/>
                      </a:stretch>
                    </p:blipFill>
                    <p:spPr bwMode="auto">
                      <a:xfrm>
                        <a:off x="2441575" y="5078166"/>
                        <a:ext cx="1711325" cy="1241425"/>
                      </a:xfrm>
                      <a:prstGeom prst="rect">
                        <a:avLst/>
                      </a:prstGeom>
                      <a:noFill/>
                      <a:ln>
                        <a:noFill/>
                      </a:ln>
                    </p:spPr>
                  </p:pic>
                </p:oleObj>
              </mc:Fallback>
            </mc:AlternateContent>
          </a:graphicData>
        </a:graphic>
      </p:graphicFrame>
      <p:graphicFrame>
        <p:nvGraphicFramePr>
          <p:cNvPr id="64" name="Object 170">
            <a:extLst>
              <a:ext uri="{FF2B5EF4-FFF2-40B4-BE49-F238E27FC236}">
                <a16:creationId xmlns:a16="http://schemas.microsoft.com/office/drawing/2014/main" id="{B4E3A9F5-262C-4F20-ADB6-CA3662ADFF0C}"/>
              </a:ext>
            </a:extLst>
          </p:cNvPr>
          <p:cNvGraphicFramePr>
            <a:graphicFrameLocks noChangeAspect="1"/>
          </p:cNvGraphicFramePr>
          <p:nvPr>
            <p:extLst>
              <p:ext uri="{D42A27DB-BD31-4B8C-83A1-F6EECF244321}">
                <p14:modId xmlns:p14="http://schemas.microsoft.com/office/powerpoint/2010/main" val="3320076853"/>
              </p:ext>
            </p:extLst>
          </p:nvPr>
        </p:nvGraphicFramePr>
        <p:xfrm>
          <a:off x="4648528" y="5067615"/>
          <a:ext cx="4273222" cy="601102"/>
        </p:xfrm>
        <a:graphic>
          <a:graphicData uri="http://schemas.openxmlformats.org/presentationml/2006/ole">
            <mc:AlternateContent xmlns:mc="http://schemas.openxmlformats.org/markup-compatibility/2006">
              <mc:Choice xmlns:v="urn:schemas-microsoft-com:vml" Requires="v">
                <p:oleObj name="Equation" r:id="rId27" imgW="1333440" imgH="203040" progId="Equation.DSMT4">
                  <p:embed/>
                </p:oleObj>
              </mc:Choice>
              <mc:Fallback>
                <p:oleObj name="Equation" r:id="rId27" imgW="1333440" imgH="203040" progId="Equation.DSMT4">
                  <p:embed/>
                  <p:pic>
                    <p:nvPicPr>
                      <p:cNvPr id="64" name="Object 170">
                        <a:extLst>
                          <a:ext uri="{FF2B5EF4-FFF2-40B4-BE49-F238E27FC236}">
                            <a16:creationId xmlns:a16="http://schemas.microsoft.com/office/drawing/2014/main" id="{B4E3A9F5-262C-4F20-ADB6-CA3662ADFF0C}"/>
                          </a:ext>
                        </a:extLst>
                      </p:cNvPr>
                      <p:cNvPicPr>
                        <a:picLocks noChangeAspect="1" noChangeArrowheads="1"/>
                      </p:cNvPicPr>
                      <p:nvPr/>
                    </p:nvPicPr>
                    <p:blipFill>
                      <a:blip r:embed="rId28"/>
                      <a:srcRect/>
                      <a:stretch>
                        <a:fillRect/>
                      </a:stretch>
                    </p:blipFill>
                    <p:spPr bwMode="auto">
                      <a:xfrm>
                        <a:off x="4648528" y="5067615"/>
                        <a:ext cx="4273222" cy="601102"/>
                      </a:xfrm>
                      <a:prstGeom prst="rect">
                        <a:avLst/>
                      </a:prstGeom>
                      <a:noFill/>
                      <a:ln>
                        <a:noFill/>
                      </a:ln>
                    </p:spPr>
                  </p:pic>
                </p:oleObj>
              </mc:Fallback>
            </mc:AlternateContent>
          </a:graphicData>
        </a:graphic>
      </p:graphicFrame>
      <p:graphicFrame>
        <p:nvGraphicFramePr>
          <p:cNvPr id="65" name="Object 171">
            <a:extLst>
              <a:ext uri="{FF2B5EF4-FFF2-40B4-BE49-F238E27FC236}">
                <a16:creationId xmlns:a16="http://schemas.microsoft.com/office/drawing/2014/main" id="{BBB1103B-82B5-4B7D-8A9B-9AD507E5FFA7}"/>
              </a:ext>
            </a:extLst>
          </p:cNvPr>
          <p:cNvGraphicFramePr>
            <a:graphicFrameLocks noChangeAspect="1"/>
          </p:cNvGraphicFramePr>
          <p:nvPr>
            <p:extLst>
              <p:ext uri="{D42A27DB-BD31-4B8C-83A1-F6EECF244321}">
                <p14:modId xmlns:p14="http://schemas.microsoft.com/office/powerpoint/2010/main" val="169228221"/>
              </p:ext>
            </p:extLst>
          </p:nvPr>
        </p:nvGraphicFramePr>
        <p:xfrm>
          <a:off x="4610100" y="5746503"/>
          <a:ext cx="4429125" cy="792163"/>
        </p:xfrm>
        <a:graphic>
          <a:graphicData uri="http://schemas.openxmlformats.org/presentationml/2006/ole">
            <mc:AlternateContent xmlns:mc="http://schemas.openxmlformats.org/markup-compatibility/2006">
              <mc:Choice xmlns:v="urn:schemas-microsoft-com:vml" Requires="v">
                <p:oleObj name="Equation" r:id="rId29" imgW="1638000" imgH="291960" progId="Equation.DSMT4">
                  <p:embed/>
                </p:oleObj>
              </mc:Choice>
              <mc:Fallback>
                <p:oleObj name="Equation" r:id="rId29" imgW="1638000" imgH="291960" progId="Equation.DSMT4">
                  <p:embed/>
                  <p:pic>
                    <p:nvPicPr>
                      <p:cNvPr id="65" name="Object 171">
                        <a:extLst>
                          <a:ext uri="{FF2B5EF4-FFF2-40B4-BE49-F238E27FC236}">
                            <a16:creationId xmlns:a16="http://schemas.microsoft.com/office/drawing/2014/main" id="{BBB1103B-82B5-4B7D-8A9B-9AD507E5FFA7}"/>
                          </a:ext>
                        </a:extLst>
                      </p:cNvPr>
                      <p:cNvPicPr>
                        <a:picLocks noChangeAspect="1" noChangeArrowheads="1"/>
                      </p:cNvPicPr>
                      <p:nvPr/>
                    </p:nvPicPr>
                    <p:blipFill>
                      <a:blip r:embed="rId30"/>
                      <a:srcRect/>
                      <a:stretch>
                        <a:fillRect/>
                      </a:stretch>
                    </p:blipFill>
                    <p:spPr bwMode="auto">
                      <a:xfrm>
                        <a:off x="4610100" y="5746503"/>
                        <a:ext cx="4429125" cy="792163"/>
                      </a:xfrm>
                      <a:prstGeom prst="rect">
                        <a:avLst/>
                      </a:prstGeom>
                      <a:noFill/>
                      <a:ln>
                        <a:noFill/>
                      </a:ln>
                    </p:spPr>
                  </p:pic>
                </p:oleObj>
              </mc:Fallback>
            </mc:AlternateContent>
          </a:graphicData>
        </a:graphic>
      </p:graphicFrame>
      <p:sp>
        <p:nvSpPr>
          <p:cNvPr id="67" name="Text Box 173">
            <a:extLst>
              <a:ext uri="{FF2B5EF4-FFF2-40B4-BE49-F238E27FC236}">
                <a16:creationId xmlns:a16="http://schemas.microsoft.com/office/drawing/2014/main" id="{45B78B8D-A97C-41F2-8DE3-3D1D5469AE7C}"/>
              </a:ext>
            </a:extLst>
          </p:cNvPr>
          <p:cNvSpPr txBox="1">
            <a:spLocks noChangeArrowheads="1"/>
          </p:cNvSpPr>
          <p:nvPr/>
        </p:nvSpPr>
        <p:spPr bwMode="auto">
          <a:xfrm>
            <a:off x="9431772" y="5108609"/>
            <a:ext cx="25638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lang="zh-CN" altLang="en-US" dirty="0">
                <a:ea typeface="楷体_GB2312" pitchFamily="49" charset="-122"/>
              </a:rPr>
              <a:t>明条纹中心</a:t>
            </a:r>
          </a:p>
        </p:txBody>
      </p:sp>
      <p:sp>
        <p:nvSpPr>
          <p:cNvPr id="68" name="Text Box 175">
            <a:extLst>
              <a:ext uri="{FF2B5EF4-FFF2-40B4-BE49-F238E27FC236}">
                <a16:creationId xmlns:a16="http://schemas.microsoft.com/office/drawing/2014/main" id="{608A6C4B-5F53-4EE3-B33F-FA2B663163BE}"/>
              </a:ext>
            </a:extLst>
          </p:cNvPr>
          <p:cNvSpPr txBox="1">
            <a:spLocks noChangeArrowheads="1"/>
          </p:cNvSpPr>
          <p:nvPr/>
        </p:nvSpPr>
        <p:spPr bwMode="auto">
          <a:xfrm>
            <a:off x="9431772" y="5871703"/>
            <a:ext cx="2232025"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lang="zh-CN" altLang="en-US">
                <a:ea typeface="楷体_GB2312" pitchFamily="49" charset="-122"/>
              </a:rPr>
              <a:t>暗条纹中心</a:t>
            </a:r>
          </a:p>
        </p:txBody>
      </p:sp>
      <p:grpSp>
        <p:nvGrpSpPr>
          <p:cNvPr id="69" name="Group 182">
            <a:extLst>
              <a:ext uri="{FF2B5EF4-FFF2-40B4-BE49-F238E27FC236}">
                <a16:creationId xmlns:a16="http://schemas.microsoft.com/office/drawing/2014/main" id="{155FC721-3359-475F-B20C-5E7C0C56F120}"/>
              </a:ext>
            </a:extLst>
          </p:cNvPr>
          <p:cNvGrpSpPr>
            <a:grpSpLocks/>
          </p:cNvGrpSpPr>
          <p:nvPr/>
        </p:nvGrpSpPr>
        <p:grpSpPr bwMode="auto">
          <a:xfrm>
            <a:off x="7533218" y="2326603"/>
            <a:ext cx="457200" cy="568325"/>
            <a:chOff x="2879" y="1733"/>
            <a:chExt cx="288" cy="358"/>
          </a:xfrm>
        </p:grpSpPr>
        <p:sp>
          <p:nvSpPr>
            <p:cNvPr id="70" name="Arc 125">
              <a:extLst>
                <a:ext uri="{FF2B5EF4-FFF2-40B4-BE49-F238E27FC236}">
                  <a16:creationId xmlns:a16="http://schemas.microsoft.com/office/drawing/2014/main" id="{E72167CA-CD70-4F88-BE14-3AE11461679D}"/>
                </a:ext>
              </a:extLst>
            </p:cNvPr>
            <p:cNvSpPr>
              <a:spLocks/>
            </p:cNvSpPr>
            <p:nvPr/>
          </p:nvSpPr>
          <p:spPr bwMode="auto">
            <a:xfrm>
              <a:off x="2879" y="1803"/>
              <a:ext cx="98" cy="288"/>
            </a:xfrm>
            <a:custGeom>
              <a:avLst/>
              <a:gdLst>
                <a:gd name="T0" fmla="*/ 0 w 21313"/>
                <a:gd name="T1" fmla="*/ 0 h 21600"/>
                <a:gd name="T2" fmla="*/ 0 w 21313"/>
                <a:gd name="T3" fmla="*/ 0 h 21600"/>
                <a:gd name="T4" fmla="*/ 0 w 21313"/>
                <a:gd name="T5" fmla="*/ 0 h 21600"/>
                <a:gd name="T6" fmla="*/ 0 60000 65536"/>
                <a:gd name="T7" fmla="*/ 0 60000 65536"/>
                <a:gd name="T8" fmla="*/ 0 60000 65536"/>
                <a:gd name="T9" fmla="*/ 0 w 21313"/>
                <a:gd name="T10" fmla="*/ 0 h 21600"/>
                <a:gd name="T11" fmla="*/ 21313 w 21313"/>
                <a:gd name="T12" fmla="*/ 21600 h 21600"/>
              </a:gdLst>
              <a:ahLst/>
              <a:cxnLst>
                <a:cxn ang="T6">
                  <a:pos x="T0" y="T1"/>
                </a:cxn>
                <a:cxn ang="T7">
                  <a:pos x="T2" y="T3"/>
                </a:cxn>
                <a:cxn ang="T8">
                  <a:pos x="T4" y="T5"/>
                </a:cxn>
              </a:cxnLst>
              <a:rect l="T9" t="T10" r="T11" b="T12"/>
              <a:pathLst>
                <a:path w="21313" h="21600" fill="none" extrusionOk="0">
                  <a:moveTo>
                    <a:pt x="-1" y="0"/>
                  </a:moveTo>
                  <a:cubicBezTo>
                    <a:pt x="10573" y="0"/>
                    <a:pt x="19593" y="7654"/>
                    <a:pt x="21312" y="18088"/>
                  </a:cubicBezTo>
                </a:path>
                <a:path w="21313" h="21600" stroke="0" extrusionOk="0">
                  <a:moveTo>
                    <a:pt x="-1" y="0"/>
                  </a:moveTo>
                  <a:cubicBezTo>
                    <a:pt x="10573" y="0"/>
                    <a:pt x="19593" y="7654"/>
                    <a:pt x="21312" y="18088"/>
                  </a:cubicBezTo>
                  <a:lnTo>
                    <a:pt x="0" y="21600"/>
                  </a:lnTo>
                  <a:close/>
                </a:path>
              </a:pathLst>
            </a:custGeom>
            <a:noFill/>
            <a:ln w="28575">
              <a:solidFill>
                <a:srgbClr val="33CC33"/>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71" name="Object 178">
              <a:extLst>
                <a:ext uri="{FF2B5EF4-FFF2-40B4-BE49-F238E27FC236}">
                  <a16:creationId xmlns:a16="http://schemas.microsoft.com/office/drawing/2014/main" id="{508E40C3-E495-4B1E-A995-F5469B5F002C}"/>
                </a:ext>
              </a:extLst>
            </p:cNvPr>
            <p:cNvGraphicFramePr>
              <a:graphicFrameLocks noChangeAspect="1"/>
            </p:cNvGraphicFramePr>
            <p:nvPr/>
          </p:nvGraphicFramePr>
          <p:xfrm>
            <a:off x="2947" y="1733"/>
            <a:ext cx="220" cy="280"/>
          </p:xfrm>
          <a:graphic>
            <a:graphicData uri="http://schemas.openxmlformats.org/presentationml/2006/ole">
              <mc:AlternateContent xmlns:mc="http://schemas.openxmlformats.org/markup-compatibility/2006">
                <mc:Choice xmlns:v="urn:schemas-microsoft-com:vml" Requires="v">
                  <p:oleObj name="公式" r:id="rId31" imgW="76320" imgH="108720" progId="Equation.3">
                    <p:embed/>
                  </p:oleObj>
                </mc:Choice>
                <mc:Fallback>
                  <p:oleObj name="公式" r:id="rId31" imgW="76320" imgH="108720" progId="Equation.3">
                    <p:embed/>
                    <p:pic>
                      <p:nvPicPr>
                        <p:cNvPr id="71" name="Object 178">
                          <a:extLst>
                            <a:ext uri="{FF2B5EF4-FFF2-40B4-BE49-F238E27FC236}">
                              <a16:creationId xmlns:a16="http://schemas.microsoft.com/office/drawing/2014/main" id="{508E40C3-E495-4B1E-A995-F5469B5F002C}"/>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2947" y="1733"/>
                          <a:ext cx="22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nvGrpSpPr>
          <p:cNvPr id="72" name="Group 184">
            <a:extLst>
              <a:ext uri="{FF2B5EF4-FFF2-40B4-BE49-F238E27FC236}">
                <a16:creationId xmlns:a16="http://schemas.microsoft.com/office/drawing/2014/main" id="{015D9944-0AF0-4EEF-8AED-9F5CC17BD80C}"/>
              </a:ext>
            </a:extLst>
          </p:cNvPr>
          <p:cNvGrpSpPr>
            <a:grpSpLocks/>
          </p:cNvGrpSpPr>
          <p:nvPr/>
        </p:nvGrpSpPr>
        <p:grpSpPr bwMode="auto">
          <a:xfrm>
            <a:off x="6164793" y="1826540"/>
            <a:ext cx="609600" cy="1220788"/>
            <a:chOff x="2017" y="1418"/>
            <a:chExt cx="384" cy="769"/>
          </a:xfrm>
        </p:grpSpPr>
        <p:sp>
          <p:nvSpPr>
            <p:cNvPr id="73" name="Freeform 115">
              <a:extLst>
                <a:ext uri="{FF2B5EF4-FFF2-40B4-BE49-F238E27FC236}">
                  <a16:creationId xmlns:a16="http://schemas.microsoft.com/office/drawing/2014/main" id="{B1D186DE-1155-47F5-A983-34CE0918E8CC}"/>
                </a:ext>
              </a:extLst>
            </p:cNvPr>
            <p:cNvSpPr>
              <a:spLocks/>
            </p:cNvSpPr>
            <p:nvPr/>
          </p:nvSpPr>
          <p:spPr bwMode="auto">
            <a:xfrm>
              <a:off x="2017" y="2131"/>
              <a:ext cx="111" cy="56"/>
            </a:xfrm>
            <a:custGeom>
              <a:avLst/>
              <a:gdLst>
                <a:gd name="T0" fmla="*/ 0 w 144"/>
                <a:gd name="T1" fmla="*/ 48 h 56"/>
                <a:gd name="T2" fmla="*/ 2 w 144"/>
                <a:gd name="T3" fmla="*/ 48 h 56"/>
                <a:gd name="T4" fmla="*/ 2 w 144"/>
                <a:gd name="T5" fmla="*/ 0 h 56"/>
                <a:gd name="T6" fmla="*/ 0 60000 65536"/>
                <a:gd name="T7" fmla="*/ 0 60000 65536"/>
                <a:gd name="T8" fmla="*/ 0 60000 65536"/>
                <a:gd name="T9" fmla="*/ 0 w 144"/>
                <a:gd name="T10" fmla="*/ 0 h 56"/>
                <a:gd name="T11" fmla="*/ 144 w 144"/>
                <a:gd name="T12" fmla="*/ 56 h 56"/>
              </a:gdLst>
              <a:ahLst/>
              <a:cxnLst>
                <a:cxn ang="T6">
                  <a:pos x="T0" y="T1"/>
                </a:cxn>
                <a:cxn ang="T7">
                  <a:pos x="T2" y="T3"/>
                </a:cxn>
                <a:cxn ang="T8">
                  <a:pos x="T4" y="T5"/>
                </a:cxn>
              </a:cxnLst>
              <a:rect l="T9" t="T10" r="T11" b="T12"/>
              <a:pathLst>
                <a:path w="144" h="56">
                  <a:moveTo>
                    <a:pt x="0" y="48"/>
                  </a:moveTo>
                  <a:cubicBezTo>
                    <a:pt x="36" y="52"/>
                    <a:pt x="72" y="56"/>
                    <a:pt x="96" y="48"/>
                  </a:cubicBezTo>
                  <a:cubicBezTo>
                    <a:pt x="120" y="40"/>
                    <a:pt x="136" y="8"/>
                    <a:pt x="144" y="0"/>
                  </a:cubicBezTo>
                </a:path>
              </a:pathLst>
            </a:custGeom>
            <a:noFill/>
            <a:ln w="28575">
              <a:solidFill>
                <a:srgbClr val="33CC33"/>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74" name="Group 183">
              <a:extLst>
                <a:ext uri="{FF2B5EF4-FFF2-40B4-BE49-F238E27FC236}">
                  <a16:creationId xmlns:a16="http://schemas.microsoft.com/office/drawing/2014/main" id="{B0D386CC-A4D7-49A2-B433-2BB542F14D52}"/>
                </a:ext>
              </a:extLst>
            </p:cNvPr>
            <p:cNvGrpSpPr>
              <a:grpSpLocks/>
            </p:cNvGrpSpPr>
            <p:nvPr/>
          </p:nvGrpSpPr>
          <p:grpSpPr bwMode="auto">
            <a:xfrm>
              <a:off x="2128" y="1418"/>
              <a:ext cx="273" cy="290"/>
              <a:chOff x="2128" y="1418"/>
              <a:chExt cx="273" cy="290"/>
            </a:xfrm>
          </p:grpSpPr>
          <p:sp>
            <p:nvSpPr>
              <p:cNvPr id="75" name="AutoShape 113">
                <a:extLst>
                  <a:ext uri="{FF2B5EF4-FFF2-40B4-BE49-F238E27FC236}">
                    <a16:creationId xmlns:a16="http://schemas.microsoft.com/office/drawing/2014/main" id="{23D484B8-3B0D-452B-AD52-805D71AFFC22}"/>
                  </a:ext>
                </a:extLst>
              </p:cNvPr>
              <p:cNvSpPr>
                <a:spLocks noChangeArrowheads="1"/>
              </p:cNvSpPr>
              <p:nvPr/>
            </p:nvSpPr>
            <p:spPr bwMode="auto">
              <a:xfrm>
                <a:off x="2128" y="1419"/>
                <a:ext cx="273" cy="289"/>
              </a:xfrm>
              <a:prstGeom prst="wedgeRoundRectCallout">
                <a:avLst>
                  <a:gd name="adj1" fmla="val -81500"/>
                  <a:gd name="adj2" fmla="val 198097"/>
                  <a:gd name="adj3" fmla="val 16667"/>
                </a:avLst>
              </a:prstGeom>
              <a:gradFill rotWithShape="0">
                <a:gsLst>
                  <a:gs pos="0">
                    <a:srgbClr val="EBF7FF"/>
                  </a:gs>
                  <a:gs pos="50000">
                    <a:srgbClr val="FFFFFF"/>
                  </a:gs>
                  <a:gs pos="100000">
                    <a:srgbClr val="EBF7FF"/>
                  </a:gs>
                </a:gsLst>
                <a:lin ang="5400000" scaled="1"/>
              </a:gradFill>
              <a:ln w="9525">
                <a:solidFill>
                  <a:srgbClr val="006699"/>
                </a:solidFill>
                <a:miter lim="800000"/>
                <a:headEnd/>
                <a:tailEnd/>
              </a:ln>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graphicFrame>
            <p:nvGraphicFramePr>
              <p:cNvPr id="76" name="Object 181">
                <a:extLst>
                  <a:ext uri="{FF2B5EF4-FFF2-40B4-BE49-F238E27FC236}">
                    <a16:creationId xmlns:a16="http://schemas.microsoft.com/office/drawing/2014/main" id="{F8136073-CD72-46E6-A84E-0F388DAD2848}"/>
                  </a:ext>
                </a:extLst>
              </p:cNvPr>
              <p:cNvGraphicFramePr>
                <a:graphicFrameLocks noChangeAspect="1"/>
              </p:cNvGraphicFramePr>
              <p:nvPr/>
            </p:nvGraphicFramePr>
            <p:xfrm>
              <a:off x="2141" y="1418"/>
              <a:ext cx="220" cy="280"/>
            </p:xfrm>
            <a:graphic>
              <a:graphicData uri="http://schemas.openxmlformats.org/presentationml/2006/ole">
                <mc:AlternateContent xmlns:mc="http://schemas.openxmlformats.org/markup-compatibility/2006">
                  <mc:Choice xmlns:v="urn:schemas-microsoft-com:vml" Requires="v">
                    <p:oleObj name="公式" r:id="rId33" imgW="76320" imgH="108720" progId="Equation.3">
                      <p:embed/>
                    </p:oleObj>
                  </mc:Choice>
                  <mc:Fallback>
                    <p:oleObj name="公式" r:id="rId33" imgW="76320" imgH="108720" progId="Equation.3">
                      <p:embed/>
                      <p:pic>
                        <p:nvPicPr>
                          <p:cNvPr id="76" name="Object 181">
                            <a:extLst>
                              <a:ext uri="{FF2B5EF4-FFF2-40B4-BE49-F238E27FC236}">
                                <a16:creationId xmlns:a16="http://schemas.microsoft.com/office/drawing/2014/main" id="{F8136073-CD72-46E6-A84E-0F388DAD2848}"/>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2141" y="1418"/>
                            <a:ext cx="220" cy="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Lst>
                        </p:spPr>
                      </p:pic>
                    </p:oleObj>
                  </mc:Fallback>
                </mc:AlternateContent>
              </a:graphicData>
            </a:graphic>
          </p:graphicFrame>
        </p:grpSp>
      </p:grpSp>
      <p:grpSp>
        <p:nvGrpSpPr>
          <p:cNvPr id="79" name="组合 79">
            <a:extLst>
              <a:ext uri="{FF2B5EF4-FFF2-40B4-BE49-F238E27FC236}">
                <a16:creationId xmlns:a16="http://schemas.microsoft.com/office/drawing/2014/main" id="{180BDD6E-E389-46E6-A233-22731898A614}"/>
              </a:ext>
            </a:extLst>
          </p:cNvPr>
          <p:cNvGrpSpPr>
            <a:grpSpLocks/>
          </p:cNvGrpSpPr>
          <p:nvPr/>
        </p:nvGrpSpPr>
        <p:grpSpPr bwMode="auto">
          <a:xfrm>
            <a:off x="5393268" y="2436140"/>
            <a:ext cx="704850" cy="762000"/>
            <a:chOff x="2362229" y="2862263"/>
            <a:chExt cx="704850" cy="762000"/>
          </a:xfrm>
        </p:grpSpPr>
        <p:sp>
          <p:nvSpPr>
            <p:cNvPr id="80" name="Line 91">
              <a:extLst>
                <a:ext uri="{FF2B5EF4-FFF2-40B4-BE49-F238E27FC236}">
                  <a16:creationId xmlns:a16="http://schemas.microsoft.com/office/drawing/2014/main" id="{5644DA56-CF11-40A4-99D7-001581E6F721}"/>
                </a:ext>
              </a:extLst>
            </p:cNvPr>
            <p:cNvSpPr>
              <a:spLocks noChangeShapeType="1"/>
            </p:cNvSpPr>
            <p:nvPr/>
          </p:nvSpPr>
          <p:spPr bwMode="auto">
            <a:xfrm flipH="1">
              <a:off x="2381279" y="2862263"/>
              <a:ext cx="685800" cy="0"/>
            </a:xfrm>
            <a:prstGeom prst="line">
              <a:avLst/>
            </a:prstGeom>
            <a:noFill/>
            <a:ln w="9525">
              <a:solidFill>
                <a:srgbClr val="006699"/>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1" name="Line 92">
              <a:extLst>
                <a:ext uri="{FF2B5EF4-FFF2-40B4-BE49-F238E27FC236}">
                  <a16:creationId xmlns:a16="http://schemas.microsoft.com/office/drawing/2014/main" id="{53BFFAC2-FFB6-4A5A-909F-1C7864215E51}"/>
                </a:ext>
              </a:extLst>
            </p:cNvPr>
            <p:cNvSpPr>
              <a:spLocks noChangeShapeType="1"/>
            </p:cNvSpPr>
            <p:nvPr/>
          </p:nvSpPr>
          <p:spPr bwMode="auto">
            <a:xfrm flipH="1">
              <a:off x="2381279" y="3624263"/>
              <a:ext cx="685800" cy="0"/>
            </a:xfrm>
            <a:prstGeom prst="line">
              <a:avLst/>
            </a:prstGeom>
            <a:noFill/>
            <a:ln w="9525">
              <a:solidFill>
                <a:srgbClr val="006699"/>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2" name="Line 93">
              <a:extLst>
                <a:ext uri="{FF2B5EF4-FFF2-40B4-BE49-F238E27FC236}">
                  <a16:creationId xmlns:a16="http://schemas.microsoft.com/office/drawing/2014/main" id="{27095E44-A020-472F-A8C6-617A38717D10}"/>
                </a:ext>
              </a:extLst>
            </p:cNvPr>
            <p:cNvSpPr>
              <a:spLocks noChangeShapeType="1"/>
            </p:cNvSpPr>
            <p:nvPr/>
          </p:nvSpPr>
          <p:spPr bwMode="auto">
            <a:xfrm>
              <a:off x="2686079" y="2862263"/>
              <a:ext cx="0" cy="762000"/>
            </a:xfrm>
            <a:prstGeom prst="line">
              <a:avLst/>
            </a:prstGeom>
            <a:noFill/>
            <a:ln w="19050">
              <a:solidFill>
                <a:srgbClr val="FF33CC"/>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83" name="Object 99">
              <a:extLst>
                <a:ext uri="{FF2B5EF4-FFF2-40B4-BE49-F238E27FC236}">
                  <a16:creationId xmlns:a16="http://schemas.microsoft.com/office/drawing/2014/main" id="{3013B6F3-B64B-44C2-91EF-E55639B3C093}"/>
                </a:ext>
              </a:extLst>
            </p:cNvPr>
            <p:cNvGraphicFramePr>
              <a:graphicFrameLocks noChangeAspect="1"/>
            </p:cNvGraphicFramePr>
            <p:nvPr/>
          </p:nvGraphicFramePr>
          <p:xfrm>
            <a:off x="2362229" y="3040063"/>
            <a:ext cx="323850" cy="431800"/>
          </p:xfrm>
          <a:graphic>
            <a:graphicData uri="http://schemas.openxmlformats.org/presentationml/2006/ole">
              <mc:AlternateContent xmlns:mc="http://schemas.openxmlformats.org/markup-compatibility/2006">
                <mc:Choice xmlns:v="urn:schemas-microsoft-com:vml" Requires="v">
                  <p:oleObj name="Equation" r:id="rId35" imgW="190417" imgH="253890" progId="Equation.3">
                    <p:embed/>
                  </p:oleObj>
                </mc:Choice>
                <mc:Fallback>
                  <p:oleObj name="Equation" r:id="rId35" imgW="190417" imgH="253890" progId="Equation.3">
                    <p:embed/>
                    <p:pic>
                      <p:nvPicPr>
                        <p:cNvPr id="83" name="Object 99">
                          <a:extLst>
                            <a:ext uri="{FF2B5EF4-FFF2-40B4-BE49-F238E27FC236}">
                              <a16:creationId xmlns:a16="http://schemas.microsoft.com/office/drawing/2014/main" id="{3013B6F3-B64B-44C2-91EF-E55639B3C093}"/>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2362229" y="3040063"/>
                          <a:ext cx="3238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84" name="组合 83">
            <a:extLst>
              <a:ext uri="{FF2B5EF4-FFF2-40B4-BE49-F238E27FC236}">
                <a16:creationId xmlns:a16="http://schemas.microsoft.com/office/drawing/2014/main" id="{D3C5015C-DC16-4D83-8519-BE2725E6C945}"/>
              </a:ext>
            </a:extLst>
          </p:cNvPr>
          <p:cNvGrpSpPr>
            <a:grpSpLocks/>
          </p:cNvGrpSpPr>
          <p:nvPr/>
        </p:nvGrpSpPr>
        <p:grpSpPr bwMode="auto">
          <a:xfrm>
            <a:off x="10212918" y="1751928"/>
            <a:ext cx="563563" cy="1066800"/>
            <a:chOff x="7181879" y="2176463"/>
            <a:chExt cx="563880" cy="1066800"/>
          </a:xfrm>
        </p:grpSpPr>
        <p:sp>
          <p:nvSpPr>
            <p:cNvPr id="85" name="Line 88">
              <a:extLst>
                <a:ext uri="{FF2B5EF4-FFF2-40B4-BE49-F238E27FC236}">
                  <a16:creationId xmlns:a16="http://schemas.microsoft.com/office/drawing/2014/main" id="{857D80AC-7DE5-455B-8430-D0538F79EB17}"/>
                </a:ext>
              </a:extLst>
            </p:cNvPr>
            <p:cNvSpPr>
              <a:spLocks noChangeShapeType="1"/>
            </p:cNvSpPr>
            <p:nvPr/>
          </p:nvSpPr>
          <p:spPr bwMode="auto">
            <a:xfrm>
              <a:off x="7181879" y="2176463"/>
              <a:ext cx="381000" cy="0"/>
            </a:xfrm>
            <a:prstGeom prst="line">
              <a:avLst/>
            </a:prstGeom>
            <a:noFill/>
            <a:ln w="1270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6" name="Line 89">
              <a:extLst>
                <a:ext uri="{FF2B5EF4-FFF2-40B4-BE49-F238E27FC236}">
                  <a16:creationId xmlns:a16="http://schemas.microsoft.com/office/drawing/2014/main" id="{5E298ACB-4798-461B-8643-10D83C2DFE7B}"/>
                </a:ext>
              </a:extLst>
            </p:cNvPr>
            <p:cNvSpPr>
              <a:spLocks noChangeShapeType="1"/>
            </p:cNvSpPr>
            <p:nvPr/>
          </p:nvSpPr>
          <p:spPr bwMode="auto">
            <a:xfrm>
              <a:off x="7410479" y="2176463"/>
              <a:ext cx="0" cy="1066800"/>
            </a:xfrm>
            <a:prstGeom prst="line">
              <a:avLst/>
            </a:prstGeom>
            <a:noFill/>
            <a:ln w="28575">
              <a:solidFill>
                <a:srgbClr val="FF33CC"/>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87" name="Object 90">
              <a:extLst>
                <a:ext uri="{FF2B5EF4-FFF2-40B4-BE49-F238E27FC236}">
                  <a16:creationId xmlns:a16="http://schemas.microsoft.com/office/drawing/2014/main" id="{DE441D71-40B2-43CC-A794-C916A91424CB}"/>
                </a:ext>
              </a:extLst>
            </p:cNvPr>
            <p:cNvGraphicFramePr>
              <a:graphicFrameLocks noChangeAspect="1"/>
            </p:cNvGraphicFramePr>
            <p:nvPr/>
          </p:nvGraphicFramePr>
          <p:xfrm>
            <a:off x="7402859" y="2481263"/>
            <a:ext cx="342900" cy="371475"/>
          </p:xfrm>
          <a:graphic>
            <a:graphicData uri="http://schemas.openxmlformats.org/presentationml/2006/ole">
              <mc:AlternateContent xmlns:mc="http://schemas.openxmlformats.org/markup-compatibility/2006">
                <mc:Choice xmlns:v="urn:schemas-microsoft-com:vml" Requires="v">
                  <p:oleObj name="公式" r:id="rId37" imgW="177646" imgH="190335" progId="Equation.3">
                    <p:embed/>
                  </p:oleObj>
                </mc:Choice>
                <mc:Fallback>
                  <p:oleObj name="公式" r:id="rId37" imgW="177646" imgH="190335" progId="Equation.3">
                    <p:embed/>
                    <p:pic>
                      <p:nvPicPr>
                        <p:cNvPr id="87" name="Object 90">
                          <a:extLst>
                            <a:ext uri="{FF2B5EF4-FFF2-40B4-BE49-F238E27FC236}">
                              <a16:creationId xmlns:a16="http://schemas.microsoft.com/office/drawing/2014/main" id="{DE441D71-40B2-43CC-A794-C916A91424CB}"/>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7402859" y="2481263"/>
                          <a:ext cx="34290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88" name="Object 1553">
            <a:extLst>
              <a:ext uri="{FF2B5EF4-FFF2-40B4-BE49-F238E27FC236}">
                <a16:creationId xmlns:a16="http://schemas.microsoft.com/office/drawing/2014/main" id="{36E6C194-9446-4C66-BA93-7585D832EBF2}"/>
              </a:ext>
            </a:extLst>
          </p:cNvPr>
          <p:cNvGraphicFramePr>
            <a:graphicFrameLocks noChangeAspect="1"/>
          </p:cNvGraphicFramePr>
          <p:nvPr>
            <p:extLst>
              <p:ext uri="{D42A27DB-BD31-4B8C-83A1-F6EECF244321}">
                <p14:modId xmlns:p14="http://schemas.microsoft.com/office/powerpoint/2010/main" val="2878802324"/>
              </p:ext>
            </p:extLst>
          </p:nvPr>
        </p:nvGraphicFramePr>
        <p:xfrm>
          <a:off x="766154" y="5317325"/>
          <a:ext cx="1631784" cy="763106"/>
        </p:xfrm>
        <a:graphic>
          <a:graphicData uri="http://schemas.openxmlformats.org/presentationml/2006/ole">
            <mc:AlternateContent xmlns:mc="http://schemas.openxmlformats.org/markup-compatibility/2006">
              <mc:Choice xmlns:v="urn:schemas-microsoft-com:vml" Requires="v">
                <p:oleObj name="Equation" r:id="rId39" imgW="660240" imgH="228600" progId="Equation.DSMT4">
                  <p:embed/>
                </p:oleObj>
              </mc:Choice>
              <mc:Fallback>
                <p:oleObj name="Equation" r:id="rId39" imgW="660240" imgH="228600" progId="Equation.DSMT4">
                  <p:embed/>
                  <p:pic>
                    <p:nvPicPr>
                      <p:cNvPr id="88" name="Object 1553">
                        <a:extLst>
                          <a:ext uri="{FF2B5EF4-FFF2-40B4-BE49-F238E27FC236}">
                            <a16:creationId xmlns:a16="http://schemas.microsoft.com/office/drawing/2014/main" id="{36E6C194-9446-4C66-BA93-7585D832EBF2}"/>
                          </a:ext>
                        </a:extLst>
                      </p:cNvPr>
                      <p:cNvPicPr>
                        <a:picLocks noChangeAspect="1" noChangeArrowheads="1"/>
                      </p:cNvPicPr>
                      <p:nvPr/>
                    </p:nvPicPr>
                    <p:blipFill>
                      <a:blip r:embed="rId40"/>
                      <a:srcRect/>
                      <a:stretch>
                        <a:fillRect/>
                      </a:stretch>
                    </p:blipFill>
                    <p:spPr bwMode="auto">
                      <a:xfrm>
                        <a:off x="766154" y="5317325"/>
                        <a:ext cx="1631784" cy="763106"/>
                      </a:xfrm>
                      <a:prstGeom prst="rect">
                        <a:avLst/>
                      </a:prstGeom>
                      <a:noFill/>
                      <a:ln>
                        <a:noFill/>
                      </a:ln>
                    </p:spPr>
                  </p:pic>
                </p:oleObj>
              </mc:Fallback>
            </mc:AlternateContent>
          </a:graphicData>
        </a:graphic>
      </p:graphicFrame>
      <p:sp>
        <p:nvSpPr>
          <p:cNvPr id="89" name="AutoShape 172">
            <a:extLst>
              <a:ext uri="{FF2B5EF4-FFF2-40B4-BE49-F238E27FC236}">
                <a16:creationId xmlns:a16="http://schemas.microsoft.com/office/drawing/2014/main" id="{EC374C48-B960-4EF8-8ACE-E8B1686371B9}"/>
              </a:ext>
            </a:extLst>
          </p:cNvPr>
          <p:cNvSpPr>
            <a:spLocks/>
          </p:cNvSpPr>
          <p:nvPr/>
        </p:nvSpPr>
        <p:spPr bwMode="auto">
          <a:xfrm>
            <a:off x="4306926" y="5150384"/>
            <a:ext cx="215900" cy="1252975"/>
          </a:xfrm>
          <a:prstGeom prst="leftBrace">
            <a:avLst>
              <a:gd name="adj1" fmla="val 38909"/>
              <a:gd name="adj2" fmla="val 50000"/>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9D3C8FF8-3EF6-475E-BAA1-3D670B66593B}"/>
                  </a:ext>
                </a:extLst>
              </p:cNvPr>
              <p:cNvSpPr txBox="1"/>
              <p:nvPr/>
            </p:nvSpPr>
            <p:spPr>
              <a:xfrm>
                <a:off x="3901534" y="4411520"/>
                <a:ext cx="2354939" cy="584775"/>
              </a:xfrm>
              <a:prstGeom prst="rect">
                <a:avLst/>
              </a:prstGeom>
              <a:solidFill>
                <a:schemeClr val="bg1"/>
              </a:solidFill>
            </p:spPr>
            <p:txBody>
              <a:bodyPr wrap="none" rtlCol="0">
                <a:spAutoFit/>
              </a:bodyPr>
              <a:lstStyle/>
              <a:p>
                <a:pPr/>
                <a14:m>
                  <m:oMathPara xmlns:m="http://schemas.openxmlformats.org/officeDocument/2006/math">
                    <m:oMathParaPr>
                      <m:jc m:val="centerGroup"/>
                    </m:oMathParaPr>
                    <m:oMath xmlns:m="http://schemas.openxmlformats.org/officeDocument/2006/math">
                      <m:r>
                        <a:rPr lang="zh-CN" altLang="en-US" sz="3200" b="1" i="1" smtClean="0">
                          <a:latin typeface="Cambria Math" panose="02040503050406030204" pitchFamily="18" charset="0"/>
                        </a:rPr>
                        <m:t>（</m:t>
                      </m:r>
                      <m:r>
                        <a:rPr lang="en-US" altLang="zh-CN" sz="3200" b="1" i="1">
                          <a:latin typeface="Cambria Math" panose="02040503050406030204" pitchFamily="18" charset="0"/>
                        </a:rPr>
                        <m:t>𝒅</m:t>
                      </m:r>
                      <m:r>
                        <a:rPr lang="en-US" altLang="zh-CN" sz="3200" b="1" i="1">
                          <a:latin typeface="Cambria Math" panose="02040503050406030204" pitchFamily="18" charset="0"/>
                          <a:ea typeface="Cambria Math" panose="02040503050406030204" pitchFamily="18" charset="0"/>
                        </a:rPr>
                        <m:t>≪</m:t>
                      </m:r>
                      <m:sSup>
                        <m:sSupPr>
                          <m:ctrlPr>
                            <a:rPr lang="en-US" altLang="zh-CN" sz="3200" b="1" i="1">
                              <a:latin typeface="Cambria Math" panose="02040503050406030204" pitchFamily="18" charset="0"/>
                              <a:ea typeface="Cambria Math" panose="02040503050406030204" pitchFamily="18" charset="0"/>
                            </a:rPr>
                          </m:ctrlPr>
                        </m:sSupPr>
                        <m:e>
                          <m:r>
                            <a:rPr lang="en-US" altLang="zh-CN" sz="3200" b="1" i="1">
                              <a:latin typeface="Cambria Math" panose="02040503050406030204" pitchFamily="18" charset="0"/>
                              <a:ea typeface="Cambria Math" panose="02040503050406030204" pitchFamily="18" charset="0"/>
                            </a:rPr>
                            <m:t>𝒅</m:t>
                          </m:r>
                        </m:e>
                        <m:sup>
                          <m:r>
                            <a:rPr lang="en-US" altLang="zh-CN" sz="3200" b="1" i="1">
                              <a:latin typeface="Cambria Math" panose="02040503050406030204" pitchFamily="18" charset="0"/>
                              <a:ea typeface="Cambria Math" panose="02040503050406030204" pitchFamily="18" charset="0"/>
                            </a:rPr>
                            <m:t>′</m:t>
                          </m:r>
                        </m:sup>
                      </m:sSup>
                      <m:r>
                        <a:rPr lang="zh-CN" altLang="en-US" sz="3200" b="1" i="1" smtClean="0">
                          <a:latin typeface="Cambria Math" panose="02040503050406030204" pitchFamily="18" charset="0"/>
                          <a:ea typeface="Cambria Math" panose="02040503050406030204" pitchFamily="18" charset="0"/>
                        </a:rPr>
                        <m:t>且</m:t>
                      </m:r>
                    </m:oMath>
                  </m:oMathPara>
                </a14:m>
                <a:endParaRPr lang="zh-CN" altLang="en-US" sz="3200" b="1" dirty="0">
                  <a:latin typeface="Times New Roman" panose="02020603050405020304" pitchFamily="18" charset="0"/>
                  <a:cs typeface="Times New Roman" panose="02020603050405020304" pitchFamily="18" charset="0"/>
                </a:endParaRPr>
              </a:p>
            </p:txBody>
          </p:sp>
        </mc:Choice>
        <mc:Fallback xmlns="">
          <p:sp>
            <p:nvSpPr>
              <p:cNvPr id="4" name="文本框 3">
                <a:extLst>
                  <a:ext uri="{FF2B5EF4-FFF2-40B4-BE49-F238E27FC236}">
                    <a16:creationId xmlns:a16="http://schemas.microsoft.com/office/drawing/2014/main" id="{9D3C8FF8-3EF6-475E-BAA1-3D670B66593B}"/>
                  </a:ext>
                </a:extLst>
              </p:cNvPr>
              <p:cNvSpPr txBox="1">
                <a:spLocks noRot="1" noChangeAspect="1" noMove="1" noResize="1" noEditPoints="1" noAdjustHandles="1" noChangeArrowheads="1" noChangeShapeType="1" noTextEdit="1"/>
              </p:cNvSpPr>
              <p:nvPr/>
            </p:nvSpPr>
            <p:spPr>
              <a:xfrm>
                <a:off x="3901534" y="4411520"/>
                <a:ext cx="2354939" cy="584775"/>
              </a:xfrm>
              <a:prstGeom prst="rect">
                <a:avLst/>
              </a:prstGeom>
              <a:blipFill>
                <a:blip r:embed="rId42"/>
                <a:stretch>
                  <a:fillRect/>
                </a:stretch>
              </a:blipFill>
            </p:spPr>
            <p:txBody>
              <a:bodyPr/>
              <a:lstStyle/>
              <a:p>
                <a:r>
                  <a:rPr lang="zh-CN" altLang="en-US">
                    <a:noFill/>
                  </a:rPr>
                  <a:t> </a:t>
                </a:r>
              </a:p>
            </p:txBody>
          </p:sp>
        </mc:Fallback>
      </mc:AlternateContent>
      <p:sp>
        <p:nvSpPr>
          <p:cNvPr id="62" name="Text Box 137">
            <a:extLst>
              <a:ext uri="{FF2B5EF4-FFF2-40B4-BE49-F238E27FC236}">
                <a16:creationId xmlns:a16="http://schemas.microsoft.com/office/drawing/2014/main" id="{7416FFD5-C662-42BC-9B01-7394A5ADA1BE}"/>
              </a:ext>
            </a:extLst>
          </p:cNvPr>
          <p:cNvSpPr txBox="1">
            <a:spLocks noChangeArrowheads="1"/>
          </p:cNvSpPr>
          <p:nvPr/>
        </p:nvSpPr>
        <p:spPr bwMode="auto">
          <a:xfrm>
            <a:off x="785140" y="4405577"/>
            <a:ext cx="4105275"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2. </a:t>
            </a:r>
            <a:r>
              <a:rPr kumimoji="1" lang="zh-CN" altLang="en-US" sz="3200" dirty="0">
                <a:latin typeface="微软雅黑" panose="020B0503020204020204" pitchFamily="34" charset="-122"/>
                <a:ea typeface="微软雅黑" panose="020B0503020204020204" pitchFamily="34" charset="-122"/>
              </a:rPr>
              <a:t>干涉条纹的分布</a:t>
            </a:r>
            <a:endParaRPr kumimoji="1" lang="en-US" altLang="zh-CN" sz="32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500068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linds(horizontal)">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wipe(right)">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37" fill="hold" nodeType="clickEffect">
                                  <p:stCondLst>
                                    <p:cond delay="0"/>
                                  </p:stCondLst>
                                  <p:childTnLst>
                                    <p:set>
                                      <p:cBhvr>
                                        <p:cTn id="16" dur="1" fill="hold">
                                          <p:stCondLst>
                                            <p:cond delay="0"/>
                                          </p:stCondLst>
                                        </p:cTn>
                                        <p:tgtEl>
                                          <p:spTgt spid="42"/>
                                        </p:tgtEl>
                                        <p:attrNameLst>
                                          <p:attrName>style.visibility</p:attrName>
                                        </p:attrNameLst>
                                      </p:cBhvr>
                                      <p:to>
                                        <p:strVal val="visible"/>
                                      </p:to>
                                    </p:set>
                                    <p:animEffect transition="in" filter="barn(outVertical)">
                                      <p:cBhvr>
                                        <p:cTn id="17" dur="500"/>
                                        <p:tgtEl>
                                          <p:spTgt spid="4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wipe(left)">
                                      <p:cBhvr>
                                        <p:cTn id="22" dur="500"/>
                                        <p:tgtEl>
                                          <p:spTgt spid="8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left)">
                                      <p:cBhvr>
                                        <p:cTn id="27" dur="2000"/>
                                        <p:tgtEl>
                                          <p:spTgt spid="3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
                                        </p:tgtEl>
                                        <p:attrNameLst>
                                          <p:attrName>style.visibility</p:attrName>
                                        </p:attrNameLst>
                                      </p:cBhvr>
                                      <p:to>
                                        <p:strVal val="visible"/>
                                      </p:to>
                                    </p:set>
                                    <p:animEffect transition="in" filter="wipe(left)">
                                      <p:cBhvr>
                                        <p:cTn id="32" dur="500"/>
                                        <p:tgtEl>
                                          <p:spTgt spid="6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wipe(left)">
                                      <p:cBhvr>
                                        <p:cTn id="37" dur="500"/>
                                        <p:tgtEl>
                                          <p:spTgt spid="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wipe(left)">
                                      <p:cBhvr>
                                        <p:cTn id="42" dur="500"/>
                                        <p:tgtEl>
                                          <p:spTgt spid="2"/>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46"/>
                                        </p:tgtEl>
                                        <p:attrNameLst>
                                          <p:attrName>style.visibility</p:attrName>
                                        </p:attrNameLst>
                                      </p:cBhvr>
                                      <p:to>
                                        <p:strVal val="visible"/>
                                      </p:to>
                                    </p:set>
                                    <p:animEffect transition="in" filter="box(out)">
                                      <p:cBhvr>
                                        <p:cTn id="47" dur="500"/>
                                        <p:tgtEl>
                                          <p:spTgt spid="4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72"/>
                                        </p:tgtEl>
                                        <p:attrNameLst>
                                          <p:attrName>style.visibility</p:attrName>
                                        </p:attrNameLst>
                                      </p:cBhvr>
                                      <p:to>
                                        <p:strVal val="visible"/>
                                      </p:to>
                                    </p:set>
                                    <p:animEffect transition="in" filter="wipe(down)">
                                      <p:cBhvr>
                                        <p:cTn id="52" dur="500"/>
                                        <p:tgtEl>
                                          <p:spTgt spid="72"/>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69"/>
                                        </p:tgtEl>
                                        <p:attrNameLst>
                                          <p:attrName>style.visibility</p:attrName>
                                        </p:attrNameLst>
                                      </p:cBhvr>
                                      <p:to>
                                        <p:strVal val="visible"/>
                                      </p:to>
                                    </p:set>
                                    <p:animEffect transition="in" filter="wipe(left)">
                                      <p:cBhvr>
                                        <p:cTn id="57" dur="500"/>
                                        <p:tgtEl>
                                          <p:spTgt spid="69"/>
                                        </p:tgtEl>
                                      </p:cBhvr>
                                    </p:animEffect>
                                  </p:childTnLst>
                                </p:cTn>
                              </p:par>
                            </p:childTnLst>
                          </p:cTn>
                        </p:par>
                      </p:childTnLst>
                    </p:cTn>
                  </p:par>
                  <p:par>
                    <p:cTn id="58" fill="hold">
                      <p:stCondLst>
                        <p:cond delay="indefinite"/>
                      </p:stCondLst>
                      <p:childTnLst>
                        <p:par>
                          <p:cTn id="59" fill="hold">
                            <p:stCondLst>
                              <p:cond delay="0"/>
                            </p:stCondLst>
                            <p:childTnLst>
                              <p:par>
                                <p:cTn id="60" presetID="9" presetClass="entr" presetSubtype="0" fill="hold" nodeType="clickEffect">
                                  <p:stCondLst>
                                    <p:cond delay="0"/>
                                  </p:stCondLst>
                                  <p:childTnLst>
                                    <p:set>
                                      <p:cBhvr>
                                        <p:cTn id="61" dur="1" fill="hold">
                                          <p:stCondLst>
                                            <p:cond delay="0"/>
                                          </p:stCondLst>
                                        </p:cTn>
                                        <p:tgtEl>
                                          <p:spTgt spid="88"/>
                                        </p:tgtEl>
                                        <p:attrNameLst>
                                          <p:attrName>style.visibility</p:attrName>
                                        </p:attrNameLst>
                                      </p:cBhvr>
                                      <p:to>
                                        <p:strVal val="visible"/>
                                      </p:to>
                                    </p:set>
                                    <p:animEffect transition="in" filter="dissolve">
                                      <p:cBhvr>
                                        <p:cTn id="62" dur="500"/>
                                        <p:tgtEl>
                                          <p:spTgt spid="88"/>
                                        </p:tgtEl>
                                      </p:cBhvr>
                                    </p:animEffect>
                                  </p:childTnLst>
                                </p:cTn>
                              </p:par>
                            </p:childTnLst>
                          </p:cTn>
                        </p:par>
                      </p:childTnLst>
                    </p:cTn>
                  </p:par>
                  <p:par>
                    <p:cTn id="63" fill="hold">
                      <p:stCondLst>
                        <p:cond delay="indefinite"/>
                      </p:stCondLst>
                      <p:childTnLst>
                        <p:par>
                          <p:cTn id="64" fill="hold">
                            <p:stCondLst>
                              <p:cond delay="0"/>
                            </p:stCondLst>
                            <p:childTnLst>
                              <p:par>
                                <p:cTn id="65" presetID="9" presetClass="entr" presetSubtype="0" fill="hold" nodeType="clickEffect">
                                  <p:stCondLst>
                                    <p:cond delay="0"/>
                                  </p:stCondLst>
                                  <p:childTnLst>
                                    <p:set>
                                      <p:cBhvr>
                                        <p:cTn id="66" dur="1" fill="hold">
                                          <p:stCondLst>
                                            <p:cond delay="0"/>
                                          </p:stCondLst>
                                        </p:cTn>
                                        <p:tgtEl>
                                          <p:spTgt spid="63"/>
                                        </p:tgtEl>
                                        <p:attrNameLst>
                                          <p:attrName>style.visibility</p:attrName>
                                        </p:attrNameLst>
                                      </p:cBhvr>
                                      <p:to>
                                        <p:strVal val="visible"/>
                                      </p:to>
                                    </p:set>
                                    <p:animEffect transition="in" filter="dissolve">
                                      <p:cBhvr>
                                        <p:cTn id="67" dur="500"/>
                                        <p:tgtEl>
                                          <p:spTgt spid="63"/>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89"/>
                                        </p:tgtEl>
                                        <p:attrNameLst>
                                          <p:attrName>style.visibility</p:attrName>
                                        </p:attrNameLst>
                                      </p:cBhvr>
                                      <p:to>
                                        <p:strVal val="visible"/>
                                      </p:to>
                                    </p:set>
                                    <p:animEffect transition="in" filter="wipe(left)">
                                      <p:cBhvr>
                                        <p:cTn id="72" dur="500"/>
                                        <p:tgtEl>
                                          <p:spTgt spid="89"/>
                                        </p:tgtEl>
                                      </p:cBhvr>
                                    </p:animEffect>
                                  </p:childTnLst>
                                </p:cTn>
                              </p:par>
                            </p:childTnLst>
                          </p:cTn>
                        </p:par>
                      </p:childTnLst>
                    </p:cTn>
                  </p:par>
                  <p:par>
                    <p:cTn id="73" fill="hold">
                      <p:stCondLst>
                        <p:cond delay="indefinite"/>
                      </p:stCondLst>
                      <p:childTnLst>
                        <p:par>
                          <p:cTn id="74" fill="hold">
                            <p:stCondLst>
                              <p:cond delay="0"/>
                            </p:stCondLst>
                            <p:childTnLst>
                              <p:par>
                                <p:cTn id="75" presetID="9" presetClass="entr" presetSubtype="0" fill="hold" nodeType="clickEffect">
                                  <p:stCondLst>
                                    <p:cond delay="0"/>
                                  </p:stCondLst>
                                  <p:childTnLst>
                                    <p:set>
                                      <p:cBhvr>
                                        <p:cTn id="76" dur="1" fill="hold">
                                          <p:stCondLst>
                                            <p:cond delay="0"/>
                                          </p:stCondLst>
                                        </p:cTn>
                                        <p:tgtEl>
                                          <p:spTgt spid="64"/>
                                        </p:tgtEl>
                                        <p:attrNameLst>
                                          <p:attrName>style.visibility</p:attrName>
                                        </p:attrNameLst>
                                      </p:cBhvr>
                                      <p:to>
                                        <p:strVal val="visible"/>
                                      </p:to>
                                    </p:set>
                                    <p:animEffect transition="in" filter="dissolve">
                                      <p:cBhvr>
                                        <p:cTn id="77" dur="500"/>
                                        <p:tgtEl>
                                          <p:spTgt spid="64"/>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67"/>
                                        </p:tgtEl>
                                        <p:attrNameLst>
                                          <p:attrName>style.visibility</p:attrName>
                                        </p:attrNameLst>
                                      </p:cBhvr>
                                      <p:to>
                                        <p:strVal val="visible"/>
                                      </p:to>
                                    </p:set>
                                    <p:animEffect transition="in" filter="wipe(left)">
                                      <p:cBhvr>
                                        <p:cTn id="82" dur="500"/>
                                        <p:tgtEl>
                                          <p:spTgt spid="67"/>
                                        </p:tgtEl>
                                      </p:cBhvr>
                                    </p:animEffect>
                                  </p:childTnLst>
                                </p:cTn>
                              </p:par>
                            </p:childTnLst>
                          </p:cTn>
                        </p:par>
                      </p:childTnLst>
                    </p:cTn>
                  </p:par>
                  <p:par>
                    <p:cTn id="83" fill="hold">
                      <p:stCondLst>
                        <p:cond delay="indefinite"/>
                      </p:stCondLst>
                      <p:childTnLst>
                        <p:par>
                          <p:cTn id="84" fill="hold">
                            <p:stCondLst>
                              <p:cond delay="0"/>
                            </p:stCondLst>
                            <p:childTnLst>
                              <p:par>
                                <p:cTn id="85" presetID="9" presetClass="entr" presetSubtype="0" fill="hold" nodeType="clickEffect">
                                  <p:stCondLst>
                                    <p:cond delay="0"/>
                                  </p:stCondLst>
                                  <p:childTnLst>
                                    <p:set>
                                      <p:cBhvr>
                                        <p:cTn id="86" dur="1" fill="hold">
                                          <p:stCondLst>
                                            <p:cond delay="0"/>
                                          </p:stCondLst>
                                        </p:cTn>
                                        <p:tgtEl>
                                          <p:spTgt spid="65"/>
                                        </p:tgtEl>
                                        <p:attrNameLst>
                                          <p:attrName>style.visibility</p:attrName>
                                        </p:attrNameLst>
                                      </p:cBhvr>
                                      <p:to>
                                        <p:strVal val="visible"/>
                                      </p:to>
                                    </p:set>
                                    <p:animEffect transition="in" filter="dissolve">
                                      <p:cBhvr>
                                        <p:cTn id="87" dur="500"/>
                                        <p:tgtEl>
                                          <p:spTgt spid="6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68"/>
                                        </p:tgtEl>
                                        <p:attrNameLst>
                                          <p:attrName>style.visibility</p:attrName>
                                        </p:attrNameLst>
                                      </p:cBhvr>
                                      <p:to>
                                        <p:strVal val="visible"/>
                                      </p:to>
                                    </p:set>
                                    <p:animEffect transition="in" filter="wipe(left)">
                                      <p:cBhvr>
                                        <p:cTn id="92" dur="500"/>
                                        <p:tgtEl>
                                          <p:spTgt spid="68"/>
                                        </p:tgtEl>
                                      </p:cBhvr>
                                    </p:animEffect>
                                  </p:childTnLst>
                                </p:cTn>
                              </p:par>
                            </p:childTnLst>
                          </p:cTn>
                        </p:par>
                      </p:childTnLst>
                    </p:cTn>
                  </p:par>
                  <p:par>
                    <p:cTn id="93" fill="hold">
                      <p:stCondLst>
                        <p:cond delay="indefinite"/>
                      </p:stCondLst>
                      <p:childTnLst>
                        <p:par>
                          <p:cTn id="94" fill="hold">
                            <p:stCondLst>
                              <p:cond delay="0"/>
                            </p:stCondLst>
                            <p:childTnLst>
                              <p:par>
                                <p:cTn id="95" presetID="3" presetClass="entr" presetSubtype="10" fill="hold" nodeType="clickEffect">
                                  <p:stCondLst>
                                    <p:cond delay="0"/>
                                  </p:stCondLst>
                                  <p:childTnLst>
                                    <p:set>
                                      <p:cBhvr>
                                        <p:cTn id="96" dur="1" fill="hold">
                                          <p:stCondLst>
                                            <p:cond delay="0"/>
                                          </p:stCondLst>
                                        </p:cTn>
                                        <p:tgtEl>
                                          <p:spTgt spid="53"/>
                                        </p:tgtEl>
                                        <p:attrNameLst>
                                          <p:attrName>style.visibility</p:attrName>
                                        </p:attrNameLst>
                                      </p:cBhvr>
                                      <p:to>
                                        <p:strVal val="visible"/>
                                      </p:to>
                                    </p:set>
                                    <p:animEffect transition="in" filter="blinds(horizontal)">
                                      <p:cBhvr>
                                        <p:cTn id="97" dur="5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68" grpId="0"/>
      <p:bldP spid="89" grpId="0" animBg="1"/>
      <p:bldP spid="4" grpId="0" animBg="1"/>
      <p:bldP spid="62"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四</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杨氏双缝干涉</a:t>
            </a:r>
          </a:p>
        </p:txBody>
      </p:sp>
      <p:sp>
        <p:nvSpPr>
          <p:cNvPr id="10" name="Text Box 13">
            <a:extLst>
              <a:ext uri="{FF2B5EF4-FFF2-40B4-BE49-F238E27FC236}">
                <a16:creationId xmlns:a16="http://schemas.microsoft.com/office/drawing/2014/main" id="{2ED577F7-A1F9-4D10-BF9F-768144366305}"/>
              </a:ext>
            </a:extLst>
          </p:cNvPr>
          <p:cNvSpPr txBox="1">
            <a:spLocks noChangeArrowheads="1"/>
          </p:cNvSpPr>
          <p:nvPr/>
        </p:nvSpPr>
        <p:spPr bwMode="auto">
          <a:xfrm>
            <a:off x="785140" y="1545791"/>
            <a:ext cx="78593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3. </a:t>
            </a:r>
            <a:r>
              <a:rPr kumimoji="1" lang="zh-CN" altLang="en-US" sz="3200" dirty="0">
                <a:latin typeface="微软雅黑" panose="020B0503020204020204" pitchFamily="34" charset="-122"/>
                <a:ea typeface="微软雅黑" panose="020B0503020204020204" pitchFamily="34" charset="-122"/>
              </a:rPr>
              <a:t>杨氏双缝干涉条纹的特征</a:t>
            </a:r>
            <a:endParaRPr kumimoji="1" lang="en-US" altLang="zh-CN" sz="3200" dirty="0">
              <a:latin typeface="微软雅黑" panose="020B0503020204020204" pitchFamily="34" charset="-122"/>
              <a:ea typeface="微软雅黑" panose="020B0503020204020204" pitchFamily="34" charset="-122"/>
            </a:endParaRPr>
          </a:p>
        </p:txBody>
      </p:sp>
      <p:sp>
        <p:nvSpPr>
          <p:cNvPr id="90" name="Text Box 81">
            <a:extLst>
              <a:ext uri="{FF2B5EF4-FFF2-40B4-BE49-F238E27FC236}">
                <a16:creationId xmlns:a16="http://schemas.microsoft.com/office/drawing/2014/main" id="{284AC49E-7714-4074-B069-23D2E8120978}"/>
              </a:ext>
            </a:extLst>
          </p:cNvPr>
          <p:cNvSpPr txBox="1">
            <a:spLocks noChangeArrowheads="1"/>
          </p:cNvSpPr>
          <p:nvPr/>
        </p:nvSpPr>
        <p:spPr bwMode="auto">
          <a:xfrm>
            <a:off x="1328208" y="2317273"/>
            <a:ext cx="60579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buClr>
                <a:srgbClr val="0000FF"/>
              </a:buClr>
              <a:buSzPct val="90000"/>
              <a:buFont typeface="Wingdings" panose="05000000000000000000" pitchFamily="2" charset="2"/>
              <a:buChar char="l"/>
            </a:pPr>
            <a:r>
              <a:rPr kumimoji="1" lang="zh-CN" altLang="en-US" dirty="0">
                <a:latin typeface="楷体_GB2312" pitchFamily="49" charset="-122"/>
                <a:ea typeface="楷体_GB2312" pitchFamily="49" charset="-122"/>
              </a:rPr>
              <a:t>一系列平行的明暗相间的条纹； </a:t>
            </a:r>
          </a:p>
        </p:txBody>
      </p:sp>
      <p:sp>
        <p:nvSpPr>
          <p:cNvPr id="91" name="Rectangle 82">
            <a:extLst>
              <a:ext uri="{FF2B5EF4-FFF2-40B4-BE49-F238E27FC236}">
                <a16:creationId xmlns:a16="http://schemas.microsoft.com/office/drawing/2014/main" id="{50080E9B-4CAE-4A43-81A8-DCCCF1EE7E82}"/>
              </a:ext>
            </a:extLst>
          </p:cNvPr>
          <p:cNvSpPr>
            <a:spLocks noChangeArrowheads="1"/>
          </p:cNvSpPr>
          <p:nvPr/>
        </p:nvSpPr>
        <p:spPr bwMode="auto">
          <a:xfrm>
            <a:off x="1328208" y="4828871"/>
            <a:ext cx="1055899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buClr>
                <a:srgbClr val="0000FF"/>
              </a:buClr>
              <a:buSzPct val="90000"/>
              <a:buFont typeface="Wingdings" panose="05000000000000000000" pitchFamily="2" charset="2"/>
              <a:buChar char="l"/>
            </a:pPr>
            <a:r>
              <a:rPr kumimoji="1" lang="zh-CN" altLang="en-US" dirty="0">
                <a:latin typeface="Times New Roman" panose="02020603050405020304" pitchFamily="18" charset="0"/>
                <a:ea typeface="楷体_GB2312" pitchFamily="49" charset="-122"/>
                <a:cs typeface="Times New Roman" panose="02020603050405020304" pitchFamily="18" charset="0"/>
              </a:rPr>
              <a:t>条纹的位置、间距随 波长</a:t>
            </a:r>
            <a:r>
              <a:rPr kumimoji="1" lang="zh-CN" altLang="en-US" i="1"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zh-CN" altLang="en-US" dirty="0">
                <a:latin typeface="Times New Roman" panose="02020603050405020304" pitchFamily="18" charset="0"/>
                <a:ea typeface="楷体_GB2312" pitchFamily="49" charset="-122"/>
                <a:cs typeface="Times New Roman" panose="02020603050405020304" pitchFamily="18" charset="0"/>
              </a:rPr>
              <a:t>、双缝间距</a:t>
            </a:r>
            <a:r>
              <a:rPr kumimoji="1" lang="en-US" altLang="zh-CN" i="1" dirty="0">
                <a:latin typeface="Times New Roman" panose="02020603050405020304" pitchFamily="18" charset="0"/>
                <a:ea typeface="楷体_GB2312" pitchFamily="49" charset="-122"/>
                <a:cs typeface="Times New Roman" panose="02020603050405020304" pitchFamily="18" charset="0"/>
              </a:rPr>
              <a:t>d</a:t>
            </a:r>
            <a:r>
              <a:rPr kumimoji="1" lang="zh-CN" altLang="en-US" dirty="0">
                <a:latin typeface="Times New Roman" panose="02020603050405020304" pitchFamily="18" charset="0"/>
                <a:ea typeface="楷体_GB2312" pitchFamily="49" charset="-122"/>
                <a:cs typeface="Times New Roman" panose="02020603050405020304" pitchFamily="18" charset="0"/>
              </a:rPr>
              <a:t>、屏缝距</a:t>
            </a:r>
            <a:r>
              <a:rPr kumimoji="1" lang="en-US" altLang="zh-CN" i="1" dirty="0">
                <a:latin typeface="Times New Roman" panose="02020603050405020304" pitchFamily="18" charset="0"/>
                <a:ea typeface="楷体_GB2312" pitchFamily="49" charset="-122"/>
                <a:cs typeface="Times New Roman" panose="02020603050405020304" pitchFamily="18" charset="0"/>
              </a:rPr>
              <a:t>d</a:t>
            </a:r>
            <a:r>
              <a:rPr kumimoji="1" lang="en-US" altLang="zh-CN"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a:t>
            </a:r>
            <a:r>
              <a:rPr kumimoji="1" lang="zh-CN" altLang="en-US" dirty="0">
                <a:latin typeface="Times New Roman" panose="02020603050405020304" pitchFamily="18" charset="0"/>
                <a:ea typeface="楷体_GB2312" pitchFamily="49" charset="-122"/>
                <a:cs typeface="Times New Roman" panose="02020603050405020304" pitchFamily="18" charset="0"/>
                <a:sym typeface="Symbol" panose="05050102010706020507" pitchFamily="18" charset="2"/>
              </a:rPr>
              <a:t> </a:t>
            </a:r>
            <a:r>
              <a:rPr kumimoji="1" lang="zh-CN" altLang="en-US" dirty="0">
                <a:latin typeface="Times New Roman" panose="02020603050405020304" pitchFamily="18" charset="0"/>
                <a:ea typeface="楷体_GB2312" pitchFamily="49" charset="-122"/>
                <a:cs typeface="Times New Roman" panose="02020603050405020304" pitchFamily="18" charset="0"/>
              </a:rPr>
              <a:t>而变化。</a:t>
            </a:r>
          </a:p>
        </p:txBody>
      </p:sp>
      <p:sp>
        <p:nvSpPr>
          <p:cNvPr id="92" name="Rectangle 83">
            <a:extLst>
              <a:ext uri="{FF2B5EF4-FFF2-40B4-BE49-F238E27FC236}">
                <a16:creationId xmlns:a16="http://schemas.microsoft.com/office/drawing/2014/main" id="{CD75ED96-96BD-4415-A7CE-A66B7DFB75D6}"/>
              </a:ext>
            </a:extLst>
          </p:cNvPr>
          <p:cNvSpPr>
            <a:spLocks noChangeArrowheads="1"/>
          </p:cNvSpPr>
          <p:nvPr/>
        </p:nvSpPr>
        <p:spPr bwMode="auto">
          <a:xfrm>
            <a:off x="1328208" y="4220475"/>
            <a:ext cx="697759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buClr>
                <a:srgbClr val="0000FF"/>
              </a:buClr>
              <a:buSzPct val="90000"/>
              <a:buFont typeface="Wingdings" panose="05000000000000000000" pitchFamily="2" charset="2"/>
              <a:buChar char="l"/>
            </a:pPr>
            <a:r>
              <a:rPr kumimoji="1" lang="zh-CN" altLang="en-US" dirty="0">
                <a:latin typeface="楷体_GB2312" pitchFamily="49" charset="-122"/>
                <a:ea typeface="楷体_GB2312" pitchFamily="49" charset="-122"/>
              </a:rPr>
              <a:t>中间级次低，两边级次高；</a:t>
            </a:r>
          </a:p>
        </p:txBody>
      </p:sp>
      <p:graphicFrame>
        <p:nvGraphicFramePr>
          <p:cNvPr id="95" name="Object 169">
            <a:extLst>
              <a:ext uri="{FF2B5EF4-FFF2-40B4-BE49-F238E27FC236}">
                <a16:creationId xmlns:a16="http://schemas.microsoft.com/office/drawing/2014/main" id="{68321BAB-369D-4340-8C49-A8FC86B2643D}"/>
              </a:ext>
            </a:extLst>
          </p:cNvPr>
          <p:cNvGraphicFramePr>
            <a:graphicFrameLocks noChangeAspect="1"/>
          </p:cNvGraphicFramePr>
          <p:nvPr>
            <p:extLst>
              <p:ext uri="{D42A27DB-BD31-4B8C-83A1-F6EECF244321}">
                <p14:modId xmlns:p14="http://schemas.microsoft.com/office/powerpoint/2010/main" val="1830404211"/>
              </p:ext>
            </p:extLst>
          </p:nvPr>
        </p:nvGraphicFramePr>
        <p:xfrm>
          <a:off x="2786063" y="2979738"/>
          <a:ext cx="3143250" cy="1041400"/>
        </p:xfrm>
        <a:graphic>
          <a:graphicData uri="http://schemas.openxmlformats.org/presentationml/2006/ole">
            <mc:AlternateContent xmlns:mc="http://schemas.openxmlformats.org/markup-compatibility/2006">
              <mc:Choice xmlns:v="urn:schemas-microsoft-com:vml" Requires="v">
                <p:oleObj name="Equation" r:id="rId3" imgW="1269720" imgH="393480" progId="Equation.DSMT4">
                  <p:embed/>
                </p:oleObj>
              </mc:Choice>
              <mc:Fallback>
                <p:oleObj name="Equation" r:id="rId3" imgW="1269720" imgH="393480" progId="Equation.DSMT4">
                  <p:embed/>
                  <p:pic>
                    <p:nvPicPr>
                      <p:cNvPr id="98473" name="Object 169"/>
                      <p:cNvPicPr>
                        <a:picLocks noChangeAspect="1" noChangeArrowheads="1"/>
                      </p:cNvPicPr>
                      <p:nvPr/>
                    </p:nvPicPr>
                    <p:blipFill>
                      <a:blip r:embed="rId4"/>
                      <a:srcRect/>
                      <a:stretch>
                        <a:fillRect/>
                      </a:stretch>
                    </p:blipFill>
                    <p:spPr bwMode="auto">
                      <a:xfrm>
                        <a:off x="2786063" y="2979738"/>
                        <a:ext cx="3143250" cy="1041400"/>
                      </a:xfrm>
                      <a:prstGeom prst="rect">
                        <a:avLst/>
                      </a:prstGeom>
                      <a:noFill/>
                      <a:ln>
                        <a:noFill/>
                      </a:ln>
                    </p:spPr>
                  </p:pic>
                </p:oleObj>
              </mc:Fallback>
            </mc:AlternateContent>
          </a:graphicData>
        </a:graphic>
      </p:graphicFrame>
      <p:sp>
        <p:nvSpPr>
          <p:cNvPr id="96" name="AutoShape 78">
            <a:hlinkClick r:id="rId5" action="ppaction://hlinkfile" highlightClick="1"/>
            <a:extLst>
              <a:ext uri="{FF2B5EF4-FFF2-40B4-BE49-F238E27FC236}">
                <a16:creationId xmlns:a16="http://schemas.microsoft.com/office/drawing/2014/main" id="{4F7D499B-C5C1-41AF-8B7D-D17DB6303144}"/>
              </a:ext>
            </a:extLst>
          </p:cNvPr>
          <p:cNvSpPr>
            <a:spLocks noChangeArrowheads="1"/>
          </p:cNvSpPr>
          <p:nvPr/>
        </p:nvSpPr>
        <p:spPr bwMode="auto">
          <a:xfrm>
            <a:off x="1956564" y="5430583"/>
            <a:ext cx="576262" cy="360363"/>
          </a:xfrm>
          <a:prstGeom prst="actionButtonMovie">
            <a:avLst/>
          </a:prstGeom>
          <a:solidFill>
            <a:schemeClr val="accent4">
              <a:lumMod val="40000"/>
              <a:lumOff val="6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a:defRPr/>
            </a:pPr>
            <a:endParaRPr lang="zh-CN" altLang="en-US">
              <a:latin typeface="Arial" charset="0"/>
            </a:endParaRPr>
          </a:p>
        </p:txBody>
      </p:sp>
      <p:sp>
        <p:nvSpPr>
          <p:cNvPr id="97" name="AutoShape 78">
            <a:hlinkClick r:id="rId6" action="ppaction://hlinkfile" highlightClick="1"/>
            <a:extLst>
              <a:ext uri="{FF2B5EF4-FFF2-40B4-BE49-F238E27FC236}">
                <a16:creationId xmlns:a16="http://schemas.microsoft.com/office/drawing/2014/main" id="{ED27E0EA-D6A2-475B-95BA-CF27D7AD2035}"/>
              </a:ext>
            </a:extLst>
          </p:cNvPr>
          <p:cNvSpPr>
            <a:spLocks noChangeArrowheads="1"/>
          </p:cNvSpPr>
          <p:nvPr/>
        </p:nvSpPr>
        <p:spPr bwMode="auto">
          <a:xfrm>
            <a:off x="2766145" y="5430583"/>
            <a:ext cx="576262" cy="360363"/>
          </a:xfrm>
          <a:prstGeom prst="actionButtonMovie">
            <a:avLst/>
          </a:prstGeom>
          <a:solidFill>
            <a:schemeClr val="accent4">
              <a:lumMod val="40000"/>
              <a:lumOff val="60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a:defRPr/>
            </a:pPr>
            <a:endParaRPr lang="zh-CN" altLang="en-US">
              <a:latin typeface="Arial" charset="0"/>
            </a:endParaRPr>
          </a:p>
        </p:txBody>
      </p:sp>
      <p:pic>
        <p:nvPicPr>
          <p:cNvPr id="14" name="Picture 134" descr="图片">
            <a:extLst>
              <a:ext uri="{FF2B5EF4-FFF2-40B4-BE49-F238E27FC236}">
                <a16:creationId xmlns:a16="http://schemas.microsoft.com/office/drawing/2014/main" id="{F90FEF59-6CDC-42D2-AC34-FF6D4F024824}"/>
              </a:ext>
            </a:extLst>
          </p:cNvPr>
          <p:cNvPicPr>
            <a:picLocks noChangeAspect="1" noChangeArrowheads="1" noCrop="1"/>
          </p:cNvPicPr>
          <p:nvPr/>
        </p:nvPicPr>
        <p:blipFill>
          <a:blip r:embed="rId7">
            <a:extLst>
              <a:ext uri="{28A0092B-C50C-407E-A947-70E740481C1C}">
                <a14:useLocalDpi xmlns:a14="http://schemas.microsoft.com/office/drawing/2010/main" val="0"/>
              </a:ext>
            </a:extLst>
          </a:blip>
          <a:srcRect/>
          <a:stretch>
            <a:fillRect/>
          </a:stretch>
        </p:blipFill>
        <p:spPr bwMode="auto">
          <a:xfrm>
            <a:off x="7321139" y="846667"/>
            <a:ext cx="3829462" cy="357008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739910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left)">
                                      <p:cBhvr>
                                        <p:cTn id="7" dur="20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95"/>
                                        </p:tgtEl>
                                        <p:attrNameLst>
                                          <p:attrName>style.visibility</p:attrName>
                                        </p:attrNameLst>
                                      </p:cBhvr>
                                      <p:to>
                                        <p:strVal val="visible"/>
                                      </p:to>
                                    </p:set>
                                    <p:animEffect transition="in" filter="dissolve">
                                      <p:cBhvr>
                                        <p:cTn id="12" dur="500"/>
                                        <p:tgtEl>
                                          <p:spTgt spid="9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
                                        </p:tgtEl>
                                        <p:attrNameLst>
                                          <p:attrName>style.visibility</p:attrName>
                                        </p:attrNameLst>
                                      </p:cBhvr>
                                      <p:to>
                                        <p:strVal val="visible"/>
                                      </p:to>
                                    </p:set>
                                    <p:animEffect transition="in" filter="wipe(left)">
                                      <p:cBhvr>
                                        <p:cTn id="17" dur="2000"/>
                                        <p:tgtEl>
                                          <p:spTgt spid="9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1"/>
                                        </p:tgtEl>
                                        <p:attrNameLst>
                                          <p:attrName>style.visibility</p:attrName>
                                        </p:attrNameLst>
                                      </p:cBhvr>
                                      <p:to>
                                        <p:strVal val="visible"/>
                                      </p:to>
                                    </p:set>
                                    <p:animEffect transition="in" filter="wipe(left)">
                                      <p:cBhvr>
                                        <p:cTn id="22" dur="2000"/>
                                        <p:tgtEl>
                                          <p:spTgt spid="91"/>
                                        </p:tgtEl>
                                      </p:cBhvr>
                                    </p:animEffect>
                                  </p:childTnLst>
                                </p:cTn>
                              </p:par>
                            </p:childTnLst>
                          </p:cTn>
                        </p:par>
                        <p:par>
                          <p:cTn id="23" fill="hold">
                            <p:stCondLst>
                              <p:cond delay="2000"/>
                            </p:stCondLst>
                            <p:childTnLst>
                              <p:par>
                                <p:cTn id="24" presetID="1" presetClass="entr" presetSubtype="0" fill="hold" nodeType="afterEffect">
                                  <p:stCondLst>
                                    <p:cond delay="0"/>
                                  </p:stCondLst>
                                  <p:childTnLst>
                                    <p:set>
                                      <p:cBhvr>
                                        <p:cTn id="25" dur="1" fill="hold">
                                          <p:stCondLst>
                                            <p:cond delay="0"/>
                                          </p:stCondLst>
                                        </p:cTn>
                                        <p:tgtEl>
                                          <p:spTgt spid="96"/>
                                        </p:tgtEl>
                                        <p:attrNameLst>
                                          <p:attrName>style.visibility</p:attrName>
                                        </p:attrNameLst>
                                      </p:cBhvr>
                                      <p:to>
                                        <p:strVal val="visible"/>
                                      </p:to>
                                    </p:set>
                                  </p:childTnLst>
                                </p:cTn>
                              </p:par>
                            </p:childTnLst>
                          </p:cTn>
                        </p:par>
                        <p:par>
                          <p:cTn id="26" fill="hold">
                            <p:stCondLst>
                              <p:cond delay="2000"/>
                            </p:stCondLst>
                            <p:childTnLst>
                              <p:par>
                                <p:cTn id="27" presetID="1" presetClass="entr" presetSubtype="0" fill="hold" nodeType="afterEffect">
                                  <p:stCondLst>
                                    <p:cond delay="0"/>
                                  </p:stCondLst>
                                  <p:childTnLst>
                                    <p:set>
                                      <p:cBhvr>
                                        <p:cTn id="28" dur="1" fill="hold">
                                          <p:stCondLst>
                                            <p:cond delay="0"/>
                                          </p:stCondLst>
                                        </p:cTn>
                                        <p:tgtEl>
                                          <p:spTgt spid="9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utoUpdateAnimBg="0"/>
      <p:bldP spid="91" grpId="0" autoUpdateAnimBg="0"/>
      <p:bldP spid="9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F184C7-9DEB-4452-A452-C4CA6A84D1FF}"/>
              </a:ext>
            </a:extLst>
          </p:cNvPr>
          <p:cNvSpPr>
            <a:spLocks noGrp="1"/>
          </p:cNvSpPr>
          <p:nvPr>
            <p:ph type="title"/>
          </p:nvPr>
        </p:nvSpPr>
        <p:spPr/>
        <p:txBody>
          <a:bodyPr/>
          <a:lstStyle/>
          <a:p>
            <a:r>
              <a:rPr lang="zh-CN" altLang="en-US" dirty="0"/>
              <a:t>杨氏双缝干涉</a:t>
            </a:r>
          </a:p>
        </p:txBody>
      </p:sp>
      <p:sp>
        <p:nvSpPr>
          <p:cNvPr id="3" name="内容占位符 2">
            <a:extLst>
              <a:ext uri="{FF2B5EF4-FFF2-40B4-BE49-F238E27FC236}">
                <a16:creationId xmlns:a16="http://schemas.microsoft.com/office/drawing/2014/main" id="{B4CC1191-54A6-4602-AD25-76EA214D9D26}"/>
              </a:ext>
            </a:extLst>
          </p:cNvPr>
          <p:cNvSpPr>
            <a:spLocks noGrp="1"/>
          </p:cNvSpPr>
          <p:nvPr>
            <p:ph sz="quarter" idx="10"/>
          </p:nvPr>
        </p:nvSpPr>
        <p:spPr/>
        <p:txBody>
          <a:bodyPr/>
          <a:lstStyle/>
          <a:p>
            <a:endParaRPr lang="zh-CN" altLang="en-US"/>
          </a:p>
        </p:txBody>
      </p:sp>
      <p:pic>
        <p:nvPicPr>
          <p:cNvPr id="163842" name="Picture 2" descr="https://gimg2.baidu.com/image_search/src=http%3A%2F%2Fdingyue.ws.126.net%2F8RjRRYtl6S3VDuaYbOntVkcPbevl9cx0TRWTrAc%3D7bv9I1561474112668.jpg&amp;refer=http%3A%2F%2Fdingyue.ws.126.net&amp;app=2002&amp;size=f9999,10000&amp;q=a80&amp;n=0&amp;g=0n&amp;fmt=jpeg?sec=1636841277&amp;t=3418bde73d886b201fef06c3ba7035fb">
            <a:extLst>
              <a:ext uri="{FF2B5EF4-FFF2-40B4-BE49-F238E27FC236}">
                <a16:creationId xmlns:a16="http://schemas.microsoft.com/office/drawing/2014/main" id="{E791CE89-B406-4528-A877-3A0F4064FE3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16188"/>
          <a:stretch/>
        </p:blipFill>
        <p:spPr bwMode="auto">
          <a:xfrm>
            <a:off x="689768" y="728128"/>
            <a:ext cx="4479372" cy="3190011"/>
          </a:xfrm>
          <a:prstGeom prst="rect">
            <a:avLst/>
          </a:prstGeom>
          <a:noFill/>
          <a:extLst>
            <a:ext uri="{909E8E84-426E-40DD-AFC4-6F175D3DCCD1}">
              <a14:hiddenFill xmlns:a14="http://schemas.microsoft.com/office/drawing/2010/main">
                <a:solidFill>
                  <a:srgbClr val="FFFFFF"/>
                </a:solidFill>
              </a14:hiddenFill>
            </a:ext>
          </a:extLst>
        </p:spPr>
      </p:pic>
      <p:sp>
        <p:nvSpPr>
          <p:cNvPr id="6" name="矩形 5">
            <a:extLst>
              <a:ext uri="{FF2B5EF4-FFF2-40B4-BE49-F238E27FC236}">
                <a16:creationId xmlns:a16="http://schemas.microsoft.com/office/drawing/2014/main" id="{A9960BD6-926F-4F5F-A843-32B3D8308374}"/>
              </a:ext>
            </a:extLst>
          </p:cNvPr>
          <p:cNvSpPr/>
          <p:nvPr/>
        </p:nvSpPr>
        <p:spPr>
          <a:xfrm>
            <a:off x="5457006" y="1226429"/>
            <a:ext cx="6599527" cy="2677656"/>
          </a:xfrm>
          <a:prstGeom prst="rect">
            <a:avLst/>
          </a:prstGeom>
        </p:spPr>
        <p:txBody>
          <a:bodyPr wrap="square">
            <a:spAutoFit/>
          </a:bodyPr>
          <a:lstStyle/>
          <a:p>
            <a:r>
              <a:rPr lang="zh-CN" altLang="en-US" sz="2800" b="1" dirty="0">
                <a:latin typeface="微软雅黑" panose="020B0503020204020204" pitchFamily="34" charset="-122"/>
                <a:ea typeface="微软雅黑" panose="020B0503020204020204" pitchFamily="34" charset="-122"/>
              </a:rPr>
              <a:t>托马斯</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杨（</a:t>
            </a:r>
            <a:r>
              <a:rPr lang="en-US" altLang="zh-CN" sz="2800" b="1" dirty="0">
                <a:latin typeface="微软雅黑" panose="020B0503020204020204" pitchFamily="34" charset="-122"/>
                <a:ea typeface="微软雅黑" panose="020B0503020204020204" pitchFamily="34" charset="-122"/>
              </a:rPr>
              <a:t>Thomas Young</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1773-1829</a:t>
            </a:r>
            <a:r>
              <a:rPr lang="zh-CN" altLang="en-US" sz="2800" b="1" dirty="0">
                <a:latin typeface="微软雅黑" panose="020B0503020204020204" pitchFamily="34" charset="-122"/>
                <a:ea typeface="微软雅黑" panose="020B0503020204020204" pitchFamily="34" charset="-122"/>
              </a:rPr>
              <a:t> ）英国物理学家，光的波动说的 奠基人之一。他在物理学领域领袖群英、名享世界，提出了光的波动理论、 潮汐理论，著有</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自然哲学与机械工艺课程</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自然哲学讲义</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等。</a:t>
            </a:r>
            <a:endParaRPr lang="zh-CN" altLang="en-US" sz="2800" dirty="0"/>
          </a:p>
        </p:txBody>
      </p:sp>
      <p:sp>
        <p:nvSpPr>
          <p:cNvPr id="8" name="矩形 7">
            <a:extLst>
              <a:ext uri="{FF2B5EF4-FFF2-40B4-BE49-F238E27FC236}">
                <a16:creationId xmlns:a16="http://schemas.microsoft.com/office/drawing/2014/main" id="{3B445CBF-6F4D-4624-A6E0-EC40B8FE26FC}"/>
              </a:ext>
            </a:extLst>
          </p:cNvPr>
          <p:cNvSpPr/>
          <p:nvPr/>
        </p:nvSpPr>
        <p:spPr>
          <a:xfrm>
            <a:off x="1016002" y="4352911"/>
            <a:ext cx="10320865" cy="1776961"/>
          </a:xfrm>
          <a:prstGeom prst="rect">
            <a:avLst/>
          </a:prstGeom>
        </p:spPr>
        <p:txBody>
          <a:bodyPr wrap="square">
            <a:spAutoFit/>
          </a:bodyPr>
          <a:lstStyle/>
          <a:p>
            <a:pPr>
              <a:lnSpc>
                <a:spcPts val="4500"/>
              </a:lnSpc>
              <a:spcBef>
                <a:spcPts val="0"/>
              </a:spcBef>
            </a:pPr>
            <a:r>
              <a:rPr lang="en-US" altLang="zh-CN" sz="3200" b="1" dirty="0">
                <a:latin typeface="微软雅黑" panose="020B0503020204020204" pitchFamily="34" charset="-122"/>
                <a:ea typeface="微软雅黑" panose="020B0503020204020204" pitchFamily="34" charset="-122"/>
              </a:rPr>
              <a:t>   “</a:t>
            </a:r>
            <a:r>
              <a:rPr lang="zh-CN" altLang="en-US" sz="3200" dirty="0">
                <a:solidFill>
                  <a:srgbClr val="0070C0"/>
                </a:solidFill>
                <a:latin typeface="微软雅黑" panose="020B0503020204020204" pitchFamily="34" charset="-122"/>
                <a:ea typeface="微软雅黑" panose="020B0503020204020204" pitchFamily="34" charset="-122"/>
              </a:rPr>
              <a:t>尽管我仰慕牛顿的大名</a:t>
            </a:r>
            <a:r>
              <a:rPr lang="en-US" altLang="zh-CN" sz="3200" dirty="0">
                <a:solidFill>
                  <a:srgbClr val="0070C0"/>
                </a:solidFill>
                <a:latin typeface="微软雅黑" panose="020B0503020204020204" pitchFamily="34" charset="-122"/>
                <a:ea typeface="微软雅黑" panose="020B0503020204020204" pitchFamily="34" charset="-122"/>
              </a:rPr>
              <a:t>,</a:t>
            </a:r>
            <a:r>
              <a:rPr lang="zh-CN" altLang="en-US" sz="3200" dirty="0">
                <a:solidFill>
                  <a:srgbClr val="0070C0"/>
                </a:solidFill>
                <a:latin typeface="微软雅黑" panose="020B0503020204020204" pitchFamily="34" charset="-122"/>
                <a:ea typeface="微软雅黑" panose="020B0503020204020204" pitchFamily="34" charset="-122"/>
              </a:rPr>
              <a:t>但我并不因此非得认为他是百无一失的。我遗憾地看到</a:t>
            </a:r>
            <a:r>
              <a:rPr lang="en-US" altLang="zh-CN" sz="3200" dirty="0">
                <a:solidFill>
                  <a:srgbClr val="0070C0"/>
                </a:solidFill>
                <a:latin typeface="微软雅黑" panose="020B0503020204020204" pitchFamily="34" charset="-122"/>
                <a:ea typeface="微软雅黑" panose="020B0503020204020204" pitchFamily="34" charset="-122"/>
              </a:rPr>
              <a:t>,</a:t>
            </a:r>
            <a:r>
              <a:rPr lang="zh-CN" altLang="en-US" sz="3200" dirty="0">
                <a:solidFill>
                  <a:srgbClr val="0070C0"/>
                </a:solidFill>
                <a:latin typeface="微软雅黑" panose="020B0503020204020204" pitchFamily="34" charset="-122"/>
                <a:ea typeface="微软雅黑" panose="020B0503020204020204" pitchFamily="34" charset="-122"/>
              </a:rPr>
              <a:t>他也会弄错</a:t>
            </a:r>
            <a:r>
              <a:rPr lang="en-US" altLang="zh-CN" sz="3200" dirty="0">
                <a:solidFill>
                  <a:srgbClr val="0070C0"/>
                </a:solidFill>
                <a:latin typeface="微软雅黑" panose="020B0503020204020204" pitchFamily="34" charset="-122"/>
                <a:ea typeface="微软雅黑" panose="020B0503020204020204" pitchFamily="34" charset="-122"/>
              </a:rPr>
              <a:t>,</a:t>
            </a:r>
            <a:r>
              <a:rPr lang="zh-CN" altLang="en-US" sz="3200" dirty="0">
                <a:solidFill>
                  <a:srgbClr val="0070C0"/>
                </a:solidFill>
                <a:latin typeface="微软雅黑" panose="020B0503020204020204" pitchFamily="34" charset="-122"/>
                <a:ea typeface="微软雅黑" panose="020B0503020204020204" pitchFamily="34" charset="-122"/>
              </a:rPr>
              <a:t>而他的权威也许有时甚至阻碍了科学的进步。</a:t>
            </a:r>
            <a:r>
              <a:rPr lang="zh-CN" altLang="en-US" sz="32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7105838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CF4E29-A1EF-4550-AFCE-BC30E0A587F9}"/>
              </a:ext>
            </a:extLst>
          </p:cNvPr>
          <p:cNvSpPr txBox="1"/>
          <p:nvPr>
            <p:custDataLst>
              <p:tags r:id="rId2"/>
            </p:custDataLst>
          </p:nvPr>
        </p:nvSpPr>
        <p:spPr>
          <a:xfrm>
            <a:off x="1156727" y="440556"/>
            <a:ext cx="9753600" cy="2143125"/>
          </a:xfrm>
          <a:prstGeom prst="rect">
            <a:avLst/>
          </a:prstGeom>
          <a:noFill/>
        </p:spPr>
        <p:txBody>
          <a:bodyPr vert="horz" wrap="square" rtlCol="0" anchor="ctr" anchorCtr="0">
            <a:noAutofit/>
          </a:bodyPr>
          <a:lstStyle/>
          <a:p>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请您编辑题干</a:t>
            </a:r>
          </a:p>
        </p:txBody>
      </p:sp>
      <p:sp>
        <p:nvSpPr>
          <p:cNvPr id="7" name="矩形: 圆角 6">
            <a:extLst>
              <a:ext uri="{FF2B5EF4-FFF2-40B4-BE49-F238E27FC236}">
                <a16:creationId xmlns:a16="http://schemas.microsoft.com/office/drawing/2014/main" id="{18A026F9-6A1D-481F-B71B-C0173FC4907B}"/>
              </a:ext>
            </a:extLst>
          </p:cNvPr>
          <p:cNvSpPr/>
          <p:nvPr>
            <p:custDataLst>
              <p:tags r:id="rId3"/>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a:extLst>
              <a:ext uri="{FF2B5EF4-FFF2-40B4-BE49-F238E27FC236}">
                <a16:creationId xmlns:a16="http://schemas.microsoft.com/office/drawing/2014/main" id="{245C385F-CBAA-47BB-B1CF-1CA4B623234E}"/>
              </a:ext>
            </a:extLst>
          </p:cNvPr>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6" name="Text Box 4">
            <a:extLst>
              <a:ext uri="{FF2B5EF4-FFF2-40B4-BE49-F238E27FC236}">
                <a16:creationId xmlns:a16="http://schemas.microsoft.com/office/drawing/2014/main" id="{B9929903-D950-49A2-8623-79AA56CCE15F}"/>
              </a:ext>
            </a:extLst>
          </p:cNvPr>
          <p:cNvSpPr txBox="1">
            <a:spLocks noChangeArrowheads="1"/>
          </p:cNvSpPr>
          <p:nvPr/>
        </p:nvSpPr>
        <p:spPr bwMode="auto">
          <a:xfrm>
            <a:off x="782035" y="902836"/>
            <a:ext cx="10828269"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0" defTabSz="914400" eaLnBrk="1" fontAlgn="auto" hangingPunct="1">
              <a:spcBef>
                <a:spcPts val="1200"/>
              </a:spcBef>
              <a:spcAft>
                <a:spcPts val="0"/>
              </a:spcAft>
              <a:buClrTx/>
              <a:buSzTx/>
              <a:buNone/>
              <a:defRPr/>
            </a:pPr>
            <a:r>
              <a:rPr kumimoji="1"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例</a:t>
            </a:r>
            <a:r>
              <a:rPr kumimoji="1" lang="en-US" altLang="zh-CN"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在杨氏双缝实验双缝间距为 </a:t>
            </a:r>
            <a:r>
              <a:rPr lang="en-US" altLang="zh-CN"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d=0.2 mm</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屏到双缝距离</a:t>
            </a:r>
            <a:r>
              <a:rPr lang="en-US" altLang="zh-CN"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d</a:t>
            </a:r>
            <a:r>
              <a:rPr lang="en-US" altLang="zh-CN"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sym typeface="Symbol" panose="05050102010706020507" pitchFamily="18" charset="2"/>
              </a:rPr>
              <a:t> </a:t>
            </a:r>
            <a:r>
              <a:rPr lang="en-US" altLang="zh-CN"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 m</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，若测得干涉条纹中第三级明条纹到屏中心的距离为</a:t>
            </a:r>
            <a:r>
              <a:rPr lang="en-US" altLang="zh-CN"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18.9mm</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，求：</a:t>
            </a:r>
          </a:p>
          <a:p>
            <a:pPr lvl="0" defTabSz="914400" eaLnBrk="1" fontAlgn="auto" hangingPunct="1">
              <a:spcBef>
                <a:spcPts val="1200"/>
              </a:spcBef>
              <a:spcAft>
                <a:spcPts val="0"/>
              </a:spcAft>
              <a:buClrTx/>
              <a:buSzTx/>
              <a:buNone/>
              <a:defRPr/>
            </a:pP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）此单色光的波长；</a:t>
            </a:r>
          </a:p>
          <a:p>
            <a:pPr lvl="0" defTabSz="914400" eaLnBrk="1" fontAlgn="auto" hangingPunct="1">
              <a:spcBef>
                <a:spcPts val="1200"/>
              </a:spcBef>
              <a:spcAft>
                <a:spcPts val="0"/>
              </a:spcAft>
              <a:buClrTx/>
              <a:buSzTx/>
              <a:buNone/>
              <a:defRPr/>
            </a:pP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）相邻明条纹的间距。</a:t>
            </a:r>
            <a:endParaRPr kumimoji="0" lang="zh-CN" altLang="en-US"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21" name="Rectangle 83" descr="深色下对角线">
            <a:extLst>
              <a:ext uri="{FF2B5EF4-FFF2-40B4-BE49-F238E27FC236}">
                <a16:creationId xmlns:a16="http://schemas.microsoft.com/office/drawing/2014/main" id="{A994BAFD-D995-459E-A15A-6DAA48A96017}"/>
              </a:ext>
            </a:extLst>
          </p:cNvPr>
          <p:cNvSpPr>
            <a:spLocks noChangeArrowheads="1"/>
          </p:cNvSpPr>
          <p:nvPr/>
        </p:nvSpPr>
        <p:spPr bwMode="auto">
          <a:xfrm>
            <a:off x="10287000" y="2692083"/>
            <a:ext cx="76200" cy="2971800"/>
          </a:xfrm>
          <a:prstGeom prst="rect">
            <a:avLst/>
          </a:prstGeom>
          <a:pattFill prst="dkDnDiag">
            <a:fgClr>
              <a:srgbClr val="B2E6E4"/>
            </a:fgClr>
            <a:bgClr>
              <a:srgbClr val="FFFFFF"/>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22" name="Group 127">
            <a:extLst>
              <a:ext uri="{FF2B5EF4-FFF2-40B4-BE49-F238E27FC236}">
                <a16:creationId xmlns:a16="http://schemas.microsoft.com/office/drawing/2014/main" id="{DA4A8D6B-5903-4BF0-B1DF-1C435A6636D6}"/>
              </a:ext>
            </a:extLst>
          </p:cNvPr>
          <p:cNvGrpSpPr>
            <a:grpSpLocks/>
          </p:cNvGrpSpPr>
          <p:nvPr/>
        </p:nvGrpSpPr>
        <p:grpSpPr bwMode="auto">
          <a:xfrm>
            <a:off x="10502900" y="2860358"/>
            <a:ext cx="457200" cy="2808287"/>
            <a:chOff x="4752" y="432"/>
            <a:chExt cx="288" cy="1536"/>
          </a:xfrm>
        </p:grpSpPr>
        <p:sp>
          <p:nvSpPr>
            <p:cNvPr id="23" name="Rectangle 128">
              <a:extLst>
                <a:ext uri="{FF2B5EF4-FFF2-40B4-BE49-F238E27FC236}">
                  <a16:creationId xmlns:a16="http://schemas.microsoft.com/office/drawing/2014/main" id="{D71D0045-5A87-461D-A1A8-19AE46AAB134}"/>
                </a:ext>
              </a:extLst>
            </p:cNvPr>
            <p:cNvSpPr>
              <a:spLocks noChangeArrowheads="1"/>
            </p:cNvSpPr>
            <p:nvPr/>
          </p:nvSpPr>
          <p:spPr bwMode="auto">
            <a:xfrm>
              <a:off x="4752" y="432"/>
              <a:ext cx="288" cy="192"/>
            </a:xfrm>
            <a:prstGeom prst="rect">
              <a:avLst/>
            </a:prstGeom>
            <a:gradFill rotWithShape="0">
              <a:gsLst>
                <a:gs pos="0">
                  <a:srgbClr val="F6E00C"/>
                </a:gs>
                <a:gs pos="50000">
                  <a:srgbClr val="000000"/>
                </a:gs>
                <a:gs pos="100000">
                  <a:srgbClr val="F6E00C"/>
                </a:gs>
              </a:gsLst>
              <a:lin ang="5400000" scaled="1"/>
            </a:gradFill>
            <a:ln w="9525">
              <a:noFill/>
              <a:miter lim="800000"/>
              <a:headEnd/>
              <a:tailEnd/>
            </a:ln>
          </p:spPr>
          <p:txBody>
            <a:bodyPr wrap="none" anchor="ctr">
              <a:spAutoFit/>
            </a:bodyPr>
            <a:lstStyle/>
            <a:p>
              <a:pPr fontAlgn="auto">
                <a:spcBef>
                  <a:spcPts val="0"/>
                </a:spcBef>
                <a:spcAft>
                  <a:spcPts val="0"/>
                </a:spcAft>
                <a:defRPr/>
              </a:pPr>
              <a:endParaRPr lang="zh-CN" altLang="en-US" sz="1800" b="0" kern="0">
                <a:solidFill>
                  <a:sysClr val="windowText" lastClr="000000"/>
                </a:solidFill>
                <a:latin typeface="Arial" charset="0"/>
              </a:endParaRPr>
            </a:p>
          </p:txBody>
        </p:sp>
        <p:sp>
          <p:nvSpPr>
            <p:cNvPr id="24" name="Rectangle 129">
              <a:extLst>
                <a:ext uri="{FF2B5EF4-FFF2-40B4-BE49-F238E27FC236}">
                  <a16:creationId xmlns:a16="http://schemas.microsoft.com/office/drawing/2014/main" id="{B27C6BD0-D959-4628-B942-DAFF6980AAF6}"/>
                </a:ext>
              </a:extLst>
            </p:cNvPr>
            <p:cNvSpPr>
              <a:spLocks noChangeArrowheads="1"/>
            </p:cNvSpPr>
            <p:nvPr/>
          </p:nvSpPr>
          <p:spPr bwMode="auto">
            <a:xfrm>
              <a:off x="4752" y="624"/>
              <a:ext cx="288" cy="192"/>
            </a:xfrm>
            <a:prstGeom prst="rect">
              <a:avLst/>
            </a:prstGeom>
            <a:gradFill rotWithShape="0">
              <a:gsLst>
                <a:gs pos="0">
                  <a:srgbClr val="F6E00C"/>
                </a:gs>
                <a:gs pos="50000">
                  <a:srgbClr val="000000"/>
                </a:gs>
                <a:gs pos="100000">
                  <a:srgbClr val="F6E00C"/>
                </a:gs>
              </a:gsLst>
              <a:lin ang="5400000" scaled="1"/>
            </a:gradFill>
            <a:ln w="9525">
              <a:noFill/>
              <a:miter lim="800000"/>
              <a:headEnd/>
              <a:tailEnd/>
            </a:ln>
          </p:spPr>
          <p:txBody>
            <a:bodyPr anchor="ctr">
              <a:spAutoFit/>
            </a:bodyPr>
            <a:lstStyle/>
            <a:p>
              <a:pPr fontAlgn="auto">
                <a:spcBef>
                  <a:spcPts val="0"/>
                </a:spcBef>
                <a:spcAft>
                  <a:spcPts val="0"/>
                </a:spcAft>
                <a:defRPr/>
              </a:pPr>
              <a:endParaRPr lang="zh-CN" altLang="en-US" sz="1800" b="0" kern="0">
                <a:solidFill>
                  <a:sysClr val="windowText" lastClr="000000"/>
                </a:solidFill>
                <a:latin typeface="Arial" charset="0"/>
              </a:endParaRPr>
            </a:p>
          </p:txBody>
        </p:sp>
        <p:sp>
          <p:nvSpPr>
            <p:cNvPr id="25" name="Rectangle 130">
              <a:extLst>
                <a:ext uri="{FF2B5EF4-FFF2-40B4-BE49-F238E27FC236}">
                  <a16:creationId xmlns:a16="http://schemas.microsoft.com/office/drawing/2014/main" id="{934BFA52-5196-4F2D-878A-78F9582FA8C0}"/>
                </a:ext>
              </a:extLst>
            </p:cNvPr>
            <p:cNvSpPr>
              <a:spLocks noChangeArrowheads="1"/>
            </p:cNvSpPr>
            <p:nvPr/>
          </p:nvSpPr>
          <p:spPr bwMode="auto">
            <a:xfrm>
              <a:off x="4752" y="816"/>
              <a:ext cx="288" cy="192"/>
            </a:xfrm>
            <a:prstGeom prst="rect">
              <a:avLst/>
            </a:prstGeom>
            <a:gradFill rotWithShape="0">
              <a:gsLst>
                <a:gs pos="0">
                  <a:srgbClr val="F6E00C"/>
                </a:gs>
                <a:gs pos="50000">
                  <a:srgbClr val="000000"/>
                </a:gs>
                <a:gs pos="100000">
                  <a:srgbClr val="F6E00C"/>
                </a:gs>
              </a:gsLst>
              <a:lin ang="5400000" scaled="1"/>
            </a:gradFill>
            <a:ln w="9525">
              <a:noFill/>
              <a:miter lim="800000"/>
              <a:headEnd/>
              <a:tailEnd/>
            </a:ln>
          </p:spPr>
          <p:txBody>
            <a:bodyPr wrap="none" anchor="ctr">
              <a:spAutoFit/>
            </a:bodyPr>
            <a:lstStyle/>
            <a:p>
              <a:pPr fontAlgn="auto">
                <a:spcBef>
                  <a:spcPts val="0"/>
                </a:spcBef>
                <a:spcAft>
                  <a:spcPts val="0"/>
                </a:spcAft>
                <a:defRPr/>
              </a:pPr>
              <a:endParaRPr lang="zh-CN" altLang="en-US" sz="1800" b="0" kern="0">
                <a:solidFill>
                  <a:sysClr val="windowText" lastClr="000000"/>
                </a:solidFill>
                <a:latin typeface="Arial" charset="0"/>
              </a:endParaRPr>
            </a:p>
          </p:txBody>
        </p:sp>
        <p:sp>
          <p:nvSpPr>
            <p:cNvPr id="26" name="Rectangle 131">
              <a:extLst>
                <a:ext uri="{FF2B5EF4-FFF2-40B4-BE49-F238E27FC236}">
                  <a16:creationId xmlns:a16="http://schemas.microsoft.com/office/drawing/2014/main" id="{1E36DED9-B930-4DCE-956B-ADD31D63D084}"/>
                </a:ext>
              </a:extLst>
            </p:cNvPr>
            <p:cNvSpPr>
              <a:spLocks noChangeArrowheads="1"/>
            </p:cNvSpPr>
            <p:nvPr/>
          </p:nvSpPr>
          <p:spPr bwMode="auto">
            <a:xfrm>
              <a:off x="4752" y="1008"/>
              <a:ext cx="288" cy="194"/>
            </a:xfrm>
            <a:prstGeom prst="rect">
              <a:avLst/>
            </a:prstGeom>
            <a:gradFill rotWithShape="0">
              <a:gsLst>
                <a:gs pos="0">
                  <a:srgbClr val="F6E00C"/>
                </a:gs>
                <a:gs pos="50000">
                  <a:srgbClr val="000000"/>
                </a:gs>
                <a:gs pos="100000">
                  <a:srgbClr val="F6E00C"/>
                </a:gs>
              </a:gsLst>
              <a:lin ang="5400000" scaled="1"/>
            </a:gradFill>
            <a:ln w="9525">
              <a:noFill/>
              <a:miter lim="800000"/>
              <a:headEnd/>
              <a:tailEnd/>
            </a:ln>
          </p:spPr>
          <p:txBody>
            <a:bodyPr wrap="none" anchor="ctr">
              <a:spAutoFit/>
            </a:bodyPr>
            <a:lstStyle/>
            <a:p>
              <a:pPr fontAlgn="auto">
                <a:spcBef>
                  <a:spcPts val="0"/>
                </a:spcBef>
                <a:spcAft>
                  <a:spcPts val="0"/>
                </a:spcAft>
                <a:defRPr/>
              </a:pPr>
              <a:endParaRPr lang="zh-CN" altLang="en-US" sz="1800" b="0" kern="0">
                <a:solidFill>
                  <a:sysClr val="windowText" lastClr="000000"/>
                </a:solidFill>
                <a:latin typeface="Arial" charset="0"/>
              </a:endParaRPr>
            </a:p>
          </p:txBody>
        </p:sp>
        <p:sp>
          <p:nvSpPr>
            <p:cNvPr id="27" name="Rectangle 132">
              <a:extLst>
                <a:ext uri="{FF2B5EF4-FFF2-40B4-BE49-F238E27FC236}">
                  <a16:creationId xmlns:a16="http://schemas.microsoft.com/office/drawing/2014/main" id="{3529995C-5B87-46EC-8776-EECF92D41D48}"/>
                </a:ext>
              </a:extLst>
            </p:cNvPr>
            <p:cNvSpPr>
              <a:spLocks noChangeArrowheads="1"/>
            </p:cNvSpPr>
            <p:nvPr/>
          </p:nvSpPr>
          <p:spPr bwMode="auto">
            <a:xfrm>
              <a:off x="4752" y="1200"/>
              <a:ext cx="288" cy="192"/>
            </a:xfrm>
            <a:prstGeom prst="rect">
              <a:avLst/>
            </a:prstGeom>
            <a:gradFill rotWithShape="0">
              <a:gsLst>
                <a:gs pos="0">
                  <a:srgbClr val="F6E00C"/>
                </a:gs>
                <a:gs pos="50000">
                  <a:srgbClr val="000000"/>
                </a:gs>
                <a:gs pos="100000">
                  <a:srgbClr val="F6E00C"/>
                </a:gs>
              </a:gsLst>
              <a:lin ang="5400000" scaled="1"/>
            </a:gradFill>
            <a:ln w="9525">
              <a:noFill/>
              <a:miter lim="800000"/>
              <a:headEnd/>
              <a:tailEnd/>
            </a:ln>
          </p:spPr>
          <p:txBody>
            <a:bodyPr wrap="none" anchor="ctr">
              <a:spAutoFit/>
            </a:bodyPr>
            <a:lstStyle/>
            <a:p>
              <a:pPr fontAlgn="auto">
                <a:spcBef>
                  <a:spcPts val="0"/>
                </a:spcBef>
                <a:spcAft>
                  <a:spcPts val="0"/>
                </a:spcAft>
                <a:defRPr/>
              </a:pPr>
              <a:endParaRPr lang="zh-CN" altLang="en-US" sz="1800" b="0" kern="0">
                <a:solidFill>
                  <a:sysClr val="windowText" lastClr="000000"/>
                </a:solidFill>
                <a:latin typeface="Arial" charset="0"/>
              </a:endParaRPr>
            </a:p>
          </p:txBody>
        </p:sp>
        <p:sp>
          <p:nvSpPr>
            <p:cNvPr id="28" name="Rectangle 133">
              <a:extLst>
                <a:ext uri="{FF2B5EF4-FFF2-40B4-BE49-F238E27FC236}">
                  <a16:creationId xmlns:a16="http://schemas.microsoft.com/office/drawing/2014/main" id="{64171F27-B504-4DFC-8059-43CB2C306A40}"/>
                </a:ext>
              </a:extLst>
            </p:cNvPr>
            <p:cNvSpPr>
              <a:spLocks noChangeArrowheads="1"/>
            </p:cNvSpPr>
            <p:nvPr/>
          </p:nvSpPr>
          <p:spPr bwMode="auto">
            <a:xfrm>
              <a:off x="4752" y="1392"/>
              <a:ext cx="288" cy="192"/>
            </a:xfrm>
            <a:prstGeom prst="rect">
              <a:avLst/>
            </a:prstGeom>
            <a:gradFill rotWithShape="0">
              <a:gsLst>
                <a:gs pos="0">
                  <a:srgbClr val="F6E00C"/>
                </a:gs>
                <a:gs pos="50000">
                  <a:srgbClr val="000000"/>
                </a:gs>
                <a:gs pos="100000">
                  <a:srgbClr val="F6E00C"/>
                </a:gs>
              </a:gsLst>
              <a:lin ang="5400000" scaled="1"/>
            </a:gradFill>
            <a:ln w="9525">
              <a:noFill/>
              <a:miter lim="800000"/>
              <a:headEnd/>
              <a:tailEnd/>
            </a:ln>
          </p:spPr>
          <p:txBody>
            <a:bodyPr wrap="none" anchor="ctr">
              <a:spAutoFit/>
            </a:bodyPr>
            <a:lstStyle/>
            <a:p>
              <a:pPr fontAlgn="auto">
                <a:spcBef>
                  <a:spcPts val="0"/>
                </a:spcBef>
                <a:spcAft>
                  <a:spcPts val="0"/>
                </a:spcAft>
                <a:defRPr/>
              </a:pPr>
              <a:endParaRPr lang="zh-CN" altLang="en-US" sz="1800" b="0" kern="0">
                <a:solidFill>
                  <a:sysClr val="windowText" lastClr="000000"/>
                </a:solidFill>
                <a:latin typeface="Arial" charset="0"/>
              </a:endParaRPr>
            </a:p>
          </p:txBody>
        </p:sp>
        <p:sp>
          <p:nvSpPr>
            <p:cNvPr id="29" name="Rectangle 134">
              <a:extLst>
                <a:ext uri="{FF2B5EF4-FFF2-40B4-BE49-F238E27FC236}">
                  <a16:creationId xmlns:a16="http://schemas.microsoft.com/office/drawing/2014/main" id="{D5804D28-0677-4151-AF1E-59FAAAC98935}"/>
                </a:ext>
              </a:extLst>
            </p:cNvPr>
            <p:cNvSpPr>
              <a:spLocks noChangeArrowheads="1"/>
            </p:cNvSpPr>
            <p:nvPr/>
          </p:nvSpPr>
          <p:spPr bwMode="auto">
            <a:xfrm>
              <a:off x="4752" y="1584"/>
              <a:ext cx="288" cy="192"/>
            </a:xfrm>
            <a:prstGeom prst="rect">
              <a:avLst/>
            </a:prstGeom>
            <a:gradFill rotWithShape="0">
              <a:gsLst>
                <a:gs pos="0">
                  <a:srgbClr val="F6E00C"/>
                </a:gs>
                <a:gs pos="50000">
                  <a:srgbClr val="000000"/>
                </a:gs>
                <a:gs pos="100000">
                  <a:srgbClr val="F6E00C"/>
                </a:gs>
              </a:gsLst>
              <a:lin ang="5400000" scaled="1"/>
            </a:gradFill>
            <a:ln w="9525">
              <a:noFill/>
              <a:miter lim="800000"/>
              <a:headEnd/>
              <a:tailEnd/>
            </a:ln>
          </p:spPr>
          <p:txBody>
            <a:bodyPr wrap="none" anchor="ctr">
              <a:spAutoFit/>
            </a:bodyPr>
            <a:lstStyle/>
            <a:p>
              <a:pPr fontAlgn="auto">
                <a:spcBef>
                  <a:spcPts val="0"/>
                </a:spcBef>
                <a:spcAft>
                  <a:spcPts val="0"/>
                </a:spcAft>
                <a:defRPr/>
              </a:pPr>
              <a:endParaRPr lang="zh-CN" altLang="en-US" sz="1800" b="0" kern="0">
                <a:solidFill>
                  <a:sysClr val="windowText" lastClr="000000"/>
                </a:solidFill>
                <a:latin typeface="Arial" charset="0"/>
              </a:endParaRPr>
            </a:p>
          </p:txBody>
        </p:sp>
        <p:sp>
          <p:nvSpPr>
            <p:cNvPr id="30" name="Rectangle 135">
              <a:extLst>
                <a:ext uri="{FF2B5EF4-FFF2-40B4-BE49-F238E27FC236}">
                  <a16:creationId xmlns:a16="http://schemas.microsoft.com/office/drawing/2014/main" id="{CFAB875E-C8E9-48DA-B36E-695FB828E445}"/>
                </a:ext>
              </a:extLst>
            </p:cNvPr>
            <p:cNvSpPr>
              <a:spLocks noChangeArrowheads="1"/>
            </p:cNvSpPr>
            <p:nvPr/>
          </p:nvSpPr>
          <p:spPr bwMode="auto">
            <a:xfrm>
              <a:off x="4752" y="1776"/>
              <a:ext cx="288" cy="192"/>
            </a:xfrm>
            <a:prstGeom prst="rect">
              <a:avLst/>
            </a:prstGeom>
            <a:gradFill rotWithShape="0">
              <a:gsLst>
                <a:gs pos="0">
                  <a:srgbClr val="F6E00C"/>
                </a:gs>
                <a:gs pos="50000">
                  <a:srgbClr val="000000"/>
                </a:gs>
                <a:gs pos="100000">
                  <a:srgbClr val="F6E00C"/>
                </a:gs>
              </a:gsLst>
              <a:lin ang="5400000" scaled="1"/>
            </a:gradFill>
            <a:ln w="9525">
              <a:noFill/>
              <a:miter lim="800000"/>
              <a:headEnd/>
              <a:tailEnd/>
            </a:ln>
          </p:spPr>
          <p:txBody>
            <a:bodyPr wrap="none" anchor="ctr">
              <a:spAutoFit/>
            </a:bodyPr>
            <a:lstStyle/>
            <a:p>
              <a:pPr fontAlgn="auto">
                <a:spcBef>
                  <a:spcPts val="0"/>
                </a:spcBef>
                <a:spcAft>
                  <a:spcPts val="0"/>
                </a:spcAft>
                <a:defRPr/>
              </a:pPr>
              <a:endParaRPr lang="zh-CN" altLang="en-US" sz="1800" b="0" kern="0">
                <a:solidFill>
                  <a:sysClr val="windowText" lastClr="000000"/>
                </a:solidFill>
                <a:latin typeface="Arial" charset="0"/>
              </a:endParaRPr>
            </a:p>
          </p:txBody>
        </p:sp>
      </p:grpSp>
      <p:cxnSp>
        <p:nvCxnSpPr>
          <p:cNvPr id="31" name="直接连接符 27">
            <a:extLst>
              <a:ext uri="{FF2B5EF4-FFF2-40B4-BE49-F238E27FC236}">
                <a16:creationId xmlns:a16="http://schemas.microsoft.com/office/drawing/2014/main" id="{2DBE209C-E895-485C-B145-A249888B295F}"/>
              </a:ext>
            </a:extLst>
          </p:cNvPr>
          <p:cNvCxnSpPr>
            <a:cxnSpLocks noChangeShapeType="1"/>
          </p:cNvCxnSpPr>
          <p:nvPr/>
        </p:nvCxnSpPr>
        <p:spPr bwMode="auto">
          <a:xfrm>
            <a:off x="7981950" y="4274820"/>
            <a:ext cx="3097213"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nvGrpSpPr>
          <p:cNvPr id="32" name="组合 31">
            <a:extLst>
              <a:ext uri="{FF2B5EF4-FFF2-40B4-BE49-F238E27FC236}">
                <a16:creationId xmlns:a16="http://schemas.microsoft.com/office/drawing/2014/main" id="{9D5A1B67-86FE-48A2-A405-05212D8B4109}"/>
              </a:ext>
            </a:extLst>
          </p:cNvPr>
          <p:cNvGrpSpPr>
            <a:grpSpLocks/>
          </p:cNvGrpSpPr>
          <p:nvPr/>
        </p:nvGrpSpPr>
        <p:grpSpPr bwMode="auto">
          <a:xfrm>
            <a:off x="10574338" y="3203258"/>
            <a:ext cx="288925" cy="1079500"/>
            <a:chOff x="4427984" y="3868668"/>
            <a:chExt cx="288032" cy="1080000"/>
          </a:xfrm>
        </p:grpSpPr>
        <p:cxnSp>
          <p:nvCxnSpPr>
            <p:cNvPr id="33" name="直接箭头连接符 25">
              <a:extLst>
                <a:ext uri="{FF2B5EF4-FFF2-40B4-BE49-F238E27FC236}">
                  <a16:creationId xmlns:a16="http://schemas.microsoft.com/office/drawing/2014/main" id="{49AC9241-F537-4626-A714-7571C6BC88B8}"/>
                </a:ext>
              </a:extLst>
            </p:cNvPr>
            <p:cNvCxnSpPr>
              <a:cxnSpLocks noChangeShapeType="1"/>
            </p:cNvCxnSpPr>
            <p:nvPr/>
          </p:nvCxnSpPr>
          <p:spPr bwMode="auto">
            <a:xfrm rot="5400000">
              <a:off x="4034634" y="4407874"/>
              <a:ext cx="1080000" cy="1588"/>
            </a:xfrm>
            <a:prstGeom prst="straightConnector1">
              <a:avLst/>
            </a:prstGeom>
            <a:noFill/>
            <a:ln w="19050" algn="ctr">
              <a:solidFill>
                <a:srgbClr val="000066"/>
              </a:solidFill>
              <a:round/>
              <a:headEnd type="arrow" w="med" len="med"/>
              <a:tailEnd type="arrow" w="med" len="med"/>
            </a:ln>
            <a:extLst>
              <a:ext uri="{909E8E84-426E-40DD-AFC4-6F175D3DCCD1}">
                <a14:hiddenFill xmlns:a14="http://schemas.microsoft.com/office/drawing/2010/main">
                  <a:noFill/>
                </a14:hiddenFill>
              </a:ext>
            </a:extLst>
          </p:spPr>
        </p:cxnSp>
        <p:cxnSp>
          <p:nvCxnSpPr>
            <p:cNvPr id="34" name="直接连接符 30">
              <a:extLst>
                <a:ext uri="{FF2B5EF4-FFF2-40B4-BE49-F238E27FC236}">
                  <a16:creationId xmlns:a16="http://schemas.microsoft.com/office/drawing/2014/main" id="{9FE45558-493E-40A5-ABDD-A80A6E734CDD}"/>
                </a:ext>
              </a:extLst>
            </p:cNvPr>
            <p:cNvCxnSpPr>
              <a:cxnSpLocks noChangeShapeType="1"/>
            </p:cNvCxnSpPr>
            <p:nvPr/>
          </p:nvCxnSpPr>
          <p:spPr bwMode="auto">
            <a:xfrm>
              <a:off x="4427984" y="3883908"/>
              <a:ext cx="288032" cy="1588"/>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grpSp>
      <p:grpSp>
        <p:nvGrpSpPr>
          <p:cNvPr id="12" name="组合 11">
            <a:extLst>
              <a:ext uri="{FF2B5EF4-FFF2-40B4-BE49-F238E27FC236}">
                <a16:creationId xmlns:a16="http://schemas.microsoft.com/office/drawing/2014/main" id="{C812C1A3-39D6-46AB-A931-19A3712290FA}"/>
              </a:ext>
            </a:extLst>
          </p:cNvPr>
          <p:cNvGrpSpPr/>
          <p:nvPr>
            <p:custDataLst>
              <p:tags r:id="rId5"/>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B1198FF-BA01-4ACA-B718-8EDAD9ECCC98}"/>
                </a:ext>
              </a:extLst>
            </p:cNvPr>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809020C1-11EF-41BA-8E03-2AA5826156AF}"/>
                </a:ext>
              </a:extLst>
            </p:cNvPr>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369EDC93-A39A-482F-8D3B-4D96BEFBBFB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6D80D5B1-79FB-41C1-AB69-62ACB82E3788}"/>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9E2A4E7D-9758-40B4-B164-B70873F58812}"/>
              </a:ext>
            </a:extLst>
          </p:cNvPr>
          <p:cNvPicPr>
            <a:picLocks/>
          </p:cNvPicPr>
          <p:nvPr>
            <p:custDataLst>
              <p:tags r:id="rId6"/>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723845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 calcmode="lin" valueType="num">
                                      <p:cBhvr>
                                        <p:cTn id="7" dur="500" fill="hold"/>
                                        <p:tgtEl>
                                          <p:spTgt spid="32"/>
                                        </p:tgtEl>
                                        <p:attrNameLst>
                                          <p:attrName>ppt_w</p:attrName>
                                        </p:attrNameLst>
                                      </p:cBhvr>
                                      <p:tavLst>
                                        <p:tav tm="0">
                                          <p:val>
                                            <p:fltVal val="0"/>
                                          </p:val>
                                        </p:tav>
                                        <p:tav tm="100000">
                                          <p:val>
                                            <p:strVal val="#ppt_w"/>
                                          </p:val>
                                        </p:tav>
                                      </p:tavLst>
                                    </p:anim>
                                    <p:anim calcmode="lin" valueType="num">
                                      <p:cBhvr>
                                        <p:cTn id="8" dur="500" fill="hold"/>
                                        <p:tgtEl>
                                          <p:spTgt spid="3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2A3E86FF-8A87-42F7-B2BC-716164E7DF1B}"/>
                  </a:ext>
                </a:extLst>
              </p:cNvPr>
              <p:cNvSpPr txBox="1"/>
              <p:nvPr/>
            </p:nvSpPr>
            <p:spPr>
              <a:xfrm>
                <a:off x="3699309" y="1162344"/>
                <a:ext cx="5521693" cy="962123"/>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n-US" altLang="zh-CN" sz="3200" i="1" smtClean="0">
                          <a:solidFill>
                            <a:srgbClr val="0000FF"/>
                          </a:solidFill>
                          <a:latin typeface="Cambria Math" panose="02040503050406030204" pitchFamily="18" charset="0"/>
                        </a:rPr>
                        <m:t>𝛿</m:t>
                      </m:r>
                      <m:r>
                        <a:rPr lang="en-US" altLang="zh-CN" sz="3200" i="1" smtClean="0">
                          <a:solidFill>
                            <a:srgbClr val="0000FF"/>
                          </a:solidFill>
                          <a:latin typeface="Cambria Math" panose="02040503050406030204" pitchFamily="18" charset="0"/>
                        </a:rPr>
                        <m:t>=</m:t>
                      </m:r>
                      <m:sSub>
                        <m:sSubPr>
                          <m:ctrlPr>
                            <a:rPr lang="zh-CN" altLang="zh-CN" sz="3200" i="1">
                              <a:solidFill>
                                <a:srgbClr val="0000FF"/>
                              </a:solidFill>
                              <a:latin typeface="Cambria Math" panose="02040503050406030204" pitchFamily="18" charset="0"/>
                            </a:rPr>
                          </m:ctrlPr>
                        </m:sSubPr>
                        <m:e>
                          <m:r>
                            <a:rPr lang="en-US" altLang="zh-CN" sz="3200" i="1">
                              <a:solidFill>
                                <a:srgbClr val="0000FF"/>
                              </a:solidFill>
                              <a:latin typeface="Cambria Math" panose="02040503050406030204" pitchFamily="18" charset="0"/>
                            </a:rPr>
                            <m:t>𝑟</m:t>
                          </m:r>
                        </m:e>
                        <m:sub>
                          <m:r>
                            <a:rPr lang="en-US" altLang="zh-CN" sz="3200" i="1">
                              <a:solidFill>
                                <a:srgbClr val="0000FF"/>
                              </a:solidFill>
                              <a:latin typeface="Cambria Math" panose="02040503050406030204" pitchFamily="18" charset="0"/>
                            </a:rPr>
                            <m:t>2</m:t>
                          </m:r>
                        </m:sub>
                      </m:sSub>
                      <m:r>
                        <a:rPr lang="en-US" altLang="zh-CN" sz="3200" i="1">
                          <a:solidFill>
                            <a:srgbClr val="0000FF"/>
                          </a:solidFill>
                          <a:latin typeface="Cambria Math" panose="02040503050406030204" pitchFamily="18" charset="0"/>
                        </a:rPr>
                        <m:t>−</m:t>
                      </m:r>
                      <m:sSub>
                        <m:sSubPr>
                          <m:ctrlPr>
                            <a:rPr lang="zh-CN" altLang="zh-CN" sz="3200" i="1">
                              <a:solidFill>
                                <a:srgbClr val="0000FF"/>
                              </a:solidFill>
                              <a:latin typeface="Cambria Math" panose="02040503050406030204" pitchFamily="18" charset="0"/>
                            </a:rPr>
                          </m:ctrlPr>
                        </m:sSubPr>
                        <m:e>
                          <m:r>
                            <a:rPr lang="en-US" altLang="zh-CN" sz="3200" i="1">
                              <a:solidFill>
                                <a:srgbClr val="0000FF"/>
                              </a:solidFill>
                              <a:latin typeface="Cambria Math" panose="02040503050406030204" pitchFamily="18" charset="0"/>
                            </a:rPr>
                            <m:t>𝑟</m:t>
                          </m:r>
                        </m:e>
                        <m:sub>
                          <m:r>
                            <a:rPr lang="en-US" altLang="zh-CN" sz="3200" i="1">
                              <a:solidFill>
                                <a:srgbClr val="0000FF"/>
                              </a:solidFill>
                              <a:latin typeface="Cambria Math" panose="02040503050406030204" pitchFamily="18" charset="0"/>
                            </a:rPr>
                            <m:t>1</m:t>
                          </m:r>
                        </m:sub>
                      </m:sSub>
                      <m:r>
                        <a:rPr lang="en-US" altLang="zh-CN" sz="3200" i="1">
                          <a:solidFill>
                            <a:srgbClr val="0000FF"/>
                          </a:solidFill>
                          <a:latin typeface="Cambria Math" panose="02040503050406030204" pitchFamily="18" charset="0"/>
                        </a:rPr>
                        <m:t>=</m:t>
                      </m:r>
                      <m:r>
                        <a:rPr lang="en-US" altLang="zh-CN" sz="3200" i="1">
                          <a:solidFill>
                            <a:srgbClr val="0000FF"/>
                          </a:solidFill>
                          <a:latin typeface="Cambria Math" panose="02040503050406030204" pitchFamily="18" charset="0"/>
                        </a:rPr>
                        <m:t>𝑑</m:t>
                      </m:r>
                      <m:f>
                        <m:fPr>
                          <m:ctrlPr>
                            <a:rPr lang="zh-CN" altLang="zh-CN" sz="3200" i="1">
                              <a:solidFill>
                                <a:srgbClr val="0000FF"/>
                              </a:solidFill>
                              <a:latin typeface="Cambria Math" panose="02040503050406030204" pitchFamily="18" charset="0"/>
                            </a:rPr>
                          </m:ctrlPr>
                        </m:fPr>
                        <m:num>
                          <m:sSub>
                            <m:sSubPr>
                              <m:ctrlPr>
                                <a:rPr lang="zh-CN" altLang="zh-CN" sz="3200" i="1">
                                  <a:solidFill>
                                    <a:srgbClr val="0000FF"/>
                                  </a:solidFill>
                                  <a:latin typeface="Cambria Math" panose="02040503050406030204" pitchFamily="18" charset="0"/>
                                </a:rPr>
                              </m:ctrlPr>
                            </m:sSubPr>
                            <m:e>
                              <m:r>
                                <a:rPr lang="en-US" altLang="zh-CN" sz="3200" i="1">
                                  <a:solidFill>
                                    <a:srgbClr val="0000FF"/>
                                  </a:solidFill>
                                  <a:latin typeface="Cambria Math" panose="02040503050406030204" pitchFamily="18" charset="0"/>
                                </a:rPr>
                                <m:t>𝑥</m:t>
                              </m:r>
                            </m:e>
                            <m:sub>
                              <m:r>
                                <a:rPr lang="en-US" altLang="zh-CN" sz="3200" i="1">
                                  <a:solidFill>
                                    <a:srgbClr val="0000FF"/>
                                  </a:solidFill>
                                  <a:latin typeface="Cambria Math" panose="02040503050406030204" pitchFamily="18" charset="0"/>
                                </a:rPr>
                                <m:t>3</m:t>
                              </m:r>
                            </m:sub>
                          </m:sSub>
                        </m:num>
                        <m:den>
                          <m:sSup>
                            <m:sSupPr>
                              <m:ctrlPr>
                                <a:rPr lang="zh-CN" altLang="zh-CN" sz="3200" i="1">
                                  <a:solidFill>
                                    <a:srgbClr val="0000FF"/>
                                  </a:solidFill>
                                  <a:latin typeface="Cambria Math" panose="02040503050406030204" pitchFamily="18" charset="0"/>
                                </a:rPr>
                              </m:ctrlPr>
                            </m:sSupPr>
                            <m:e>
                              <m:r>
                                <a:rPr lang="en-US" altLang="zh-CN" sz="3200" i="1">
                                  <a:solidFill>
                                    <a:srgbClr val="0000FF"/>
                                  </a:solidFill>
                                  <a:latin typeface="Cambria Math" panose="02040503050406030204" pitchFamily="18" charset="0"/>
                                </a:rPr>
                                <m:t>𝑑</m:t>
                              </m:r>
                            </m:e>
                            <m:sup>
                              <m:r>
                                <a:rPr lang="en-US" altLang="zh-CN" sz="3200" i="1">
                                  <a:solidFill>
                                    <a:srgbClr val="0000FF"/>
                                  </a:solidFill>
                                  <a:latin typeface="Cambria Math" panose="02040503050406030204" pitchFamily="18" charset="0"/>
                                </a:rPr>
                                <m:t>′</m:t>
                              </m:r>
                            </m:sup>
                          </m:sSup>
                        </m:den>
                      </m:f>
                      <m:r>
                        <a:rPr lang="en-US" altLang="zh-CN" sz="3200" i="1">
                          <a:solidFill>
                            <a:srgbClr val="0000FF"/>
                          </a:solidFill>
                          <a:latin typeface="Cambria Math" panose="02040503050406030204" pitchFamily="18" charset="0"/>
                        </a:rPr>
                        <m:t>=3</m:t>
                      </m:r>
                      <m:r>
                        <a:rPr lang="en-US" altLang="zh-CN" sz="3200" i="1">
                          <a:solidFill>
                            <a:srgbClr val="0000FF"/>
                          </a:solidFill>
                          <a:latin typeface="Cambria Math" panose="02040503050406030204" pitchFamily="18" charset="0"/>
                        </a:rPr>
                        <m:t>𝜆</m:t>
                      </m:r>
                    </m:oMath>
                  </m:oMathPara>
                </a14:m>
                <a:endParaRPr lang="zh-CN" altLang="en-US" sz="3200" dirty="0">
                  <a:solidFill>
                    <a:srgbClr val="0000FF"/>
                  </a:solidFill>
                  <a:latin typeface="Times New Roman" panose="02020603050405020304" pitchFamily="18" charset="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2A3E86FF-8A87-42F7-B2BC-716164E7DF1B}"/>
                  </a:ext>
                </a:extLst>
              </p:cNvPr>
              <p:cNvSpPr txBox="1">
                <a:spLocks noRot="1" noChangeAspect="1" noMove="1" noResize="1" noEditPoints="1" noAdjustHandles="1" noChangeArrowheads="1" noChangeShapeType="1" noTextEdit="1"/>
              </p:cNvSpPr>
              <p:nvPr/>
            </p:nvSpPr>
            <p:spPr>
              <a:xfrm>
                <a:off x="3699309" y="1162344"/>
                <a:ext cx="5521693" cy="962123"/>
              </a:xfrm>
              <a:prstGeom prst="rect">
                <a:avLst/>
              </a:prstGeom>
              <a:blipFill>
                <a:blip r:embed="rId2"/>
                <a:stretch>
                  <a:fillRect/>
                </a:stretch>
              </a:blipFill>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CE0D9D20-65EF-4D16-AD94-DF73256F654F}"/>
              </a:ext>
            </a:extLst>
          </p:cNvPr>
          <p:cNvSpPr txBox="1"/>
          <p:nvPr/>
        </p:nvSpPr>
        <p:spPr>
          <a:xfrm>
            <a:off x="344103" y="380195"/>
            <a:ext cx="6097604" cy="584775"/>
          </a:xfrm>
          <a:prstGeom prst="rect">
            <a:avLst/>
          </a:prstGeom>
          <a:noFill/>
        </p:spPr>
        <p:txBody>
          <a:bodyPr wrap="square">
            <a:spAutoFit/>
          </a:bodyPr>
          <a:lstStyle/>
          <a:p>
            <a:r>
              <a:rPr kumimoji="0" lang="zh-CN" altLang="en-US" sz="3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解析：</a:t>
            </a:r>
            <a:endParaRPr lang="zh-CN" altLang="en-US" sz="3200" b="1" dirty="0"/>
          </a:p>
        </p:txBody>
      </p:sp>
      <p:sp>
        <p:nvSpPr>
          <p:cNvPr id="11" name="文本框 10">
            <a:extLst>
              <a:ext uri="{FF2B5EF4-FFF2-40B4-BE49-F238E27FC236}">
                <a16:creationId xmlns:a16="http://schemas.microsoft.com/office/drawing/2014/main" id="{F9A70D74-05EE-4574-BB08-53B0DF3440B9}"/>
              </a:ext>
            </a:extLst>
          </p:cNvPr>
          <p:cNvSpPr txBox="1"/>
          <p:nvPr/>
        </p:nvSpPr>
        <p:spPr>
          <a:xfrm>
            <a:off x="1630411" y="463527"/>
            <a:ext cx="7195955" cy="584775"/>
          </a:xfrm>
          <a:prstGeom prst="rect">
            <a:avLst/>
          </a:prstGeom>
          <a:noFill/>
        </p:spPr>
        <p:txBody>
          <a:bodyPr wrap="square">
            <a:spAutoFit/>
          </a:bodyPr>
          <a:lstStyle/>
          <a:p>
            <a:r>
              <a:rPr kumimoji="0" lang="zh-CN" altLang="en-US" sz="3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第三级明条纹到屏中心的距离满足</a:t>
            </a:r>
            <a:endParaRPr lang="zh-CN" altLang="en-US" sz="3200" dirty="0"/>
          </a:p>
        </p:txBody>
      </p:sp>
      <p:sp>
        <p:nvSpPr>
          <p:cNvPr id="12" name="文本框 11">
            <a:extLst>
              <a:ext uri="{FF2B5EF4-FFF2-40B4-BE49-F238E27FC236}">
                <a16:creationId xmlns:a16="http://schemas.microsoft.com/office/drawing/2014/main" id="{EE6C5501-A45E-4F96-BA1F-A3DF5F82E261}"/>
              </a:ext>
            </a:extLst>
          </p:cNvPr>
          <p:cNvSpPr txBox="1"/>
          <p:nvPr/>
        </p:nvSpPr>
        <p:spPr>
          <a:xfrm>
            <a:off x="1630411" y="2154194"/>
            <a:ext cx="1314921" cy="584775"/>
          </a:xfrm>
          <a:prstGeom prst="rect">
            <a:avLst/>
          </a:prstGeom>
          <a:noFill/>
        </p:spPr>
        <p:txBody>
          <a:bodyPr wrap="square">
            <a:spAutoFit/>
          </a:bodyPr>
          <a:lstStyle/>
          <a:p>
            <a:r>
              <a:rPr kumimoji="0" lang="zh-CN" altLang="en-US" sz="3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得</a:t>
            </a:r>
            <a:endParaRPr lang="zh-CN" altLang="en-US" sz="3200" dirty="0"/>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0C7D4283-5F85-42D1-B6B4-439A96C650AC}"/>
                  </a:ext>
                </a:extLst>
              </p:cNvPr>
              <p:cNvSpPr txBox="1"/>
              <p:nvPr/>
            </p:nvSpPr>
            <p:spPr>
              <a:xfrm>
                <a:off x="2318383" y="2161954"/>
                <a:ext cx="2761851" cy="584775"/>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l-GR" altLang="zh-CN" sz="3200" i="1">
                          <a:solidFill>
                            <a:srgbClr val="0000FF"/>
                          </a:solidFill>
                          <a:latin typeface="Cambria Math" panose="02040503050406030204" pitchFamily="18" charset="0"/>
                        </a:rPr>
                        <m:t>	</m:t>
                      </m:r>
                      <m:r>
                        <a:rPr lang="el-GR" altLang="zh-CN" sz="3200" i="1">
                          <a:solidFill>
                            <a:srgbClr val="0000FF"/>
                          </a:solidFill>
                          <a:latin typeface="Cambria Math" panose="02040503050406030204" pitchFamily="18" charset="0"/>
                        </a:rPr>
                        <m:t>𝜆</m:t>
                      </m:r>
                      <m:r>
                        <a:rPr lang="el-GR" altLang="zh-CN" sz="3200" i="1">
                          <a:solidFill>
                            <a:srgbClr val="0000FF"/>
                          </a:solidFill>
                          <a:latin typeface="Cambria Math" panose="02040503050406030204" pitchFamily="18" charset="0"/>
                        </a:rPr>
                        <m:t>=630 </m:t>
                      </m:r>
                      <m:r>
                        <m:rPr>
                          <m:sty m:val="p"/>
                        </m:rPr>
                        <a:rPr lang="en-US" altLang="zh-CN" sz="3200" i="0">
                          <a:solidFill>
                            <a:srgbClr val="0000FF"/>
                          </a:solidFill>
                          <a:latin typeface="Cambria Math" panose="02040503050406030204" pitchFamily="18" charset="0"/>
                        </a:rPr>
                        <m:t>nm</m:t>
                      </m:r>
                    </m:oMath>
                  </m:oMathPara>
                </a14:m>
                <a:endParaRPr lang="zh-CN" altLang="en-US" sz="3200" dirty="0">
                  <a:solidFill>
                    <a:srgbClr val="0000FF"/>
                  </a:solidFill>
                  <a:latin typeface="Times New Roman" panose="02020603050405020304" pitchFamily="18" charset="0"/>
                  <a:cs typeface="Times New Roman" panose="02020603050405020304" pitchFamily="18" charset="0"/>
                </a:endParaRPr>
              </a:p>
            </p:txBody>
          </p:sp>
        </mc:Choice>
        <mc:Fallback xmlns="">
          <p:sp>
            <p:nvSpPr>
              <p:cNvPr id="13" name="文本框 12">
                <a:extLst>
                  <a:ext uri="{FF2B5EF4-FFF2-40B4-BE49-F238E27FC236}">
                    <a16:creationId xmlns:a16="http://schemas.microsoft.com/office/drawing/2014/main" id="{0C7D4283-5F85-42D1-B6B4-439A96C650AC}"/>
                  </a:ext>
                </a:extLst>
              </p:cNvPr>
              <p:cNvSpPr txBox="1">
                <a:spLocks noRot="1" noChangeAspect="1" noMove="1" noResize="1" noEditPoints="1" noAdjustHandles="1" noChangeArrowheads="1" noChangeShapeType="1" noTextEdit="1"/>
              </p:cNvSpPr>
              <p:nvPr/>
            </p:nvSpPr>
            <p:spPr>
              <a:xfrm>
                <a:off x="2318383" y="2161954"/>
                <a:ext cx="2761851" cy="584775"/>
              </a:xfrm>
              <a:prstGeom prst="rect">
                <a:avLst/>
              </a:prstGeom>
              <a:blipFill>
                <a:blip r:embed="rId3"/>
                <a:stretch>
                  <a:fillRect/>
                </a:stretch>
              </a:blipFill>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1B022998-5D40-4DF6-B246-44C441A6D3A6}"/>
              </a:ext>
            </a:extLst>
          </p:cNvPr>
          <p:cNvSpPr txBox="1"/>
          <p:nvPr/>
        </p:nvSpPr>
        <p:spPr>
          <a:xfrm>
            <a:off x="1732847" y="3034318"/>
            <a:ext cx="7195955" cy="584775"/>
          </a:xfrm>
          <a:prstGeom prst="rect">
            <a:avLst/>
          </a:prstGeom>
          <a:noFill/>
        </p:spPr>
        <p:txBody>
          <a:bodyPr wrap="square">
            <a:spAutoFit/>
          </a:bodyPr>
          <a:lstStyle/>
          <a:p>
            <a:r>
              <a:rPr kumimoji="0" lang="zh-CN" altLang="en-US" sz="3200"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相邻明条纹的间距</a:t>
            </a:r>
            <a:r>
              <a:rPr lang="zh-CN" altLang="en-US" sz="3200"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a:t>
            </a:r>
            <a:endParaRPr lang="zh-CN" altLang="en-US" sz="3200" dirty="0"/>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C964943C-4B58-42B9-8420-1D30B9CFD95A}"/>
                  </a:ext>
                </a:extLst>
              </p:cNvPr>
              <p:cNvSpPr txBox="1"/>
              <p:nvPr/>
            </p:nvSpPr>
            <p:spPr>
              <a:xfrm>
                <a:off x="3699308" y="3860381"/>
                <a:ext cx="5024387" cy="1027525"/>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zh-CN" altLang="en-US" sz="3200" i="1" smtClean="0">
                          <a:solidFill>
                            <a:srgbClr val="0000FF"/>
                          </a:solidFill>
                          <a:latin typeface="Cambria Math" panose="02040503050406030204" pitchFamily="18" charset="0"/>
                        </a:rPr>
                        <m:t>∆</m:t>
                      </m:r>
                      <m:r>
                        <a:rPr lang="en-US" altLang="zh-CN" sz="3200" i="1">
                          <a:solidFill>
                            <a:srgbClr val="0000FF"/>
                          </a:solidFill>
                          <a:latin typeface="Cambria Math" panose="02040503050406030204" pitchFamily="18" charset="0"/>
                        </a:rPr>
                        <m:t>𝑥</m:t>
                      </m:r>
                      <m:r>
                        <a:rPr lang="en-US" altLang="zh-CN" sz="3200" i="1">
                          <a:solidFill>
                            <a:srgbClr val="0000FF"/>
                          </a:solidFill>
                          <a:latin typeface="Cambria Math" panose="02040503050406030204" pitchFamily="18" charset="0"/>
                        </a:rPr>
                        <m:t>=</m:t>
                      </m:r>
                      <m:sSup>
                        <m:sSupPr>
                          <m:ctrlPr>
                            <a:rPr lang="zh-CN" altLang="zh-CN" sz="3200" i="1">
                              <a:solidFill>
                                <a:srgbClr val="0000FF"/>
                              </a:solidFill>
                              <a:latin typeface="Cambria Math" panose="02040503050406030204" pitchFamily="18" charset="0"/>
                            </a:rPr>
                          </m:ctrlPr>
                        </m:sSupPr>
                        <m:e>
                          <m:r>
                            <a:rPr lang="en-US" altLang="zh-CN" sz="3200" i="1">
                              <a:solidFill>
                                <a:srgbClr val="0000FF"/>
                              </a:solidFill>
                              <a:latin typeface="Cambria Math" panose="02040503050406030204" pitchFamily="18" charset="0"/>
                            </a:rPr>
                            <m:t>𝑑</m:t>
                          </m:r>
                        </m:e>
                        <m:sup>
                          <m:r>
                            <a:rPr lang="en-US" altLang="zh-CN" sz="3200" i="1">
                              <a:solidFill>
                                <a:srgbClr val="0000FF"/>
                              </a:solidFill>
                              <a:latin typeface="Cambria Math" panose="02040503050406030204" pitchFamily="18" charset="0"/>
                            </a:rPr>
                            <m:t>′</m:t>
                          </m:r>
                        </m:sup>
                      </m:sSup>
                      <m:f>
                        <m:fPr>
                          <m:ctrlPr>
                            <a:rPr lang="zh-CN" altLang="zh-CN" sz="3200" i="1">
                              <a:solidFill>
                                <a:srgbClr val="0000FF"/>
                              </a:solidFill>
                              <a:latin typeface="Cambria Math" panose="02040503050406030204" pitchFamily="18" charset="0"/>
                            </a:rPr>
                          </m:ctrlPr>
                        </m:fPr>
                        <m:num>
                          <m:r>
                            <a:rPr lang="en-US" altLang="zh-CN" sz="3200" i="1">
                              <a:solidFill>
                                <a:srgbClr val="0000FF"/>
                              </a:solidFill>
                              <a:latin typeface="Cambria Math" panose="02040503050406030204" pitchFamily="18" charset="0"/>
                            </a:rPr>
                            <m:t>𝜆</m:t>
                          </m:r>
                        </m:num>
                        <m:den>
                          <m:r>
                            <a:rPr lang="en-US" altLang="zh-CN" sz="3200" i="1">
                              <a:solidFill>
                                <a:srgbClr val="0000FF"/>
                              </a:solidFill>
                              <a:latin typeface="Cambria Math" panose="02040503050406030204" pitchFamily="18" charset="0"/>
                            </a:rPr>
                            <m:t>𝑑</m:t>
                          </m:r>
                        </m:den>
                      </m:f>
                      <m:r>
                        <a:rPr lang="en-US" altLang="zh-CN" sz="3200" b="0" i="1" smtClean="0">
                          <a:solidFill>
                            <a:srgbClr val="0000FF"/>
                          </a:solidFill>
                          <a:latin typeface="Cambria Math" panose="02040503050406030204" pitchFamily="18" charset="0"/>
                        </a:rPr>
                        <m:t>=</m:t>
                      </m:r>
                      <m:f>
                        <m:fPr>
                          <m:ctrlPr>
                            <a:rPr lang="zh-CN" altLang="zh-CN" sz="3200" i="1">
                              <a:solidFill>
                                <a:srgbClr val="0000FF"/>
                              </a:solidFill>
                              <a:latin typeface="Cambria Math" panose="02040503050406030204" pitchFamily="18" charset="0"/>
                            </a:rPr>
                          </m:ctrlPr>
                        </m:fPr>
                        <m:num>
                          <m:sSub>
                            <m:sSubPr>
                              <m:ctrlPr>
                                <a:rPr lang="zh-CN" altLang="zh-CN" sz="3200" i="1">
                                  <a:solidFill>
                                    <a:srgbClr val="0000FF"/>
                                  </a:solidFill>
                                  <a:latin typeface="Cambria Math" panose="02040503050406030204" pitchFamily="18" charset="0"/>
                                </a:rPr>
                              </m:ctrlPr>
                            </m:sSubPr>
                            <m:e>
                              <m:r>
                                <a:rPr lang="en-US" altLang="zh-CN" sz="3200" i="1">
                                  <a:solidFill>
                                    <a:srgbClr val="0000FF"/>
                                  </a:solidFill>
                                  <a:latin typeface="Cambria Math" panose="02040503050406030204" pitchFamily="18" charset="0"/>
                                </a:rPr>
                                <m:t>𝑥</m:t>
                              </m:r>
                            </m:e>
                            <m:sub>
                              <m:r>
                                <a:rPr lang="en-US" altLang="zh-CN" sz="3200" i="1">
                                  <a:solidFill>
                                    <a:srgbClr val="0000FF"/>
                                  </a:solidFill>
                                  <a:latin typeface="Cambria Math" panose="02040503050406030204" pitchFamily="18" charset="0"/>
                                </a:rPr>
                                <m:t>3</m:t>
                              </m:r>
                            </m:sub>
                          </m:sSub>
                        </m:num>
                        <m:den>
                          <m:r>
                            <a:rPr lang="en-US" altLang="zh-CN" sz="3200" b="0" i="1" smtClean="0">
                              <a:solidFill>
                                <a:srgbClr val="0000FF"/>
                              </a:solidFill>
                              <a:latin typeface="Cambria Math" panose="02040503050406030204" pitchFamily="18" charset="0"/>
                            </a:rPr>
                            <m:t>3</m:t>
                          </m:r>
                        </m:den>
                      </m:f>
                      <m:r>
                        <a:rPr lang="en-US" altLang="zh-CN" sz="3200" b="0" i="1" smtClean="0">
                          <a:solidFill>
                            <a:srgbClr val="0000FF"/>
                          </a:solidFill>
                          <a:latin typeface="Cambria Math" panose="02040503050406030204" pitchFamily="18" charset="0"/>
                        </a:rPr>
                        <m:t>=6.3 </m:t>
                      </m:r>
                      <m:r>
                        <m:rPr>
                          <m:sty m:val="p"/>
                        </m:rPr>
                        <a:rPr lang="en-US" altLang="zh-CN" sz="3200" b="0" i="0" smtClean="0">
                          <a:solidFill>
                            <a:srgbClr val="0000FF"/>
                          </a:solidFill>
                          <a:latin typeface="Cambria Math" panose="02040503050406030204" pitchFamily="18" charset="0"/>
                        </a:rPr>
                        <m:t>m</m:t>
                      </m:r>
                      <m:r>
                        <m:rPr>
                          <m:sty m:val="p"/>
                        </m:rPr>
                        <a:rPr lang="en-US" altLang="zh-CN" sz="3200">
                          <a:solidFill>
                            <a:srgbClr val="0000FF"/>
                          </a:solidFill>
                          <a:latin typeface="Cambria Math" panose="02040503050406030204" pitchFamily="18" charset="0"/>
                        </a:rPr>
                        <m:t>m</m:t>
                      </m:r>
                    </m:oMath>
                  </m:oMathPara>
                </a14:m>
                <a:endParaRPr lang="zh-CN" altLang="en-US" sz="3200" dirty="0">
                  <a:solidFill>
                    <a:srgbClr val="0000FF"/>
                  </a:solidFill>
                  <a:latin typeface="Times New Roman" panose="02020603050405020304" pitchFamily="18" charset="0"/>
                  <a:cs typeface="Times New Roman" panose="02020603050405020304" pitchFamily="18" charset="0"/>
                </a:endParaRPr>
              </a:p>
            </p:txBody>
          </p:sp>
        </mc:Choice>
        <mc:Fallback xmlns="">
          <p:sp>
            <p:nvSpPr>
              <p:cNvPr id="15" name="文本框 14">
                <a:extLst>
                  <a:ext uri="{FF2B5EF4-FFF2-40B4-BE49-F238E27FC236}">
                    <a16:creationId xmlns:a16="http://schemas.microsoft.com/office/drawing/2014/main" id="{C964943C-4B58-42B9-8420-1D30B9CFD95A}"/>
                  </a:ext>
                </a:extLst>
              </p:cNvPr>
              <p:cNvSpPr txBox="1">
                <a:spLocks noRot="1" noChangeAspect="1" noMove="1" noResize="1" noEditPoints="1" noAdjustHandles="1" noChangeArrowheads="1" noChangeShapeType="1" noTextEdit="1"/>
              </p:cNvSpPr>
              <p:nvPr/>
            </p:nvSpPr>
            <p:spPr>
              <a:xfrm>
                <a:off x="3699308" y="3860381"/>
                <a:ext cx="5024387" cy="1027525"/>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6600829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eaLnBrk="1" hangingPunct="1">
              <a:lnSpc>
                <a:spcPct val="100000"/>
              </a:lnSpc>
              <a:spcBef>
                <a:spcPct val="50000"/>
              </a:spcBef>
              <a:buNone/>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五</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双镜</a:t>
            </a:r>
          </a:p>
        </p:txBody>
      </p:sp>
      <p:grpSp>
        <p:nvGrpSpPr>
          <p:cNvPr id="13" name="Group 96">
            <a:extLst>
              <a:ext uri="{FF2B5EF4-FFF2-40B4-BE49-F238E27FC236}">
                <a16:creationId xmlns:a16="http://schemas.microsoft.com/office/drawing/2014/main" id="{761A598E-C5A4-4039-B006-F06A5CE4E985}"/>
              </a:ext>
            </a:extLst>
          </p:cNvPr>
          <p:cNvGrpSpPr>
            <a:grpSpLocks/>
          </p:cNvGrpSpPr>
          <p:nvPr/>
        </p:nvGrpSpPr>
        <p:grpSpPr bwMode="auto">
          <a:xfrm>
            <a:off x="2907242" y="1087437"/>
            <a:ext cx="7467600" cy="4876800"/>
            <a:chOff x="576" y="864"/>
            <a:chExt cx="4704" cy="3072"/>
          </a:xfrm>
        </p:grpSpPr>
        <p:sp>
          <p:nvSpPr>
            <p:cNvPr id="14" name="Rectangle 97">
              <a:extLst>
                <a:ext uri="{FF2B5EF4-FFF2-40B4-BE49-F238E27FC236}">
                  <a16:creationId xmlns:a16="http://schemas.microsoft.com/office/drawing/2014/main" id="{A7F920DE-0D41-4913-8543-62ECAA523F20}"/>
                </a:ext>
              </a:extLst>
            </p:cNvPr>
            <p:cNvSpPr>
              <a:spLocks noChangeArrowheads="1"/>
            </p:cNvSpPr>
            <p:nvPr/>
          </p:nvSpPr>
          <p:spPr bwMode="auto">
            <a:xfrm>
              <a:off x="576" y="912"/>
              <a:ext cx="4608" cy="3024"/>
            </a:xfrm>
            <a:prstGeom prst="rect">
              <a:avLst/>
            </a:prstGeom>
            <a:solidFill>
              <a:srgbClr val="FFFFFF"/>
            </a:solidFill>
            <a:ln w="9525">
              <a:solidFill>
                <a:srgbClr val="006666"/>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 name="Rectangle 98" descr="窄竖线">
              <a:extLst>
                <a:ext uri="{FF2B5EF4-FFF2-40B4-BE49-F238E27FC236}">
                  <a16:creationId xmlns:a16="http://schemas.microsoft.com/office/drawing/2014/main" id="{87FE3E8C-3D8D-4774-A3CF-FC43030B0220}"/>
                </a:ext>
              </a:extLst>
            </p:cNvPr>
            <p:cNvSpPr>
              <a:spLocks noChangeArrowheads="1"/>
            </p:cNvSpPr>
            <p:nvPr/>
          </p:nvSpPr>
          <p:spPr bwMode="auto">
            <a:xfrm rot="-1916630">
              <a:off x="1826" y="1638"/>
              <a:ext cx="47" cy="904"/>
            </a:xfrm>
            <a:prstGeom prst="rect">
              <a:avLst/>
            </a:prstGeom>
            <a:pattFill prst="narVert">
              <a:fgClr>
                <a:srgbClr val="006666"/>
              </a:fgClr>
              <a:bgClr>
                <a:srgbClr val="00CC99"/>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16" name="Rectangle 99" descr="窄竖线">
              <a:extLst>
                <a:ext uri="{FF2B5EF4-FFF2-40B4-BE49-F238E27FC236}">
                  <a16:creationId xmlns:a16="http://schemas.microsoft.com/office/drawing/2014/main" id="{BC16DE09-769C-49DB-8C9D-9E8DF87C5F4B}"/>
                </a:ext>
              </a:extLst>
            </p:cNvPr>
            <p:cNvSpPr>
              <a:spLocks noChangeArrowheads="1"/>
            </p:cNvSpPr>
            <p:nvPr/>
          </p:nvSpPr>
          <p:spPr bwMode="auto">
            <a:xfrm rot="2120673">
              <a:off x="1968" y="2688"/>
              <a:ext cx="960" cy="48"/>
            </a:xfrm>
            <a:prstGeom prst="rect">
              <a:avLst/>
            </a:prstGeom>
            <a:pattFill prst="narVert">
              <a:fgClr>
                <a:srgbClr val="006666"/>
              </a:fgClr>
              <a:bgClr>
                <a:srgbClr val="00CC99"/>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1C1C1C"/>
                </a:solidFill>
                <a:effectLst/>
                <a:uLnTx/>
                <a:uFillTx/>
                <a:latin typeface="Times New Roman" panose="02020603050405020304" pitchFamily="18" charset="0"/>
                <a:ea typeface="宋体" panose="02010600030101010101" pitchFamily="2" charset="-122"/>
              </a:endParaRPr>
            </a:p>
          </p:txBody>
        </p:sp>
        <p:sp>
          <p:nvSpPr>
            <p:cNvPr id="17" name="Rectangle 100" descr="深色下对角线">
              <a:extLst>
                <a:ext uri="{FF2B5EF4-FFF2-40B4-BE49-F238E27FC236}">
                  <a16:creationId xmlns:a16="http://schemas.microsoft.com/office/drawing/2014/main" id="{A125B1AF-B2EF-41CF-991B-8AB3CC571676}"/>
                </a:ext>
              </a:extLst>
            </p:cNvPr>
            <p:cNvSpPr>
              <a:spLocks noChangeArrowheads="1"/>
            </p:cNvSpPr>
            <p:nvPr/>
          </p:nvSpPr>
          <p:spPr bwMode="auto">
            <a:xfrm>
              <a:off x="4704" y="1152"/>
              <a:ext cx="48" cy="2640"/>
            </a:xfrm>
            <a:prstGeom prst="rect">
              <a:avLst/>
            </a:prstGeom>
            <a:pattFill prst="dkDnDiag">
              <a:fgClr>
                <a:srgbClr val="0000FF"/>
              </a:fgClr>
              <a:bgClr>
                <a:srgbClr val="EBF7FF"/>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8" name="Text Box 101">
              <a:extLst>
                <a:ext uri="{FF2B5EF4-FFF2-40B4-BE49-F238E27FC236}">
                  <a16:creationId xmlns:a16="http://schemas.microsoft.com/office/drawing/2014/main" id="{968096DE-B29D-4829-B06D-0453C2B1D2A1}"/>
                </a:ext>
              </a:extLst>
            </p:cNvPr>
            <p:cNvSpPr txBox="1">
              <a:spLocks noChangeArrowheads="1"/>
            </p:cNvSpPr>
            <p:nvPr/>
          </p:nvSpPr>
          <p:spPr bwMode="auto">
            <a:xfrm>
              <a:off x="4608" y="864"/>
              <a:ext cx="672"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P</a:t>
              </a:r>
            </a:p>
          </p:txBody>
        </p:sp>
        <p:graphicFrame>
          <p:nvGraphicFramePr>
            <p:cNvPr id="19" name="Object 102">
              <a:extLst>
                <a:ext uri="{FF2B5EF4-FFF2-40B4-BE49-F238E27FC236}">
                  <a16:creationId xmlns:a16="http://schemas.microsoft.com/office/drawing/2014/main" id="{0DD2F330-E5F1-4722-BBA1-32B071F843BC}"/>
                </a:ext>
              </a:extLst>
            </p:cNvPr>
            <p:cNvGraphicFramePr>
              <a:graphicFrameLocks noChangeAspect="1"/>
            </p:cNvGraphicFramePr>
            <p:nvPr/>
          </p:nvGraphicFramePr>
          <p:xfrm>
            <a:off x="1293" y="1412"/>
            <a:ext cx="339" cy="316"/>
          </p:xfrm>
          <a:graphic>
            <a:graphicData uri="http://schemas.openxmlformats.org/presentationml/2006/ole">
              <mc:AlternateContent xmlns:mc="http://schemas.openxmlformats.org/markup-compatibility/2006">
                <mc:Choice xmlns:v="urn:schemas-microsoft-com:vml" Requires="v">
                  <p:oleObj name="Equation" r:id="rId3" imgW="228600" imgH="215640" progId="Equation.3">
                    <p:embed/>
                  </p:oleObj>
                </mc:Choice>
                <mc:Fallback>
                  <p:oleObj name="Equation" r:id="rId3" imgW="228600" imgH="215640" progId="Equation.3">
                    <p:embed/>
                    <p:pic>
                      <p:nvPicPr>
                        <p:cNvPr id="8199" name="Object 102">
                          <a:extLst>
                            <a:ext uri="{FF2B5EF4-FFF2-40B4-BE49-F238E27FC236}">
                              <a16:creationId xmlns:a16="http://schemas.microsoft.com/office/drawing/2014/main" id="{D6B4F94A-D93B-4CEE-B69E-F326A673CCCF}"/>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93" y="1412"/>
                          <a:ext cx="339" cy="3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 name="Object 103">
              <a:extLst>
                <a:ext uri="{FF2B5EF4-FFF2-40B4-BE49-F238E27FC236}">
                  <a16:creationId xmlns:a16="http://schemas.microsoft.com/office/drawing/2014/main" id="{6A946CB6-3652-40A2-A262-B087211C38B9}"/>
                </a:ext>
              </a:extLst>
            </p:cNvPr>
            <p:cNvGraphicFramePr>
              <a:graphicFrameLocks noChangeAspect="1"/>
            </p:cNvGraphicFramePr>
            <p:nvPr/>
          </p:nvGraphicFramePr>
          <p:xfrm>
            <a:off x="2686" y="2987"/>
            <a:ext cx="338" cy="298"/>
          </p:xfrm>
          <a:graphic>
            <a:graphicData uri="http://schemas.openxmlformats.org/presentationml/2006/ole">
              <mc:AlternateContent xmlns:mc="http://schemas.openxmlformats.org/markup-compatibility/2006">
                <mc:Choice xmlns:v="urn:schemas-microsoft-com:vml" Requires="v">
                  <p:oleObj name="Equation" r:id="rId5" imgW="241200" imgH="215640" progId="Equation.3">
                    <p:embed/>
                  </p:oleObj>
                </mc:Choice>
                <mc:Fallback>
                  <p:oleObj name="Equation" r:id="rId5" imgW="241200" imgH="215640" progId="Equation.3">
                    <p:embed/>
                    <p:pic>
                      <p:nvPicPr>
                        <p:cNvPr id="8200" name="Object 103">
                          <a:extLst>
                            <a:ext uri="{FF2B5EF4-FFF2-40B4-BE49-F238E27FC236}">
                              <a16:creationId xmlns:a16="http://schemas.microsoft.com/office/drawing/2014/main" id="{3FF90B17-D334-45E5-B775-C99A08FBC41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86" y="2987"/>
                          <a:ext cx="338"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1" name="Freeform 104">
              <a:extLst>
                <a:ext uri="{FF2B5EF4-FFF2-40B4-BE49-F238E27FC236}">
                  <a16:creationId xmlns:a16="http://schemas.microsoft.com/office/drawing/2014/main" id="{37ADEFC9-5909-44A4-918F-3F4A28DB1C68}"/>
                </a:ext>
              </a:extLst>
            </p:cNvPr>
            <p:cNvSpPr>
              <a:spLocks/>
            </p:cNvSpPr>
            <p:nvPr/>
          </p:nvSpPr>
          <p:spPr bwMode="auto">
            <a:xfrm>
              <a:off x="1248" y="1872"/>
              <a:ext cx="816" cy="596"/>
            </a:xfrm>
            <a:custGeom>
              <a:avLst/>
              <a:gdLst>
                <a:gd name="T0" fmla="*/ 816 w 816"/>
                <a:gd name="T1" fmla="*/ 596 h 596"/>
                <a:gd name="T2" fmla="*/ 0 w 816"/>
                <a:gd name="T3" fmla="*/ 0 h 596"/>
                <a:gd name="T4" fmla="*/ 0 60000 65536"/>
                <a:gd name="T5" fmla="*/ 0 60000 65536"/>
                <a:gd name="T6" fmla="*/ 0 w 816"/>
                <a:gd name="T7" fmla="*/ 0 h 596"/>
                <a:gd name="T8" fmla="*/ 816 w 816"/>
                <a:gd name="T9" fmla="*/ 596 h 596"/>
              </a:gdLst>
              <a:ahLst/>
              <a:cxnLst>
                <a:cxn ang="T4">
                  <a:pos x="T0" y="T1"/>
                </a:cxn>
                <a:cxn ang="T5">
                  <a:pos x="T2" y="T3"/>
                </a:cxn>
              </a:cxnLst>
              <a:rect l="T6" t="T7" r="T8" b="T9"/>
              <a:pathLst>
                <a:path w="816" h="596">
                  <a:moveTo>
                    <a:pt x="816" y="596"/>
                  </a:moveTo>
                  <a:lnTo>
                    <a:pt x="0" y="0"/>
                  </a:lnTo>
                </a:path>
              </a:pathLst>
            </a:custGeom>
            <a:noFill/>
            <a:ln w="19050">
              <a:solidFill>
                <a:srgbClr val="000000"/>
              </a:solidFill>
              <a:prstDash val="dash"/>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2" name="Rectangle 105" descr="窄竖线">
              <a:extLst>
                <a:ext uri="{FF2B5EF4-FFF2-40B4-BE49-F238E27FC236}">
                  <a16:creationId xmlns:a16="http://schemas.microsoft.com/office/drawing/2014/main" id="{3100945C-D752-46F9-A233-E890D1909098}"/>
                </a:ext>
              </a:extLst>
            </p:cNvPr>
            <p:cNvSpPr>
              <a:spLocks noChangeArrowheads="1"/>
            </p:cNvSpPr>
            <p:nvPr/>
          </p:nvSpPr>
          <p:spPr bwMode="auto">
            <a:xfrm rot="3659492">
              <a:off x="2304" y="1536"/>
              <a:ext cx="96" cy="288"/>
            </a:xfrm>
            <a:prstGeom prst="rect">
              <a:avLst/>
            </a:prstGeom>
            <a:pattFill prst="narVert">
              <a:fgClr>
                <a:srgbClr val="006666"/>
              </a:fgClr>
              <a:bgClr>
                <a:srgbClr val="00CC99"/>
              </a:bgClr>
            </a:pattFill>
            <a:ln w="9525">
              <a:solidFill>
                <a:srgbClr val="006666"/>
              </a:solidFill>
              <a:miter lim="800000"/>
              <a:headEnd/>
              <a:tailEnd/>
            </a:ln>
          </p:spPr>
          <p:txBody>
            <a:bodyPr wrap="none"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3" name="Arc 106">
              <a:extLst>
                <a:ext uri="{FF2B5EF4-FFF2-40B4-BE49-F238E27FC236}">
                  <a16:creationId xmlns:a16="http://schemas.microsoft.com/office/drawing/2014/main" id="{977E5028-2607-410A-8581-FA8BF745A36B}"/>
                </a:ext>
              </a:extLst>
            </p:cNvPr>
            <p:cNvSpPr>
              <a:spLocks/>
            </p:cNvSpPr>
            <p:nvPr/>
          </p:nvSpPr>
          <p:spPr bwMode="auto">
            <a:xfrm flipH="1">
              <a:off x="1632" y="2016"/>
              <a:ext cx="144" cy="1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28575">
              <a:solidFill>
                <a:srgbClr val="0000FF"/>
              </a:solidFill>
              <a:round/>
              <a:headEnd type="none" w="sm" len="lg"/>
              <a:tailEnd type="non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24" name="Object 107">
              <a:extLst>
                <a:ext uri="{FF2B5EF4-FFF2-40B4-BE49-F238E27FC236}">
                  <a16:creationId xmlns:a16="http://schemas.microsoft.com/office/drawing/2014/main" id="{0B3CFE4F-F33C-4965-AB19-90D68EE7D1A7}"/>
                </a:ext>
              </a:extLst>
            </p:cNvPr>
            <p:cNvGraphicFramePr>
              <a:graphicFrameLocks noChangeAspect="1"/>
            </p:cNvGraphicFramePr>
            <p:nvPr/>
          </p:nvGraphicFramePr>
          <p:xfrm>
            <a:off x="1470" y="1824"/>
            <a:ext cx="210" cy="240"/>
          </p:xfrm>
          <a:graphic>
            <a:graphicData uri="http://schemas.openxmlformats.org/presentationml/2006/ole">
              <mc:AlternateContent xmlns:mc="http://schemas.openxmlformats.org/markup-compatibility/2006">
                <mc:Choice xmlns:v="urn:schemas-microsoft-com:vml" Requires="v">
                  <p:oleObj name="公式" r:id="rId7" imgW="177480" imgH="241200" progId="Equation.3">
                    <p:embed/>
                  </p:oleObj>
                </mc:Choice>
                <mc:Fallback>
                  <p:oleObj name="公式" r:id="rId7" imgW="177480" imgH="241200" progId="Equation.3">
                    <p:embed/>
                    <p:pic>
                      <p:nvPicPr>
                        <p:cNvPr id="8201" name="Object 107">
                          <a:extLst>
                            <a:ext uri="{FF2B5EF4-FFF2-40B4-BE49-F238E27FC236}">
                              <a16:creationId xmlns:a16="http://schemas.microsoft.com/office/drawing/2014/main" id="{EE8DB701-B0E5-4336-9331-6D851A71016C}"/>
                            </a:ext>
                          </a:extLst>
                        </p:cNvPr>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70" y="1824"/>
                          <a:ext cx="21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108">
              <a:extLst>
                <a:ext uri="{FF2B5EF4-FFF2-40B4-BE49-F238E27FC236}">
                  <a16:creationId xmlns:a16="http://schemas.microsoft.com/office/drawing/2014/main" id="{D1F7187B-797B-4377-97F7-2F5CF1FD936D}"/>
                </a:ext>
              </a:extLst>
            </p:cNvPr>
            <p:cNvGraphicFramePr>
              <a:graphicFrameLocks noChangeAspect="1"/>
            </p:cNvGraphicFramePr>
            <p:nvPr/>
          </p:nvGraphicFramePr>
          <p:xfrm>
            <a:off x="2488" y="1392"/>
            <a:ext cx="200" cy="240"/>
          </p:xfrm>
          <a:graphic>
            <a:graphicData uri="http://schemas.openxmlformats.org/presentationml/2006/ole">
              <mc:AlternateContent xmlns:mc="http://schemas.openxmlformats.org/markup-compatibility/2006">
                <mc:Choice xmlns:v="urn:schemas-microsoft-com:vml" Requires="v">
                  <p:oleObj name="Equation" r:id="rId9" imgW="190440" imgH="228600" progId="Equation.3">
                    <p:embed/>
                  </p:oleObj>
                </mc:Choice>
                <mc:Fallback>
                  <p:oleObj name="Equation" r:id="rId9" imgW="190440" imgH="228600" progId="Equation.3">
                    <p:embed/>
                    <p:pic>
                      <p:nvPicPr>
                        <p:cNvPr id="8202" name="Object 108">
                          <a:extLst>
                            <a:ext uri="{FF2B5EF4-FFF2-40B4-BE49-F238E27FC236}">
                              <a16:creationId xmlns:a16="http://schemas.microsoft.com/office/drawing/2014/main" id="{86598BDA-96AA-489C-A0EC-3523F2C66A44}"/>
                            </a:ext>
                          </a:extLst>
                        </p:cNvPr>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8" y="1392"/>
                          <a:ext cx="20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 name="Object 109">
              <a:extLst>
                <a:ext uri="{FF2B5EF4-FFF2-40B4-BE49-F238E27FC236}">
                  <a16:creationId xmlns:a16="http://schemas.microsoft.com/office/drawing/2014/main" id="{2A9744B7-2243-48F4-B8C3-32266296E6A3}"/>
                </a:ext>
              </a:extLst>
            </p:cNvPr>
            <p:cNvGraphicFramePr>
              <a:graphicFrameLocks noChangeAspect="1"/>
            </p:cNvGraphicFramePr>
            <p:nvPr/>
          </p:nvGraphicFramePr>
          <p:xfrm>
            <a:off x="1968" y="2496"/>
            <a:ext cx="215" cy="240"/>
          </p:xfrm>
          <a:graphic>
            <a:graphicData uri="http://schemas.openxmlformats.org/presentationml/2006/ole">
              <mc:AlternateContent xmlns:mc="http://schemas.openxmlformats.org/markup-compatibility/2006">
                <mc:Choice xmlns:v="urn:schemas-microsoft-com:vml" Requires="v">
                  <p:oleObj name="Equation" r:id="rId11" imgW="215640" imgH="241200" progId="Equation.3">
                    <p:embed/>
                  </p:oleObj>
                </mc:Choice>
                <mc:Fallback>
                  <p:oleObj name="Equation" r:id="rId11" imgW="215640" imgH="241200" progId="Equation.3">
                    <p:embed/>
                    <p:pic>
                      <p:nvPicPr>
                        <p:cNvPr id="8203" name="Object 109">
                          <a:extLst>
                            <a:ext uri="{FF2B5EF4-FFF2-40B4-BE49-F238E27FC236}">
                              <a16:creationId xmlns:a16="http://schemas.microsoft.com/office/drawing/2014/main" id="{40037484-9E96-4061-BC6E-5FE332B260A9}"/>
                            </a:ext>
                          </a:extLst>
                        </p:cNvPr>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68" y="2496"/>
                          <a:ext cx="215"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7" name="Freeform 110" descr="浅色上对角线">
            <a:extLst>
              <a:ext uri="{FF2B5EF4-FFF2-40B4-BE49-F238E27FC236}">
                <a16:creationId xmlns:a16="http://schemas.microsoft.com/office/drawing/2014/main" id="{EA7E63B7-B0EB-4170-8E87-A0E730F3A5C0}"/>
              </a:ext>
            </a:extLst>
          </p:cNvPr>
          <p:cNvSpPr>
            <a:spLocks/>
          </p:cNvSpPr>
          <p:nvPr/>
        </p:nvSpPr>
        <p:spPr bwMode="auto">
          <a:xfrm>
            <a:off x="5345642" y="2611437"/>
            <a:ext cx="4114800" cy="2133600"/>
          </a:xfrm>
          <a:custGeom>
            <a:avLst/>
            <a:gdLst>
              <a:gd name="T0" fmla="*/ 2147483647 w 2592"/>
              <a:gd name="T1" fmla="*/ 0 h 1344"/>
              <a:gd name="T2" fmla="*/ 2147483647 w 2592"/>
              <a:gd name="T3" fmla="*/ 2147483647 h 1344"/>
              <a:gd name="T4" fmla="*/ 2147483647 w 2592"/>
              <a:gd name="T5" fmla="*/ 2147483647 h 1344"/>
              <a:gd name="T6" fmla="*/ 0 w 2592"/>
              <a:gd name="T7" fmla="*/ 2147483647 h 1344"/>
              <a:gd name="T8" fmla="*/ 2147483647 w 2592"/>
              <a:gd name="T9" fmla="*/ 2147483647 h 1344"/>
              <a:gd name="T10" fmla="*/ 2147483647 w 2592"/>
              <a:gd name="T11" fmla="*/ 0 h 1344"/>
              <a:gd name="T12" fmla="*/ 0 60000 65536"/>
              <a:gd name="T13" fmla="*/ 0 60000 65536"/>
              <a:gd name="T14" fmla="*/ 0 60000 65536"/>
              <a:gd name="T15" fmla="*/ 0 60000 65536"/>
              <a:gd name="T16" fmla="*/ 0 60000 65536"/>
              <a:gd name="T17" fmla="*/ 0 60000 65536"/>
              <a:gd name="T18" fmla="*/ 0 w 2592"/>
              <a:gd name="T19" fmla="*/ 0 h 1344"/>
              <a:gd name="T20" fmla="*/ 2592 w 2592"/>
              <a:gd name="T21" fmla="*/ 1344 h 1344"/>
            </a:gdLst>
            <a:ahLst/>
            <a:cxnLst>
              <a:cxn ang="T12">
                <a:pos x="T0" y="T1"/>
              </a:cxn>
              <a:cxn ang="T13">
                <a:pos x="T2" y="T3"/>
              </a:cxn>
              <a:cxn ang="T14">
                <a:pos x="T4" y="T5"/>
              </a:cxn>
              <a:cxn ang="T15">
                <a:pos x="T6" y="T7"/>
              </a:cxn>
              <a:cxn ang="T16">
                <a:pos x="T8" y="T9"/>
              </a:cxn>
              <a:cxn ang="T17">
                <a:pos x="T10" y="T11"/>
              </a:cxn>
            </a:cxnLst>
            <a:rect l="T18" t="T19" r="T20" b="T21"/>
            <a:pathLst>
              <a:path w="2592" h="1344">
                <a:moveTo>
                  <a:pt x="2592" y="0"/>
                </a:moveTo>
                <a:lnTo>
                  <a:pt x="2592" y="1344"/>
                </a:lnTo>
                <a:lnTo>
                  <a:pt x="1440" y="1200"/>
                </a:lnTo>
                <a:lnTo>
                  <a:pt x="0" y="624"/>
                </a:lnTo>
                <a:lnTo>
                  <a:pt x="1200" y="144"/>
                </a:lnTo>
                <a:lnTo>
                  <a:pt x="2592" y="0"/>
                </a:lnTo>
                <a:close/>
              </a:path>
            </a:pathLst>
          </a:custGeom>
          <a:pattFill prst="ltUpDiag">
            <a:fgClr>
              <a:srgbClr val="DDD800"/>
            </a:fgClr>
            <a:bgClr>
              <a:srgbClr val="FFFFFF"/>
            </a:bgClr>
          </a:pattFill>
          <a:ln w="9525">
            <a:solidFill>
              <a:srgbClr val="006699"/>
            </a:solidFill>
            <a:round/>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28" name="Group 111">
            <a:extLst>
              <a:ext uri="{FF2B5EF4-FFF2-40B4-BE49-F238E27FC236}">
                <a16:creationId xmlns:a16="http://schemas.microsoft.com/office/drawing/2014/main" id="{884E27B2-2EB0-4671-8CA8-A9224D880149}"/>
              </a:ext>
            </a:extLst>
          </p:cNvPr>
          <p:cNvGrpSpPr>
            <a:grpSpLocks/>
          </p:cNvGrpSpPr>
          <p:nvPr/>
        </p:nvGrpSpPr>
        <p:grpSpPr bwMode="auto">
          <a:xfrm>
            <a:off x="9536642" y="2001837"/>
            <a:ext cx="457200" cy="3124200"/>
            <a:chOff x="4752" y="1440"/>
            <a:chExt cx="288" cy="1968"/>
          </a:xfrm>
        </p:grpSpPr>
        <p:grpSp>
          <p:nvGrpSpPr>
            <p:cNvPr id="29" name="Group 112">
              <a:extLst>
                <a:ext uri="{FF2B5EF4-FFF2-40B4-BE49-F238E27FC236}">
                  <a16:creationId xmlns:a16="http://schemas.microsoft.com/office/drawing/2014/main" id="{954724B8-9930-4B39-9C8C-6A64C4D83166}"/>
                </a:ext>
              </a:extLst>
            </p:cNvPr>
            <p:cNvGrpSpPr>
              <a:grpSpLocks/>
            </p:cNvGrpSpPr>
            <p:nvPr/>
          </p:nvGrpSpPr>
          <p:grpSpPr bwMode="auto">
            <a:xfrm>
              <a:off x="4752" y="1824"/>
              <a:ext cx="288" cy="528"/>
              <a:chOff x="4512" y="3264"/>
              <a:chExt cx="384" cy="480"/>
            </a:xfrm>
          </p:grpSpPr>
          <p:grpSp>
            <p:nvGrpSpPr>
              <p:cNvPr id="43" name="Group 113">
                <a:extLst>
                  <a:ext uri="{FF2B5EF4-FFF2-40B4-BE49-F238E27FC236}">
                    <a16:creationId xmlns:a16="http://schemas.microsoft.com/office/drawing/2014/main" id="{CAFA9869-1110-4836-A314-DBE393AD0080}"/>
                  </a:ext>
                </a:extLst>
              </p:cNvPr>
              <p:cNvGrpSpPr>
                <a:grpSpLocks/>
              </p:cNvGrpSpPr>
              <p:nvPr/>
            </p:nvGrpSpPr>
            <p:grpSpPr bwMode="auto">
              <a:xfrm>
                <a:off x="4512" y="3360"/>
                <a:ext cx="384" cy="384"/>
                <a:chOff x="4512" y="3360"/>
                <a:chExt cx="384" cy="384"/>
              </a:xfrm>
            </p:grpSpPr>
            <p:sp>
              <p:nvSpPr>
                <p:cNvPr id="45" name="Rectangle 114">
                  <a:extLst>
                    <a:ext uri="{FF2B5EF4-FFF2-40B4-BE49-F238E27FC236}">
                      <a16:creationId xmlns:a16="http://schemas.microsoft.com/office/drawing/2014/main" id="{00DD304E-532B-4704-A8CB-58EBC4A17136}"/>
                    </a:ext>
                  </a:extLst>
                </p:cNvPr>
                <p:cNvSpPr>
                  <a:spLocks noChangeArrowheads="1"/>
                </p:cNvSpPr>
                <p:nvPr/>
              </p:nvSpPr>
              <p:spPr bwMode="auto">
                <a:xfrm>
                  <a:off x="4512" y="3648"/>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6" name="Rectangle 115">
                  <a:extLst>
                    <a:ext uri="{FF2B5EF4-FFF2-40B4-BE49-F238E27FC236}">
                      <a16:creationId xmlns:a16="http://schemas.microsoft.com/office/drawing/2014/main" id="{4BF2317F-9937-40C9-9CBC-1B2D76AC61B5}"/>
                    </a:ext>
                  </a:extLst>
                </p:cNvPr>
                <p:cNvSpPr>
                  <a:spLocks noChangeArrowheads="1"/>
                </p:cNvSpPr>
                <p:nvPr/>
              </p:nvSpPr>
              <p:spPr bwMode="auto">
                <a:xfrm>
                  <a:off x="4512" y="3552"/>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7" name="Rectangle 116">
                  <a:extLst>
                    <a:ext uri="{FF2B5EF4-FFF2-40B4-BE49-F238E27FC236}">
                      <a16:creationId xmlns:a16="http://schemas.microsoft.com/office/drawing/2014/main" id="{96B408E4-8999-4C17-8525-BD78E3A66B3C}"/>
                    </a:ext>
                  </a:extLst>
                </p:cNvPr>
                <p:cNvSpPr>
                  <a:spLocks noChangeArrowheads="1"/>
                </p:cNvSpPr>
                <p:nvPr/>
              </p:nvSpPr>
              <p:spPr bwMode="auto">
                <a:xfrm>
                  <a:off x="4512" y="3456"/>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8" name="Rectangle 117">
                  <a:extLst>
                    <a:ext uri="{FF2B5EF4-FFF2-40B4-BE49-F238E27FC236}">
                      <a16:creationId xmlns:a16="http://schemas.microsoft.com/office/drawing/2014/main" id="{13D2E25B-829D-46A6-B098-9E6047907554}"/>
                    </a:ext>
                  </a:extLst>
                </p:cNvPr>
                <p:cNvSpPr>
                  <a:spLocks noChangeArrowheads="1"/>
                </p:cNvSpPr>
                <p:nvPr/>
              </p:nvSpPr>
              <p:spPr bwMode="auto">
                <a:xfrm>
                  <a:off x="4512" y="3360"/>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44" name="Rectangle 118">
                <a:extLst>
                  <a:ext uri="{FF2B5EF4-FFF2-40B4-BE49-F238E27FC236}">
                    <a16:creationId xmlns:a16="http://schemas.microsoft.com/office/drawing/2014/main" id="{EA956AED-E972-47FB-B036-308D4521CB75}"/>
                  </a:ext>
                </a:extLst>
              </p:cNvPr>
              <p:cNvSpPr>
                <a:spLocks noChangeArrowheads="1"/>
              </p:cNvSpPr>
              <p:nvPr/>
            </p:nvSpPr>
            <p:spPr bwMode="auto">
              <a:xfrm>
                <a:off x="4512" y="3264"/>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30" name="Rectangle 119">
              <a:extLst>
                <a:ext uri="{FF2B5EF4-FFF2-40B4-BE49-F238E27FC236}">
                  <a16:creationId xmlns:a16="http://schemas.microsoft.com/office/drawing/2014/main" id="{ED5842E5-DB56-44D1-A084-7DC962B348FD}"/>
                </a:ext>
              </a:extLst>
            </p:cNvPr>
            <p:cNvSpPr>
              <a:spLocks noChangeArrowheads="1"/>
            </p:cNvSpPr>
            <p:nvPr/>
          </p:nvSpPr>
          <p:spPr bwMode="auto">
            <a:xfrm>
              <a:off x="4752" y="1440"/>
              <a:ext cx="288" cy="384"/>
            </a:xfrm>
            <a:prstGeom prst="rect">
              <a:avLst/>
            </a:prstGeom>
            <a:gradFill rotWithShape="0">
              <a:gsLst>
                <a:gs pos="0">
                  <a:srgbClr val="D9D4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31" name="Group 120">
              <a:extLst>
                <a:ext uri="{FF2B5EF4-FFF2-40B4-BE49-F238E27FC236}">
                  <a16:creationId xmlns:a16="http://schemas.microsoft.com/office/drawing/2014/main" id="{81C22669-1810-4C70-95AB-C5CC0EE5D8C1}"/>
                </a:ext>
              </a:extLst>
            </p:cNvPr>
            <p:cNvGrpSpPr>
              <a:grpSpLocks/>
            </p:cNvGrpSpPr>
            <p:nvPr/>
          </p:nvGrpSpPr>
          <p:grpSpPr bwMode="auto">
            <a:xfrm>
              <a:off x="4752" y="2339"/>
              <a:ext cx="288" cy="528"/>
              <a:chOff x="4512" y="3264"/>
              <a:chExt cx="384" cy="480"/>
            </a:xfrm>
          </p:grpSpPr>
          <p:grpSp>
            <p:nvGrpSpPr>
              <p:cNvPr id="37" name="Group 121">
                <a:extLst>
                  <a:ext uri="{FF2B5EF4-FFF2-40B4-BE49-F238E27FC236}">
                    <a16:creationId xmlns:a16="http://schemas.microsoft.com/office/drawing/2014/main" id="{10341763-1FCE-41F3-8A22-6B1AC9DBA438}"/>
                  </a:ext>
                </a:extLst>
              </p:cNvPr>
              <p:cNvGrpSpPr>
                <a:grpSpLocks/>
              </p:cNvGrpSpPr>
              <p:nvPr/>
            </p:nvGrpSpPr>
            <p:grpSpPr bwMode="auto">
              <a:xfrm>
                <a:off x="4512" y="3360"/>
                <a:ext cx="384" cy="384"/>
                <a:chOff x="4512" y="3360"/>
                <a:chExt cx="384" cy="384"/>
              </a:xfrm>
            </p:grpSpPr>
            <p:sp>
              <p:nvSpPr>
                <p:cNvPr id="39" name="Rectangle 122">
                  <a:extLst>
                    <a:ext uri="{FF2B5EF4-FFF2-40B4-BE49-F238E27FC236}">
                      <a16:creationId xmlns:a16="http://schemas.microsoft.com/office/drawing/2014/main" id="{5F474331-175B-41A3-8581-FF72BEC56CA2}"/>
                    </a:ext>
                  </a:extLst>
                </p:cNvPr>
                <p:cNvSpPr>
                  <a:spLocks noChangeArrowheads="1"/>
                </p:cNvSpPr>
                <p:nvPr/>
              </p:nvSpPr>
              <p:spPr bwMode="auto">
                <a:xfrm>
                  <a:off x="4512" y="3648"/>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0" name="Rectangle 123">
                  <a:extLst>
                    <a:ext uri="{FF2B5EF4-FFF2-40B4-BE49-F238E27FC236}">
                      <a16:creationId xmlns:a16="http://schemas.microsoft.com/office/drawing/2014/main" id="{2E28DD7B-F6F4-4A85-8EB9-711195AD1267}"/>
                    </a:ext>
                  </a:extLst>
                </p:cNvPr>
                <p:cNvSpPr>
                  <a:spLocks noChangeArrowheads="1"/>
                </p:cNvSpPr>
                <p:nvPr/>
              </p:nvSpPr>
              <p:spPr bwMode="auto">
                <a:xfrm>
                  <a:off x="4512" y="3552"/>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1" name="Rectangle 124">
                  <a:extLst>
                    <a:ext uri="{FF2B5EF4-FFF2-40B4-BE49-F238E27FC236}">
                      <a16:creationId xmlns:a16="http://schemas.microsoft.com/office/drawing/2014/main" id="{4616FD55-A422-4B92-97F2-BC954429B787}"/>
                    </a:ext>
                  </a:extLst>
                </p:cNvPr>
                <p:cNvSpPr>
                  <a:spLocks noChangeArrowheads="1"/>
                </p:cNvSpPr>
                <p:nvPr/>
              </p:nvSpPr>
              <p:spPr bwMode="auto">
                <a:xfrm>
                  <a:off x="4512" y="3456"/>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2" name="Rectangle 125">
                  <a:extLst>
                    <a:ext uri="{FF2B5EF4-FFF2-40B4-BE49-F238E27FC236}">
                      <a16:creationId xmlns:a16="http://schemas.microsoft.com/office/drawing/2014/main" id="{93FED0A0-09A6-41B4-90B5-C5A707A7EAED}"/>
                    </a:ext>
                  </a:extLst>
                </p:cNvPr>
                <p:cNvSpPr>
                  <a:spLocks noChangeArrowheads="1"/>
                </p:cNvSpPr>
                <p:nvPr/>
              </p:nvSpPr>
              <p:spPr bwMode="auto">
                <a:xfrm>
                  <a:off x="4512" y="3360"/>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38" name="Rectangle 126">
                <a:extLst>
                  <a:ext uri="{FF2B5EF4-FFF2-40B4-BE49-F238E27FC236}">
                    <a16:creationId xmlns:a16="http://schemas.microsoft.com/office/drawing/2014/main" id="{AA1C66DC-D836-410E-A9A3-2BC196CBFFFA}"/>
                  </a:ext>
                </a:extLst>
              </p:cNvPr>
              <p:cNvSpPr>
                <a:spLocks noChangeArrowheads="1"/>
              </p:cNvSpPr>
              <p:nvPr/>
            </p:nvSpPr>
            <p:spPr bwMode="auto">
              <a:xfrm>
                <a:off x="4512" y="3264"/>
                <a:ext cx="384" cy="9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32" name="Group 127">
              <a:extLst>
                <a:ext uri="{FF2B5EF4-FFF2-40B4-BE49-F238E27FC236}">
                  <a16:creationId xmlns:a16="http://schemas.microsoft.com/office/drawing/2014/main" id="{55347C29-B3F7-4B22-9FE8-3CAFBBDAB79A}"/>
                </a:ext>
              </a:extLst>
            </p:cNvPr>
            <p:cNvGrpSpPr>
              <a:grpSpLocks/>
            </p:cNvGrpSpPr>
            <p:nvPr/>
          </p:nvGrpSpPr>
          <p:grpSpPr bwMode="auto">
            <a:xfrm>
              <a:off x="4752" y="2865"/>
              <a:ext cx="288" cy="317"/>
              <a:chOff x="4752" y="2880"/>
              <a:chExt cx="288" cy="317"/>
            </a:xfrm>
          </p:grpSpPr>
          <p:sp>
            <p:nvSpPr>
              <p:cNvPr id="34" name="Rectangle 128">
                <a:extLst>
                  <a:ext uri="{FF2B5EF4-FFF2-40B4-BE49-F238E27FC236}">
                    <a16:creationId xmlns:a16="http://schemas.microsoft.com/office/drawing/2014/main" id="{8FF5E58F-C7FB-429A-8AB6-CFFED16F5D16}"/>
                  </a:ext>
                </a:extLst>
              </p:cNvPr>
              <p:cNvSpPr>
                <a:spLocks noChangeArrowheads="1"/>
              </p:cNvSpPr>
              <p:nvPr/>
            </p:nvSpPr>
            <p:spPr bwMode="auto">
              <a:xfrm>
                <a:off x="4752" y="3091"/>
                <a:ext cx="288" cy="10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35" name="Rectangle 129">
                <a:extLst>
                  <a:ext uri="{FF2B5EF4-FFF2-40B4-BE49-F238E27FC236}">
                    <a16:creationId xmlns:a16="http://schemas.microsoft.com/office/drawing/2014/main" id="{D3014452-B8E8-49D8-AFDA-D798304ECB1E}"/>
                  </a:ext>
                </a:extLst>
              </p:cNvPr>
              <p:cNvSpPr>
                <a:spLocks noChangeArrowheads="1"/>
              </p:cNvSpPr>
              <p:nvPr/>
            </p:nvSpPr>
            <p:spPr bwMode="auto">
              <a:xfrm>
                <a:off x="4752" y="2986"/>
                <a:ext cx="288" cy="105"/>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36" name="Rectangle 130">
                <a:extLst>
                  <a:ext uri="{FF2B5EF4-FFF2-40B4-BE49-F238E27FC236}">
                    <a16:creationId xmlns:a16="http://schemas.microsoft.com/office/drawing/2014/main" id="{9796FD76-FA88-465E-94CA-E2F6FA3B95BE}"/>
                  </a:ext>
                </a:extLst>
              </p:cNvPr>
              <p:cNvSpPr>
                <a:spLocks noChangeArrowheads="1"/>
              </p:cNvSpPr>
              <p:nvPr/>
            </p:nvSpPr>
            <p:spPr bwMode="auto">
              <a:xfrm>
                <a:off x="4752" y="2880"/>
                <a:ext cx="288" cy="106"/>
              </a:xfrm>
              <a:prstGeom prst="rect">
                <a:avLst/>
              </a:prstGeom>
              <a:gradFill rotWithShape="0">
                <a:gsLst>
                  <a:gs pos="0">
                    <a:srgbClr val="000000"/>
                  </a:gs>
                  <a:gs pos="50000">
                    <a:srgbClr val="FFFF00"/>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33" name="Rectangle 131">
              <a:extLst>
                <a:ext uri="{FF2B5EF4-FFF2-40B4-BE49-F238E27FC236}">
                  <a16:creationId xmlns:a16="http://schemas.microsoft.com/office/drawing/2014/main" id="{30B60054-4D0C-49C2-BF67-7039F1487D0C}"/>
                </a:ext>
              </a:extLst>
            </p:cNvPr>
            <p:cNvSpPr>
              <a:spLocks noChangeArrowheads="1"/>
            </p:cNvSpPr>
            <p:nvPr/>
          </p:nvSpPr>
          <p:spPr bwMode="auto">
            <a:xfrm>
              <a:off x="4752" y="3168"/>
              <a:ext cx="288" cy="240"/>
            </a:xfrm>
            <a:prstGeom prst="rect">
              <a:avLst/>
            </a:prstGeom>
            <a:gradFill rotWithShape="0">
              <a:gsLst>
                <a:gs pos="0">
                  <a:srgbClr val="000000"/>
                </a:gs>
                <a:gs pos="100000">
                  <a:srgbClr val="C8C3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49" name="Group 132">
            <a:extLst>
              <a:ext uri="{FF2B5EF4-FFF2-40B4-BE49-F238E27FC236}">
                <a16:creationId xmlns:a16="http://schemas.microsoft.com/office/drawing/2014/main" id="{9F9DC8EE-22B4-4768-AC77-A64EBD4AFDD6}"/>
              </a:ext>
            </a:extLst>
          </p:cNvPr>
          <p:cNvGrpSpPr>
            <a:grpSpLocks/>
          </p:cNvGrpSpPr>
          <p:nvPr/>
        </p:nvGrpSpPr>
        <p:grpSpPr bwMode="auto">
          <a:xfrm>
            <a:off x="3059642" y="3144837"/>
            <a:ext cx="1219200" cy="914400"/>
            <a:chOff x="672" y="2160"/>
            <a:chExt cx="768" cy="576"/>
          </a:xfrm>
        </p:grpSpPr>
        <p:sp>
          <p:nvSpPr>
            <p:cNvPr id="50" name="Line 133">
              <a:extLst>
                <a:ext uri="{FF2B5EF4-FFF2-40B4-BE49-F238E27FC236}">
                  <a16:creationId xmlns:a16="http://schemas.microsoft.com/office/drawing/2014/main" id="{E1C0BC26-82E0-4EBD-A15B-539AB263EF25}"/>
                </a:ext>
              </a:extLst>
            </p:cNvPr>
            <p:cNvSpPr>
              <a:spLocks noChangeShapeType="1"/>
            </p:cNvSpPr>
            <p:nvPr/>
          </p:nvSpPr>
          <p:spPr bwMode="auto">
            <a:xfrm flipH="1">
              <a:off x="768" y="2160"/>
              <a:ext cx="672" cy="0"/>
            </a:xfrm>
            <a:prstGeom prst="line">
              <a:avLst/>
            </a:prstGeom>
            <a:noFill/>
            <a:ln w="1905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1" name="Line 134">
              <a:extLst>
                <a:ext uri="{FF2B5EF4-FFF2-40B4-BE49-F238E27FC236}">
                  <a16:creationId xmlns:a16="http://schemas.microsoft.com/office/drawing/2014/main" id="{AEB34A96-E8CC-453A-BBD8-EDF9EE2D9D95}"/>
                </a:ext>
              </a:extLst>
            </p:cNvPr>
            <p:cNvSpPr>
              <a:spLocks noChangeShapeType="1"/>
            </p:cNvSpPr>
            <p:nvPr/>
          </p:nvSpPr>
          <p:spPr bwMode="auto">
            <a:xfrm flipH="1">
              <a:off x="768" y="2736"/>
              <a:ext cx="624" cy="0"/>
            </a:xfrm>
            <a:prstGeom prst="line">
              <a:avLst/>
            </a:prstGeom>
            <a:noFill/>
            <a:ln w="1905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52" name="Group 135">
              <a:extLst>
                <a:ext uri="{FF2B5EF4-FFF2-40B4-BE49-F238E27FC236}">
                  <a16:creationId xmlns:a16="http://schemas.microsoft.com/office/drawing/2014/main" id="{36D2D500-DBBA-4076-B8D3-62E7680E2872}"/>
                </a:ext>
              </a:extLst>
            </p:cNvPr>
            <p:cNvGrpSpPr>
              <a:grpSpLocks/>
            </p:cNvGrpSpPr>
            <p:nvPr/>
          </p:nvGrpSpPr>
          <p:grpSpPr bwMode="auto">
            <a:xfrm>
              <a:off x="672" y="2160"/>
              <a:ext cx="240" cy="576"/>
              <a:chOff x="576" y="2160"/>
              <a:chExt cx="240" cy="576"/>
            </a:xfrm>
          </p:grpSpPr>
          <p:sp>
            <p:nvSpPr>
              <p:cNvPr id="53" name="Line 136">
                <a:extLst>
                  <a:ext uri="{FF2B5EF4-FFF2-40B4-BE49-F238E27FC236}">
                    <a16:creationId xmlns:a16="http://schemas.microsoft.com/office/drawing/2014/main" id="{634104F7-AF82-418D-939D-955ECC0604F1}"/>
                  </a:ext>
                </a:extLst>
              </p:cNvPr>
              <p:cNvSpPr>
                <a:spLocks noChangeShapeType="1"/>
              </p:cNvSpPr>
              <p:nvPr/>
            </p:nvSpPr>
            <p:spPr bwMode="auto">
              <a:xfrm>
                <a:off x="816" y="2160"/>
                <a:ext cx="0" cy="576"/>
              </a:xfrm>
              <a:prstGeom prst="line">
                <a:avLst/>
              </a:prstGeom>
              <a:noFill/>
              <a:ln w="28575">
                <a:solidFill>
                  <a:srgbClr val="FF00FF"/>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54" name="Object 137">
                <a:extLst>
                  <a:ext uri="{FF2B5EF4-FFF2-40B4-BE49-F238E27FC236}">
                    <a16:creationId xmlns:a16="http://schemas.microsoft.com/office/drawing/2014/main" id="{913450B7-8E78-4FCA-9F79-75922CF9B886}"/>
                  </a:ext>
                </a:extLst>
              </p:cNvPr>
              <p:cNvGraphicFramePr>
                <a:graphicFrameLocks noChangeAspect="1"/>
              </p:cNvGraphicFramePr>
              <p:nvPr/>
            </p:nvGraphicFramePr>
            <p:xfrm>
              <a:off x="576" y="2352"/>
              <a:ext cx="231" cy="259"/>
            </p:xfrm>
            <a:graphic>
              <a:graphicData uri="http://schemas.openxmlformats.org/presentationml/2006/ole">
                <mc:AlternateContent xmlns:mc="http://schemas.openxmlformats.org/markup-compatibility/2006">
                  <mc:Choice xmlns:v="urn:schemas-microsoft-com:vml" Requires="v">
                    <p:oleObj name="公式" r:id="rId13" imgW="190440" imgH="253800" progId="Equation.3">
                      <p:embed/>
                    </p:oleObj>
                  </mc:Choice>
                  <mc:Fallback>
                    <p:oleObj name="公式" r:id="rId13" imgW="190440" imgH="253800" progId="Equation.3">
                      <p:embed/>
                      <p:pic>
                        <p:nvPicPr>
                          <p:cNvPr id="8198" name="Object 137">
                            <a:extLst>
                              <a:ext uri="{FF2B5EF4-FFF2-40B4-BE49-F238E27FC236}">
                                <a16:creationId xmlns:a16="http://schemas.microsoft.com/office/drawing/2014/main" id="{9E0D0C64-8305-49FC-BA3A-88D1528BC172}"/>
                              </a:ext>
                            </a:extLst>
                          </p:cNvPr>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76" y="2352"/>
                            <a:ext cx="231"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55" name="Group 138">
            <a:extLst>
              <a:ext uri="{FF2B5EF4-FFF2-40B4-BE49-F238E27FC236}">
                <a16:creationId xmlns:a16="http://schemas.microsoft.com/office/drawing/2014/main" id="{0DC45A0C-8EF5-4B90-8399-38B944C18F37}"/>
              </a:ext>
            </a:extLst>
          </p:cNvPr>
          <p:cNvGrpSpPr>
            <a:grpSpLocks/>
          </p:cNvGrpSpPr>
          <p:nvPr/>
        </p:nvGrpSpPr>
        <p:grpSpPr bwMode="auto">
          <a:xfrm>
            <a:off x="3669242" y="3602037"/>
            <a:ext cx="2667000" cy="762000"/>
            <a:chOff x="960" y="2448"/>
            <a:chExt cx="1680" cy="480"/>
          </a:xfrm>
        </p:grpSpPr>
        <p:sp>
          <p:nvSpPr>
            <p:cNvPr id="58" name="Line 139">
              <a:extLst>
                <a:ext uri="{FF2B5EF4-FFF2-40B4-BE49-F238E27FC236}">
                  <a16:creationId xmlns:a16="http://schemas.microsoft.com/office/drawing/2014/main" id="{1652384A-9827-4C99-AFD1-F0288EC82F86}"/>
                </a:ext>
              </a:extLst>
            </p:cNvPr>
            <p:cNvSpPr>
              <a:spLocks noChangeShapeType="1"/>
            </p:cNvSpPr>
            <p:nvPr/>
          </p:nvSpPr>
          <p:spPr bwMode="auto">
            <a:xfrm flipH="1">
              <a:off x="1296" y="2448"/>
              <a:ext cx="720" cy="288"/>
            </a:xfrm>
            <a:prstGeom prst="line">
              <a:avLst/>
            </a:prstGeom>
            <a:noFill/>
            <a:ln w="28575">
              <a:solidFill>
                <a:srgbClr val="0000FF"/>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9" name="Line 140">
              <a:extLst>
                <a:ext uri="{FF2B5EF4-FFF2-40B4-BE49-F238E27FC236}">
                  <a16:creationId xmlns:a16="http://schemas.microsoft.com/office/drawing/2014/main" id="{2CC1E8D6-B97A-4B69-9858-D634437A7A1D}"/>
                </a:ext>
              </a:extLst>
            </p:cNvPr>
            <p:cNvSpPr>
              <a:spLocks noChangeShapeType="1"/>
            </p:cNvSpPr>
            <p:nvPr/>
          </p:nvSpPr>
          <p:spPr bwMode="auto">
            <a:xfrm>
              <a:off x="1296" y="2736"/>
              <a:ext cx="1344" cy="192"/>
            </a:xfrm>
            <a:prstGeom prst="line">
              <a:avLst/>
            </a:prstGeom>
            <a:noFill/>
            <a:ln w="28575">
              <a:solidFill>
                <a:srgbClr val="0000FF"/>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60" name="Object 141">
              <a:extLst>
                <a:ext uri="{FF2B5EF4-FFF2-40B4-BE49-F238E27FC236}">
                  <a16:creationId xmlns:a16="http://schemas.microsoft.com/office/drawing/2014/main" id="{B9B09267-8CD7-430D-953D-417B0D0CF5EF}"/>
                </a:ext>
              </a:extLst>
            </p:cNvPr>
            <p:cNvGraphicFramePr>
              <a:graphicFrameLocks noChangeAspect="1"/>
            </p:cNvGraphicFramePr>
            <p:nvPr/>
          </p:nvGraphicFramePr>
          <p:xfrm>
            <a:off x="960" y="2496"/>
            <a:ext cx="230" cy="432"/>
          </p:xfrm>
          <a:graphic>
            <a:graphicData uri="http://schemas.openxmlformats.org/presentationml/2006/ole">
              <mc:AlternateContent xmlns:mc="http://schemas.openxmlformats.org/markup-compatibility/2006">
                <mc:Choice xmlns:v="urn:schemas-microsoft-com:vml" Requires="v">
                  <p:oleObj name="Equation" r:id="rId15" imgW="152280" imgH="215640" progId="Equation.3">
                    <p:embed/>
                  </p:oleObj>
                </mc:Choice>
                <mc:Fallback>
                  <p:oleObj name="Equation" r:id="rId15" imgW="152280" imgH="215640" progId="Equation.3">
                    <p:embed/>
                    <p:pic>
                      <p:nvPicPr>
                        <p:cNvPr id="8197" name="Object 141">
                          <a:extLst>
                            <a:ext uri="{FF2B5EF4-FFF2-40B4-BE49-F238E27FC236}">
                              <a16:creationId xmlns:a16="http://schemas.microsoft.com/office/drawing/2014/main" id="{FE6C9AC5-3120-4E16-8090-BFEEBF3DCD8A}"/>
                            </a:ext>
                          </a:extLst>
                        </p:cNvPr>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60" y="2496"/>
                          <a:ext cx="230"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61" name="Group 142">
            <a:extLst>
              <a:ext uri="{FF2B5EF4-FFF2-40B4-BE49-F238E27FC236}">
                <a16:creationId xmlns:a16="http://schemas.microsoft.com/office/drawing/2014/main" id="{CFD05A22-158F-4C08-815E-4395911B48E8}"/>
              </a:ext>
            </a:extLst>
          </p:cNvPr>
          <p:cNvGrpSpPr>
            <a:grpSpLocks/>
          </p:cNvGrpSpPr>
          <p:nvPr/>
        </p:nvGrpSpPr>
        <p:grpSpPr bwMode="auto">
          <a:xfrm>
            <a:off x="4202642" y="3144837"/>
            <a:ext cx="5257800" cy="2730500"/>
            <a:chOff x="1392" y="2160"/>
            <a:chExt cx="3312" cy="1720"/>
          </a:xfrm>
        </p:grpSpPr>
        <p:sp>
          <p:nvSpPr>
            <p:cNvPr id="62" name="Line 143">
              <a:extLst>
                <a:ext uri="{FF2B5EF4-FFF2-40B4-BE49-F238E27FC236}">
                  <a16:creationId xmlns:a16="http://schemas.microsoft.com/office/drawing/2014/main" id="{2C324F7E-04FB-4B2B-B609-F843F6078A9A}"/>
                </a:ext>
              </a:extLst>
            </p:cNvPr>
            <p:cNvSpPr>
              <a:spLocks noChangeShapeType="1"/>
            </p:cNvSpPr>
            <p:nvPr/>
          </p:nvSpPr>
          <p:spPr bwMode="auto">
            <a:xfrm>
              <a:off x="1392" y="2160"/>
              <a:ext cx="0" cy="1680"/>
            </a:xfrm>
            <a:prstGeom prst="line">
              <a:avLst/>
            </a:prstGeom>
            <a:noFill/>
            <a:ln w="1905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64" name="Group 144">
              <a:extLst>
                <a:ext uri="{FF2B5EF4-FFF2-40B4-BE49-F238E27FC236}">
                  <a16:creationId xmlns:a16="http://schemas.microsoft.com/office/drawing/2014/main" id="{6CA46436-541C-417E-B0CD-8E9C55C1E317}"/>
                </a:ext>
              </a:extLst>
            </p:cNvPr>
            <p:cNvGrpSpPr>
              <a:grpSpLocks/>
            </p:cNvGrpSpPr>
            <p:nvPr/>
          </p:nvGrpSpPr>
          <p:grpSpPr bwMode="auto">
            <a:xfrm>
              <a:off x="1392" y="3604"/>
              <a:ext cx="3312" cy="276"/>
              <a:chOff x="1392" y="3604"/>
              <a:chExt cx="3312" cy="276"/>
            </a:xfrm>
          </p:grpSpPr>
          <p:graphicFrame>
            <p:nvGraphicFramePr>
              <p:cNvPr id="65" name="Object 145">
                <a:extLst>
                  <a:ext uri="{FF2B5EF4-FFF2-40B4-BE49-F238E27FC236}">
                    <a16:creationId xmlns:a16="http://schemas.microsoft.com/office/drawing/2014/main" id="{8530F25D-B4A3-4AFC-813D-540E4B099C81}"/>
                  </a:ext>
                </a:extLst>
              </p:cNvPr>
              <p:cNvGraphicFramePr>
                <a:graphicFrameLocks noChangeAspect="1"/>
              </p:cNvGraphicFramePr>
              <p:nvPr/>
            </p:nvGraphicFramePr>
            <p:xfrm>
              <a:off x="2784" y="3604"/>
              <a:ext cx="336" cy="276"/>
            </p:xfrm>
            <a:graphic>
              <a:graphicData uri="http://schemas.openxmlformats.org/presentationml/2006/ole">
                <mc:AlternateContent xmlns:mc="http://schemas.openxmlformats.org/markup-compatibility/2006">
                  <mc:Choice xmlns:v="urn:schemas-microsoft-com:vml" Requires="v">
                    <p:oleObj name="Equation" r:id="rId17" imgW="164880" imgH="177480" progId="Equation.3">
                      <p:embed/>
                    </p:oleObj>
                  </mc:Choice>
                  <mc:Fallback>
                    <p:oleObj name="Equation" r:id="rId17" imgW="164880" imgH="177480" progId="Equation.3">
                      <p:embed/>
                      <p:pic>
                        <p:nvPicPr>
                          <p:cNvPr id="8196" name="Object 145">
                            <a:extLst>
                              <a:ext uri="{FF2B5EF4-FFF2-40B4-BE49-F238E27FC236}">
                                <a16:creationId xmlns:a16="http://schemas.microsoft.com/office/drawing/2014/main" id="{841315FA-7028-4A51-8534-5BBC65FA93B5}"/>
                              </a:ext>
                            </a:extLst>
                          </p:cNvPr>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84" y="3604"/>
                            <a:ext cx="336"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6" name="Line 146">
                <a:extLst>
                  <a:ext uri="{FF2B5EF4-FFF2-40B4-BE49-F238E27FC236}">
                    <a16:creationId xmlns:a16="http://schemas.microsoft.com/office/drawing/2014/main" id="{F681CDA0-9DDF-4CC5-9A40-BFB56AB114E1}"/>
                  </a:ext>
                </a:extLst>
              </p:cNvPr>
              <p:cNvSpPr>
                <a:spLocks noChangeShapeType="1"/>
              </p:cNvSpPr>
              <p:nvPr/>
            </p:nvSpPr>
            <p:spPr bwMode="auto">
              <a:xfrm>
                <a:off x="3072" y="3744"/>
                <a:ext cx="1632" cy="0"/>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7" name="Line 147">
                <a:extLst>
                  <a:ext uri="{FF2B5EF4-FFF2-40B4-BE49-F238E27FC236}">
                    <a16:creationId xmlns:a16="http://schemas.microsoft.com/office/drawing/2014/main" id="{ACCF55BE-3D02-4BE4-B4CD-15A26670A23B}"/>
                  </a:ext>
                </a:extLst>
              </p:cNvPr>
              <p:cNvSpPr>
                <a:spLocks noChangeShapeType="1"/>
              </p:cNvSpPr>
              <p:nvPr/>
            </p:nvSpPr>
            <p:spPr bwMode="auto">
              <a:xfrm flipH="1" flipV="1">
                <a:off x="1392" y="3744"/>
                <a:ext cx="1392" cy="0"/>
              </a:xfrm>
              <a:prstGeom prst="line">
                <a:avLst/>
              </a:prstGeom>
              <a:noFill/>
              <a:ln w="19050">
                <a:solidFill>
                  <a:srgbClr val="FF00FF"/>
                </a:solidFill>
                <a:round/>
                <a:headEnd/>
                <a:tailEnd type="triangle" w="sm" len="lg"/>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grpSp>
        <p:nvGrpSpPr>
          <p:cNvPr id="68" name="Group 148">
            <a:extLst>
              <a:ext uri="{FF2B5EF4-FFF2-40B4-BE49-F238E27FC236}">
                <a16:creationId xmlns:a16="http://schemas.microsoft.com/office/drawing/2014/main" id="{0D6067B6-AFBD-4186-B0A1-D7D6825CDDFC}"/>
              </a:ext>
            </a:extLst>
          </p:cNvPr>
          <p:cNvGrpSpPr>
            <a:grpSpLocks/>
          </p:cNvGrpSpPr>
          <p:nvPr/>
        </p:nvGrpSpPr>
        <p:grpSpPr bwMode="auto">
          <a:xfrm>
            <a:off x="3694642" y="2611437"/>
            <a:ext cx="1803400" cy="1066800"/>
            <a:chOff x="976" y="1824"/>
            <a:chExt cx="1136" cy="672"/>
          </a:xfrm>
        </p:grpSpPr>
        <p:graphicFrame>
          <p:nvGraphicFramePr>
            <p:cNvPr id="69" name="Object 149">
              <a:extLst>
                <a:ext uri="{FF2B5EF4-FFF2-40B4-BE49-F238E27FC236}">
                  <a16:creationId xmlns:a16="http://schemas.microsoft.com/office/drawing/2014/main" id="{CBD84D5F-54FC-494E-B934-C184AD8BB7BA}"/>
                </a:ext>
              </a:extLst>
            </p:cNvPr>
            <p:cNvGraphicFramePr>
              <a:graphicFrameLocks noChangeAspect="1"/>
            </p:cNvGraphicFramePr>
            <p:nvPr/>
          </p:nvGraphicFramePr>
          <p:xfrm>
            <a:off x="976" y="1824"/>
            <a:ext cx="272" cy="432"/>
          </p:xfrm>
          <a:graphic>
            <a:graphicData uri="http://schemas.openxmlformats.org/presentationml/2006/ole">
              <mc:AlternateContent xmlns:mc="http://schemas.openxmlformats.org/markup-compatibility/2006">
                <mc:Choice xmlns:v="urn:schemas-microsoft-com:vml" Requires="v">
                  <p:oleObj name="Equation" r:id="rId19" imgW="139680" imgH="215640" progId="Equation.3">
                    <p:embed/>
                  </p:oleObj>
                </mc:Choice>
                <mc:Fallback>
                  <p:oleObj name="Equation" r:id="rId19" imgW="139680" imgH="215640" progId="Equation.3">
                    <p:embed/>
                    <p:pic>
                      <p:nvPicPr>
                        <p:cNvPr id="8195" name="Object 149">
                          <a:extLst>
                            <a:ext uri="{FF2B5EF4-FFF2-40B4-BE49-F238E27FC236}">
                              <a16:creationId xmlns:a16="http://schemas.microsoft.com/office/drawing/2014/main" id="{0CC3777C-722B-4E9C-91AB-2F01E7C98C19}"/>
                            </a:ext>
                          </a:extLst>
                        </p:cNvPr>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976" y="1824"/>
                          <a:ext cx="272"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0" name="Line 150">
              <a:extLst>
                <a:ext uri="{FF2B5EF4-FFF2-40B4-BE49-F238E27FC236}">
                  <a16:creationId xmlns:a16="http://schemas.microsoft.com/office/drawing/2014/main" id="{04D34DDB-3674-4BF2-AC37-64D4D250CC7B}"/>
                </a:ext>
              </a:extLst>
            </p:cNvPr>
            <p:cNvSpPr>
              <a:spLocks noChangeShapeType="1"/>
            </p:cNvSpPr>
            <p:nvPr/>
          </p:nvSpPr>
          <p:spPr bwMode="auto">
            <a:xfrm>
              <a:off x="1296" y="2160"/>
              <a:ext cx="816" cy="336"/>
            </a:xfrm>
            <a:prstGeom prst="line">
              <a:avLst/>
            </a:prstGeom>
            <a:noFill/>
            <a:ln w="28575">
              <a:solidFill>
                <a:srgbClr val="FF66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1" name="Line 151">
              <a:extLst>
                <a:ext uri="{FF2B5EF4-FFF2-40B4-BE49-F238E27FC236}">
                  <a16:creationId xmlns:a16="http://schemas.microsoft.com/office/drawing/2014/main" id="{59CD6804-CE24-4650-A9A5-893DDF75B952}"/>
                </a:ext>
              </a:extLst>
            </p:cNvPr>
            <p:cNvSpPr>
              <a:spLocks noChangeShapeType="1"/>
            </p:cNvSpPr>
            <p:nvPr/>
          </p:nvSpPr>
          <p:spPr bwMode="auto">
            <a:xfrm flipH="1">
              <a:off x="1296" y="2112"/>
              <a:ext cx="528" cy="48"/>
            </a:xfrm>
            <a:prstGeom prst="line">
              <a:avLst/>
            </a:prstGeom>
            <a:noFill/>
            <a:ln w="28575">
              <a:solidFill>
                <a:srgbClr val="FF6600"/>
              </a:solidFill>
              <a:prstDash val="dash"/>
              <a:round/>
              <a:headEnd/>
              <a:tailEnd/>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72" name="Group 152">
            <a:extLst>
              <a:ext uri="{FF2B5EF4-FFF2-40B4-BE49-F238E27FC236}">
                <a16:creationId xmlns:a16="http://schemas.microsoft.com/office/drawing/2014/main" id="{8CCB7483-C0A8-4A15-8FDE-34B8AFA425A1}"/>
              </a:ext>
            </a:extLst>
          </p:cNvPr>
          <p:cNvGrpSpPr>
            <a:grpSpLocks/>
          </p:cNvGrpSpPr>
          <p:nvPr/>
        </p:nvGrpSpPr>
        <p:grpSpPr bwMode="auto">
          <a:xfrm>
            <a:off x="4964642" y="1620837"/>
            <a:ext cx="687388" cy="1981200"/>
            <a:chOff x="1872" y="1200"/>
            <a:chExt cx="433" cy="1248"/>
          </a:xfrm>
        </p:grpSpPr>
        <p:sp>
          <p:nvSpPr>
            <p:cNvPr id="73" name="Line 153">
              <a:extLst>
                <a:ext uri="{FF2B5EF4-FFF2-40B4-BE49-F238E27FC236}">
                  <a16:creationId xmlns:a16="http://schemas.microsoft.com/office/drawing/2014/main" id="{CE1AA212-338F-4AA2-86B8-FEABF6E5CAD8}"/>
                </a:ext>
              </a:extLst>
            </p:cNvPr>
            <p:cNvSpPr>
              <a:spLocks noChangeShapeType="1"/>
            </p:cNvSpPr>
            <p:nvPr/>
          </p:nvSpPr>
          <p:spPr bwMode="auto">
            <a:xfrm flipV="1">
              <a:off x="2112" y="1680"/>
              <a:ext cx="48" cy="768"/>
            </a:xfrm>
            <a:prstGeom prst="line">
              <a:avLst/>
            </a:prstGeom>
            <a:noFill/>
            <a:ln w="38100">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4" name="Line 154">
              <a:extLst>
                <a:ext uri="{FF2B5EF4-FFF2-40B4-BE49-F238E27FC236}">
                  <a16:creationId xmlns:a16="http://schemas.microsoft.com/office/drawing/2014/main" id="{F8C66505-A63B-4359-BEA9-FDAF51733DA5}"/>
                </a:ext>
              </a:extLst>
            </p:cNvPr>
            <p:cNvSpPr>
              <a:spLocks noChangeShapeType="1"/>
            </p:cNvSpPr>
            <p:nvPr/>
          </p:nvSpPr>
          <p:spPr bwMode="auto">
            <a:xfrm>
              <a:off x="2112" y="2256"/>
              <a:ext cx="0" cy="96"/>
            </a:xfrm>
            <a:prstGeom prst="line">
              <a:avLst/>
            </a:prstGeom>
            <a:noFill/>
            <a:ln w="38100">
              <a:solidFill>
                <a:srgbClr val="FF66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5" name="Line 155">
              <a:extLst>
                <a:ext uri="{FF2B5EF4-FFF2-40B4-BE49-F238E27FC236}">
                  <a16:creationId xmlns:a16="http://schemas.microsoft.com/office/drawing/2014/main" id="{062C7756-E1D4-4C8C-B16A-5964431BFEC6}"/>
                </a:ext>
              </a:extLst>
            </p:cNvPr>
            <p:cNvSpPr>
              <a:spLocks noChangeShapeType="1"/>
            </p:cNvSpPr>
            <p:nvPr/>
          </p:nvSpPr>
          <p:spPr bwMode="auto">
            <a:xfrm flipH="1">
              <a:off x="1872" y="1680"/>
              <a:ext cx="288" cy="432"/>
            </a:xfrm>
            <a:prstGeom prst="line">
              <a:avLst/>
            </a:prstGeom>
            <a:noFill/>
            <a:ln w="38100">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76" name="Object 156">
              <a:extLst>
                <a:ext uri="{FF2B5EF4-FFF2-40B4-BE49-F238E27FC236}">
                  <a16:creationId xmlns:a16="http://schemas.microsoft.com/office/drawing/2014/main" id="{41691981-E03F-4FF0-8280-459273F79C60}"/>
                </a:ext>
              </a:extLst>
            </p:cNvPr>
            <p:cNvGraphicFramePr>
              <a:graphicFrameLocks noChangeAspect="1"/>
            </p:cNvGraphicFramePr>
            <p:nvPr/>
          </p:nvGraphicFramePr>
          <p:xfrm>
            <a:off x="2016" y="1200"/>
            <a:ext cx="289" cy="338"/>
          </p:xfrm>
          <a:graphic>
            <a:graphicData uri="http://schemas.openxmlformats.org/presentationml/2006/ole">
              <mc:AlternateContent xmlns:mc="http://schemas.openxmlformats.org/markup-compatibility/2006">
                <mc:Choice xmlns:v="urn:schemas-microsoft-com:vml" Requires="v">
                  <p:oleObj name="Equation" r:id="rId21" imgW="101520" imgH="139680" progId="Equation.3">
                    <p:embed/>
                  </p:oleObj>
                </mc:Choice>
                <mc:Fallback>
                  <p:oleObj name="Equation" r:id="rId21" imgW="101520" imgH="139680" progId="Equation.3">
                    <p:embed/>
                    <p:pic>
                      <p:nvPicPr>
                        <p:cNvPr id="8194" name="Object 156">
                          <a:extLst>
                            <a:ext uri="{FF2B5EF4-FFF2-40B4-BE49-F238E27FC236}">
                              <a16:creationId xmlns:a16="http://schemas.microsoft.com/office/drawing/2014/main" id="{971555FA-E260-4472-91B0-8837EFA78A9B}"/>
                            </a:ext>
                          </a:extLst>
                        </p:cNvPr>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16" y="1200"/>
                          <a:ext cx="289" cy="3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7" name="Line 157">
              <a:extLst>
                <a:ext uri="{FF2B5EF4-FFF2-40B4-BE49-F238E27FC236}">
                  <a16:creationId xmlns:a16="http://schemas.microsoft.com/office/drawing/2014/main" id="{14E43959-EE2E-4ED1-9342-04853763A274}"/>
                </a:ext>
              </a:extLst>
            </p:cNvPr>
            <p:cNvSpPr>
              <a:spLocks noChangeShapeType="1"/>
            </p:cNvSpPr>
            <p:nvPr/>
          </p:nvSpPr>
          <p:spPr bwMode="auto">
            <a:xfrm flipH="1">
              <a:off x="2016" y="1824"/>
              <a:ext cx="48" cy="96"/>
            </a:xfrm>
            <a:prstGeom prst="line">
              <a:avLst/>
            </a:prstGeom>
            <a:noFill/>
            <a:ln w="38100">
              <a:solidFill>
                <a:srgbClr val="FF66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8" name="Oval 158">
              <a:extLst>
                <a:ext uri="{FF2B5EF4-FFF2-40B4-BE49-F238E27FC236}">
                  <a16:creationId xmlns:a16="http://schemas.microsoft.com/office/drawing/2014/main" id="{E2EE331A-7E66-4354-A63C-4C06BF1E180B}"/>
                </a:ext>
              </a:extLst>
            </p:cNvPr>
            <p:cNvSpPr>
              <a:spLocks noChangeArrowheads="1"/>
            </p:cNvSpPr>
            <p:nvPr/>
          </p:nvSpPr>
          <p:spPr bwMode="auto">
            <a:xfrm>
              <a:off x="2064" y="1536"/>
              <a:ext cx="144" cy="144"/>
            </a:xfrm>
            <a:prstGeom prst="ellipse">
              <a:avLst/>
            </a:prstGeom>
            <a:gradFill rotWithShape="0">
              <a:gsLst>
                <a:gs pos="0">
                  <a:srgbClr val="767600"/>
                </a:gs>
                <a:gs pos="50000">
                  <a:srgbClr val="FFFF00"/>
                </a:gs>
                <a:gs pos="100000">
                  <a:srgbClr val="767600"/>
                </a:gs>
              </a:gsLst>
              <a:lin ang="5400000" scaled="1"/>
            </a:gradFill>
            <a:ln w="19050">
              <a:solidFill>
                <a:srgbClr val="000000"/>
              </a:solidFill>
              <a:round/>
              <a:headEnd/>
              <a:tailEnd/>
            </a:ln>
          </p:spPr>
          <p:txBody>
            <a:bodyPr anchor="ct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79" name="Group 159">
            <a:extLst>
              <a:ext uri="{FF2B5EF4-FFF2-40B4-BE49-F238E27FC236}">
                <a16:creationId xmlns:a16="http://schemas.microsoft.com/office/drawing/2014/main" id="{FDDFA9C6-B41C-46F5-9210-4A2A7278EE7D}"/>
              </a:ext>
            </a:extLst>
          </p:cNvPr>
          <p:cNvGrpSpPr>
            <a:grpSpLocks/>
          </p:cNvGrpSpPr>
          <p:nvPr/>
        </p:nvGrpSpPr>
        <p:grpSpPr bwMode="auto">
          <a:xfrm>
            <a:off x="4964642" y="2611437"/>
            <a:ext cx="4495800" cy="2667000"/>
            <a:chOff x="1872" y="1824"/>
            <a:chExt cx="2832" cy="1680"/>
          </a:xfrm>
        </p:grpSpPr>
        <p:sp>
          <p:nvSpPr>
            <p:cNvPr id="80" name="Line 160">
              <a:extLst>
                <a:ext uri="{FF2B5EF4-FFF2-40B4-BE49-F238E27FC236}">
                  <a16:creationId xmlns:a16="http://schemas.microsoft.com/office/drawing/2014/main" id="{341E7BE2-C43A-4AA0-A7FC-D0025B66BC13}"/>
                </a:ext>
              </a:extLst>
            </p:cNvPr>
            <p:cNvSpPr>
              <a:spLocks noChangeShapeType="1"/>
            </p:cNvSpPr>
            <p:nvPr/>
          </p:nvSpPr>
          <p:spPr bwMode="auto">
            <a:xfrm>
              <a:off x="2112" y="2448"/>
              <a:ext cx="2592" cy="1056"/>
            </a:xfrm>
            <a:prstGeom prst="line">
              <a:avLst/>
            </a:prstGeom>
            <a:noFill/>
            <a:ln w="38100">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1" name="Line 161">
              <a:extLst>
                <a:ext uri="{FF2B5EF4-FFF2-40B4-BE49-F238E27FC236}">
                  <a16:creationId xmlns:a16="http://schemas.microsoft.com/office/drawing/2014/main" id="{2B0CEA42-86ED-4F4A-9AE3-4BD53A400967}"/>
                </a:ext>
              </a:extLst>
            </p:cNvPr>
            <p:cNvSpPr>
              <a:spLocks noChangeShapeType="1"/>
            </p:cNvSpPr>
            <p:nvPr/>
          </p:nvSpPr>
          <p:spPr bwMode="auto">
            <a:xfrm flipV="1">
              <a:off x="1872" y="1824"/>
              <a:ext cx="2832" cy="288"/>
            </a:xfrm>
            <a:prstGeom prst="line">
              <a:avLst/>
            </a:prstGeom>
            <a:noFill/>
            <a:ln w="38100">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2" name="Freeform 162">
              <a:extLst>
                <a:ext uri="{FF2B5EF4-FFF2-40B4-BE49-F238E27FC236}">
                  <a16:creationId xmlns:a16="http://schemas.microsoft.com/office/drawing/2014/main" id="{08A39005-700F-43F9-8D9C-7D4738BB179E}"/>
                </a:ext>
              </a:extLst>
            </p:cNvPr>
            <p:cNvSpPr>
              <a:spLocks/>
            </p:cNvSpPr>
            <p:nvPr/>
          </p:nvSpPr>
          <p:spPr bwMode="auto">
            <a:xfrm>
              <a:off x="4068" y="1873"/>
              <a:ext cx="204" cy="15"/>
            </a:xfrm>
            <a:custGeom>
              <a:avLst/>
              <a:gdLst>
                <a:gd name="T0" fmla="*/ 0 w 204"/>
                <a:gd name="T1" fmla="*/ 15 h 15"/>
                <a:gd name="T2" fmla="*/ 204 w 204"/>
                <a:gd name="T3" fmla="*/ 0 h 15"/>
                <a:gd name="T4" fmla="*/ 0 60000 65536"/>
                <a:gd name="T5" fmla="*/ 0 60000 65536"/>
                <a:gd name="T6" fmla="*/ 0 w 204"/>
                <a:gd name="T7" fmla="*/ 0 h 15"/>
                <a:gd name="T8" fmla="*/ 204 w 204"/>
                <a:gd name="T9" fmla="*/ 15 h 15"/>
              </a:gdLst>
              <a:ahLst/>
              <a:cxnLst>
                <a:cxn ang="T4">
                  <a:pos x="T0" y="T1"/>
                </a:cxn>
                <a:cxn ang="T5">
                  <a:pos x="T2" y="T3"/>
                </a:cxn>
              </a:cxnLst>
              <a:rect l="T6" t="T7" r="T8" b="T9"/>
              <a:pathLst>
                <a:path w="204" h="15">
                  <a:moveTo>
                    <a:pt x="0" y="15"/>
                  </a:moveTo>
                  <a:lnTo>
                    <a:pt x="204" y="0"/>
                  </a:lnTo>
                </a:path>
              </a:pathLst>
            </a:custGeom>
            <a:noFill/>
            <a:ln w="38100">
              <a:solidFill>
                <a:srgbClr val="FF66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3" name="Line 163">
              <a:extLst>
                <a:ext uri="{FF2B5EF4-FFF2-40B4-BE49-F238E27FC236}">
                  <a16:creationId xmlns:a16="http://schemas.microsoft.com/office/drawing/2014/main" id="{B02192AD-1070-4C05-A645-81536592E47C}"/>
                </a:ext>
              </a:extLst>
            </p:cNvPr>
            <p:cNvSpPr>
              <a:spLocks noChangeShapeType="1"/>
            </p:cNvSpPr>
            <p:nvPr/>
          </p:nvSpPr>
          <p:spPr bwMode="auto">
            <a:xfrm>
              <a:off x="3984" y="3216"/>
              <a:ext cx="288" cy="96"/>
            </a:xfrm>
            <a:prstGeom prst="line">
              <a:avLst/>
            </a:prstGeom>
            <a:noFill/>
            <a:ln w="38100">
              <a:solidFill>
                <a:srgbClr val="FF66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84" name="Group 164">
            <a:extLst>
              <a:ext uri="{FF2B5EF4-FFF2-40B4-BE49-F238E27FC236}">
                <a16:creationId xmlns:a16="http://schemas.microsoft.com/office/drawing/2014/main" id="{D4A381FB-9A03-4149-925C-925EA4DDCACA}"/>
              </a:ext>
            </a:extLst>
          </p:cNvPr>
          <p:cNvGrpSpPr>
            <a:grpSpLocks/>
          </p:cNvGrpSpPr>
          <p:nvPr/>
        </p:nvGrpSpPr>
        <p:grpSpPr bwMode="auto">
          <a:xfrm>
            <a:off x="5345642" y="1925637"/>
            <a:ext cx="4114800" cy="2819400"/>
            <a:chOff x="2112" y="1392"/>
            <a:chExt cx="2592" cy="1776"/>
          </a:xfrm>
        </p:grpSpPr>
        <p:sp>
          <p:nvSpPr>
            <p:cNvPr id="85" name="Line 165">
              <a:extLst>
                <a:ext uri="{FF2B5EF4-FFF2-40B4-BE49-F238E27FC236}">
                  <a16:creationId xmlns:a16="http://schemas.microsoft.com/office/drawing/2014/main" id="{4775EA63-4E48-40F0-8E81-E2AFF1705D92}"/>
                </a:ext>
              </a:extLst>
            </p:cNvPr>
            <p:cNvSpPr>
              <a:spLocks noChangeShapeType="1"/>
            </p:cNvSpPr>
            <p:nvPr/>
          </p:nvSpPr>
          <p:spPr bwMode="auto">
            <a:xfrm flipV="1">
              <a:off x="2112" y="1392"/>
              <a:ext cx="2592" cy="1056"/>
            </a:xfrm>
            <a:prstGeom prst="line">
              <a:avLst/>
            </a:prstGeom>
            <a:noFill/>
            <a:ln w="38100">
              <a:solidFill>
                <a:srgbClr val="0000FF"/>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86" name="Line 166">
              <a:extLst>
                <a:ext uri="{FF2B5EF4-FFF2-40B4-BE49-F238E27FC236}">
                  <a16:creationId xmlns:a16="http://schemas.microsoft.com/office/drawing/2014/main" id="{E9D6FB41-92E7-4BCE-A28A-9880CD24C57D}"/>
                </a:ext>
              </a:extLst>
            </p:cNvPr>
            <p:cNvSpPr>
              <a:spLocks noChangeShapeType="1"/>
            </p:cNvSpPr>
            <p:nvPr/>
          </p:nvSpPr>
          <p:spPr bwMode="auto">
            <a:xfrm>
              <a:off x="2736" y="2928"/>
              <a:ext cx="1968" cy="240"/>
            </a:xfrm>
            <a:prstGeom prst="line">
              <a:avLst/>
            </a:prstGeom>
            <a:noFill/>
            <a:ln w="38100">
              <a:solidFill>
                <a:srgbClr val="0000FF"/>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87" name="Line 167">
              <a:extLst>
                <a:ext uri="{FF2B5EF4-FFF2-40B4-BE49-F238E27FC236}">
                  <a16:creationId xmlns:a16="http://schemas.microsoft.com/office/drawing/2014/main" id="{C0A9F0B0-7A32-4DBD-8B60-DEA0677B0934}"/>
                </a:ext>
              </a:extLst>
            </p:cNvPr>
            <p:cNvSpPr>
              <a:spLocks noChangeShapeType="1"/>
            </p:cNvSpPr>
            <p:nvPr/>
          </p:nvSpPr>
          <p:spPr bwMode="auto">
            <a:xfrm>
              <a:off x="3936" y="3072"/>
              <a:ext cx="384" cy="48"/>
            </a:xfrm>
            <a:prstGeom prst="line">
              <a:avLst/>
            </a:prstGeom>
            <a:noFill/>
            <a:ln w="38100">
              <a:solidFill>
                <a:srgbClr val="0000FF"/>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88" name="Line 168">
              <a:extLst>
                <a:ext uri="{FF2B5EF4-FFF2-40B4-BE49-F238E27FC236}">
                  <a16:creationId xmlns:a16="http://schemas.microsoft.com/office/drawing/2014/main" id="{59B12FA4-D376-4744-92C9-3797E90BDED9}"/>
                </a:ext>
              </a:extLst>
            </p:cNvPr>
            <p:cNvSpPr>
              <a:spLocks noChangeShapeType="1"/>
            </p:cNvSpPr>
            <p:nvPr/>
          </p:nvSpPr>
          <p:spPr bwMode="auto">
            <a:xfrm flipV="1">
              <a:off x="3408" y="1824"/>
              <a:ext cx="240" cy="96"/>
            </a:xfrm>
            <a:prstGeom prst="line">
              <a:avLst/>
            </a:prstGeom>
            <a:noFill/>
            <a:ln w="38100">
              <a:solidFill>
                <a:srgbClr val="0000FF"/>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grpSp>
        <p:nvGrpSpPr>
          <p:cNvPr id="89" name="Group 169">
            <a:extLst>
              <a:ext uri="{FF2B5EF4-FFF2-40B4-BE49-F238E27FC236}">
                <a16:creationId xmlns:a16="http://schemas.microsoft.com/office/drawing/2014/main" id="{C5315561-9DC4-4F38-BBF8-DBAA31873A26}"/>
              </a:ext>
            </a:extLst>
          </p:cNvPr>
          <p:cNvGrpSpPr>
            <a:grpSpLocks/>
          </p:cNvGrpSpPr>
          <p:nvPr/>
        </p:nvGrpSpPr>
        <p:grpSpPr bwMode="auto">
          <a:xfrm>
            <a:off x="5345642" y="2382837"/>
            <a:ext cx="990600" cy="1981200"/>
            <a:chOff x="2112" y="1680"/>
            <a:chExt cx="624" cy="1248"/>
          </a:xfrm>
        </p:grpSpPr>
        <p:sp>
          <p:nvSpPr>
            <p:cNvPr id="91" name="Line 170">
              <a:extLst>
                <a:ext uri="{FF2B5EF4-FFF2-40B4-BE49-F238E27FC236}">
                  <a16:creationId xmlns:a16="http://schemas.microsoft.com/office/drawing/2014/main" id="{856E2B6F-586C-4496-B846-5E1EC8172B76}"/>
                </a:ext>
              </a:extLst>
            </p:cNvPr>
            <p:cNvSpPr>
              <a:spLocks noChangeShapeType="1"/>
            </p:cNvSpPr>
            <p:nvPr/>
          </p:nvSpPr>
          <p:spPr bwMode="auto">
            <a:xfrm>
              <a:off x="2136" y="1968"/>
              <a:ext cx="0" cy="96"/>
            </a:xfrm>
            <a:prstGeom prst="line">
              <a:avLst/>
            </a:prstGeom>
            <a:noFill/>
            <a:ln w="38100">
              <a:solidFill>
                <a:srgbClr val="0000FF"/>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92" name="Line 171">
              <a:extLst>
                <a:ext uri="{FF2B5EF4-FFF2-40B4-BE49-F238E27FC236}">
                  <a16:creationId xmlns:a16="http://schemas.microsoft.com/office/drawing/2014/main" id="{546679B5-2FFF-498F-94A5-33EDAB8BBEE9}"/>
                </a:ext>
              </a:extLst>
            </p:cNvPr>
            <p:cNvSpPr>
              <a:spLocks noChangeShapeType="1"/>
            </p:cNvSpPr>
            <p:nvPr/>
          </p:nvSpPr>
          <p:spPr bwMode="auto">
            <a:xfrm>
              <a:off x="2160" y="1680"/>
              <a:ext cx="576" cy="1248"/>
            </a:xfrm>
            <a:prstGeom prst="line">
              <a:avLst/>
            </a:prstGeom>
            <a:noFill/>
            <a:ln w="38100">
              <a:solidFill>
                <a:srgbClr val="0000FF"/>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93" name="Line 172">
              <a:extLst>
                <a:ext uri="{FF2B5EF4-FFF2-40B4-BE49-F238E27FC236}">
                  <a16:creationId xmlns:a16="http://schemas.microsoft.com/office/drawing/2014/main" id="{20210514-6E58-4AF0-BC94-307CC11DCDDF}"/>
                </a:ext>
              </a:extLst>
            </p:cNvPr>
            <p:cNvSpPr>
              <a:spLocks noChangeShapeType="1"/>
            </p:cNvSpPr>
            <p:nvPr/>
          </p:nvSpPr>
          <p:spPr bwMode="auto">
            <a:xfrm flipV="1">
              <a:off x="2112" y="1680"/>
              <a:ext cx="48" cy="768"/>
            </a:xfrm>
            <a:prstGeom prst="line">
              <a:avLst/>
            </a:prstGeom>
            <a:noFill/>
            <a:ln w="38100">
              <a:solidFill>
                <a:srgbClr val="0000FF"/>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94" name="Line 173">
              <a:extLst>
                <a:ext uri="{FF2B5EF4-FFF2-40B4-BE49-F238E27FC236}">
                  <a16:creationId xmlns:a16="http://schemas.microsoft.com/office/drawing/2014/main" id="{361C0C43-35F4-499E-BB30-31066F0B1441}"/>
                </a:ext>
              </a:extLst>
            </p:cNvPr>
            <p:cNvSpPr>
              <a:spLocks noChangeShapeType="1"/>
            </p:cNvSpPr>
            <p:nvPr/>
          </p:nvSpPr>
          <p:spPr bwMode="auto">
            <a:xfrm>
              <a:off x="2256" y="1872"/>
              <a:ext cx="48" cy="144"/>
            </a:xfrm>
            <a:prstGeom prst="line">
              <a:avLst/>
            </a:prstGeom>
            <a:noFill/>
            <a:ln w="38100">
              <a:solidFill>
                <a:srgbClr val="0000FF"/>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spTree>
    <p:extLst>
      <p:ext uri="{BB962C8B-B14F-4D97-AF65-F5344CB8AC3E}">
        <p14:creationId xmlns:p14="http://schemas.microsoft.com/office/powerpoint/2010/main" val="410250266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12" fill="hold" nodeType="clickEffect">
                                  <p:stCondLst>
                                    <p:cond delay="0"/>
                                  </p:stCondLst>
                                  <p:childTnLst>
                                    <p:set>
                                      <p:cBhvr>
                                        <p:cTn id="6" dur="1" fill="hold">
                                          <p:stCondLst>
                                            <p:cond delay="0"/>
                                          </p:stCondLst>
                                        </p:cTn>
                                        <p:tgtEl>
                                          <p:spTgt spid="72"/>
                                        </p:tgtEl>
                                        <p:attrNameLst>
                                          <p:attrName>style.visibility</p:attrName>
                                        </p:attrNameLst>
                                      </p:cBhvr>
                                      <p:to>
                                        <p:strVal val="visible"/>
                                      </p:to>
                                    </p:set>
                                    <p:animEffect transition="in" filter="strips(downLeft)">
                                      <p:cBhvr>
                                        <p:cTn id="7" dur="500"/>
                                        <p:tgtEl>
                                          <p:spTgt spid="72"/>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3" fill="hold" nodeType="clickEffect">
                                  <p:stCondLst>
                                    <p:cond delay="0"/>
                                  </p:stCondLst>
                                  <p:childTnLst>
                                    <p:set>
                                      <p:cBhvr>
                                        <p:cTn id="11" dur="1" fill="hold">
                                          <p:stCondLst>
                                            <p:cond delay="0"/>
                                          </p:stCondLst>
                                        </p:cTn>
                                        <p:tgtEl>
                                          <p:spTgt spid="79"/>
                                        </p:tgtEl>
                                        <p:attrNameLst>
                                          <p:attrName>style.visibility</p:attrName>
                                        </p:attrNameLst>
                                      </p:cBhvr>
                                      <p:to>
                                        <p:strVal val="visible"/>
                                      </p:to>
                                    </p:set>
                                    <p:animEffect transition="in" filter="strips(upRight)">
                                      <p:cBhvr>
                                        <p:cTn id="12" dur="500"/>
                                        <p:tgtEl>
                                          <p:spTgt spid="7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6" fill="hold" nodeType="clickEffect">
                                  <p:stCondLst>
                                    <p:cond delay="0"/>
                                  </p:stCondLst>
                                  <p:childTnLst>
                                    <p:set>
                                      <p:cBhvr>
                                        <p:cTn id="16" dur="1" fill="hold">
                                          <p:stCondLst>
                                            <p:cond delay="0"/>
                                          </p:stCondLst>
                                        </p:cTn>
                                        <p:tgtEl>
                                          <p:spTgt spid="89"/>
                                        </p:tgtEl>
                                        <p:attrNameLst>
                                          <p:attrName>style.visibility</p:attrName>
                                        </p:attrNameLst>
                                      </p:cBhvr>
                                      <p:to>
                                        <p:strVal val="visible"/>
                                      </p:to>
                                    </p:set>
                                    <p:animEffect transition="in" filter="strips(downRight)">
                                      <p:cBhvr>
                                        <p:cTn id="17" dur="500"/>
                                        <p:tgtEl>
                                          <p:spTgt spid="89"/>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6" fill="hold" nodeType="clickEffect">
                                  <p:stCondLst>
                                    <p:cond delay="0"/>
                                  </p:stCondLst>
                                  <p:childTnLst>
                                    <p:set>
                                      <p:cBhvr>
                                        <p:cTn id="21" dur="1" fill="hold">
                                          <p:stCondLst>
                                            <p:cond delay="0"/>
                                          </p:stCondLst>
                                        </p:cTn>
                                        <p:tgtEl>
                                          <p:spTgt spid="84"/>
                                        </p:tgtEl>
                                        <p:attrNameLst>
                                          <p:attrName>style.visibility</p:attrName>
                                        </p:attrNameLst>
                                      </p:cBhvr>
                                      <p:to>
                                        <p:strVal val="visible"/>
                                      </p:to>
                                    </p:set>
                                    <p:animEffect transition="in" filter="strips(downRight)">
                                      <p:cBhvr>
                                        <p:cTn id="22" dur="500"/>
                                        <p:tgtEl>
                                          <p:spTgt spid="84"/>
                                        </p:tgtEl>
                                      </p:cBhvr>
                                    </p:animEffect>
                                  </p:childTnLst>
                                </p:cTn>
                              </p:par>
                            </p:childTnLst>
                          </p:cTn>
                        </p:par>
                      </p:childTnLst>
                    </p:cTn>
                  </p:par>
                  <p:par>
                    <p:cTn id="23" fill="hold">
                      <p:stCondLst>
                        <p:cond delay="indefinite"/>
                      </p:stCondLst>
                      <p:childTnLst>
                        <p:par>
                          <p:cTn id="24" fill="hold">
                            <p:stCondLst>
                              <p:cond delay="0"/>
                            </p:stCondLst>
                            <p:childTnLst>
                              <p:par>
                                <p:cTn id="25" presetID="18" presetClass="entr" presetSubtype="9" fill="hold" nodeType="clickEffect">
                                  <p:stCondLst>
                                    <p:cond delay="0"/>
                                  </p:stCondLst>
                                  <p:childTnLst>
                                    <p:set>
                                      <p:cBhvr>
                                        <p:cTn id="26" dur="1" fill="hold">
                                          <p:stCondLst>
                                            <p:cond delay="0"/>
                                          </p:stCondLst>
                                        </p:cTn>
                                        <p:tgtEl>
                                          <p:spTgt spid="68"/>
                                        </p:tgtEl>
                                        <p:attrNameLst>
                                          <p:attrName>style.visibility</p:attrName>
                                        </p:attrNameLst>
                                      </p:cBhvr>
                                      <p:to>
                                        <p:strVal val="visible"/>
                                      </p:to>
                                    </p:set>
                                    <p:animEffect transition="in" filter="strips(upLeft)">
                                      <p:cBhvr>
                                        <p:cTn id="27" dur="500"/>
                                        <p:tgtEl>
                                          <p:spTgt spid="68"/>
                                        </p:tgtEl>
                                      </p:cBhvr>
                                    </p:animEffect>
                                  </p:childTnLst>
                                </p:cTn>
                              </p:par>
                            </p:childTnLst>
                          </p:cTn>
                        </p:par>
                      </p:childTnLst>
                    </p:cTn>
                  </p:par>
                  <p:par>
                    <p:cTn id="28" fill="hold">
                      <p:stCondLst>
                        <p:cond delay="indefinite"/>
                      </p:stCondLst>
                      <p:childTnLst>
                        <p:par>
                          <p:cTn id="29" fill="hold">
                            <p:stCondLst>
                              <p:cond delay="0"/>
                            </p:stCondLst>
                            <p:childTnLst>
                              <p:par>
                                <p:cTn id="30" presetID="18" presetClass="entr" presetSubtype="12" fill="hold" nodeType="click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strips(downLeft)">
                                      <p:cBhvr>
                                        <p:cTn id="32" dur="500"/>
                                        <p:tgtEl>
                                          <p:spTgt spid="55"/>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42" fill="hold" nodeType="clickEffect">
                                  <p:stCondLst>
                                    <p:cond delay="0"/>
                                  </p:stCondLst>
                                  <p:childTnLst>
                                    <p:set>
                                      <p:cBhvr>
                                        <p:cTn id="36" dur="1" fill="hold">
                                          <p:stCondLst>
                                            <p:cond delay="0"/>
                                          </p:stCondLst>
                                        </p:cTn>
                                        <p:tgtEl>
                                          <p:spTgt spid="49"/>
                                        </p:tgtEl>
                                        <p:attrNameLst>
                                          <p:attrName>style.visibility</p:attrName>
                                        </p:attrNameLst>
                                      </p:cBhvr>
                                      <p:to>
                                        <p:strVal val="visible"/>
                                      </p:to>
                                    </p:set>
                                    <p:animEffect transition="in" filter="barn(outHorizontal)">
                                      <p:cBhvr>
                                        <p:cTn id="37" dur="500"/>
                                        <p:tgtEl>
                                          <p:spTgt spid="49"/>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37" fill="hold" nodeType="clickEffect">
                                  <p:stCondLst>
                                    <p:cond delay="0"/>
                                  </p:stCondLst>
                                  <p:childTnLst>
                                    <p:set>
                                      <p:cBhvr>
                                        <p:cTn id="41" dur="1" fill="hold">
                                          <p:stCondLst>
                                            <p:cond delay="0"/>
                                          </p:stCondLst>
                                        </p:cTn>
                                        <p:tgtEl>
                                          <p:spTgt spid="61"/>
                                        </p:tgtEl>
                                        <p:attrNameLst>
                                          <p:attrName>style.visibility</p:attrName>
                                        </p:attrNameLst>
                                      </p:cBhvr>
                                      <p:to>
                                        <p:strVal val="visible"/>
                                      </p:to>
                                    </p:set>
                                    <p:animEffect transition="in" filter="barn(outVertical)">
                                      <p:cBhvr>
                                        <p:cTn id="42" dur="500"/>
                                        <p:tgtEl>
                                          <p:spTgt spid="61"/>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27"/>
                                        </p:tgtEl>
                                        <p:attrNameLst>
                                          <p:attrName>style.visibility</p:attrName>
                                        </p:attrNameLst>
                                      </p:cBhvr>
                                      <p:to>
                                        <p:strVal val="visible"/>
                                      </p:to>
                                    </p:set>
                                    <p:animEffect transition="in" filter="box(in)">
                                      <p:cBhvr>
                                        <p:cTn id="47" dur="500"/>
                                        <p:tgtEl>
                                          <p:spTgt spid="27"/>
                                        </p:tgtEl>
                                      </p:cBhvr>
                                    </p:animEffect>
                                  </p:childTnLst>
                                </p:cTn>
                              </p:par>
                            </p:childTnLst>
                          </p:cTn>
                        </p:par>
                      </p:childTnLst>
                    </p:cTn>
                  </p:par>
                  <p:par>
                    <p:cTn id="48" fill="hold">
                      <p:stCondLst>
                        <p:cond delay="indefinite"/>
                      </p:stCondLst>
                      <p:childTnLst>
                        <p:par>
                          <p:cTn id="49" fill="hold">
                            <p:stCondLst>
                              <p:cond delay="0"/>
                            </p:stCondLst>
                            <p:childTnLst>
                              <p:par>
                                <p:cTn id="50" presetID="16" presetClass="entr" presetSubtype="42" fill="hold" nodeType="clickEffect">
                                  <p:stCondLst>
                                    <p:cond delay="0"/>
                                  </p:stCondLst>
                                  <p:childTnLst>
                                    <p:set>
                                      <p:cBhvr>
                                        <p:cTn id="51" dur="1" fill="hold">
                                          <p:stCondLst>
                                            <p:cond delay="0"/>
                                          </p:stCondLst>
                                        </p:cTn>
                                        <p:tgtEl>
                                          <p:spTgt spid="28"/>
                                        </p:tgtEl>
                                        <p:attrNameLst>
                                          <p:attrName>style.visibility</p:attrName>
                                        </p:attrNameLst>
                                      </p:cBhvr>
                                      <p:to>
                                        <p:strVal val="visible"/>
                                      </p:to>
                                    </p:set>
                                    <p:animEffect transition="in" filter="barn(outHorizontal)">
                                      <p:cBhvr>
                                        <p:cTn id="5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eaLnBrk="1" hangingPunct="1">
              <a:lnSpc>
                <a:spcPct val="100000"/>
              </a:lnSpc>
              <a:spcBef>
                <a:spcPct val="50000"/>
              </a:spcBef>
              <a:buNone/>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六</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4000" b="1" dirty="0">
                <a:solidFill>
                  <a:srgbClr val="C00000"/>
                </a:solidFill>
                <a:latin typeface="微软雅黑" panose="020B0503020204020204" pitchFamily="34" charset="-122"/>
                <a:ea typeface="微软雅黑" panose="020B0503020204020204" pitchFamily="34" charset="-122"/>
              </a:rPr>
              <a:t>劳埃德镜</a:t>
            </a:r>
            <a:endPar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grpSp>
        <p:nvGrpSpPr>
          <p:cNvPr id="90" name="Group 196">
            <a:extLst>
              <a:ext uri="{FF2B5EF4-FFF2-40B4-BE49-F238E27FC236}">
                <a16:creationId xmlns:a16="http://schemas.microsoft.com/office/drawing/2014/main" id="{69E985F7-E238-4D1E-B619-EC44CDAA3F65}"/>
              </a:ext>
            </a:extLst>
          </p:cNvPr>
          <p:cNvGrpSpPr>
            <a:grpSpLocks/>
          </p:cNvGrpSpPr>
          <p:nvPr/>
        </p:nvGrpSpPr>
        <p:grpSpPr bwMode="auto">
          <a:xfrm>
            <a:off x="2660650" y="1406913"/>
            <a:ext cx="7391400" cy="3429000"/>
            <a:chOff x="764" y="1207"/>
            <a:chExt cx="4656" cy="2160"/>
          </a:xfrm>
        </p:grpSpPr>
        <p:grpSp>
          <p:nvGrpSpPr>
            <p:cNvPr id="95" name="Group 195">
              <a:extLst>
                <a:ext uri="{FF2B5EF4-FFF2-40B4-BE49-F238E27FC236}">
                  <a16:creationId xmlns:a16="http://schemas.microsoft.com/office/drawing/2014/main" id="{95297C4F-D4AC-4247-823D-080BA6EE55CA}"/>
                </a:ext>
              </a:extLst>
            </p:cNvPr>
            <p:cNvGrpSpPr>
              <a:grpSpLocks/>
            </p:cNvGrpSpPr>
            <p:nvPr/>
          </p:nvGrpSpPr>
          <p:grpSpPr bwMode="auto">
            <a:xfrm>
              <a:off x="764" y="1255"/>
              <a:ext cx="4608" cy="2112"/>
              <a:chOff x="764" y="1255"/>
              <a:chExt cx="4608" cy="2112"/>
            </a:xfrm>
          </p:grpSpPr>
          <p:sp>
            <p:nvSpPr>
              <p:cNvPr id="99" name="Rectangle 138">
                <a:extLst>
                  <a:ext uri="{FF2B5EF4-FFF2-40B4-BE49-F238E27FC236}">
                    <a16:creationId xmlns:a16="http://schemas.microsoft.com/office/drawing/2014/main" id="{9740CFC0-2A1D-439A-A961-F45C3D1846DF}"/>
                  </a:ext>
                </a:extLst>
              </p:cNvPr>
              <p:cNvSpPr>
                <a:spLocks noChangeArrowheads="1"/>
              </p:cNvSpPr>
              <p:nvPr/>
            </p:nvSpPr>
            <p:spPr bwMode="auto">
              <a:xfrm>
                <a:off x="764" y="1255"/>
                <a:ext cx="4608" cy="2112"/>
              </a:xfrm>
              <a:prstGeom prst="rect">
                <a:avLst/>
              </a:prstGeom>
              <a:solidFill>
                <a:srgbClr val="FFFFFF"/>
              </a:solidFill>
              <a:ln w="9525">
                <a:solidFill>
                  <a:srgbClr val="006666"/>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0" name="Rectangle 139" descr="深色下对角线">
                <a:extLst>
                  <a:ext uri="{FF2B5EF4-FFF2-40B4-BE49-F238E27FC236}">
                    <a16:creationId xmlns:a16="http://schemas.microsoft.com/office/drawing/2014/main" id="{D43D977A-CE63-4F05-B759-453C5F08E9A6}"/>
                  </a:ext>
                </a:extLst>
              </p:cNvPr>
              <p:cNvSpPr>
                <a:spLocks noChangeArrowheads="1"/>
              </p:cNvSpPr>
              <p:nvPr/>
            </p:nvSpPr>
            <p:spPr bwMode="auto">
              <a:xfrm>
                <a:off x="1676" y="1783"/>
                <a:ext cx="48" cy="432"/>
              </a:xfrm>
              <a:prstGeom prst="rect">
                <a:avLst/>
              </a:prstGeom>
              <a:pattFill prst="dkDnDiag">
                <a:fgClr>
                  <a:srgbClr val="0000FF"/>
                </a:fgClr>
                <a:bgClr>
                  <a:srgbClr val="00CC00"/>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1" name="Rectangle 140" descr="深色下对角线">
                <a:extLst>
                  <a:ext uri="{FF2B5EF4-FFF2-40B4-BE49-F238E27FC236}">
                    <a16:creationId xmlns:a16="http://schemas.microsoft.com/office/drawing/2014/main" id="{3D1B7D94-EB33-4684-926A-74057881E0AB}"/>
                  </a:ext>
                </a:extLst>
              </p:cNvPr>
              <p:cNvSpPr>
                <a:spLocks noChangeArrowheads="1"/>
              </p:cNvSpPr>
              <p:nvPr/>
            </p:nvSpPr>
            <p:spPr bwMode="auto">
              <a:xfrm>
                <a:off x="1676" y="2311"/>
                <a:ext cx="48" cy="336"/>
              </a:xfrm>
              <a:prstGeom prst="rect">
                <a:avLst/>
              </a:prstGeom>
              <a:pattFill prst="dkDnDiag">
                <a:fgClr>
                  <a:srgbClr val="0000FF"/>
                </a:fgClr>
                <a:bgClr>
                  <a:srgbClr val="00CC00"/>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2" name="Rectangle 141" descr="深色下对角线">
                <a:extLst>
                  <a:ext uri="{FF2B5EF4-FFF2-40B4-BE49-F238E27FC236}">
                    <a16:creationId xmlns:a16="http://schemas.microsoft.com/office/drawing/2014/main" id="{28E32629-B245-446B-B366-646F26A82DDE}"/>
                  </a:ext>
                </a:extLst>
              </p:cNvPr>
              <p:cNvSpPr>
                <a:spLocks noChangeArrowheads="1"/>
              </p:cNvSpPr>
              <p:nvPr/>
            </p:nvSpPr>
            <p:spPr bwMode="auto">
              <a:xfrm>
                <a:off x="4748" y="1351"/>
                <a:ext cx="48" cy="1872"/>
              </a:xfrm>
              <a:prstGeom prst="rect">
                <a:avLst/>
              </a:prstGeom>
              <a:pattFill prst="dkDnDiag">
                <a:fgClr>
                  <a:srgbClr val="006666"/>
                </a:fgClr>
                <a:bgClr>
                  <a:srgbClr val="EBF7FF"/>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3" name="Rectangle 144" descr="深色上对角线">
                <a:extLst>
                  <a:ext uri="{FF2B5EF4-FFF2-40B4-BE49-F238E27FC236}">
                    <a16:creationId xmlns:a16="http://schemas.microsoft.com/office/drawing/2014/main" id="{7DE78519-C5FD-40F2-AE71-5BFD9B314C57}"/>
                  </a:ext>
                </a:extLst>
              </p:cNvPr>
              <p:cNvSpPr>
                <a:spLocks noChangeArrowheads="1"/>
              </p:cNvSpPr>
              <p:nvPr/>
            </p:nvSpPr>
            <p:spPr bwMode="auto">
              <a:xfrm>
                <a:off x="2300" y="2695"/>
                <a:ext cx="960" cy="48"/>
              </a:xfrm>
              <a:prstGeom prst="rect">
                <a:avLst/>
              </a:prstGeom>
              <a:pattFill prst="dkUpDiag">
                <a:fgClr>
                  <a:srgbClr val="000000"/>
                </a:fgClr>
                <a:bgClr>
                  <a:srgbClr val="0099CC"/>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aphicFrame>
          <p:nvGraphicFramePr>
            <p:cNvPr id="96" name="Object 142">
              <a:extLst>
                <a:ext uri="{FF2B5EF4-FFF2-40B4-BE49-F238E27FC236}">
                  <a16:creationId xmlns:a16="http://schemas.microsoft.com/office/drawing/2014/main" id="{6FF195A9-C2E6-413D-917A-25407E87293D}"/>
                </a:ext>
              </a:extLst>
            </p:cNvPr>
            <p:cNvGraphicFramePr>
              <a:graphicFrameLocks noChangeAspect="1"/>
            </p:cNvGraphicFramePr>
            <p:nvPr/>
          </p:nvGraphicFramePr>
          <p:xfrm>
            <a:off x="1402" y="1941"/>
            <a:ext cx="322" cy="418"/>
          </p:xfrm>
          <a:graphic>
            <a:graphicData uri="http://schemas.openxmlformats.org/presentationml/2006/ole">
              <mc:AlternateContent xmlns:mc="http://schemas.openxmlformats.org/markup-compatibility/2006">
                <mc:Choice xmlns:v="urn:schemas-microsoft-com:vml" Requires="v">
                  <p:oleObj name="Equation" r:id="rId3" imgW="139680" imgH="215640" progId="Equation.3">
                    <p:embed/>
                  </p:oleObj>
                </mc:Choice>
                <mc:Fallback>
                  <p:oleObj name="Equation" r:id="rId3" imgW="139680" imgH="215640" progId="Equation.3">
                    <p:embed/>
                    <p:pic>
                      <p:nvPicPr>
                        <p:cNvPr id="9222" name="Object 142">
                          <a:extLst>
                            <a:ext uri="{FF2B5EF4-FFF2-40B4-BE49-F238E27FC236}">
                              <a16:creationId xmlns:a16="http://schemas.microsoft.com/office/drawing/2014/main" id="{1216637C-91E4-4887-A726-14DFAAAEE39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02" y="1941"/>
                          <a:ext cx="322" cy="4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7" name="Text Box 143">
              <a:extLst>
                <a:ext uri="{FF2B5EF4-FFF2-40B4-BE49-F238E27FC236}">
                  <a16:creationId xmlns:a16="http://schemas.microsoft.com/office/drawing/2014/main" id="{3DB31A75-9687-4335-972E-67FB568C6797}"/>
                </a:ext>
              </a:extLst>
            </p:cNvPr>
            <p:cNvSpPr txBox="1">
              <a:spLocks noChangeArrowheads="1"/>
            </p:cNvSpPr>
            <p:nvPr/>
          </p:nvSpPr>
          <p:spPr bwMode="auto">
            <a:xfrm>
              <a:off x="4844" y="1207"/>
              <a:ext cx="57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ct val="50000"/>
                </a:spcBef>
                <a:spcAft>
                  <a:spcPts val="0"/>
                </a:spcAft>
                <a:buClrTx/>
                <a:buSzTx/>
                <a:buFontTx/>
                <a:buNone/>
                <a:tabLst/>
                <a:defRPr/>
              </a:pPr>
              <a:r>
                <a:rPr kumimoji="0" lang="en-US" altLang="zh-CN" sz="2800" b="0" i="0" u="none" strike="noStrike" kern="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rPr>
                <a:t>P</a:t>
              </a:r>
            </a:p>
          </p:txBody>
        </p:sp>
        <p:sp>
          <p:nvSpPr>
            <p:cNvPr id="98" name="Text Box 145">
              <a:extLst>
                <a:ext uri="{FF2B5EF4-FFF2-40B4-BE49-F238E27FC236}">
                  <a16:creationId xmlns:a16="http://schemas.microsoft.com/office/drawing/2014/main" id="{24A576E3-22FF-4A1A-9816-3DDDBA5B5141}"/>
                </a:ext>
              </a:extLst>
            </p:cNvPr>
            <p:cNvSpPr txBox="1">
              <a:spLocks noChangeArrowheads="1"/>
            </p:cNvSpPr>
            <p:nvPr/>
          </p:nvSpPr>
          <p:spPr bwMode="auto">
            <a:xfrm>
              <a:off x="2732" y="2704"/>
              <a:ext cx="76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t" latinLnBrk="0" hangingPunct="1">
                <a:lnSpc>
                  <a:spcPct val="100000"/>
                </a:lnSpc>
                <a:spcBef>
                  <a:spcPct val="50000"/>
                </a:spcBef>
                <a:spcAft>
                  <a:spcPts val="0"/>
                </a:spcAft>
                <a:buClrTx/>
                <a:buSzTx/>
                <a:buFontTx/>
                <a:buNone/>
                <a:tabLst/>
                <a:defRPr/>
              </a:pPr>
              <a:r>
                <a:rPr kumimoji="0" lang="en-US" altLang="zh-CN" sz="2800" b="0" i="0" u="none" strike="noStrike" kern="0" cap="none" spc="0" normalizeH="0" baseline="0" noProof="0">
                  <a:ln>
                    <a:noFill/>
                  </a:ln>
                  <a:solidFill>
                    <a:srgbClr val="000000"/>
                  </a:solidFill>
                  <a:effectLst/>
                  <a:uLnTx/>
                  <a:uFillTx/>
                  <a:latin typeface="Arial" panose="020B0604020202020204" pitchFamily="34" charset="0"/>
                  <a:ea typeface="宋体" panose="02010600030101010101" pitchFamily="2" charset="-122"/>
                </a:rPr>
                <a:t>M</a:t>
              </a:r>
            </a:p>
          </p:txBody>
        </p:sp>
      </p:grpSp>
      <p:sp>
        <p:nvSpPr>
          <p:cNvPr id="104" name="Freeform 146" descr="浅色上对角线">
            <a:extLst>
              <a:ext uri="{FF2B5EF4-FFF2-40B4-BE49-F238E27FC236}">
                <a16:creationId xmlns:a16="http://schemas.microsoft.com/office/drawing/2014/main" id="{59A55525-56FB-4B55-A5AF-4C18EFAEDB78}"/>
              </a:ext>
            </a:extLst>
          </p:cNvPr>
          <p:cNvSpPr>
            <a:spLocks/>
          </p:cNvSpPr>
          <p:nvPr/>
        </p:nvSpPr>
        <p:spPr bwMode="auto">
          <a:xfrm>
            <a:off x="5632450" y="1787913"/>
            <a:ext cx="3352800" cy="1981200"/>
          </a:xfrm>
          <a:custGeom>
            <a:avLst/>
            <a:gdLst>
              <a:gd name="T0" fmla="*/ 2147483647 w 2112"/>
              <a:gd name="T1" fmla="*/ 2147483647 h 1248"/>
              <a:gd name="T2" fmla="*/ 2147483647 w 2112"/>
              <a:gd name="T3" fmla="*/ 0 h 1248"/>
              <a:gd name="T4" fmla="*/ 2147483647 w 2112"/>
              <a:gd name="T5" fmla="*/ 2147483647 h 1248"/>
              <a:gd name="T6" fmla="*/ 2147483647 w 2112"/>
              <a:gd name="T7" fmla="*/ 2147483647 h 1248"/>
              <a:gd name="T8" fmla="*/ 0 w 2112"/>
              <a:gd name="T9" fmla="*/ 2147483647 h 1248"/>
              <a:gd name="T10" fmla="*/ 0 60000 65536"/>
              <a:gd name="T11" fmla="*/ 0 60000 65536"/>
              <a:gd name="T12" fmla="*/ 0 60000 65536"/>
              <a:gd name="T13" fmla="*/ 0 60000 65536"/>
              <a:gd name="T14" fmla="*/ 0 60000 65536"/>
              <a:gd name="T15" fmla="*/ 0 w 2112"/>
              <a:gd name="T16" fmla="*/ 0 h 1248"/>
              <a:gd name="T17" fmla="*/ 2112 w 2112"/>
              <a:gd name="T18" fmla="*/ 1248 h 1248"/>
            </a:gdLst>
            <a:ahLst/>
            <a:cxnLst>
              <a:cxn ang="T10">
                <a:pos x="T0" y="T1"/>
              </a:cxn>
              <a:cxn ang="T11">
                <a:pos x="T2" y="T3"/>
              </a:cxn>
              <a:cxn ang="T12">
                <a:pos x="T4" y="T5"/>
              </a:cxn>
              <a:cxn ang="T13">
                <a:pos x="T6" y="T7"/>
              </a:cxn>
              <a:cxn ang="T14">
                <a:pos x="T8" y="T9"/>
              </a:cxn>
            </a:cxnLst>
            <a:rect l="T15" t="T16" r="T17" b="T18"/>
            <a:pathLst>
              <a:path w="2112" h="1248">
                <a:moveTo>
                  <a:pt x="48" y="1056"/>
                </a:moveTo>
                <a:lnTo>
                  <a:pt x="2112" y="0"/>
                </a:lnTo>
                <a:lnTo>
                  <a:pt x="2112" y="912"/>
                </a:lnTo>
                <a:lnTo>
                  <a:pt x="624" y="1248"/>
                </a:lnTo>
                <a:lnTo>
                  <a:pt x="0" y="1056"/>
                </a:lnTo>
              </a:path>
            </a:pathLst>
          </a:custGeom>
          <a:pattFill prst="ltUpDiag">
            <a:fgClr>
              <a:srgbClr val="FFCC00"/>
            </a:fgClr>
            <a:bgClr>
              <a:srgbClr val="FFFFFF"/>
            </a:bgClr>
          </a:pattFill>
          <a:ln w="9525">
            <a:solidFill>
              <a:srgbClr val="006699"/>
            </a:solidFill>
            <a:round/>
            <a:headEnd type="none" w="sm" len="lg"/>
            <a:tailEnd type="none" w="sm" len="lg"/>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105" name="Group 147">
            <a:extLst>
              <a:ext uri="{FF2B5EF4-FFF2-40B4-BE49-F238E27FC236}">
                <a16:creationId xmlns:a16="http://schemas.microsoft.com/office/drawing/2014/main" id="{0280F3CF-BBCA-49D5-9AA8-E039195BF21D}"/>
              </a:ext>
            </a:extLst>
          </p:cNvPr>
          <p:cNvGrpSpPr>
            <a:grpSpLocks/>
          </p:cNvGrpSpPr>
          <p:nvPr/>
        </p:nvGrpSpPr>
        <p:grpSpPr bwMode="auto">
          <a:xfrm>
            <a:off x="4108450" y="1787913"/>
            <a:ext cx="4876800" cy="2590800"/>
            <a:chOff x="1584" y="624"/>
            <a:chExt cx="3072" cy="1632"/>
          </a:xfrm>
        </p:grpSpPr>
        <p:sp>
          <p:nvSpPr>
            <p:cNvPr id="106" name="Line 148">
              <a:extLst>
                <a:ext uri="{FF2B5EF4-FFF2-40B4-BE49-F238E27FC236}">
                  <a16:creationId xmlns:a16="http://schemas.microsoft.com/office/drawing/2014/main" id="{A3AA3566-57AC-4535-AF64-8A4CE9D86AF4}"/>
                </a:ext>
              </a:extLst>
            </p:cNvPr>
            <p:cNvSpPr>
              <a:spLocks noChangeShapeType="1"/>
            </p:cNvSpPr>
            <p:nvPr/>
          </p:nvSpPr>
          <p:spPr bwMode="auto">
            <a:xfrm>
              <a:off x="1584" y="1440"/>
              <a:ext cx="3072" cy="816"/>
            </a:xfrm>
            <a:prstGeom prst="line">
              <a:avLst/>
            </a:prstGeom>
            <a:noFill/>
            <a:ln w="28575">
              <a:solidFill>
                <a:srgbClr val="0000FF"/>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107" name="Line 149">
              <a:extLst>
                <a:ext uri="{FF2B5EF4-FFF2-40B4-BE49-F238E27FC236}">
                  <a16:creationId xmlns:a16="http://schemas.microsoft.com/office/drawing/2014/main" id="{4145B548-4EA6-4D32-9B3D-C0F001A4E3E1}"/>
                </a:ext>
              </a:extLst>
            </p:cNvPr>
            <p:cNvSpPr>
              <a:spLocks noChangeShapeType="1"/>
            </p:cNvSpPr>
            <p:nvPr/>
          </p:nvSpPr>
          <p:spPr bwMode="auto">
            <a:xfrm flipV="1">
              <a:off x="1584" y="624"/>
              <a:ext cx="3072" cy="816"/>
            </a:xfrm>
            <a:prstGeom prst="line">
              <a:avLst/>
            </a:prstGeom>
            <a:noFill/>
            <a:ln w="28575">
              <a:solidFill>
                <a:srgbClr val="0000FF"/>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108" name="Line 150">
              <a:extLst>
                <a:ext uri="{FF2B5EF4-FFF2-40B4-BE49-F238E27FC236}">
                  <a16:creationId xmlns:a16="http://schemas.microsoft.com/office/drawing/2014/main" id="{281B1014-DB49-4ACC-9173-A231D6712CF6}"/>
                </a:ext>
              </a:extLst>
            </p:cNvPr>
            <p:cNvSpPr>
              <a:spLocks noChangeShapeType="1"/>
            </p:cNvSpPr>
            <p:nvPr/>
          </p:nvSpPr>
          <p:spPr bwMode="auto">
            <a:xfrm rot="-803419">
              <a:off x="2185" y="1586"/>
              <a:ext cx="96" cy="48"/>
            </a:xfrm>
            <a:prstGeom prst="line">
              <a:avLst/>
            </a:prstGeom>
            <a:noFill/>
            <a:ln w="28575">
              <a:solidFill>
                <a:srgbClr val="0000FF"/>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109" name="Line 151">
              <a:extLst>
                <a:ext uri="{FF2B5EF4-FFF2-40B4-BE49-F238E27FC236}">
                  <a16:creationId xmlns:a16="http://schemas.microsoft.com/office/drawing/2014/main" id="{CABAC0D3-2248-4302-BC21-BE43E8CA6506}"/>
                </a:ext>
              </a:extLst>
            </p:cNvPr>
            <p:cNvSpPr>
              <a:spLocks noChangeShapeType="1"/>
            </p:cNvSpPr>
            <p:nvPr/>
          </p:nvSpPr>
          <p:spPr bwMode="auto">
            <a:xfrm flipV="1">
              <a:off x="2640" y="1104"/>
              <a:ext cx="192" cy="48"/>
            </a:xfrm>
            <a:prstGeom prst="line">
              <a:avLst/>
            </a:prstGeom>
            <a:noFill/>
            <a:ln w="28575">
              <a:solidFill>
                <a:srgbClr val="0000FF"/>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grpSp>
        <p:nvGrpSpPr>
          <p:cNvPr id="110" name="Group 152">
            <a:extLst>
              <a:ext uri="{FF2B5EF4-FFF2-40B4-BE49-F238E27FC236}">
                <a16:creationId xmlns:a16="http://schemas.microsoft.com/office/drawing/2014/main" id="{FD4C6008-74F0-498A-A35B-DB1056503BD1}"/>
              </a:ext>
            </a:extLst>
          </p:cNvPr>
          <p:cNvGrpSpPr>
            <a:grpSpLocks/>
          </p:cNvGrpSpPr>
          <p:nvPr/>
        </p:nvGrpSpPr>
        <p:grpSpPr bwMode="auto">
          <a:xfrm>
            <a:off x="5099050" y="1787913"/>
            <a:ext cx="3886200" cy="1981200"/>
            <a:chOff x="2112" y="960"/>
            <a:chExt cx="2448" cy="1248"/>
          </a:xfrm>
        </p:grpSpPr>
        <p:sp>
          <p:nvSpPr>
            <p:cNvPr id="111" name="Line 153">
              <a:extLst>
                <a:ext uri="{FF2B5EF4-FFF2-40B4-BE49-F238E27FC236}">
                  <a16:creationId xmlns:a16="http://schemas.microsoft.com/office/drawing/2014/main" id="{E7BCD04E-112F-43B0-961D-5FD30E37E8E0}"/>
                </a:ext>
              </a:extLst>
            </p:cNvPr>
            <p:cNvSpPr>
              <a:spLocks noChangeShapeType="1"/>
            </p:cNvSpPr>
            <p:nvPr/>
          </p:nvSpPr>
          <p:spPr bwMode="auto">
            <a:xfrm flipV="1">
              <a:off x="3072" y="1872"/>
              <a:ext cx="1488" cy="336"/>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2" name="Line 154">
              <a:extLst>
                <a:ext uri="{FF2B5EF4-FFF2-40B4-BE49-F238E27FC236}">
                  <a16:creationId xmlns:a16="http://schemas.microsoft.com/office/drawing/2014/main" id="{1BF98DD0-B9E2-4B91-AAD6-3241FB406CCA}"/>
                </a:ext>
              </a:extLst>
            </p:cNvPr>
            <p:cNvSpPr>
              <a:spLocks noChangeShapeType="1"/>
            </p:cNvSpPr>
            <p:nvPr/>
          </p:nvSpPr>
          <p:spPr bwMode="auto">
            <a:xfrm flipV="1">
              <a:off x="2112" y="960"/>
              <a:ext cx="2448" cy="1248"/>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3" name="Freeform 155">
              <a:extLst>
                <a:ext uri="{FF2B5EF4-FFF2-40B4-BE49-F238E27FC236}">
                  <a16:creationId xmlns:a16="http://schemas.microsoft.com/office/drawing/2014/main" id="{E93126F7-1A11-4CC0-B6B2-9C0888668E57}"/>
                </a:ext>
              </a:extLst>
            </p:cNvPr>
            <p:cNvSpPr>
              <a:spLocks/>
            </p:cNvSpPr>
            <p:nvPr/>
          </p:nvSpPr>
          <p:spPr bwMode="auto">
            <a:xfrm>
              <a:off x="3544" y="1392"/>
              <a:ext cx="152" cy="80"/>
            </a:xfrm>
            <a:custGeom>
              <a:avLst/>
              <a:gdLst>
                <a:gd name="T0" fmla="*/ 0 w 152"/>
                <a:gd name="T1" fmla="*/ 80 h 80"/>
                <a:gd name="T2" fmla="*/ 152 w 152"/>
                <a:gd name="T3" fmla="*/ 0 h 80"/>
                <a:gd name="T4" fmla="*/ 0 60000 65536"/>
                <a:gd name="T5" fmla="*/ 0 60000 65536"/>
                <a:gd name="T6" fmla="*/ 0 w 152"/>
                <a:gd name="T7" fmla="*/ 0 h 80"/>
                <a:gd name="T8" fmla="*/ 152 w 152"/>
                <a:gd name="T9" fmla="*/ 80 h 80"/>
              </a:gdLst>
              <a:ahLst/>
              <a:cxnLst>
                <a:cxn ang="T4">
                  <a:pos x="T0" y="T1"/>
                </a:cxn>
                <a:cxn ang="T5">
                  <a:pos x="T2" y="T3"/>
                </a:cxn>
              </a:cxnLst>
              <a:rect l="T6" t="T7" r="T8" b="T9"/>
              <a:pathLst>
                <a:path w="152" h="80">
                  <a:moveTo>
                    <a:pt x="0" y="80"/>
                  </a:moveTo>
                  <a:lnTo>
                    <a:pt x="152" y="0"/>
                  </a:lnTo>
                </a:path>
              </a:pathLst>
            </a:custGeom>
            <a:noFill/>
            <a:ln w="28575">
              <a:solidFill>
                <a:srgbClr val="FF66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4" name="Freeform 156">
              <a:extLst>
                <a:ext uri="{FF2B5EF4-FFF2-40B4-BE49-F238E27FC236}">
                  <a16:creationId xmlns:a16="http://schemas.microsoft.com/office/drawing/2014/main" id="{67D5F75A-BA79-4C5D-BC44-53510B8A58FD}"/>
                </a:ext>
              </a:extLst>
            </p:cNvPr>
            <p:cNvSpPr>
              <a:spLocks/>
            </p:cNvSpPr>
            <p:nvPr/>
          </p:nvSpPr>
          <p:spPr bwMode="auto">
            <a:xfrm>
              <a:off x="3924" y="1968"/>
              <a:ext cx="156" cy="44"/>
            </a:xfrm>
            <a:custGeom>
              <a:avLst/>
              <a:gdLst>
                <a:gd name="T0" fmla="*/ 0 w 156"/>
                <a:gd name="T1" fmla="*/ 44 h 44"/>
                <a:gd name="T2" fmla="*/ 156 w 156"/>
                <a:gd name="T3" fmla="*/ 0 h 44"/>
                <a:gd name="T4" fmla="*/ 0 60000 65536"/>
                <a:gd name="T5" fmla="*/ 0 60000 65536"/>
                <a:gd name="T6" fmla="*/ 0 w 156"/>
                <a:gd name="T7" fmla="*/ 0 h 44"/>
                <a:gd name="T8" fmla="*/ 156 w 156"/>
                <a:gd name="T9" fmla="*/ 44 h 44"/>
              </a:gdLst>
              <a:ahLst/>
              <a:cxnLst>
                <a:cxn ang="T4">
                  <a:pos x="T0" y="T1"/>
                </a:cxn>
                <a:cxn ang="T5">
                  <a:pos x="T2" y="T3"/>
                </a:cxn>
              </a:cxnLst>
              <a:rect l="T6" t="T7" r="T8" b="T9"/>
              <a:pathLst>
                <a:path w="156" h="44">
                  <a:moveTo>
                    <a:pt x="0" y="44"/>
                  </a:moveTo>
                  <a:lnTo>
                    <a:pt x="156" y="0"/>
                  </a:lnTo>
                </a:path>
              </a:pathLst>
            </a:custGeom>
            <a:noFill/>
            <a:ln w="28575">
              <a:solidFill>
                <a:srgbClr val="FF6600"/>
              </a:solidFill>
              <a:round/>
              <a:headEnd type="none" w="sm" len="lg"/>
              <a:tailEnd type="triangle" w="sm" len="lg"/>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15" name="Group 157">
            <a:extLst>
              <a:ext uri="{FF2B5EF4-FFF2-40B4-BE49-F238E27FC236}">
                <a16:creationId xmlns:a16="http://schemas.microsoft.com/office/drawing/2014/main" id="{62F545CF-52DB-4839-BAD9-B58A4F1AFC59}"/>
              </a:ext>
            </a:extLst>
          </p:cNvPr>
          <p:cNvGrpSpPr>
            <a:grpSpLocks/>
          </p:cNvGrpSpPr>
          <p:nvPr/>
        </p:nvGrpSpPr>
        <p:grpSpPr bwMode="auto">
          <a:xfrm>
            <a:off x="3651250" y="3769113"/>
            <a:ext cx="2971800" cy="914400"/>
            <a:chOff x="1296" y="2208"/>
            <a:chExt cx="1872" cy="576"/>
          </a:xfrm>
        </p:grpSpPr>
        <p:sp>
          <p:nvSpPr>
            <p:cNvPr id="116" name="Line 158">
              <a:extLst>
                <a:ext uri="{FF2B5EF4-FFF2-40B4-BE49-F238E27FC236}">
                  <a16:creationId xmlns:a16="http://schemas.microsoft.com/office/drawing/2014/main" id="{79226D32-F35F-4AEB-BF31-647312C8402C}"/>
                </a:ext>
              </a:extLst>
            </p:cNvPr>
            <p:cNvSpPr>
              <a:spLocks noChangeShapeType="1"/>
            </p:cNvSpPr>
            <p:nvPr/>
          </p:nvSpPr>
          <p:spPr bwMode="auto">
            <a:xfrm flipH="1">
              <a:off x="1584" y="2208"/>
              <a:ext cx="624" cy="336"/>
            </a:xfrm>
            <a:prstGeom prst="line">
              <a:avLst/>
            </a:prstGeom>
            <a:noFill/>
            <a:ln w="28575">
              <a:solidFill>
                <a:srgbClr val="FF66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7" name="Line 159">
              <a:extLst>
                <a:ext uri="{FF2B5EF4-FFF2-40B4-BE49-F238E27FC236}">
                  <a16:creationId xmlns:a16="http://schemas.microsoft.com/office/drawing/2014/main" id="{194B5FA1-5C7A-4E6E-890F-0E89DCCBAFDE}"/>
                </a:ext>
              </a:extLst>
            </p:cNvPr>
            <p:cNvSpPr>
              <a:spLocks noChangeShapeType="1"/>
            </p:cNvSpPr>
            <p:nvPr/>
          </p:nvSpPr>
          <p:spPr bwMode="auto">
            <a:xfrm flipV="1">
              <a:off x="1584" y="2208"/>
              <a:ext cx="1584" cy="336"/>
            </a:xfrm>
            <a:prstGeom prst="line">
              <a:avLst/>
            </a:prstGeom>
            <a:noFill/>
            <a:ln w="28575">
              <a:solidFill>
                <a:srgbClr val="FF66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118" name="Object 160">
              <a:extLst>
                <a:ext uri="{FF2B5EF4-FFF2-40B4-BE49-F238E27FC236}">
                  <a16:creationId xmlns:a16="http://schemas.microsoft.com/office/drawing/2014/main" id="{D1430FAA-B611-4694-9E40-10D2FD977F8B}"/>
                </a:ext>
              </a:extLst>
            </p:cNvPr>
            <p:cNvGraphicFramePr>
              <a:graphicFrameLocks noChangeAspect="1"/>
            </p:cNvGraphicFramePr>
            <p:nvPr/>
          </p:nvGraphicFramePr>
          <p:xfrm>
            <a:off x="1296" y="2352"/>
            <a:ext cx="288" cy="432"/>
          </p:xfrm>
          <a:graphic>
            <a:graphicData uri="http://schemas.openxmlformats.org/presentationml/2006/ole">
              <mc:AlternateContent xmlns:mc="http://schemas.openxmlformats.org/markup-compatibility/2006">
                <mc:Choice xmlns:v="urn:schemas-microsoft-com:vml" Requires="v">
                  <p:oleObj name="Equation" r:id="rId5" imgW="152280" imgH="215640" progId="Equation.3">
                    <p:embed/>
                  </p:oleObj>
                </mc:Choice>
                <mc:Fallback>
                  <p:oleObj name="Equation" r:id="rId5" imgW="152280" imgH="215640" progId="Equation.3">
                    <p:embed/>
                    <p:pic>
                      <p:nvPicPr>
                        <p:cNvPr id="9221" name="Object 160">
                          <a:extLst>
                            <a:ext uri="{FF2B5EF4-FFF2-40B4-BE49-F238E27FC236}">
                              <a16:creationId xmlns:a16="http://schemas.microsoft.com/office/drawing/2014/main" id="{9B2A30D9-9DF1-4ABC-8FBC-CE285F15B63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96" y="2352"/>
                          <a:ext cx="288" cy="4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19" name="Group 161">
            <a:extLst>
              <a:ext uri="{FF2B5EF4-FFF2-40B4-BE49-F238E27FC236}">
                <a16:creationId xmlns:a16="http://schemas.microsoft.com/office/drawing/2014/main" id="{A6A7EF0A-3EC7-4F4C-BE09-D3C301AADC12}"/>
              </a:ext>
            </a:extLst>
          </p:cNvPr>
          <p:cNvGrpSpPr>
            <a:grpSpLocks/>
          </p:cNvGrpSpPr>
          <p:nvPr/>
        </p:nvGrpSpPr>
        <p:grpSpPr bwMode="auto">
          <a:xfrm>
            <a:off x="4108450" y="3083313"/>
            <a:ext cx="2514600" cy="685800"/>
            <a:chOff x="1584" y="1680"/>
            <a:chExt cx="1584" cy="432"/>
          </a:xfrm>
        </p:grpSpPr>
        <p:sp>
          <p:nvSpPr>
            <p:cNvPr id="120" name="Line 162">
              <a:extLst>
                <a:ext uri="{FF2B5EF4-FFF2-40B4-BE49-F238E27FC236}">
                  <a16:creationId xmlns:a16="http://schemas.microsoft.com/office/drawing/2014/main" id="{D07E1174-0BE7-4D0E-BA10-1E0FF0D7DC43}"/>
                </a:ext>
              </a:extLst>
            </p:cNvPr>
            <p:cNvSpPr>
              <a:spLocks noChangeShapeType="1"/>
            </p:cNvSpPr>
            <p:nvPr/>
          </p:nvSpPr>
          <p:spPr bwMode="auto">
            <a:xfrm>
              <a:off x="1584" y="1680"/>
              <a:ext cx="624" cy="432"/>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121" name="Line 163">
              <a:extLst>
                <a:ext uri="{FF2B5EF4-FFF2-40B4-BE49-F238E27FC236}">
                  <a16:creationId xmlns:a16="http://schemas.microsoft.com/office/drawing/2014/main" id="{F0DE48A5-12ED-44DA-8A62-D8E5E7374ECF}"/>
                </a:ext>
              </a:extLst>
            </p:cNvPr>
            <p:cNvSpPr>
              <a:spLocks noChangeShapeType="1"/>
            </p:cNvSpPr>
            <p:nvPr/>
          </p:nvSpPr>
          <p:spPr bwMode="auto">
            <a:xfrm>
              <a:off x="1584" y="1680"/>
              <a:ext cx="1584" cy="432"/>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122" name="Line 164">
              <a:extLst>
                <a:ext uri="{FF2B5EF4-FFF2-40B4-BE49-F238E27FC236}">
                  <a16:creationId xmlns:a16="http://schemas.microsoft.com/office/drawing/2014/main" id="{1BAA0B31-9B8A-4FEE-8097-E6778A761C6C}"/>
                </a:ext>
              </a:extLst>
            </p:cNvPr>
            <p:cNvSpPr>
              <a:spLocks noChangeShapeType="1"/>
            </p:cNvSpPr>
            <p:nvPr/>
          </p:nvSpPr>
          <p:spPr bwMode="auto">
            <a:xfrm>
              <a:off x="2304" y="1872"/>
              <a:ext cx="192" cy="48"/>
            </a:xfrm>
            <a:prstGeom prst="line">
              <a:avLst/>
            </a:prstGeom>
            <a:noFill/>
            <a:ln w="28575">
              <a:solidFill>
                <a:srgbClr val="FF6600"/>
              </a:solidFill>
              <a:round/>
              <a:headEnd type="none" w="sm" len="lg"/>
              <a:tailEnd type="triangle" w="sm" len="lg"/>
            </a:ln>
            <a:extLst>
              <a:ext uri="{909E8E84-426E-40DD-AFC4-6F175D3DCCD1}">
                <a14:hiddenFill xmlns:a14="http://schemas.microsoft.com/office/drawing/2010/main">
                  <a:noFill/>
                </a14:hiddenFill>
              </a:ext>
            </a:extLst>
          </p:spPr>
          <p:txBody>
            <a:bodyPr wrap="none" anchor="ct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123" name="Line 165">
              <a:extLst>
                <a:ext uri="{FF2B5EF4-FFF2-40B4-BE49-F238E27FC236}">
                  <a16:creationId xmlns:a16="http://schemas.microsoft.com/office/drawing/2014/main" id="{CB8D3480-F2B0-4897-B01A-3DBCC35D3123}"/>
                </a:ext>
              </a:extLst>
            </p:cNvPr>
            <p:cNvSpPr>
              <a:spLocks noChangeShapeType="1"/>
            </p:cNvSpPr>
            <p:nvPr/>
          </p:nvSpPr>
          <p:spPr bwMode="auto">
            <a:xfrm>
              <a:off x="1872" y="1872"/>
              <a:ext cx="144" cy="96"/>
            </a:xfrm>
            <a:prstGeom prst="line">
              <a:avLst/>
            </a:prstGeom>
            <a:noFill/>
            <a:ln w="28575">
              <a:solidFill>
                <a:srgbClr val="FF6600"/>
              </a:solidFill>
              <a:round/>
              <a:headEnd type="none" w="sm" len="lg"/>
              <a:tailEnd type="triangle" w="sm" len="lg"/>
            </a:ln>
            <a:extLst>
              <a:ext uri="{909E8E84-426E-40DD-AFC4-6F175D3DCCD1}">
                <a14:hiddenFill xmlns:a14="http://schemas.microsoft.com/office/drawing/2010/main">
                  <a:noFill/>
                </a14:hiddenFill>
              </a:ext>
            </a:extLst>
          </p:spPr>
          <p:txBody>
            <a:bodyPr wrap="none" anchor="ctr">
              <a:spAutoFit/>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grpSp>
        <p:nvGrpSpPr>
          <p:cNvPr id="124" name="Group 166">
            <a:extLst>
              <a:ext uri="{FF2B5EF4-FFF2-40B4-BE49-F238E27FC236}">
                <a16:creationId xmlns:a16="http://schemas.microsoft.com/office/drawing/2014/main" id="{C5ED434F-4B5E-45AD-9F04-3D01D22367FC}"/>
              </a:ext>
            </a:extLst>
          </p:cNvPr>
          <p:cNvGrpSpPr>
            <a:grpSpLocks/>
          </p:cNvGrpSpPr>
          <p:nvPr/>
        </p:nvGrpSpPr>
        <p:grpSpPr bwMode="auto">
          <a:xfrm>
            <a:off x="3117850" y="3083313"/>
            <a:ext cx="990600" cy="1219200"/>
            <a:chOff x="960" y="1776"/>
            <a:chExt cx="624" cy="768"/>
          </a:xfrm>
        </p:grpSpPr>
        <p:sp>
          <p:nvSpPr>
            <p:cNvPr id="125" name="Line 167">
              <a:extLst>
                <a:ext uri="{FF2B5EF4-FFF2-40B4-BE49-F238E27FC236}">
                  <a16:creationId xmlns:a16="http://schemas.microsoft.com/office/drawing/2014/main" id="{FA27B215-F721-4A2B-A74D-26983D22968E}"/>
                </a:ext>
              </a:extLst>
            </p:cNvPr>
            <p:cNvSpPr>
              <a:spLocks noChangeShapeType="1"/>
            </p:cNvSpPr>
            <p:nvPr/>
          </p:nvSpPr>
          <p:spPr bwMode="auto">
            <a:xfrm flipH="1">
              <a:off x="1056" y="1776"/>
              <a:ext cx="528" cy="0"/>
            </a:xfrm>
            <a:prstGeom prst="line">
              <a:avLst/>
            </a:prstGeom>
            <a:noFill/>
            <a:ln w="1905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6" name="Line 168">
              <a:extLst>
                <a:ext uri="{FF2B5EF4-FFF2-40B4-BE49-F238E27FC236}">
                  <a16:creationId xmlns:a16="http://schemas.microsoft.com/office/drawing/2014/main" id="{83DB488C-EC41-43F9-B9EB-B9F4D109616E}"/>
                </a:ext>
              </a:extLst>
            </p:cNvPr>
            <p:cNvSpPr>
              <a:spLocks noChangeShapeType="1"/>
            </p:cNvSpPr>
            <p:nvPr/>
          </p:nvSpPr>
          <p:spPr bwMode="auto">
            <a:xfrm flipH="1">
              <a:off x="1056" y="2544"/>
              <a:ext cx="528" cy="0"/>
            </a:xfrm>
            <a:prstGeom prst="line">
              <a:avLst/>
            </a:prstGeom>
            <a:noFill/>
            <a:ln w="19050">
              <a:solidFill>
                <a:srgbClr val="000000"/>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7" name="Line 169">
              <a:extLst>
                <a:ext uri="{FF2B5EF4-FFF2-40B4-BE49-F238E27FC236}">
                  <a16:creationId xmlns:a16="http://schemas.microsoft.com/office/drawing/2014/main" id="{CF4BE5D2-2FC1-4AA2-90B3-1D1991C8FDF0}"/>
                </a:ext>
              </a:extLst>
            </p:cNvPr>
            <p:cNvSpPr>
              <a:spLocks noChangeShapeType="1"/>
            </p:cNvSpPr>
            <p:nvPr/>
          </p:nvSpPr>
          <p:spPr bwMode="auto">
            <a:xfrm>
              <a:off x="1200" y="1776"/>
              <a:ext cx="0" cy="768"/>
            </a:xfrm>
            <a:prstGeom prst="line">
              <a:avLst/>
            </a:prstGeom>
            <a:noFill/>
            <a:ln w="28575">
              <a:solidFill>
                <a:srgbClr val="FF33CC"/>
              </a:solidFill>
              <a:prstDash val="dash"/>
              <a:round/>
              <a:headEnd type="triangle" w="sm" len="lg"/>
              <a:tailEnd type="triangle" w="sm" len="lg"/>
            </a:ln>
            <a:extLst>
              <a:ext uri="{909E8E84-426E-40DD-AFC4-6F175D3DCCD1}">
                <a14:hiddenFill xmlns:a14="http://schemas.microsoft.com/office/drawing/2010/main">
                  <a:noFill/>
                </a14:hiddenFill>
              </a:ext>
            </a:extLst>
          </p:spPr>
          <p:txBody>
            <a:bodyPr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128" name="Object 170">
              <a:extLst>
                <a:ext uri="{FF2B5EF4-FFF2-40B4-BE49-F238E27FC236}">
                  <a16:creationId xmlns:a16="http://schemas.microsoft.com/office/drawing/2014/main" id="{FB2C19E1-60C7-42D6-A4AB-8BC346710074}"/>
                </a:ext>
              </a:extLst>
            </p:cNvPr>
            <p:cNvGraphicFramePr>
              <a:graphicFrameLocks noChangeAspect="1"/>
            </p:cNvGraphicFramePr>
            <p:nvPr/>
          </p:nvGraphicFramePr>
          <p:xfrm>
            <a:off x="960" y="2064"/>
            <a:ext cx="216" cy="288"/>
          </p:xfrm>
          <a:graphic>
            <a:graphicData uri="http://schemas.openxmlformats.org/presentationml/2006/ole">
              <mc:AlternateContent xmlns:mc="http://schemas.openxmlformats.org/markup-compatibility/2006">
                <mc:Choice xmlns:v="urn:schemas-microsoft-com:vml" Requires="v">
                  <p:oleObj name="Equation" r:id="rId7" imgW="190440" imgH="253800" progId="Equation.3">
                    <p:embed/>
                  </p:oleObj>
                </mc:Choice>
                <mc:Fallback>
                  <p:oleObj name="Equation" r:id="rId7" imgW="190440" imgH="253800" progId="Equation.3">
                    <p:embed/>
                    <p:pic>
                      <p:nvPicPr>
                        <p:cNvPr id="9220" name="Object 170">
                          <a:extLst>
                            <a:ext uri="{FF2B5EF4-FFF2-40B4-BE49-F238E27FC236}">
                              <a16:creationId xmlns:a16="http://schemas.microsoft.com/office/drawing/2014/main" id="{B61754AB-F359-4BFD-9FEC-8A795D61150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60" y="2064"/>
                          <a:ext cx="216"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29" name="Group 171">
            <a:extLst>
              <a:ext uri="{FF2B5EF4-FFF2-40B4-BE49-F238E27FC236}">
                <a16:creationId xmlns:a16="http://schemas.microsoft.com/office/drawing/2014/main" id="{044CA14F-9E04-4B49-B457-C4CF5A836031}"/>
              </a:ext>
            </a:extLst>
          </p:cNvPr>
          <p:cNvGrpSpPr>
            <a:grpSpLocks/>
          </p:cNvGrpSpPr>
          <p:nvPr/>
        </p:nvGrpSpPr>
        <p:grpSpPr bwMode="auto">
          <a:xfrm>
            <a:off x="4108450" y="3540513"/>
            <a:ext cx="4876800" cy="1219200"/>
            <a:chOff x="1488" y="2064"/>
            <a:chExt cx="3072" cy="768"/>
          </a:xfrm>
        </p:grpSpPr>
        <p:sp>
          <p:nvSpPr>
            <p:cNvPr id="130" name="Line 172">
              <a:extLst>
                <a:ext uri="{FF2B5EF4-FFF2-40B4-BE49-F238E27FC236}">
                  <a16:creationId xmlns:a16="http://schemas.microsoft.com/office/drawing/2014/main" id="{749ECC2B-0246-48DA-A9B2-9085CB9B15D9}"/>
                </a:ext>
              </a:extLst>
            </p:cNvPr>
            <p:cNvSpPr>
              <a:spLocks noChangeShapeType="1"/>
            </p:cNvSpPr>
            <p:nvPr/>
          </p:nvSpPr>
          <p:spPr bwMode="auto">
            <a:xfrm>
              <a:off x="1488" y="2064"/>
              <a:ext cx="0" cy="72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131" name="Object 173">
              <a:extLst>
                <a:ext uri="{FF2B5EF4-FFF2-40B4-BE49-F238E27FC236}">
                  <a16:creationId xmlns:a16="http://schemas.microsoft.com/office/drawing/2014/main" id="{52E40988-FEB2-407C-8B11-57C2495F3F14}"/>
                </a:ext>
              </a:extLst>
            </p:cNvPr>
            <p:cNvGraphicFramePr>
              <a:graphicFrameLocks noChangeAspect="1"/>
            </p:cNvGraphicFramePr>
            <p:nvPr/>
          </p:nvGraphicFramePr>
          <p:xfrm>
            <a:off x="2688" y="2496"/>
            <a:ext cx="313" cy="336"/>
          </p:xfrm>
          <a:graphic>
            <a:graphicData uri="http://schemas.openxmlformats.org/presentationml/2006/ole">
              <mc:AlternateContent xmlns:mc="http://schemas.openxmlformats.org/markup-compatibility/2006">
                <mc:Choice xmlns:v="urn:schemas-microsoft-com:vml" Requires="v">
                  <p:oleObj name="Equation" r:id="rId9" imgW="164880" imgH="177480" progId="Equation.3">
                    <p:embed/>
                  </p:oleObj>
                </mc:Choice>
                <mc:Fallback>
                  <p:oleObj name="Equation" r:id="rId9" imgW="164880" imgH="177480" progId="Equation.3">
                    <p:embed/>
                    <p:pic>
                      <p:nvPicPr>
                        <p:cNvPr id="9219" name="Object 173">
                          <a:extLst>
                            <a:ext uri="{FF2B5EF4-FFF2-40B4-BE49-F238E27FC236}">
                              <a16:creationId xmlns:a16="http://schemas.microsoft.com/office/drawing/2014/main" id="{BF39A89D-6AB9-4ECA-9064-43E67BB071FA}"/>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88" y="2496"/>
                          <a:ext cx="313" cy="3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2" name="Line 174">
              <a:extLst>
                <a:ext uri="{FF2B5EF4-FFF2-40B4-BE49-F238E27FC236}">
                  <a16:creationId xmlns:a16="http://schemas.microsoft.com/office/drawing/2014/main" id="{DB71D3E4-C83A-4416-9827-CE52368B3CFB}"/>
                </a:ext>
              </a:extLst>
            </p:cNvPr>
            <p:cNvSpPr>
              <a:spLocks noChangeShapeType="1"/>
            </p:cNvSpPr>
            <p:nvPr/>
          </p:nvSpPr>
          <p:spPr bwMode="auto">
            <a:xfrm>
              <a:off x="3072" y="2688"/>
              <a:ext cx="1488"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33" name="Line 175">
              <a:extLst>
                <a:ext uri="{FF2B5EF4-FFF2-40B4-BE49-F238E27FC236}">
                  <a16:creationId xmlns:a16="http://schemas.microsoft.com/office/drawing/2014/main" id="{0CFA49F9-B709-4060-BCA4-00855BF734D0}"/>
                </a:ext>
              </a:extLst>
            </p:cNvPr>
            <p:cNvSpPr>
              <a:spLocks noChangeShapeType="1"/>
            </p:cNvSpPr>
            <p:nvPr/>
          </p:nvSpPr>
          <p:spPr bwMode="auto">
            <a:xfrm flipH="1" flipV="1">
              <a:off x="1488" y="2688"/>
              <a:ext cx="1056" cy="0"/>
            </a:xfrm>
            <a:prstGeom prst="line">
              <a:avLst/>
            </a:prstGeom>
            <a:noFill/>
            <a:ln w="19050">
              <a:solidFill>
                <a:srgbClr val="000000"/>
              </a:solidFill>
              <a:round/>
              <a:headEnd/>
              <a:tailEnd type="triangle" w="sm" len="lg"/>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34" name="Group 197">
            <a:extLst>
              <a:ext uri="{FF2B5EF4-FFF2-40B4-BE49-F238E27FC236}">
                <a16:creationId xmlns:a16="http://schemas.microsoft.com/office/drawing/2014/main" id="{5AAAAFE7-8872-492B-AEA4-E354C178A2D5}"/>
              </a:ext>
            </a:extLst>
          </p:cNvPr>
          <p:cNvGrpSpPr>
            <a:grpSpLocks/>
          </p:cNvGrpSpPr>
          <p:nvPr/>
        </p:nvGrpSpPr>
        <p:grpSpPr bwMode="auto">
          <a:xfrm>
            <a:off x="6638925" y="1479938"/>
            <a:ext cx="508000" cy="3117850"/>
            <a:chOff x="5554" y="1253"/>
            <a:chExt cx="320" cy="1964"/>
          </a:xfrm>
        </p:grpSpPr>
        <p:sp>
          <p:nvSpPr>
            <p:cNvPr id="135" name="Rectangle 178" descr="深色下对角线">
              <a:extLst>
                <a:ext uri="{FF2B5EF4-FFF2-40B4-BE49-F238E27FC236}">
                  <a16:creationId xmlns:a16="http://schemas.microsoft.com/office/drawing/2014/main" id="{2E15E471-1EA2-49C4-A976-7D60DD94924E}"/>
                </a:ext>
              </a:extLst>
            </p:cNvPr>
            <p:cNvSpPr>
              <a:spLocks noChangeArrowheads="1"/>
            </p:cNvSpPr>
            <p:nvPr/>
          </p:nvSpPr>
          <p:spPr bwMode="auto">
            <a:xfrm>
              <a:off x="5554" y="1344"/>
              <a:ext cx="48" cy="1873"/>
            </a:xfrm>
            <a:prstGeom prst="rect">
              <a:avLst/>
            </a:prstGeom>
            <a:pattFill prst="dkDnDiag">
              <a:fgClr>
                <a:srgbClr val="006666"/>
              </a:fgClr>
              <a:bgClr>
                <a:srgbClr val="EBF7FF"/>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136" name="Object 179" descr="深色下对角线">
              <a:extLst>
                <a:ext uri="{FF2B5EF4-FFF2-40B4-BE49-F238E27FC236}">
                  <a16:creationId xmlns:a16="http://schemas.microsoft.com/office/drawing/2014/main" id="{F0E57D7A-7BA1-4A3F-A4DD-ABFFF8855660}"/>
                </a:ext>
              </a:extLst>
            </p:cNvPr>
            <p:cNvGraphicFramePr>
              <a:graphicFrameLocks noChangeAspect="1"/>
            </p:cNvGraphicFramePr>
            <p:nvPr/>
          </p:nvGraphicFramePr>
          <p:xfrm>
            <a:off x="5651" y="1253"/>
            <a:ext cx="223" cy="240"/>
          </p:xfrm>
          <a:graphic>
            <a:graphicData uri="http://schemas.openxmlformats.org/presentationml/2006/ole">
              <mc:AlternateContent xmlns:mc="http://schemas.openxmlformats.org/markup-compatibility/2006">
                <mc:Choice xmlns:v="urn:schemas-microsoft-com:vml" Requires="v">
                  <p:oleObj name="Equation" r:id="rId11" imgW="152280" imgH="164880" progId="Equation.3">
                    <p:embed/>
                  </p:oleObj>
                </mc:Choice>
                <mc:Fallback>
                  <p:oleObj name="Equation" r:id="rId11" imgW="152280" imgH="164880" progId="Equation.3">
                    <p:embed/>
                    <p:pic>
                      <p:nvPicPr>
                        <p:cNvPr id="9218" name="Object 179" descr="深色下对角线">
                          <a:extLst>
                            <a:ext uri="{FF2B5EF4-FFF2-40B4-BE49-F238E27FC236}">
                              <a16:creationId xmlns:a16="http://schemas.microsoft.com/office/drawing/2014/main" id="{88AA46D6-0AA7-40C2-B6A9-0CB23134EE4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651" y="1253"/>
                          <a:ext cx="223" cy="240"/>
                        </a:xfrm>
                        <a:prstGeom prst="rect">
                          <a:avLst/>
                        </a:prstGeom>
                        <a:noFill/>
                        <a:ln>
                          <a:noFill/>
                        </a:ln>
                        <a:effectLst/>
                        <a:extLst>
                          <a:ext uri="{909E8E84-426E-40DD-AFC4-6F175D3DCCD1}">
                            <a14:hiddenFill xmlns:a14="http://schemas.microsoft.com/office/drawing/2010/main">
                              <a:pattFill prst="dkDnDiag">
                                <a:fgClr>
                                  <a:srgbClr val="0000FF"/>
                                </a:fgClr>
                                <a:bgClr>
                                  <a:srgbClr val="00CC00"/>
                                </a:bgClr>
                              </a:patt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137" name="Group 182">
            <a:extLst>
              <a:ext uri="{FF2B5EF4-FFF2-40B4-BE49-F238E27FC236}">
                <a16:creationId xmlns:a16="http://schemas.microsoft.com/office/drawing/2014/main" id="{61F0C5A2-F612-465C-8706-209551D6FC95}"/>
              </a:ext>
            </a:extLst>
          </p:cNvPr>
          <p:cNvGrpSpPr>
            <a:grpSpLocks/>
          </p:cNvGrpSpPr>
          <p:nvPr/>
        </p:nvGrpSpPr>
        <p:grpSpPr bwMode="auto">
          <a:xfrm>
            <a:off x="6715125" y="1827600"/>
            <a:ext cx="457200" cy="1944688"/>
            <a:chOff x="3216" y="1152"/>
            <a:chExt cx="288" cy="1056"/>
          </a:xfrm>
        </p:grpSpPr>
        <p:grpSp>
          <p:nvGrpSpPr>
            <p:cNvPr id="138" name="Group 183">
              <a:extLst>
                <a:ext uri="{FF2B5EF4-FFF2-40B4-BE49-F238E27FC236}">
                  <a16:creationId xmlns:a16="http://schemas.microsoft.com/office/drawing/2014/main" id="{C4CEE834-CC13-47A7-A70D-201A6B4B1426}"/>
                </a:ext>
              </a:extLst>
            </p:cNvPr>
            <p:cNvGrpSpPr>
              <a:grpSpLocks/>
            </p:cNvGrpSpPr>
            <p:nvPr/>
          </p:nvGrpSpPr>
          <p:grpSpPr bwMode="auto">
            <a:xfrm>
              <a:off x="3216" y="1680"/>
              <a:ext cx="288" cy="528"/>
              <a:chOff x="4512" y="3264"/>
              <a:chExt cx="384" cy="480"/>
            </a:xfrm>
          </p:grpSpPr>
          <p:grpSp>
            <p:nvGrpSpPr>
              <p:cNvPr id="140" name="Group 184">
                <a:extLst>
                  <a:ext uri="{FF2B5EF4-FFF2-40B4-BE49-F238E27FC236}">
                    <a16:creationId xmlns:a16="http://schemas.microsoft.com/office/drawing/2014/main" id="{88AEDFCD-0FC4-4D31-B55A-93A3F0629CAA}"/>
                  </a:ext>
                </a:extLst>
              </p:cNvPr>
              <p:cNvGrpSpPr>
                <a:grpSpLocks/>
              </p:cNvGrpSpPr>
              <p:nvPr/>
            </p:nvGrpSpPr>
            <p:grpSpPr bwMode="auto">
              <a:xfrm>
                <a:off x="4512" y="3360"/>
                <a:ext cx="384" cy="384"/>
                <a:chOff x="4512" y="3360"/>
                <a:chExt cx="384" cy="384"/>
              </a:xfrm>
            </p:grpSpPr>
            <p:sp>
              <p:nvSpPr>
                <p:cNvPr id="142" name="Rectangle 185">
                  <a:extLst>
                    <a:ext uri="{FF2B5EF4-FFF2-40B4-BE49-F238E27FC236}">
                      <a16:creationId xmlns:a16="http://schemas.microsoft.com/office/drawing/2014/main" id="{096B54DA-714F-42A8-A2BF-E2EEBDF21044}"/>
                    </a:ext>
                  </a:extLst>
                </p:cNvPr>
                <p:cNvSpPr>
                  <a:spLocks noChangeArrowheads="1"/>
                </p:cNvSpPr>
                <p:nvPr/>
              </p:nvSpPr>
              <p:spPr bwMode="auto">
                <a:xfrm>
                  <a:off x="4512" y="3648"/>
                  <a:ext cx="384" cy="96"/>
                </a:xfrm>
                <a:prstGeom prst="rect">
                  <a:avLst/>
                </a:prstGeom>
                <a:gradFill rotWithShape="0">
                  <a:gsLst>
                    <a:gs pos="0">
                      <a:srgbClr val="000000"/>
                    </a:gs>
                    <a:gs pos="50000">
                      <a:srgbClr val="FFFF5D"/>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3" name="Rectangle 186">
                  <a:extLst>
                    <a:ext uri="{FF2B5EF4-FFF2-40B4-BE49-F238E27FC236}">
                      <a16:creationId xmlns:a16="http://schemas.microsoft.com/office/drawing/2014/main" id="{E3DDAED0-55EB-4F6A-954A-62CD64753A77}"/>
                    </a:ext>
                  </a:extLst>
                </p:cNvPr>
                <p:cNvSpPr>
                  <a:spLocks noChangeArrowheads="1"/>
                </p:cNvSpPr>
                <p:nvPr/>
              </p:nvSpPr>
              <p:spPr bwMode="auto">
                <a:xfrm>
                  <a:off x="4512" y="3552"/>
                  <a:ext cx="384" cy="96"/>
                </a:xfrm>
                <a:prstGeom prst="rect">
                  <a:avLst/>
                </a:prstGeom>
                <a:gradFill rotWithShape="0">
                  <a:gsLst>
                    <a:gs pos="0">
                      <a:srgbClr val="000000"/>
                    </a:gs>
                    <a:gs pos="50000">
                      <a:srgbClr val="FFFF5D"/>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4" name="Rectangle 187">
                  <a:extLst>
                    <a:ext uri="{FF2B5EF4-FFF2-40B4-BE49-F238E27FC236}">
                      <a16:creationId xmlns:a16="http://schemas.microsoft.com/office/drawing/2014/main" id="{62EE67CD-627A-4A2E-A930-7791B472D708}"/>
                    </a:ext>
                  </a:extLst>
                </p:cNvPr>
                <p:cNvSpPr>
                  <a:spLocks noChangeArrowheads="1"/>
                </p:cNvSpPr>
                <p:nvPr/>
              </p:nvSpPr>
              <p:spPr bwMode="auto">
                <a:xfrm>
                  <a:off x="4512" y="3456"/>
                  <a:ext cx="384" cy="96"/>
                </a:xfrm>
                <a:prstGeom prst="rect">
                  <a:avLst/>
                </a:prstGeom>
                <a:gradFill rotWithShape="0">
                  <a:gsLst>
                    <a:gs pos="0">
                      <a:srgbClr val="000000"/>
                    </a:gs>
                    <a:gs pos="50000">
                      <a:srgbClr val="FFFF5D"/>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5" name="Rectangle 188">
                  <a:extLst>
                    <a:ext uri="{FF2B5EF4-FFF2-40B4-BE49-F238E27FC236}">
                      <a16:creationId xmlns:a16="http://schemas.microsoft.com/office/drawing/2014/main" id="{5EE6CC35-E99D-4FBF-9D18-576E0C1C3847}"/>
                    </a:ext>
                  </a:extLst>
                </p:cNvPr>
                <p:cNvSpPr>
                  <a:spLocks noChangeArrowheads="1"/>
                </p:cNvSpPr>
                <p:nvPr/>
              </p:nvSpPr>
              <p:spPr bwMode="auto">
                <a:xfrm>
                  <a:off x="4512" y="3360"/>
                  <a:ext cx="384" cy="96"/>
                </a:xfrm>
                <a:prstGeom prst="rect">
                  <a:avLst/>
                </a:prstGeom>
                <a:gradFill rotWithShape="0">
                  <a:gsLst>
                    <a:gs pos="0">
                      <a:srgbClr val="000000"/>
                    </a:gs>
                    <a:gs pos="50000">
                      <a:srgbClr val="FFFF5D"/>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41" name="Rectangle 189">
                <a:extLst>
                  <a:ext uri="{FF2B5EF4-FFF2-40B4-BE49-F238E27FC236}">
                    <a16:creationId xmlns:a16="http://schemas.microsoft.com/office/drawing/2014/main" id="{1A555FC9-A382-44F7-A9A3-0DD2AE48334E}"/>
                  </a:ext>
                </a:extLst>
              </p:cNvPr>
              <p:cNvSpPr>
                <a:spLocks noChangeArrowheads="1"/>
              </p:cNvSpPr>
              <p:nvPr/>
            </p:nvSpPr>
            <p:spPr bwMode="auto">
              <a:xfrm>
                <a:off x="4512" y="3264"/>
                <a:ext cx="384" cy="96"/>
              </a:xfrm>
              <a:prstGeom prst="rect">
                <a:avLst/>
              </a:prstGeom>
              <a:gradFill rotWithShape="0">
                <a:gsLst>
                  <a:gs pos="0">
                    <a:srgbClr val="000000"/>
                  </a:gs>
                  <a:gs pos="50000">
                    <a:srgbClr val="FFFF5D"/>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39" name="Rectangle 190">
              <a:extLst>
                <a:ext uri="{FF2B5EF4-FFF2-40B4-BE49-F238E27FC236}">
                  <a16:creationId xmlns:a16="http://schemas.microsoft.com/office/drawing/2014/main" id="{6337B849-E94E-42C9-92F3-99365D546113}"/>
                </a:ext>
              </a:extLst>
            </p:cNvPr>
            <p:cNvSpPr>
              <a:spLocks noChangeArrowheads="1"/>
            </p:cNvSpPr>
            <p:nvPr/>
          </p:nvSpPr>
          <p:spPr bwMode="auto">
            <a:xfrm>
              <a:off x="3216" y="1152"/>
              <a:ext cx="288" cy="528"/>
            </a:xfrm>
            <a:prstGeom prst="rect">
              <a:avLst/>
            </a:prstGeom>
            <a:gradFill rotWithShape="0">
              <a:gsLst>
                <a:gs pos="0">
                  <a:srgbClr val="FFFF5D"/>
                </a:gs>
                <a:gs pos="100000">
                  <a:srgbClr val="000000"/>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46" name="Group 201">
            <a:extLst>
              <a:ext uri="{FF2B5EF4-FFF2-40B4-BE49-F238E27FC236}">
                <a16:creationId xmlns:a16="http://schemas.microsoft.com/office/drawing/2014/main" id="{FD4FBC85-CA79-48EB-B5E4-94F4F586FE5B}"/>
              </a:ext>
            </a:extLst>
          </p:cNvPr>
          <p:cNvGrpSpPr>
            <a:grpSpLocks/>
          </p:cNvGrpSpPr>
          <p:nvPr/>
        </p:nvGrpSpPr>
        <p:grpSpPr bwMode="auto">
          <a:xfrm>
            <a:off x="7229475" y="3467488"/>
            <a:ext cx="1785938" cy="579437"/>
            <a:chOff x="3651" y="2505"/>
            <a:chExt cx="1125" cy="365"/>
          </a:xfrm>
        </p:grpSpPr>
        <p:sp>
          <p:nvSpPr>
            <p:cNvPr id="147" name="Rectangle 199">
              <a:extLst>
                <a:ext uri="{FF2B5EF4-FFF2-40B4-BE49-F238E27FC236}">
                  <a16:creationId xmlns:a16="http://schemas.microsoft.com/office/drawing/2014/main" id="{6BD0443E-D4F5-47DE-BB4E-C0AFA02A7AC5}"/>
                </a:ext>
              </a:extLst>
            </p:cNvPr>
            <p:cNvSpPr>
              <a:spLocks noChangeArrowheads="1"/>
            </p:cNvSpPr>
            <p:nvPr/>
          </p:nvSpPr>
          <p:spPr bwMode="auto">
            <a:xfrm>
              <a:off x="3960" y="2505"/>
              <a:ext cx="816" cy="365"/>
            </a:xfrm>
            <a:prstGeom prst="rect">
              <a:avLst/>
            </a:prstGeom>
            <a:noFill/>
            <a:ln w="9525">
              <a:noFill/>
              <a:miter lim="800000"/>
              <a:headEnd/>
              <a:tailEnd/>
            </a:ln>
            <a:effectLst/>
          </p:spPr>
          <p:txBody>
            <a:bodyPr>
              <a:spAutoFit/>
            </a:bodyPr>
            <a:lstStyle/>
            <a:p>
              <a:pPr defTabSz="914400" eaLnBrk="1" hangingPunct="1">
                <a:defRPr/>
              </a:pPr>
              <a:r>
                <a:rPr kumimoji="1" lang="zh-CN" altLang="en-US" sz="3200" b="1" dirty="0">
                  <a:solidFill>
                    <a:srgbClr val="000000"/>
                  </a:solidFill>
                  <a:effectLst>
                    <a:outerShdw blurRad="38100" dist="38100" dir="2700000" algn="tl">
                      <a:srgbClr val="FFFFFF"/>
                    </a:outerShdw>
                  </a:effectLst>
                  <a:latin typeface="华文中宋" pitchFamily="2" charset="-122"/>
                  <a:ea typeface="华文中宋" pitchFamily="2" charset="-122"/>
                </a:rPr>
                <a:t>暗纹</a:t>
              </a:r>
            </a:p>
          </p:txBody>
        </p:sp>
        <p:sp>
          <p:nvSpPr>
            <p:cNvPr id="148" name="Line 200">
              <a:extLst>
                <a:ext uri="{FF2B5EF4-FFF2-40B4-BE49-F238E27FC236}">
                  <a16:creationId xmlns:a16="http://schemas.microsoft.com/office/drawing/2014/main" id="{8CFF5581-4B36-4CE0-B9D7-3716CE081414}"/>
                </a:ext>
              </a:extLst>
            </p:cNvPr>
            <p:cNvSpPr>
              <a:spLocks noChangeShapeType="1"/>
            </p:cNvSpPr>
            <p:nvPr/>
          </p:nvSpPr>
          <p:spPr bwMode="auto">
            <a:xfrm>
              <a:off x="3651" y="2704"/>
              <a:ext cx="318" cy="0"/>
            </a:xfrm>
            <a:prstGeom prst="line">
              <a:avLst/>
            </a:prstGeom>
            <a:noFill/>
            <a:ln w="190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sp>
        <p:nvSpPr>
          <p:cNvPr id="149" name="Rectangle 192">
            <a:extLst>
              <a:ext uri="{FF2B5EF4-FFF2-40B4-BE49-F238E27FC236}">
                <a16:creationId xmlns:a16="http://schemas.microsoft.com/office/drawing/2014/main" id="{DBD47009-085B-4E71-9E24-BA2D9785BE4F}"/>
              </a:ext>
            </a:extLst>
          </p:cNvPr>
          <p:cNvSpPr>
            <a:spLocks noChangeArrowheads="1"/>
          </p:cNvSpPr>
          <p:nvPr/>
        </p:nvSpPr>
        <p:spPr bwMode="auto">
          <a:xfrm>
            <a:off x="1663567" y="5222487"/>
            <a:ext cx="9950715" cy="1255728"/>
          </a:xfrm>
          <a:prstGeom prst="rect">
            <a:avLst/>
          </a:prstGeom>
          <a:noFill/>
          <a:ln w="9525">
            <a:noFill/>
            <a:miter lim="800000"/>
            <a:headEnd/>
            <a:tailEnd/>
          </a:ln>
          <a:effectLst/>
        </p:spPr>
        <p:txBody>
          <a:bodyPr wrap="square">
            <a:spAutoFit/>
          </a:bodyPr>
          <a:lstStyle/>
          <a:p>
            <a:pPr defTabSz="914400" eaLnBrk="1" hangingPunct="1">
              <a:lnSpc>
                <a:spcPct val="90000"/>
              </a:lnSpc>
              <a:defRPr/>
            </a:pPr>
            <a:r>
              <a:rPr kumimoji="1" lang="zh-CN" altLang="en-US" sz="2800" b="1" dirty="0">
                <a:latin typeface="微软雅黑" panose="020B0503020204020204" pitchFamily="34" charset="-122"/>
                <a:ea typeface="微软雅黑" panose="020B0503020204020204" pitchFamily="34" charset="-122"/>
              </a:rPr>
              <a:t>当光从光疏介质</a:t>
            </a:r>
            <a:r>
              <a:rPr kumimoji="1" lang="zh-CN" altLang="en-US" sz="2800" b="1" dirty="0">
                <a:solidFill>
                  <a:srgbClr val="FF0000"/>
                </a:solidFill>
                <a:latin typeface="微软雅黑" panose="020B0503020204020204" pitchFamily="34" charset="-122"/>
                <a:ea typeface="微软雅黑" panose="020B0503020204020204" pitchFamily="34" charset="-122"/>
              </a:rPr>
              <a:t>垂直入射</a:t>
            </a:r>
            <a:r>
              <a:rPr kumimoji="1" lang="en-US" altLang="zh-CN" sz="2800" b="1" dirty="0">
                <a:solidFill>
                  <a:srgbClr val="FF0000"/>
                </a:solidFill>
                <a:latin typeface="微软雅黑" panose="020B0503020204020204" pitchFamily="34" charset="-122"/>
                <a:ea typeface="微软雅黑" panose="020B0503020204020204" pitchFamily="34" charset="-122"/>
              </a:rPr>
              <a:t>(</a:t>
            </a:r>
            <a:r>
              <a:rPr kumimoji="1" lang="en-US" altLang="zh-CN" sz="2800" b="1" dirty="0" err="1">
                <a:solidFill>
                  <a:srgbClr val="FF0000"/>
                </a:solidFill>
                <a:latin typeface="微软雅黑" panose="020B0503020204020204" pitchFamily="34" charset="-122"/>
                <a:ea typeface="微软雅黑" panose="020B0503020204020204" pitchFamily="34" charset="-122"/>
              </a:rPr>
              <a:t>i</a:t>
            </a:r>
            <a:r>
              <a:rPr kumimoji="1" lang="en-US" altLang="zh-CN" sz="2800" b="1" dirty="0">
                <a:solidFill>
                  <a:srgbClr val="FF0000"/>
                </a:solidFill>
                <a:latin typeface="微软雅黑" panose="020B0503020204020204" pitchFamily="34" charset="-122"/>
                <a:ea typeface="微软雅黑" panose="020B0503020204020204" pitchFamily="34" charset="-122"/>
              </a:rPr>
              <a:t>=0°)</a:t>
            </a:r>
            <a:r>
              <a:rPr kumimoji="1" lang="zh-CN" altLang="en-US" sz="2800" b="1" dirty="0">
                <a:latin typeface="微软雅黑" panose="020B0503020204020204" pitchFamily="34" charset="-122"/>
                <a:ea typeface="微软雅黑" panose="020B0503020204020204" pitchFamily="34" charset="-122"/>
              </a:rPr>
              <a:t>或者</a:t>
            </a:r>
            <a:r>
              <a:rPr kumimoji="1" lang="zh-CN" altLang="en-US" sz="2800" b="1" dirty="0">
                <a:solidFill>
                  <a:srgbClr val="FF0000"/>
                </a:solidFill>
                <a:latin typeface="微软雅黑" panose="020B0503020204020204" pitchFamily="34" charset="-122"/>
                <a:ea typeface="微软雅黑" panose="020B0503020204020204" pitchFamily="34" charset="-122"/>
              </a:rPr>
              <a:t>掠射至</a:t>
            </a:r>
            <a:r>
              <a:rPr kumimoji="1" lang="en-US" altLang="zh-CN" sz="2800" b="1" dirty="0">
                <a:solidFill>
                  <a:srgbClr val="FF0000"/>
                </a:solidFill>
                <a:latin typeface="微软雅黑" panose="020B0503020204020204" pitchFamily="34" charset="-122"/>
                <a:ea typeface="微软雅黑" panose="020B0503020204020204" pitchFamily="34" charset="-122"/>
              </a:rPr>
              <a:t>(</a:t>
            </a:r>
            <a:r>
              <a:rPr kumimoji="1" lang="en-US" altLang="zh-CN" sz="2800" b="1" dirty="0" err="1">
                <a:solidFill>
                  <a:srgbClr val="FF0000"/>
                </a:solidFill>
                <a:latin typeface="微软雅黑" panose="020B0503020204020204" pitchFamily="34" charset="-122"/>
                <a:ea typeface="微软雅黑" panose="020B0503020204020204" pitchFamily="34" charset="-122"/>
              </a:rPr>
              <a:t>i</a:t>
            </a:r>
            <a:r>
              <a:rPr kumimoji="1" lang="en-US" altLang="zh-CN" sz="2800" b="1" dirty="0">
                <a:solidFill>
                  <a:srgbClr val="FF0000"/>
                </a:solidFill>
                <a:latin typeface="微软雅黑" panose="020B0503020204020204" pitchFamily="34" charset="-122"/>
                <a:ea typeface="微软雅黑" panose="020B0503020204020204" pitchFamily="34" charset="-122"/>
              </a:rPr>
              <a:t>=90°)</a:t>
            </a:r>
            <a:r>
              <a:rPr kumimoji="1" lang="zh-CN" altLang="en-US" sz="2800" b="1" dirty="0">
                <a:latin typeface="微软雅黑" panose="020B0503020204020204" pitchFamily="34" charset="-122"/>
                <a:ea typeface="微软雅黑" panose="020B0503020204020204" pitchFamily="34" charset="-122"/>
              </a:rPr>
              <a:t>光密介质，</a:t>
            </a:r>
            <a:endParaRPr kumimoji="1" lang="en-US" altLang="zh-CN" sz="2800" b="1" dirty="0">
              <a:latin typeface="微软雅黑" panose="020B0503020204020204" pitchFamily="34" charset="-122"/>
              <a:ea typeface="微软雅黑" panose="020B0503020204020204" pitchFamily="34" charset="-122"/>
            </a:endParaRPr>
          </a:p>
          <a:p>
            <a:pPr defTabSz="914400" eaLnBrk="1" hangingPunct="1">
              <a:lnSpc>
                <a:spcPct val="90000"/>
              </a:lnSpc>
              <a:defRPr/>
            </a:pPr>
            <a:r>
              <a:rPr kumimoji="1" lang="zh-CN" altLang="en-US" sz="2800" b="1" dirty="0">
                <a:latin typeface="微软雅黑" panose="020B0503020204020204" pitchFamily="34" charset="-122"/>
                <a:ea typeface="微软雅黑" panose="020B0503020204020204" pitchFamily="34" charset="-122"/>
              </a:rPr>
              <a:t>则反射光的相位较入射光的</a:t>
            </a:r>
            <a:r>
              <a:rPr kumimoji="1" lang="zh-CN" altLang="en-US" sz="2800" b="1" dirty="0">
                <a:solidFill>
                  <a:srgbClr val="FF0000"/>
                </a:solidFill>
                <a:latin typeface="微软雅黑" panose="020B0503020204020204" pitchFamily="34" charset="-122"/>
                <a:ea typeface="微软雅黑" panose="020B0503020204020204" pitchFamily="34" charset="-122"/>
              </a:rPr>
              <a:t>相位跃变</a:t>
            </a:r>
            <a:r>
              <a:rPr kumimoji="1" lang="zh-CN" altLang="en-US" sz="2800" b="1" dirty="0">
                <a:latin typeface="微软雅黑" panose="020B0503020204020204" pitchFamily="34" charset="-122"/>
                <a:ea typeface="微软雅黑" panose="020B0503020204020204" pitchFamily="34" charset="-122"/>
              </a:rPr>
              <a:t>了</a:t>
            </a:r>
            <a:r>
              <a:rPr kumimoji="1" lang="en-US" altLang="zh-CN" sz="2800" b="1" dirty="0">
                <a:latin typeface="微软雅黑" panose="020B0503020204020204" pitchFamily="34" charset="-122"/>
                <a:ea typeface="微软雅黑" panose="020B0503020204020204" pitchFamily="34" charset="-122"/>
                <a:cs typeface="Times New Roman" pitchFamily="18" charset="0"/>
              </a:rPr>
              <a:t>π</a:t>
            </a:r>
            <a:r>
              <a:rPr kumimoji="1" lang="zh-CN" altLang="en-US" sz="2800" b="1" dirty="0">
                <a:latin typeface="微软雅黑" panose="020B0503020204020204" pitchFamily="34" charset="-122"/>
                <a:ea typeface="微软雅黑" panose="020B0503020204020204" pitchFamily="34" charset="-122"/>
              </a:rPr>
              <a:t>，</a:t>
            </a:r>
            <a:endParaRPr kumimoji="1" lang="en-US" altLang="zh-CN" sz="2800" b="1" dirty="0">
              <a:latin typeface="微软雅黑" panose="020B0503020204020204" pitchFamily="34" charset="-122"/>
              <a:ea typeface="微软雅黑" panose="020B0503020204020204" pitchFamily="34" charset="-122"/>
            </a:endParaRPr>
          </a:p>
          <a:p>
            <a:pPr defTabSz="914400" eaLnBrk="1" hangingPunct="1">
              <a:lnSpc>
                <a:spcPct val="90000"/>
              </a:lnSpc>
              <a:defRPr/>
            </a:pPr>
            <a:r>
              <a:rPr kumimoji="1" lang="zh-CN" altLang="en-US" sz="2800" b="1" dirty="0">
                <a:latin typeface="微软雅黑" panose="020B0503020204020204" pitchFamily="34" charset="-122"/>
                <a:ea typeface="微软雅黑" panose="020B0503020204020204" pitchFamily="34" charset="-122"/>
              </a:rPr>
              <a:t>相当于反射光与入射光之间</a:t>
            </a:r>
            <a:r>
              <a:rPr kumimoji="1" lang="zh-CN" altLang="en-US" sz="2800" b="1" dirty="0">
                <a:solidFill>
                  <a:srgbClr val="FF0000"/>
                </a:solidFill>
                <a:latin typeface="微软雅黑" panose="020B0503020204020204" pitchFamily="34" charset="-122"/>
                <a:ea typeface="微软雅黑" panose="020B0503020204020204" pitchFamily="34" charset="-122"/>
              </a:rPr>
              <a:t>波程差变化了半个波长</a:t>
            </a:r>
            <a:r>
              <a:rPr kumimoji="1" lang="en-US" altLang="zh-CN" sz="2800" b="1" dirty="0">
                <a:solidFill>
                  <a:srgbClr val="FF0000"/>
                </a:solidFill>
                <a:latin typeface="微软雅黑" panose="020B0503020204020204" pitchFamily="34" charset="-122"/>
                <a:ea typeface="微软雅黑" panose="020B0503020204020204" pitchFamily="34" charset="-122"/>
              </a:rPr>
              <a:t>(</a:t>
            </a:r>
            <a:r>
              <a:rPr kumimoji="1" lang="zh-CN" altLang="en-US" sz="2800" b="1" dirty="0">
                <a:solidFill>
                  <a:srgbClr val="FF0000"/>
                </a:solidFill>
                <a:latin typeface="微软雅黑" panose="020B0503020204020204" pitchFamily="34" charset="-122"/>
                <a:ea typeface="微软雅黑" panose="020B0503020204020204" pitchFamily="34" charset="-122"/>
              </a:rPr>
              <a:t>半波损失</a:t>
            </a:r>
            <a:r>
              <a:rPr kumimoji="1" lang="en-US" altLang="zh-CN" sz="2800" b="1" dirty="0">
                <a:solidFill>
                  <a:srgbClr val="FF0000"/>
                </a:solidFill>
                <a:latin typeface="微软雅黑" panose="020B0503020204020204" pitchFamily="34" charset="-122"/>
                <a:ea typeface="微软雅黑" panose="020B0503020204020204" pitchFamily="34" charset="-122"/>
              </a:rPr>
              <a:t>)</a:t>
            </a:r>
            <a:r>
              <a:rPr kumimoji="1" lang="en-US" altLang="zh-CN" sz="2800" b="1" dirty="0">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26213837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3" fill="hold" nodeType="clickEffect">
                                  <p:stCondLst>
                                    <p:cond delay="0"/>
                                  </p:stCondLst>
                                  <p:childTnLst>
                                    <p:set>
                                      <p:cBhvr>
                                        <p:cTn id="6" dur="1" fill="hold">
                                          <p:stCondLst>
                                            <p:cond delay="0"/>
                                          </p:stCondLst>
                                        </p:cTn>
                                        <p:tgtEl>
                                          <p:spTgt spid="105"/>
                                        </p:tgtEl>
                                        <p:attrNameLst>
                                          <p:attrName>style.visibility</p:attrName>
                                        </p:attrNameLst>
                                      </p:cBhvr>
                                      <p:to>
                                        <p:strVal val="visible"/>
                                      </p:to>
                                    </p:set>
                                    <p:animEffect transition="in" filter="strips(upRight)">
                                      <p:cBhvr>
                                        <p:cTn id="7" dur="500"/>
                                        <p:tgtEl>
                                          <p:spTgt spid="105"/>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19"/>
                                        </p:tgtEl>
                                        <p:attrNameLst>
                                          <p:attrName>style.visibility</p:attrName>
                                        </p:attrNameLst>
                                      </p:cBhvr>
                                      <p:to>
                                        <p:strVal val="visible"/>
                                      </p:to>
                                    </p:set>
                                    <p:animEffect transition="in" filter="strips(downRight)">
                                      <p:cBhvr>
                                        <p:cTn id="12" dur="500"/>
                                        <p:tgtEl>
                                          <p:spTgt spid="119"/>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3" fill="hold" nodeType="clickEffect">
                                  <p:stCondLst>
                                    <p:cond delay="0"/>
                                  </p:stCondLst>
                                  <p:childTnLst>
                                    <p:set>
                                      <p:cBhvr>
                                        <p:cTn id="16" dur="1" fill="hold">
                                          <p:stCondLst>
                                            <p:cond delay="0"/>
                                          </p:stCondLst>
                                        </p:cTn>
                                        <p:tgtEl>
                                          <p:spTgt spid="110"/>
                                        </p:tgtEl>
                                        <p:attrNameLst>
                                          <p:attrName>style.visibility</p:attrName>
                                        </p:attrNameLst>
                                      </p:cBhvr>
                                      <p:to>
                                        <p:strVal val="visible"/>
                                      </p:to>
                                    </p:set>
                                    <p:animEffect transition="in" filter="strips(upRight)">
                                      <p:cBhvr>
                                        <p:cTn id="17" dur="500"/>
                                        <p:tgtEl>
                                          <p:spTgt spid="110"/>
                                        </p:tgtEl>
                                      </p:cBhvr>
                                    </p:animEffect>
                                  </p:childTnLst>
                                </p:cTn>
                              </p:par>
                            </p:childTnLst>
                          </p:cTn>
                        </p:par>
                      </p:childTnLst>
                    </p:cTn>
                  </p:par>
                  <p:par>
                    <p:cTn id="18" fill="hold">
                      <p:stCondLst>
                        <p:cond delay="indefinite"/>
                      </p:stCondLst>
                      <p:childTnLst>
                        <p:par>
                          <p:cTn id="19" fill="hold">
                            <p:stCondLst>
                              <p:cond delay="0"/>
                            </p:stCondLst>
                            <p:childTnLst>
                              <p:par>
                                <p:cTn id="20" presetID="18" presetClass="entr" presetSubtype="12" fill="hold" nodeType="clickEffect">
                                  <p:stCondLst>
                                    <p:cond delay="0"/>
                                  </p:stCondLst>
                                  <p:childTnLst>
                                    <p:set>
                                      <p:cBhvr>
                                        <p:cTn id="21" dur="1" fill="hold">
                                          <p:stCondLst>
                                            <p:cond delay="0"/>
                                          </p:stCondLst>
                                        </p:cTn>
                                        <p:tgtEl>
                                          <p:spTgt spid="115"/>
                                        </p:tgtEl>
                                        <p:attrNameLst>
                                          <p:attrName>style.visibility</p:attrName>
                                        </p:attrNameLst>
                                      </p:cBhvr>
                                      <p:to>
                                        <p:strVal val="visible"/>
                                      </p:to>
                                    </p:set>
                                    <p:animEffect transition="in" filter="strips(downLeft)">
                                      <p:cBhvr>
                                        <p:cTn id="22" dur="500"/>
                                        <p:tgtEl>
                                          <p:spTgt spid="115"/>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42" fill="hold" nodeType="clickEffect">
                                  <p:stCondLst>
                                    <p:cond delay="0"/>
                                  </p:stCondLst>
                                  <p:childTnLst>
                                    <p:set>
                                      <p:cBhvr>
                                        <p:cTn id="26" dur="1" fill="hold">
                                          <p:stCondLst>
                                            <p:cond delay="0"/>
                                          </p:stCondLst>
                                        </p:cTn>
                                        <p:tgtEl>
                                          <p:spTgt spid="124"/>
                                        </p:tgtEl>
                                        <p:attrNameLst>
                                          <p:attrName>style.visibility</p:attrName>
                                        </p:attrNameLst>
                                      </p:cBhvr>
                                      <p:to>
                                        <p:strVal val="visible"/>
                                      </p:to>
                                    </p:set>
                                    <p:animEffect transition="in" filter="barn(outHorizontal)">
                                      <p:cBhvr>
                                        <p:cTn id="27" dur="500"/>
                                        <p:tgtEl>
                                          <p:spTgt spid="124"/>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37" fill="hold" nodeType="clickEffect">
                                  <p:stCondLst>
                                    <p:cond delay="0"/>
                                  </p:stCondLst>
                                  <p:childTnLst>
                                    <p:set>
                                      <p:cBhvr>
                                        <p:cTn id="31" dur="1" fill="hold">
                                          <p:stCondLst>
                                            <p:cond delay="0"/>
                                          </p:stCondLst>
                                        </p:cTn>
                                        <p:tgtEl>
                                          <p:spTgt spid="129"/>
                                        </p:tgtEl>
                                        <p:attrNameLst>
                                          <p:attrName>style.visibility</p:attrName>
                                        </p:attrNameLst>
                                      </p:cBhvr>
                                      <p:to>
                                        <p:strVal val="visible"/>
                                      </p:to>
                                    </p:set>
                                    <p:animEffect transition="in" filter="barn(outVertical)">
                                      <p:cBhvr>
                                        <p:cTn id="32" dur="500"/>
                                        <p:tgtEl>
                                          <p:spTgt spid="129"/>
                                        </p:tgtEl>
                                      </p:cBhvr>
                                    </p:animEffect>
                                  </p:childTnLst>
                                </p:cTn>
                              </p:par>
                            </p:childTnLst>
                          </p:cTn>
                        </p:par>
                      </p:childTnLst>
                    </p:cTn>
                  </p:par>
                  <p:par>
                    <p:cTn id="33" fill="hold">
                      <p:stCondLst>
                        <p:cond delay="indefinite"/>
                      </p:stCondLst>
                      <p:childTnLst>
                        <p:par>
                          <p:cTn id="34" fill="hold">
                            <p:stCondLst>
                              <p:cond delay="0"/>
                            </p:stCondLst>
                            <p:childTnLst>
                              <p:par>
                                <p:cTn id="35" presetID="18" presetClass="entr" presetSubtype="3" fill="hold" grpId="0" nodeType="clickEffect">
                                  <p:stCondLst>
                                    <p:cond delay="0"/>
                                  </p:stCondLst>
                                  <p:childTnLst>
                                    <p:set>
                                      <p:cBhvr>
                                        <p:cTn id="36" dur="1" fill="hold">
                                          <p:stCondLst>
                                            <p:cond delay="0"/>
                                          </p:stCondLst>
                                        </p:cTn>
                                        <p:tgtEl>
                                          <p:spTgt spid="104"/>
                                        </p:tgtEl>
                                        <p:attrNameLst>
                                          <p:attrName>style.visibility</p:attrName>
                                        </p:attrNameLst>
                                      </p:cBhvr>
                                      <p:to>
                                        <p:strVal val="visible"/>
                                      </p:to>
                                    </p:set>
                                    <p:animEffect transition="in" filter="strips(upRight)">
                                      <p:cBhvr>
                                        <p:cTn id="37" dur="500"/>
                                        <p:tgtEl>
                                          <p:spTgt spid="104"/>
                                        </p:tgtEl>
                                      </p:cBhvr>
                                    </p:animEffect>
                                  </p:childTnLst>
                                </p:cTn>
                              </p:par>
                            </p:childTnLst>
                          </p:cTn>
                        </p:par>
                      </p:childTnLst>
                    </p:cTn>
                  </p:par>
                  <p:par>
                    <p:cTn id="38" fill="hold">
                      <p:stCondLst>
                        <p:cond delay="indefinite"/>
                      </p:stCondLst>
                      <p:childTnLst>
                        <p:par>
                          <p:cTn id="39" fill="hold">
                            <p:stCondLst>
                              <p:cond delay="0"/>
                            </p:stCondLst>
                            <p:childTnLst>
                              <p:par>
                                <p:cTn id="40" presetID="2" presetClass="entr" presetSubtype="2" fill="hold" nodeType="clickEffect">
                                  <p:stCondLst>
                                    <p:cond delay="0"/>
                                  </p:stCondLst>
                                  <p:childTnLst>
                                    <p:set>
                                      <p:cBhvr>
                                        <p:cTn id="41" dur="1" fill="hold">
                                          <p:stCondLst>
                                            <p:cond delay="0"/>
                                          </p:stCondLst>
                                        </p:cTn>
                                        <p:tgtEl>
                                          <p:spTgt spid="134"/>
                                        </p:tgtEl>
                                        <p:attrNameLst>
                                          <p:attrName>style.visibility</p:attrName>
                                        </p:attrNameLst>
                                      </p:cBhvr>
                                      <p:to>
                                        <p:strVal val="visible"/>
                                      </p:to>
                                    </p:set>
                                    <p:anim calcmode="lin" valueType="num">
                                      <p:cBhvr additive="base">
                                        <p:cTn id="42" dur="1000" fill="hold"/>
                                        <p:tgtEl>
                                          <p:spTgt spid="134"/>
                                        </p:tgtEl>
                                        <p:attrNameLst>
                                          <p:attrName>ppt_x</p:attrName>
                                        </p:attrNameLst>
                                      </p:cBhvr>
                                      <p:tavLst>
                                        <p:tav tm="0">
                                          <p:val>
                                            <p:strVal val="1+#ppt_w/2"/>
                                          </p:val>
                                        </p:tav>
                                        <p:tav tm="100000">
                                          <p:val>
                                            <p:strVal val="#ppt_x"/>
                                          </p:val>
                                        </p:tav>
                                      </p:tavLst>
                                    </p:anim>
                                    <p:anim calcmode="lin" valueType="num">
                                      <p:cBhvr additive="base">
                                        <p:cTn id="43" dur="1000" fill="hold"/>
                                        <p:tgtEl>
                                          <p:spTgt spid="134"/>
                                        </p:tgtEl>
                                        <p:attrNameLst>
                                          <p:attrName>ppt_y</p:attrName>
                                        </p:attrNameLst>
                                      </p:cBhvr>
                                      <p:tavLst>
                                        <p:tav tm="0">
                                          <p:val>
                                            <p:strVal val="#ppt_y"/>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9" presetClass="entr" presetSubtype="0" fill="hold" nodeType="clickEffect">
                                  <p:stCondLst>
                                    <p:cond delay="0"/>
                                  </p:stCondLst>
                                  <p:childTnLst>
                                    <p:set>
                                      <p:cBhvr>
                                        <p:cTn id="47" dur="1" fill="hold">
                                          <p:stCondLst>
                                            <p:cond delay="0"/>
                                          </p:stCondLst>
                                        </p:cTn>
                                        <p:tgtEl>
                                          <p:spTgt spid="137"/>
                                        </p:tgtEl>
                                        <p:attrNameLst>
                                          <p:attrName>style.visibility</p:attrName>
                                        </p:attrNameLst>
                                      </p:cBhvr>
                                      <p:to>
                                        <p:strVal val="visible"/>
                                      </p:to>
                                    </p:set>
                                    <p:animEffect transition="in" filter="dissolve">
                                      <p:cBhvr>
                                        <p:cTn id="48" dur="500"/>
                                        <p:tgtEl>
                                          <p:spTgt spid="137"/>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146"/>
                                        </p:tgtEl>
                                        <p:attrNameLst>
                                          <p:attrName>style.visibility</p:attrName>
                                        </p:attrNameLst>
                                      </p:cBhvr>
                                      <p:to>
                                        <p:strVal val="visible"/>
                                      </p:to>
                                    </p:set>
                                    <p:animEffect transition="in" filter="wipe(left)">
                                      <p:cBhvr>
                                        <p:cTn id="53" dur="500"/>
                                        <p:tgtEl>
                                          <p:spTgt spid="14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1" fill="hold" grpId="0" nodeType="clickEffect">
                                  <p:stCondLst>
                                    <p:cond delay="0"/>
                                  </p:stCondLst>
                                  <p:childTnLst>
                                    <p:set>
                                      <p:cBhvr>
                                        <p:cTn id="57" dur="1" fill="hold">
                                          <p:stCondLst>
                                            <p:cond delay="0"/>
                                          </p:stCondLst>
                                        </p:cTn>
                                        <p:tgtEl>
                                          <p:spTgt spid="149"/>
                                        </p:tgtEl>
                                        <p:attrNameLst>
                                          <p:attrName>style.visibility</p:attrName>
                                        </p:attrNameLst>
                                      </p:cBhvr>
                                      <p:to>
                                        <p:strVal val="visible"/>
                                      </p:to>
                                    </p:set>
                                    <p:animEffect transition="in" filter="wipe(up)">
                                      <p:cBhvr>
                                        <p:cTn id="58" dur="500"/>
                                        <p:tgtEl>
                                          <p:spTgt spid="1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4" grpId="0" animBg="1"/>
      <p:bldP spid="14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479376" y="753724"/>
            <a:ext cx="10945216" cy="1717966"/>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在双缝干涉实验中，若单色缝光源</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到双 缝</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en-US" altLang="zh-CN" sz="3200" b="1" i="0" u="none" strike="noStrike" kern="1200" cap="none" spc="0" normalizeH="0" baseline="-2500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en-US" altLang="zh-CN" sz="3200" b="1" i="0" u="none" strike="noStrike" kern="1200" cap="none" spc="0" normalizeH="0" baseline="-2500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距离相等，则观察屏上中央明条纹位于图中</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O</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处。现将缝光源</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向下移动到如图所示的</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Symbol" panose="05050102010706020507" pitchFamily="18" charset="2"/>
              </a:rPr>
              <a:t></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Symbol" panose="05050102010706020507" pitchFamily="18" charset="2"/>
              </a:rPr>
              <a:t>位置，则</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      ）</a:t>
            </a:r>
          </a:p>
        </p:txBody>
      </p:sp>
      <p:sp>
        <p:nvSpPr>
          <p:cNvPr id="4" name="文本框 3"/>
          <p:cNvSpPr txBox="1"/>
          <p:nvPr>
            <p:custDataLst>
              <p:tags r:id="rId3"/>
            </p:custDataLst>
          </p:nvPr>
        </p:nvSpPr>
        <p:spPr>
          <a:xfrm>
            <a:off x="1524001" y="2514054"/>
            <a:ext cx="6522136"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中央明纹向上移动，且条纹间距增大</a:t>
            </a:r>
          </a:p>
        </p:txBody>
      </p:sp>
      <p:sp>
        <p:nvSpPr>
          <p:cNvPr id="5" name="文本框 4"/>
          <p:cNvSpPr txBox="1"/>
          <p:nvPr>
            <p:custDataLst>
              <p:tags r:id="rId4"/>
            </p:custDataLst>
          </p:nvPr>
        </p:nvSpPr>
        <p:spPr>
          <a:xfrm>
            <a:off x="1524000" y="3263943"/>
            <a:ext cx="6656569"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中央明纹向上移动，且条纹间距不变</a:t>
            </a:r>
          </a:p>
        </p:txBody>
      </p:sp>
      <p:sp>
        <p:nvSpPr>
          <p:cNvPr id="6" name="文本框 5"/>
          <p:cNvSpPr txBox="1"/>
          <p:nvPr>
            <p:custDataLst>
              <p:tags r:id="rId5"/>
            </p:custDataLst>
          </p:nvPr>
        </p:nvSpPr>
        <p:spPr>
          <a:xfrm>
            <a:off x="1524001" y="4121526"/>
            <a:ext cx="6522136"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中央明纹向下移动，且条纹间距增大</a:t>
            </a:r>
          </a:p>
        </p:txBody>
      </p:sp>
      <p:sp>
        <p:nvSpPr>
          <p:cNvPr id="7" name="文本框 6"/>
          <p:cNvSpPr txBox="1"/>
          <p:nvPr>
            <p:custDataLst>
              <p:tags r:id="rId6"/>
            </p:custDataLst>
          </p:nvPr>
        </p:nvSpPr>
        <p:spPr>
          <a:xfrm>
            <a:off x="1524001" y="4925261"/>
            <a:ext cx="6589352"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中央明纹向下移动，且条纹间距不变</a:t>
            </a:r>
          </a:p>
        </p:txBody>
      </p:sp>
      <p:sp>
        <p:nvSpPr>
          <p:cNvPr id="8" name="椭圆 7"/>
          <p:cNvSpPr>
            <a:spLocks noChangeAspect="1"/>
          </p:cNvSpPr>
          <p:nvPr>
            <p:custDataLst>
              <p:tags r:id="rId7"/>
            </p:custDataLst>
          </p:nvPr>
        </p:nvSpPr>
        <p:spPr bwMode="auto">
          <a:xfrm>
            <a:off x="736980" y="2589617"/>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bwMode="auto">
          <a:xfrm>
            <a:off x="736980" y="338876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bwMode="auto">
          <a:xfrm>
            <a:off x="736980" y="4187921"/>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10"/>
            </p:custDataLst>
          </p:nvPr>
        </p:nvSpPr>
        <p:spPr bwMode="auto">
          <a:xfrm>
            <a:off x="736980" y="4987073"/>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bwMode="auto">
          <a:xfrm>
            <a:off x="10272464" y="6207624"/>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pic>
        <p:nvPicPr>
          <p:cNvPr id="18" name="图片 17">
            <a:extLst>
              <a:ext uri="{FF2B5EF4-FFF2-40B4-BE49-F238E27FC236}">
                <a16:creationId xmlns:a16="http://schemas.microsoft.com/office/drawing/2014/main" id="{90B16083-A0B9-4F75-9A20-15FBB78F7587}"/>
              </a:ext>
            </a:extLst>
          </p:cNvPr>
          <p:cNvPicPr>
            <a:picLocks noChangeAspect="1"/>
          </p:cNvPicPr>
          <p:nvPr/>
        </p:nvPicPr>
        <p:blipFill>
          <a:blip r:embed="rId20"/>
          <a:stretch>
            <a:fillRect/>
          </a:stretch>
        </p:blipFill>
        <p:spPr>
          <a:xfrm>
            <a:off x="8046136" y="2487924"/>
            <a:ext cx="3779581" cy="2706527"/>
          </a:xfrm>
          <a:prstGeom prst="rect">
            <a:avLst/>
          </a:prstGeom>
        </p:spPr>
      </p:pic>
      <p:grpSp>
        <p:nvGrpSpPr>
          <p:cNvPr id="20" name="组合 19">
            <a:extLst>
              <a:ext uri="{FF2B5EF4-FFF2-40B4-BE49-F238E27FC236}">
                <a16:creationId xmlns:a16="http://schemas.microsoft.com/office/drawing/2014/main" id="{9E7B456F-4F13-4E5C-B786-2D8E02B6D073}"/>
              </a:ext>
            </a:extLst>
          </p:cNvPr>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bwMode="auto">
            <a:xfrm>
              <a:off x="0" y="0"/>
              <a:ext cx="12192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0" y="0"/>
              <a:ext cx="2540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254000" y="0"/>
              <a:ext cx="2540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投票</a:t>
              </a:r>
            </a:p>
          </p:txBody>
        </p:sp>
        <p:sp>
          <p:nvSpPr>
            <p:cNvPr id="19" name="TipText">
              <a:extLst>
                <a:ext uri="{FF2B5EF4-FFF2-40B4-BE49-F238E27FC236}">
                  <a16:creationId xmlns:a16="http://schemas.microsoft.com/office/drawing/2014/main" id="{4A27F9D5-3A8D-46D5-83D8-254C1387A820}"/>
                </a:ext>
              </a:extLst>
            </p:cNvPr>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02042044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479376" y="753724"/>
            <a:ext cx="10945216" cy="1717966"/>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在双缝干涉实验中，若单色缝光源</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到双 缝</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en-US" altLang="zh-CN" sz="3200" b="1" i="0" u="none" strike="noStrike" kern="1200" cap="none" spc="0" normalizeH="0" baseline="-2500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en-US" altLang="zh-CN" sz="3200" b="1" i="0" u="none" strike="noStrike" kern="1200" cap="none" spc="0" normalizeH="0" baseline="-2500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距离相等，则观察屏上中央明条纹位于图中</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O</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处。现将缝光源</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向下移动到如图所示的</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Symbol" panose="05050102010706020507" pitchFamily="18" charset="2"/>
              </a:rPr>
              <a:t></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Symbol" panose="05050102010706020507" pitchFamily="18" charset="2"/>
              </a:rPr>
              <a:t>位置，则</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      ）</a:t>
            </a:r>
          </a:p>
        </p:txBody>
      </p:sp>
      <p:sp>
        <p:nvSpPr>
          <p:cNvPr id="4" name="文本框 3"/>
          <p:cNvSpPr txBox="1"/>
          <p:nvPr>
            <p:custDataLst>
              <p:tags r:id="rId3"/>
            </p:custDataLst>
          </p:nvPr>
        </p:nvSpPr>
        <p:spPr>
          <a:xfrm>
            <a:off x="1524001" y="2514054"/>
            <a:ext cx="6522136"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中央明纹向上移动，且条纹间距增大</a:t>
            </a:r>
          </a:p>
        </p:txBody>
      </p:sp>
      <p:sp>
        <p:nvSpPr>
          <p:cNvPr id="5" name="文本框 4"/>
          <p:cNvSpPr txBox="1"/>
          <p:nvPr>
            <p:custDataLst>
              <p:tags r:id="rId4"/>
            </p:custDataLst>
          </p:nvPr>
        </p:nvSpPr>
        <p:spPr>
          <a:xfrm>
            <a:off x="1524000" y="3263943"/>
            <a:ext cx="6656569"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中央明纹向上移动，且条纹间距不变</a:t>
            </a:r>
          </a:p>
        </p:txBody>
      </p:sp>
      <p:sp>
        <p:nvSpPr>
          <p:cNvPr id="6" name="文本框 5"/>
          <p:cNvSpPr txBox="1"/>
          <p:nvPr>
            <p:custDataLst>
              <p:tags r:id="rId5"/>
            </p:custDataLst>
          </p:nvPr>
        </p:nvSpPr>
        <p:spPr>
          <a:xfrm>
            <a:off x="1524001" y="4121526"/>
            <a:ext cx="6522136"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中央明纹向下移动，且条纹间距增大</a:t>
            </a:r>
          </a:p>
        </p:txBody>
      </p:sp>
      <p:sp>
        <p:nvSpPr>
          <p:cNvPr id="7" name="文本框 6"/>
          <p:cNvSpPr txBox="1"/>
          <p:nvPr>
            <p:custDataLst>
              <p:tags r:id="rId6"/>
            </p:custDataLst>
          </p:nvPr>
        </p:nvSpPr>
        <p:spPr>
          <a:xfrm>
            <a:off x="1524001" y="4925261"/>
            <a:ext cx="6589352"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中央明纹向下移动，且条纹间距不变</a:t>
            </a:r>
          </a:p>
        </p:txBody>
      </p:sp>
      <p:sp>
        <p:nvSpPr>
          <p:cNvPr id="8" name="椭圆 7"/>
          <p:cNvSpPr>
            <a:spLocks noChangeAspect="1"/>
          </p:cNvSpPr>
          <p:nvPr>
            <p:custDataLst>
              <p:tags r:id="rId7"/>
            </p:custDataLst>
          </p:nvPr>
        </p:nvSpPr>
        <p:spPr bwMode="auto">
          <a:xfrm>
            <a:off x="736980" y="2589617"/>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8"/>
            </p:custDataLst>
          </p:nvPr>
        </p:nvSpPr>
        <p:spPr bwMode="auto">
          <a:xfrm>
            <a:off x="736980" y="3388769"/>
            <a:ext cx="514350" cy="514350"/>
          </a:xfrm>
          <a:prstGeom prst="ellipse">
            <a:avLst/>
          </a:prstGeom>
          <a:solidFill>
            <a:srgbClr val="00FF00"/>
          </a:solidFill>
          <a:ln w="254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椭圆 9"/>
          <p:cNvSpPr>
            <a:spLocks noChangeAspect="1"/>
          </p:cNvSpPr>
          <p:nvPr>
            <p:custDataLst>
              <p:tags r:id="rId9"/>
            </p:custDataLst>
          </p:nvPr>
        </p:nvSpPr>
        <p:spPr bwMode="auto">
          <a:xfrm>
            <a:off x="736980" y="4187921"/>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1" name="椭圆 10"/>
          <p:cNvSpPr>
            <a:spLocks noChangeAspect="1"/>
          </p:cNvSpPr>
          <p:nvPr>
            <p:custDataLst>
              <p:tags r:id="rId10"/>
            </p:custDataLst>
          </p:nvPr>
        </p:nvSpPr>
        <p:spPr bwMode="auto">
          <a:xfrm>
            <a:off x="736980" y="4987073"/>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11"/>
            </p:custDataLst>
          </p:nvPr>
        </p:nvSpPr>
        <p:spPr bwMode="auto">
          <a:xfrm>
            <a:off x="10272464" y="6207624"/>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pic>
        <p:nvPicPr>
          <p:cNvPr id="18" name="图片 17">
            <a:extLst>
              <a:ext uri="{FF2B5EF4-FFF2-40B4-BE49-F238E27FC236}">
                <a16:creationId xmlns:a16="http://schemas.microsoft.com/office/drawing/2014/main" id="{90B16083-A0B9-4F75-9A20-15FBB78F7587}"/>
              </a:ext>
            </a:extLst>
          </p:cNvPr>
          <p:cNvPicPr>
            <a:picLocks noChangeAspect="1"/>
          </p:cNvPicPr>
          <p:nvPr/>
        </p:nvPicPr>
        <p:blipFill>
          <a:blip r:embed="rId20"/>
          <a:stretch>
            <a:fillRect/>
          </a:stretch>
        </p:blipFill>
        <p:spPr>
          <a:xfrm>
            <a:off x="8035933" y="2693077"/>
            <a:ext cx="3779581" cy="2706527"/>
          </a:xfrm>
          <a:prstGeom prst="rect">
            <a:avLst/>
          </a:prstGeom>
        </p:spPr>
      </p:pic>
      <p:grpSp>
        <p:nvGrpSpPr>
          <p:cNvPr id="17" name="组合 16"/>
          <p:cNvGrpSpPr/>
          <p:nvPr>
            <p:custDataLst>
              <p:tags r:id="rId12"/>
            </p:custDataLst>
          </p:nvPr>
        </p:nvGrpSpPr>
        <p:grpSpPr>
          <a:xfrm>
            <a:off x="0" y="0"/>
            <a:ext cx="12192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13335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6" name="TipText"/>
            <p:cNvSpPr txBox="1"/>
            <p:nvPr>
              <p:custDataLst>
                <p:tags r:id="rId17"/>
              </p:custDataLst>
            </p:nvPr>
          </p:nvSpPr>
          <p:spPr>
            <a:xfrm>
              <a:off x="-379571" y="109220"/>
              <a:ext cx="2286000" cy="508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1" lang="zh-CN" altLang="en-US"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98197851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87388" y="571500"/>
            <a:ext cx="10981220" cy="1924425"/>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在双缝干涉实验中，如果把整个实验装置放在折射率更大的透明介质中，保持其他条件不变，则在屏</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上的干涉条纹如何变化                                                                 （      ）</a:t>
            </a:r>
          </a:p>
        </p:txBody>
      </p:sp>
      <p:sp>
        <p:nvSpPr>
          <p:cNvPr id="4" name="文本框 3"/>
          <p:cNvSpPr txBox="1"/>
          <p:nvPr>
            <p:custDataLst>
              <p:tags r:id="rId3"/>
            </p:custDataLst>
          </p:nvPr>
        </p:nvSpPr>
        <p:spPr>
          <a:xfrm>
            <a:off x="2207568" y="2786063"/>
            <a:ext cx="6987137"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条纹变得更窄、更密</a:t>
            </a:r>
          </a:p>
        </p:txBody>
      </p:sp>
      <p:sp>
        <p:nvSpPr>
          <p:cNvPr id="5" name="文本框 4"/>
          <p:cNvSpPr txBox="1"/>
          <p:nvPr>
            <p:custDataLst>
              <p:tags r:id="rId4"/>
            </p:custDataLst>
          </p:nvPr>
        </p:nvSpPr>
        <p:spPr>
          <a:xfrm>
            <a:off x="2207568" y="3643313"/>
            <a:ext cx="5544616"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条纹变得更宽、更密</a:t>
            </a:r>
          </a:p>
        </p:txBody>
      </p:sp>
      <p:sp>
        <p:nvSpPr>
          <p:cNvPr id="8" name="椭圆 7"/>
          <p:cNvSpPr>
            <a:spLocks noChangeAspect="1"/>
          </p:cNvSpPr>
          <p:nvPr>
            <p:custDataLst>
              <p:tags r:id="rId5"/>
            </p:custDataLst>
          </p:nvPr>
        </p:nvSpPr>
        <p:spPr bwMode="auto">
          <a:xfrm>
            <a:off x="1420548" y="2850356"/>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6"/>
            </p:custDataLst>
          </p:nvPr>
        </p:nvSpPr>
        <p:spPr bwMode="auto">
          <a:xfrm>
            <a:off x="1420548" y="3707606"/>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7"/>
            </p:custDataLst>
          </p:nvPr>
        </p:nvSpPr>
        <p:spPr bwMode="auto">
          <a:xfrm>
            <a:off x="10272464" y="6215063"/>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pic>
        <p:nvPicPr>
          <p:cNvPr id="19" name="图片 18">
            <a:extLst>
              <a:ext uri="{FF2B5EF4-FFF2-40B4-BE49-F238E27FC236}">
                <a16:creationId xmlns:a16="http://schemas.microsoft.com/office/drawing/2014/main" id="{9A8B693B-D086-462C-8523-E4B84C7C60B8}"/>
              </a:ext>
            </a:extLst>
          </p:cNvPr>
          <p:cNvPicPr>
            <a:picLocks noChangeAspect="1"/>
          </p:cNvPicPr>
          <p:nvPr/>
        </p:nvPicPr>
        <p:blipFill>
          <a:blip r:embed="rId20"/>
          <a:stretch>
            <a:fillRect/>
          </a:stretch>
        </p:blipFill>
        <p:spPr>
          <a:xfrm>
            <a:off x="6220574" y="2636912"/>
            <a:ext cx="5709059" cy="2933960"/>
          </a:xfrm>
          <a:prstGeom prst="rect">
            <a:avLst/>
          </a:prstGeom>
        </p:spPr>
      </p:pic>
      <p:sp>
        <p:nvSpPr>
          <p:cNvPr id="6" name="文本框 5">
            <a:extLst>
              <a:ext uri="{FF2B5EF4-FFF2-40B4-BE49-F238E27FC236}">
                <a16:creationId xmlns:a16="http://schemas.microsoft.com/office/drawing/2014/main" id="{87FB82ED-3358-468C-98AE-49AA9D2E0DA5}"/>
              </a:ext>
            </a:extLst>
          </p:cNvPr>
          <p:cNvSpPr txBox="1"/>
          <p:nvPr>
            <p:custDataLst>
              <p:tags r:id="rId8"/>
            </p:custDataLst>
          </p:nvPr>
        </p:nvSpPr>
        <p:spPr>
          <a:xfrm>
            <a:off x="2242120" y="4500563"/>
            <a:ext cx="8534400"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条纹变得</a:t>
            </a: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更窄、</a:t>
            </a: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更疏</a:t>
            </a:r>
          </a:p>
        </p:txBody>
      </p:sp>
      <p:sp>
        <p:nvSpPr>
          <p:cNvPr id="7" name="椭圆 6">
            <a:extLst>
              <a:ext uri="{FF2B5EF4-FFF2-40B4-BE49-F238E27FC236}">
                <a16:creationId xmlns:a16="http://schemas.microsoft.com/office/drawing/2014/main" id="{410544CD-0619-431D-ACBF-6C81ECCD9E18}"/>
              </a:ext>
            </a:extLst>
          </p:cNvPr>
          <p:cNvSpPr>
            <a:spLocks noChangeAspect="1"/>
          </p:cNvSpPr>
          <p:nvPr>
            <p:custDataLst>
              <p:tags r:id="rId9"/>
            </p:custDataLst>
          </p:nvPr>
        </p:nvSpPr>
        <p:spPr>
          <a:xfrm>
            <a:off x="1420548"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文本框 9">
            <a:extLst>
              <a:ext uri="{FF2B5EF4-FFF2-40B4-BE49-F238E27FC236}">
                <a16:creationId xmlns:a16="http://schemas.microsoft.com/office/drawing/2014/main" id="{B75338E8-86BB-4CD8-B40D-2C5B5EAFA2B5}"/>
              </a:ext>
            </a:extLst>
          </p:cNvPr>
          <p:cNvSpPr txBox="1"/>
          <p:nvPr>
            <p:custDataLst>
              <p:tags r:id="rId10"/>
            </p:custDataLst>
          </p:nvPr>
        </p:nvSpPr>
        <p:spPr>
          <a:xfrm>
            <a:off x="2242120" y="5357813"/>
            <a:ext cx="85344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条纹变得更宽、更疏</a:t>
            </a:r>
          </a:p>
        </p:txBody>
      </p:sp>
      <p:sp>
        <p:nvSpPr>
          <p:cNvPr id="11" name="椭圆 10">
            <a:extLst>
              <a:ext uri="{FF2B5EF4-FFF2-40B4-BE49-F238E27FC236}">
                <a16:creationId xmlns:a16="http://schemas.microsoft.com/office/drawing/2014/main" id="{2D4916AD-5D48-4ED5-B976-466903326230}"/>
              </a:ext>
            </a:extLst>
          </p:cNvPr>
          <p:cNvSpPr>
            <a:spLocks noChangeAspect="1"/>
          </p:cNvSpPr>
          <p:nvPr>
            <p:custDataLst>
              <p:tags r:id="rId11"/>
            </p:custDataLst>
          </p:nvPr>
        </p:nvSpPr>
        <p:spPr>
          <a:xfrm>
            <a:off x="1420548"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20" name="组合 19">
            <a:extLst>
              <a:ext uri="{FF2B5EF4-FFF2-40B4-BE49-F238E27FC236}">
                <a16:creationId xmlns:a16="http://schemas.microsoft.com/office/drawing/2014/main" id="{AB139270-E146-485F-A844-0A880D8C0E17}"/>
              </a:ext>
            </a:extLst>
          </p:cNvPr>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bwMode="auto">
            <a:xfrm>
              <a:off x="0" y="0"/>
              <a:ext cx="12192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0" y="0"/>
              <a:ext cx="2540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254000" y="0"/>
              <a:ext cx="2540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投票</a:t>
              </a:r>
            </a:p>
          </p:txBody>
        </p:sp>
        <p:sp>
          <p:nvSpPr>
            <p:cNvPr id="18" name="TipText">
              <a:extLst>
                <a:ext uri="{FF2B5EF4-FFF2-40B4-BE49-F238E27FC236}">
                  <a16:creationId xmlns:a16="http://schemas.microsoft.com/office/drawing/2014/main" id="{0A3EA147-5B10-4247-AF7B-AD12E22D4320}"/>
                </a:ext>
              </a:extLst>
            </p:cNvPr>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0151481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87388" y="571500"/>
            <a:ext cx="10981220" cy="1924425"/>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在双缝干涉实验中，如果把整个实验装置放在折射率更大的透明介质中，保持其他条件不变，则在屏</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上的干涉条纹如何变化                                                               （      ）</a:t>
            </a:r>
          </a:p>
        </p:txBody>
      </p:sp>
      <p:sp>
        <p:nvSpPr>
          <p:cNvPr id="4" name="文本框 3"/>
          <p:cNvSpPr txBox="1"/>
          <p:nvPr>
            <p:custDataLst>
              <p:tags r:id="rId3"/>
            </p:custDataLst>
          </p:nvPr>
        </p:nvSpPr>
        <p:spPr>
          <a:xfrm>
            <a:off x="2207568" y="2786063"/>
            <a:ext cx="6987137"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条纹变得更窄、更密</a:t>
            </a:r>
          </a:p>
        </p:txBody>
      </p:sp>
      <p:sp>
        <p:nvSpPr>
          <p:cNvPr id="5" name="文本框 4"/>
          <p:cNvSpPr txBox="1"/>
          <p:nvPr>
            <p:custDataLst>
              <p:tags r:id="rId4"/>
            </p:custDataLst>
          </p:nvPr>
        </p:nvSpPr>
        <p:spPr>
          <a:xfrm>
            <a:off x="2207568" y="3643313"/>
            <a:ext cx="5544616"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条纹变得更宽、更密</a:t>
            </a:r>
          </a:p>
        </p:txBody>
      </p:sp>
      <p:sp>
        <p:nvSpPr>
          <p:cNvPr id="8" name="椭圆 7"/>
          <p:cNvSpPr>
            <a:spLocks noChangeAspect="1"/>
          </p:cNvSpPr>
          <p:nvPr>
            <p:custDataLst>
              <p:tags r:id="rId5"/>
            </p:custDataLst>
          </p:nvPr>
        </p:nvSpPr>
        <p:spPr bwMode="auto">
          <a:xfrm>
            <a:off x="1420548" y="2850356"/>
            <a:ext cx="514350" cy="514350"/>
          </a:xfrm>
          <a:prstGeom prst="ellipse">
            <a:avLst/>
          </a:prstGeom>
          <a:solidFill>
            <a:srgbClr val="00FF00"/>
          </a:solidFill>
          <a:ln w="254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6"/>
            </p:custDataLst>
          </p:nvPr>
        </p:nvSpPr>
        <p:spPr bwMode="auto">
          <a:xfrm>
            <a:off x="1420548" y="3707606"/>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7"/>
            </p:custDataLst>
          </p:nvPr>
        </p:nvSpPr>
        <p:spPr bwMode="auto">
          <a:xfrm>
            <a:off x="10272464" y="6215063"/>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pic>
        <p:nvPicPr>
          <p:cNvPr id="19" name="图片 18">
            <a:extLst>
              <a:ext uri="{FF2B5EF4-FFF2-40B4-BE49-F238E27FC236}">
                <a16:creationId xmlns:a16="http://schemas.microsoft.com/office/drawing/2014/main" id="{9A8B693B-D086-462C-8523-E4B84C7C60B8}"/>
              </a:ext>
            </a:extLst>
          </p:cNvPr>
          <p:cNvPicPr>
            <a:picLocks noChangeAspect="1"/>
          </p:cNvPicPr>
          <p:nvPr/>
        </p:nvPicPr>
        <p:blipFill>
          <a:blip r:embed="rId20"/>
          <a:stretch>
            <a:fillRect/>
          </a:stretch>
        </p:blipFill>
        <p:spPr>
          <a:xfrm>
            <a:off x="6220574" y="2636912"/>
            <a:ext cx="5709059" cy="2933960"/>
          </a:xfrm>
          <a:prstGeom prst="rect">
            <a:avLst/>
          </a:prstGeom>
        </p:spPr>
      </p:pic>
      <p:sp>
        <p:nvSpPr>
          <p:cNvPr id="6" name="文本框 5">
            <a:extLst>
              <a:ext uri="{FF2B5EF4-FFF2-40B4-BE49-F238E27FC236}">
                <a16:creationId xmlns:a16="http://schemas.microsoft.com/office/drawing/2014/main" id="{87FB82ED-3358-468C-98AE-49AA9D2E0DA5}"/>
              </a:ext>
            </a:extLst>
          </p:cNvPr>
          <p:cNvSpPr txBox="1"/>
          <p:nvPr>
            <p:custDataLst>
              <p:tags r:id="rId8"/>
            </p:custDataLst>
          </p:nvPr>
        </p:nvSpPr>
        <p:spPr>
          <a:xfrm>
            <a:off x="2242120" y="4500563"/>
            <a:ext cx="8534400"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条纹变得</a:t>
            </a: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更窄、</a:t>
            </a: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更疏</a:t>
            </a:r>
          </a:p>
        </p:txBody>
      </p:sp>
      <p:sp>
        <p:nvSpPr>
          <p:cNvPr id="7" name="椭圆 6">
            <a:extLst>
              <a:ext uri="{FF2B5EF4-FFF2-40B4-BE49-F238E27FC236}">
                <a16:creationId xmlns:a16="http://schemas.microsoft.com/office/drawing/2014/main" id="{410544CD-0619-431D-ACBF-6C81ECCD9E18}"/>
              </a:ext>
            </a:extLst>
          </p:cNvPr>
          <p:cNvSpPr>
            <a:spLocks noChangeAspect="1"/>
          </p:cNvSpPr>
          <p:nvPr>
            <p:custDataLst>
              <p:tags r:id="rId9"/>
            </p:custDataLst>
          </p:nvPr>
        </p:nvSpPr>
        <p:spPr>
          <a:xfrm>
            <a:off x="1420548"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0" name="文本框 9">
            <a:extLst>
              <a:ext uri="{FF2B5EF4-FFF2-40B4-BE49-F238E27FC236}">
                <a16:creationId xmlns:a16="http://schemas.microsoft.com/office/drawing/2014/main" id="{B75338E8-86BB-4CD8-B40D-2C5B5EAFA2B5}"/>
              </a:ext>
            </a:extLst>
          </p:cNvPr>
          <p:cNvSpPr txBox="1"/>
          <p:nvPr>
            <p:custDataLst>
              <p:tags r:id="rId10"/>
            </p:custDataLst>
          </p:nvPr>
        </p:nvSpPr>
        <p:spPr>
          <a:xfrm>
            <a:off x="2242120" y="5357813"/>
            <a:ext cx="8534400"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条纹变得更宽、更疏</a:t>
            </a:r>
          </a:p>
        </p:txBody>
      </p:sp>
      <p:sp>
        <p:nvSpPr>
          <p:cNvPr id="11" name="椭圆 10">
            <a:extLst>
              <a:ext uri="{FF2B5EF4-FFF2-40B4-BE49-F238E27FC236}">
                <a16:creationId xmlns:a16="http://schemas.microsoft.com/office/drawing/2014/main" id="{2D4916AD-5D48-4ED5-B976-466903326230}"/>
              </a:ext>
            </a:extLst>
          </p:cNvPr>
          <p:cNvSpPr>
            <a:spLocks noChangeAspect="1"/>
          </p:cNvSpPr>
          <p:nvPr>
            <p:custDataLst>
              <p:tags r:id="rId11"/>
            </p:custDataLst>
          </p:nvPr>
        </p:nvSpPr>
        <p:spPr>
          <a:xfrm>
            <a:off x="1420548"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7" name="组合 16"/>
          <p:cNvGrpSpPr/>
          <p:nvPr>
            <p:custDataLst>
              <p:tags r:id="rId12"/>
            </p:custDataLst>
          </p:nvPr>
        </p:nvGrpSpPr>
        <p:grpSpPr>
          <a:xfrm>
            <a:off x="0" y="0"/>
            <a:ext cx="12192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13335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6" name="TipText"/>
            <p:cNvSpPr txBox="1"/>
            <p:nvPr>
              <p:custDataLst>
                <p:tags r:id="rId17"/>
              </p:custDataLst>
            </p:nvPr>
          </p:nvSpPr>
          <p:spPr>
            <a:xfrm>
              <a:off x="-379571" y="109220"/>
              <a:ext cx="2286000" cy="508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1" lang="zh-CN" altLang="en-US"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519788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CF4E29-A1EF-4550-AFCE-BC30E0A587F9}"/>
              </a:ext>
            </a:extLst>
          </p:cNvPr>
          <p:cNvSpPr txBox="1"/>
          <p:nvPr>
            <p:custDataLst>
              <p:tags r:id="rId2"/>
            </p:custDataLst>
          </p:nvPr>
        </p:nvSpPr>
        <p:spPr>
          <a:xfrm>
            <a:off x="1156727" y="440556"/>
            <a:ext cx="9753600" cy="2143125"/>
          </a:xfrm>
          <a:prstGeom prst="rect">
            <a:avLst/>
          </a:prstGeom>
          <a:noFill/>
        </p:spPr>
        <p:txBody>
          <a:bodyPr vert="horz" wrap="square" rtlCol="0" anchor="ctr" anchorCtr="0">
            <a:noAutofit/>
          </a:bodyPr>
          <a:lstStyle/>
          <a:p>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请您编辑题干</a:t>
            </a:r>
          </a:p>
        </p:txBody>
      </p:sp>
      <p:sp>
        <p:nvSpPr>
          <p:cNvPr id="7" name="矩形: 圆角 6">
            <a:extLst>
              <a:ext uri="{FF2B5EF4-FFF2-40B4-BE49-F238E27FC236}">
                <a16:creationId xmlns:a16="http://schemas.microsoft.com/office/drawing/2014/main" id="{18A026F9-6A1D-481F-B71B-C0173FC4907B}"/>
              </a:ext>
            </a:extLst>
          </p:cNvPr>
          <p:cNvSpPr/>
          <p:nvPr>
            <p:custDataLst>
              <p:tags r:id="rId3"/>
            </p:custDataLst>
          </p:nvPr>
        </p:nvSpPr>
        <p:spPr>
          <a:xfrm>
            <a:off x="10723544" y="806316"/>
            <a:ext cx="1195919"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24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a:extLst>
              <a:ext uri="{FF2B5EF4-FFF2-40B4-BE49-F238E27FC236}">
                <a16:creationId xmlns:a16="http://schemas.microsoft.com/office/drawing/2014/main" id="{245C385F-CBAA-47BB-B1CF-1CA4B623234E}"/>
              </a:ext>
            </a:extLst>
          </p:cNvPr>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6" name="Text Box 4">
            <a:extLst>
              <a:ext uri="{FF2B5EF4-FFF2-40B4-BE49-F238E27FC236}">
                <a16:creationId xmlns:a16="http://schemas.microsoft.com/office/drawing/2014/main" id="{B9929903-D950-49A2-8623-79AA56CCE15F}"/>
              </a:ext>
            </a:extLst>
          </p:cNvPr>
          <p:cNvSpPr txBox="1">
            <a:spLocks noChangeArrowheads="1"/>
          </p:cNvSpPr>
          <p:nvPr/>
        </p:nvSpPr>
        <p:spPr bwMode="auto">
          <a:xfrm>
            <a:off x="190501" y="726440"/>
            <a:ext cx="11820598"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0" defTabSz="914400" eaLnBrk="1" fontAlgn="auto" hangingPunct="1">
              <a:spcBef>
                <a:spcPts val="1200"/>
              </a:spcBef>
              <a:spcAft>
                <a:spcPts val="0"/>
              </a:spcAft>
              <a:buClrTx/>
              <a:buSzTx/>
              <a:buNone/>
              <a:defRPr/>
            </a:pPr>
            <a:r>
              <a:rPr kumimoji="1"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研讨题</a:t>
            </a:r>
            <a:r>
              <a:rPr kumimoji="1"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对于杨氏双缝干涉实验：</a:t>
            </a:r>
          </a:p>
          <a:p>
            <a:pPr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）若把双缝前的单缝向下平移，则干涉条纹如何变化？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）若把整个实验装置放在水中，干涉条纹如何变化？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）若在一个缝前放蓝色玻璃片、另一个缝前放红色玻璃片，干涉条纹</a:t>
            </a:r>
            <a:endPar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）若用白光照射双缝，干涉条纹如何分布？</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）若保持双缝中一个缝的宽度不变，另一个缝的宽度增大，干涉条纹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）干涉条纹是严格等宽、等间距的吗？</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）如果逐渐增加单缝光源</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的宽度，则在屏</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上的条纹如何变化？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）为什么用普通光源只在中央明条纹附近较小的范围内看到干涉条纹？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C812C1A3-39D6-46AB-A931-19A3712290FA}"/>
              </a:ext>
            </a:extLst>
          </p:cNvPr>
          <p:cNvGrpSpPr/>
          <p:nvPr>
            <p:custDataLst>
              <p:tags r:id="rId5"/>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B1198FF-BA01-4ACA-B718-8EDAD9ECCC98}"/>
                </a:ext>
              </a:extLst>
            </p:cNvPr>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809020C1-11EF-41BA-8E03-2AA5826156AF}"/>
                </a:ext>
              </a:extLst>
            </p:cNvPr>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369EDC93-A39A-482F-8D3B-4D96BEFBBFB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6D80D5B1-79FB-41C1-AB69-62ACB82E3788}"/>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9E2A4E7D-9758-40B4-B164-B70873F58812}"/>
              </a:ext>
            </a:extLst>
          </p:cNvPr>
          <p:cNvPicPr>
            <a:picLocks/>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5155716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45" name="矩形 44">
            <a:extLst>
              <a:ext uri="{FF2B5EF4-FFF2-40B4-BE49-F238E27FC236}">
                <a16:creationId xmlns:a16="http://schemas.microsoft.com/office/drawing/2014/main" id="{2750B050-2D43-46C9-81A3-296B9B989A79}"/>
              </a:ext>
            </a:extLst>
          </p:cNvPr>
          <p:cNvSpPr>
            <a:spLocks noChangeArrowheads="1"/>
          </p:cNvSpPr>
          <p:nvPr/>
        </p:nvSpPr>
        <p:spPr bwMode="auto">
          <a:xfrm>
            <a:off x="1032272" y="3026252"/>
            <a:ext cx="10127456" cy="1015663"/>
          </a:xfrm>
          <a:prstGeom prst="rect">
            <a:avLst/>
          </a:prstGeom>
          <a:noFill/>
          <a:ln w="9525">
            <a:noFill/>
            <a:miter lim="800000"/>
            <a:headEnd/>
            <a:tailEnd/>
          </a:ln>
        </p:spPr>
        <p:txBody>
          <a:bodyPr wrap="square">
            <a:spAutoFit/>
          </a:bodyPr>
          <a:lstStyle/>
          <a:p>
            <a:pPr>
              <a:defRPr/>
            </a:pPr>
            <a:r>
              <a:rPr lang="zh-CN" altLang="en-US" sz="3000" b="1" dirty="0">
                <a:latin typeface="微软雅黑" panose="020B0503020204020204" pitchFamily="34" charset="-122"/>
                <a:ea typeface="微软雅黑" panose="020B0503020204020204" pitchFamily="34" charset="-122"/>
              </a:rPr>
              <a:t>（</a:t>
            </a:r>
            <a:r>
              <a:rPr lang="en-US" altLang="zh-CN" sz="3000" b="1" dirty="0">
                <a:latin typeface="微软雅黑" panose="020B0503020204020204" pitchFamily="34" charset="-122"/>
                <a:ea typeface="微软雅黑" panose="020B0503020204020204" pitchFamily="34" charset="-122"/>
              </a:rPr>
              <a:t>3</a:t>
            </a:r>
            <a:r>
              <a:rPr lang="zh-CN" altLang="en-US" sz="3000" b="1" dirty="0">
                <a:latin typeface="微软雅黑" panose="020B0503020204020204" pitchFamily="34" charset="-122"/>
                <a:ea typeface="微软雅黑" panose="020B0503020204020204" pitchFamily="34" charset="-122"/>
              </a:rPr>
              <a:t>）两缝的出射光分别为蓝光和红光，频率不同，故不会产生干涉现象。</a:t>
            </a:r>
          </a:p>
        </p:txBody>
      </p:sp>
      <p:sp>
        <p:nvSpPr>
          <p:cNvPr id="5" name="矩形 4">
            <a:extLst>
              <a:ext uri="{FF2B5EF4-FFF2-40B4-BE49-F238E27FC236}">
                <a16:creationId xmlns:a16="http://schemas.microsoft.com/office/drawing/2014/main" id="{C7C872F0-A06E-4D92-B1BF-E6625E682629}"/>
              </a:ext>
            </a:extLst>
          </p:cNvPr>
          <p:cNvSpPr>
            <a:spLocks noChangeArrowheads="1"/>
          </p:cNvSpPr>
          <p:nvPr/>
        </p:nvSpPr>
        <p:spPr bwMode="auto">
          <a:xfrm>
            <a:off x="1032272" y="955336"/>
            <a:ext cx="10127456" cy="553998"/>
          </a:xfrm>
          <a:prstGeom prst="rect">
            <a:avLst/>
          </a:prstGeom>
          <a:noFill/>
          <a:ln w="9525">
            <a:noFill/>
            <a:miter lim="800000"/>
            <a:headEnd/>
            <a:tailEnd/>
          </a:ln>
        </p:spPr>
        <p:txBody>
          <a:bodyPr wrap="square">
            <a:spAutoFit/>
          </a:bodyPr>
          <a:lstStyle/>
          <a:p>
            <a:pPr>
              <a:defRPr/>
            </a:pPr>
            <a:r>
              <a:rPr lang="zh-CN" altLang="en-US" sz="3000" b="1" dirty="0">
                <a:latin typeface="微软雅黑" panose="020B0503020204020204" pitchFamily="34" charset="-122"/>
                <a:ea typeface="微软雅黑" panose="020B0503020204020204" pitchFamily="34" charset="-122"/>
              </a:rPr>
              <a:t>（</a:t>
            </a:r>
            <a:r>
              <a:rPr lang="en-US" altLang="zh-CN" sz="3000" b="1" dirty="0">
                <a:latin typeface="微软雅黑" panose="020B0503020204020204" pitchFamily="34" charset="-122"/>
                <a:ea typeface="微软雅黑" panose="020B0503020204020204" pitchFamily="34" charset="-122"/>
              </a:rPr>
              <a:t>1</a:t>
            </a:r>
            <a:r>
              <a:rPr lang="zh-CN" altLang="en-US" sz="3000" b="1" dirty="0">
                <a:latin typeface="微软雅黑" panose="020B0503020204020204" pitchFamily="34" charset="-122"/>
                <a:ea typeface="微软雅黑" panose="020B0503020204020204" pitchFamily="34" charset="-122"/>
              </a:rPr>
              <a:t>）条纹整体向下平移，形状和间距不变。</a:t>
            </a:r>
          </a:p>
        </p:txBody>
      </p:sp>
      <p:sp>
        <p:nvSpPr>
          <p:cNvPr id="6" name="矩形 5">
            <a:extLst>
              <a:ext uri="{FF2B5EF4-FFF2-40B4-BE49-F238E27FC236}">
                <a16:creationId xmlns:a16="http://schemas.microsoft.com/office/drawing/2014/main" id="{DF036B23-8B9D-4B7D-9C51-DE1884384772}"/>
              </a:ext>
            </a:extLst>
          </p:cNvPr>
          <p:cNvSpPr>
            <a:spLocks noChangeArrowheads="1"/>
          </p:cNvSpPr>
          <p:nvPr/>
        </p:nvSpPr>
        <p:spPr bwMode="auto">
          <a:xfrm>
            <a:off x="1032272" y="1930653"/>
            <a:ext cx="10127456" cy="553998"/>
          </a:xfrm>
          <a:prstGeom prst="rect">
            <a:avLst/>
          </a:prstGeom>
          <a:noFill/>
          <a:ln w="9525">
            <a:noFill/>
            <a:miter lim="800000"/>
            <a:headEnd/>
            <a:tailEnd/>
          </a:ln>
        </p:spPr>
        <p:txBody>
          <a:bodyPr wrap="square">
            <a:spAutoFit/>
          </a:bodyPr>
          <a:lstStyle/>
          <a:p>
            <a:pPr>
              <a:defRPr/>
            </a:pPr>
            <a:r>
              <a:rPr lang="zh-CN" altLang="en-US" sz="3000" b="1" dirty="0">
                <a:latin typeface="微软雅黑" panose="020B0503020204020204" pitchFamily="34" charset="-122"/>
                <a:ea typeface="微软雅黑" panose="020B0503020204020204" pitchFamily="34" charset="-122"/>
              </a:rPr>
              <a:t>（</a:t>
            </a:r>
            <a:r>
              <a:rPr lang="en-US" altLang="zh-CN" sz="3000" b="1" dirty="0">
                <a:latin typeface="微软雅黑" panose="020B0503020204020204" pitchFamily="34" charset="-122"/>
                <a:ea typeface="微软雅黑" panose="020B0503020204020204" pitchFamily="34" charset="-122"/>
              </a:rPr>
              <a:t>2</a:t>
            </a:r>
            <a:r>
              <a:rPr lang="zh-CN" altLang="en-US" sz="3000" b="1" dirty="0">
                <a:latin typeface="微软雅黑" panose="020B0503020204020204" pitchFamily="34" charset="-122"/>
                <a:ea typeface="微软雅黑" panose="020B0503020204020204" pitchFamily="34" charset="-122"/>
              </a:rPr>
              <a:t>）条纹变得更窄、更密。</a:t>
            </a:r>
          </a:p>
        </p:txBody>
      </p:sp>
    </p:spTree>
    <p:extLst>
      <p:ext uri="{BB962C8B-B14F-4D97-AF65-F5344CB8AC3E}">
        <p14:creationId xmlns:p14="http://schemas.microsoft.com/office/powerpoint/2010/main" val="350587396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wipe(up)">
                                      <p:cBhvr>
                                        <p:cTn id="7" dur="500"/>
                                        <p:tgtEl>
                                          <p:spTgt spid="4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up)">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P spid="5" grpId="0"/>
      <p:bldP spid="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CF4E29-A1EF-4550-AFCE-BC30E0A587F9}"/>
              </a:ext>
            </a:extLst>
          </p:cNvPr>
          <p:cNvSpPr txBox="1"/>
          <p:nvPr>
            <p:custDataLst>
              <p:tags r:id="rId2"/>
            </p:custDataLst>
          </p:nvPr>
        </p:nvSpPr>
        <p:spPr>
          <a:xfrm>
            <a:off x="1156727" y="440556"/>
            <a:ext cx="9753600" cy="2143125"/>
          </a:xfrm>
          <a:prstGeom prst="rect">
            <a:avLst/>
          </a:prstGeom>
          <a:noFill/>
        </p:spPr>
        <p:txBody>
          <a:bodyPr vert="horz" wrap="square" rtlCol="0" anchor="ctr" anchorCtr="0">
            <a:noAutofit/>
          </a:bodyPr>
          <a:lstStyle/>
          <a:p>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请您编辑题干</a:t>
            </a:r>
          </a:p>
        </p:txBody>
      </p:sp>
      <p:sp>
        <p:nvSpPr>
          <p:cNvPr id="7" name="矩形: 圆角 6">
            <a:extLst>
              <a:ext uri="{FF2B5EF4-FFF2-40B4-BE49-F238E27FC236}">
                <a16:creationId xmlns:a16="http://schemas.microsoft.com/office/drawing/2014/main" id="{18A026F9-6A1D-481F-B71B-C0173FC4907B}"/>
              </a:ext>
            </a:extLst>
          </p:cNvPr>
          <p:cNvSpPr/>
          <p:nvPr>
            <p:custDataLst>
              <p:tags r:id="rId3"/>
            </p:custDataLst>
          </p:nvPr>
        </p:nvSpPr>
        <p:spPr>
          <a:xfrm>
            <a:off x="10723544" y="806316"/>
            <a:ext cx="1195919"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24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a:extLst>
              <a:ext uri="{FF2B5EF4-FFF2-40B4-BE49-F238E27FC236}">
                <a16:creationId xmlns:a16="http://schemas.microsoft.com/office/drawing/2014/main" id="{245C385F-CBAA-47BB-B1CF-1CA4B623234E}"/>
              </a:ext>
            </a:extLst>
          </p:cNvPr>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6" name="Text Box 4">
            <a:extLst>
              <a:ext uri="{FF2B5EF4-FFF2-40B4-BE49-F238E27FC236}">
                <a16:creationId xmlns:a16="http://schemas.microsoft.com/office/drawing/2014/main" id="{B9929903-D950-49A2-8623-79AA56CCE15F}"/>
              </a:ext>
            </a:extLst>
          </p:cNvPr>
          <p:cNvSpPr txBox="1">
            <a:spLocks noChangeArrowheads="1"/>
          </p:cNvSpPr>
          <p:nvPr/>
        </p:nvSpPr>
        <p:spPr bwMode="auto">
          <a:xfrm>
            <a:off x="190501" y="726440"/>
            <a:ext cx="11820598"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0" defTabSz="914400" eaLnBrk="1" fontAlgn="auto" hangingPunct="1">
              <a:spcBef>
                <a:spcPts val="1200"/>
              </a:spcBef>
              <a:spcAft>
                <a:spcPts val="0"/>
              </a:spcAft>
              <a:buClrTx/>
              <a:buSzTx/>
              <a:buNone/>
              <a:defRPr/>
            </a:pPr>
            <a:r>
              <a:rPr kumimoji="1"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研讨题</a:t>
            </a:r>
            <a:r>
              <a:rPr kumimoji="1"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对于杨氏双缝干涉实验：</a:t>
            </a:r>
          </a:p>
          <a:p>
            <a:pPr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）若把双缝前的单缝向上平移，则干涉条纹如何变化？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）若把整个实验装置放在水中，干涉条纹如何变化？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）若在一个缝前放蓝色玻璃片、另一个缝前放红色玻璃片，干涉条纹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）若用白光照射双缝，干涉条纹如何分布？</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）若保持双缝中一个缝的宽度不变，另一个缝的宽度增大，干涉条纹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）干涉条纹是严格等宽、等间距的吗？</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）如果逐渐增加单缝光源</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的宽度，则在屏</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上的条纹如何变化？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）为什么用普通光源只在中央明条纹附近较小的范围内看到干涉条纹？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C812C1A3-39D6-46AB-A931-19A3712290FA}"/>
              </a:ext>
            </a:extLst>
          </p:cNvPr>
          <p:cNvGrpSpPr/>
          <p:nvPr>
            <p:custDataLst>
              <p:tags r:id="rId5"/>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B1198FF-BA01-4ACA-B718-8EDAD9ECCC98}"/>
                </a:ext>
              </a:extLst>
            </p:cNvPr>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809020C1-11EF-41BA-8E03-2AA5826156AF}"/>
                </a:ext>
              </a:extLst>
            </p:cNvPr>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369EDC93-A39A-482F-8D3B-4D96BEFBBFB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6D80D5B1-79FB-41C1-AB69-62ACB82E3788}"/>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9E2A4E7D-9758-40B4-B164-B70873F58812}"/>
              </a:ext>
            </a:extLst>
          </p:cNvPr>
          <p:cNvPicPr>
            <a:picLocks/>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55393934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grpSp>
        <p:nvGrpSpPr>
          <p:cNvPr id="13" name="Group 3">
            <a:extLst>
              <a:ext uri="{FF2B5EF4-FFF2-40B4-BE49-F238E27FC236}">
                <a16:creationId xmlns:a16="http://schemas.microsoft.com/office/drawing/2014/main" id="{E58BE8F2-2E5E-401A-AFC7-DB7AADB6C40D}"/>
              </a:ext>
            </a:extLst>
          </p:cNvPr>
          <p:cNvGrpSpPr>
            <a:grpSpLocks/>
          </p:cNvGrpSpPr>
          <p:nvPr/>
        </p:nvGrpSpPr>
        <p:grpSpPr bwMode="auto">
          <a:xfrm>
            <a:off x="1962150" y="2084920"/>
            <a:ext cx="6994525" cy="3509963"/>
            <a:chOff x="702" y="1117"/>
            <a:chExt cx="4406" cy="2211"/>
          </a:xfrm>
        </p:grpSpPr>
        <p:sp>
          <p:nvSpPr>
            <p:cNvPr id="14" name="AutoShape 4">
              <a:extLst>
                <a:ext uri="{FF2B5EF4-FFF2-40B4-BE49-F238E27FC236}">
                  <a16:creationId xmlns:a16="http://schemas.microsoft.com/office/drawing/2014/main" id="{6253ACE9-02C2-4BEF-8495-B7D9E111FCAC}"/>
                </a:ext>
              </a:extLst>
            </p:cNvPr>
            <p:cNvSpPr>
              <a:spLocks noChangeArrowheads="1"/>
            </p:cNvSpPr>
            <p:nvPr/>
          </p:nvSpPr>
          <p:spPr bwMode="auto">
            <a:xfrm>
              <a:off x="1743" y="1924"/>
              <a:ext cx="192" cy="240"/>
            </a:xfrm>
            <a:prstGeom prst="wedgeRoundRectCallout">
              <a:avLst>
                <a:gd name="adj1" fmla="val -119792"/>
                <a:gd name="adj2" fmla="val 200000"/>
                <a:gd name="adj3" fmla="val 16667"/>
              </a:avLst>
            </a:prstGeom>
            <a:gradFill rotWithShape="0">
              <a:gsLst>
                <a:gs pos="0">
                  <a:srgbClr val="EDFAD2"/>
                </a:gs>
                <a:gs pos="50000">
                  <a:srgbClr val="FFFFFF"/>
                </a:gs>
                <a:gs pos="100000">
                  <a:srgbClr val="EDFAD2"/>
                </a:gs>
              </a:gsLst>
              <a:lin ang="5400000" scaled="1"/>
            </a:gradFill>
            <a:ln w="9525">
              <a:solidFill>
                <a:srgbClr val="006699"/>
              </a:solidFill>
              <a:miter lim="800000"/>
              <a:headEnd/>
              <a:tailEnd/>
            </a:ln>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1C1C1C"/>
                </a:solidFill>
                <a:latin typeface="Times New Roman" panose="02020603050405020304" pitchFamily="18" charset="0"/>
              </a:endParaRPr>
            </a:p>
          </p:txBody>
        </p:sp>
        <p:sp>
          <p:nvSpPr>
            <p:cNvPr id="15" name="Rectangle 5">
              <a:extLst>
                <a:ext uri="{FF2B5EF4-FFF2-40B4-BE49-F238E27FC236}">
                  <a16:creationId xmlns:a16="http://schemas.microsoft.com/office/drawing/2014/main" id="{082D7908-6A12-4C0B-A241-388BD1F951EC}"/>
                </a:ext>
              </a:extLst>
            </p:cNvPr>
            <p:cNvSpPr>
              <a:spLocks noChangeArrowheads="1"/>
            </p:cNvSpPr>
            <p:nvPr/>
          </p:nvSpPr>
          <p:spPr bwMode="auto">
            <a:xfrm>
              <a:off x="702" y="1168"/>
              <a:ext cx="4406" cy="2160"/>
            </a:xfrm>
            <a:prstGeom prst="rect">
              <a:avLst/>
            </a:prstGeom>
            <a:solidFill>
              <a:srgbClr val="FFFFFF"/>
            </a:solidFill>
            <a:ln w="9525">
              <a:solidFill>
                <a:srgbClr val="006666"/>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6" name="Text Box 6">
              <a:extLst>
                <a:ext uri="{FF2B5EF4-FFF2-40B4-BE49-F238E27FC236}">
                  <a16:creationId xmlns:a16="http://schemas.microsoft.com/office/drawing/2014/main" id="{539B450D-5308-48DF-9E73-970E507F1E0B}"/>
                </a:ext>
              </a:extLst>
            </p:cNvPr>
            <p:cNvSpPr txBox="1">
              <a:spLocks noChangeArrowheads="1"/>
            </p:cNvSpPr>
            <p:nvPr/>
          </p:nvSpPr>
          <p:spPr bwMode="auto">
            <a:xfrm>
              <a:off x="4422" y="1117"/>
              <a:ext cx="409"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3200">
                  <a:solidFill>
                    <a:srgbClr val="CC0000"/>
                  </a:solidFill>
                  <a:latin typeface="Times New Roman" panose="02020603050405020304" pitchFamily="18" charset="0"/>
                </a:rPr>
                <a:t>p</a:t>
              </a:r>
              <a:endParaRPr lang="en-US" altLang="zh-CN">
                <a:solidFill>
                  <a:srgbClr val="006699"/>
                </a:solidFill>
                <a:latin typeface="Times New Roman" panose="02020603050405020304" pitchFamily="18" charset="0"/>
              </a:endParaRPr>
            </a:p>
          </p:txBody>
        </p:sp>
        <p:sp>
          <p:nvSpPr>
            <p:cNvPr id="17" name="Rectangle 7" descr="深色下对角线">
              <a:extLst>
                <a:ext uri="{FF2B5EF4-FFF2-40B4-BE49-F238E27FC236}">
                  <a16:creationId xmlns:a16="http://schemas.microsoft.com/office/drawing/2014/main" id="{6E024F3B-6B2D-4AC7-B684-C4B81D73D9B6}"/>
                </a:ext>
              </a:extLst>
            </p:cNvPr>
            <p:cNvSpPr>
              <a:spLocks noChangeArrowheads="1"/>
            </p:cNvSpPr>
            <p:nvPr/>
          </p:nvSpPr>
          <p:spPr bwMode="auto">
            <a:xfrm>
              <a:off x="1263" y="1684"/>
              <a:ext cx="48" cy="528"/>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8" name="Rectangle 8" descr="深色下对角线">
              <a:extLst>
                <a:ext uri="{FF2B5EF4-FFF2-40B4-BE49-F238E27FC236}">
                  <a16:creationId xmlns:a16="http://schemas.microsoft.com/office/drawing/2014/main" id="{62861F1E-7EA6-41E2-A2CF-EDBF7E6A9B25}"/>
                </a:ext>
              </a:extLst>
            </p:cNvPr>
            <p:cNvSpPr>
              <a:spLocks noChangeArrowheads="1"/>
            </p:cNvSpPr>
            <p:nvPr/>
          </p:nvSpPr>
          <p:spPr bwMode="auto">
            <a:xfrm>
              <a:off x="1263" y="2308"/>
              <a:ext cx="48" cy="528"/>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9" name="Rectangle 9" descr="深色下对角线">
              <a:extLst>
                <a:ext uri="{FF2B5EF4-FFF2-40B4-BE49-F238E27FC236}">
                  <a16:creationId xmlns:a16="http://schemas.microsoft.com/office/drawing/2014/main" id="{56E564EE-4DE2-45B2-839F-1C234CA8661C}"/>
                </a:ext>
              </a:extLst>
            </p:cNvPr>
            <p:cNvSpPr>
              <a:spLocks noChangeArrowheads="1"/>
            </p:cNvSpPr>
            <p:nvPr/>
          </p:nvSpPr>
          <p:spPr bwMode="auto">
            <a:xfrm>
              <a:off x="1839" y="1444"/>
              <a:ext cx="48" cy="528"/>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0" name="Rectangle 10" descr="深色下对角线">
              <a:extLst>
                <a:ext uri="{FF2B5EF4-FFF2-40B4-BE49-F238E27FC236}">
                  <a16:creationId xmlns:a16="http://schemas.microsoft.com/office/drawing/2014/main" id="{0608E0AC-FE81-4142-B030-50A0C2E59FC9}"/>
                </a:ext>
              </a:extLst>
            </p:cNvPr>
            <p:cNvSpPr>
              <a:spLocks noChangeArrowheads="1"/>
            </p:cNvSpPr>
            <p:nvPr/>
          </p:nvSpPr>
          <p:spPr bwMode="auto">
            <a:xfrm>
              <a:off x="1839" y="2548"/>
              <a:ext cx="48" cy="576"/>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21" name="Line 11">
              <a:extLst>
                <a:ext uri="{FF2B5EF4-FFF2-40B4-BE49-F238E27FC236}">
                  <a16:creationId xmlns:a16="http://schemas.microsoft.com/office/drawing/2014/main" id="{5FB16924-539E-46CE-B415-D10007AC832C}"/>
                </a:ext>
              </a:extLst>
            </p:cNvPr>
            <p:cNvSpPr>
              <a:spLocks noChangeShapeType="1"/>
            </p:cNvSpPr>
            <p:nvPr/>
          </p:nvSpPr>
          <p:spPr bwMode="auto">
            <a:xfrm>
              <a:off x="1119" y="2260"/>
              <a:ext cx="3738" cy="0"/>
            </a:xfrm>
            <a:prstGeom prst="line">
              <a:avLst/>
            </a:prstGeom>
            <a:noFill/>
            <a:ln w="19050">
              <a:solidFill>
                <a:srgbClr val="000000"/>
              </a:solidFill>
              <a:prstDash val="lgDashDot"/>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Rectangle 12" descr="深色下对角线">
              <a:extLst>
                <a:ext uri="{FF2B5EF4-FFF2-40B4-BE49-F238E27FC236}">
                  <a16:creationId xmlns:a16="http://schemas.microsoft.com/office/drawing/2014/main" id="{254C12A7-E1C6-42D5-B4E8-F66C2B292A5C}"/>
                </a:ext>
              </a:extLst>
            </p:cNvPr>
            <p:cNvSpPr>
              <a:spLocks noChangeArrowheads="1"/>
            </p:cNvSpPr>
            <p:nvPr/>
          </p:nvSpPr>
          <p:spPr bwMode="auto">
            <a:xfrm>
              <a:off x="4383" y="1300"/>
              <a:ext cx="48" cy="1872"/>
            </a:xfrm>
            <a:prstGeom prst="rect">
              <a:avLst/>
            </a:prstGeom>
            <a:pattFill prst="dkDnDiag">
              <a:fgClr>
                <a:srgbClr val="B2E6E4"/>
              </a:fgClr>
              <a:bgClr>
                <a:srgbClr val="FFFFFF"/>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3" name="Object 13">
              <a:extLst>
                <a:ext uri="{FF2B5EF4-FFF2-40B4-BE49-F238E27FC236}">
                  <a16:creationId xmlns:a16="http://schemas.microsoft.com/office/drawing/2014/main" id="{29571A21-7514-4A48-96A6-306B0ED2F662}"/>
                </a:ext>
              </a:extLst>
            </p:cNvPr>
            <p:cNvGraphicFramePr>
              <a:graphicFrameLocks noChangeAspect="1"/>
            </p:cNvGraphicFramePr>
            <p:nvPr/>
          </p:nvGraphicFramePr>
          <p:xfrm>
            <a:off x="1526" y="1540"/>
            <a:ext cx="313" cy="480"/>
          </p:xfrm>
          <a:graphic>
            <a:graphicData uri="http://schemas.openxmlformats.org/presentationml/2006/ole">
              <mc:AlternateContent xmlns:mc="http://schemas.openxmlformats.org/markup-compatibility/2006">
                <mc:Choice xmlns:v="urn:schemas-microsoft-com:vml" Requires="v">
                  <p:oleObj name="Equation" r:id="rId3" imgW="139579" imgH="215713" progId="Equation.3">
                    <p:embed/>
                  </p:oleObj>
                </mc:Choice>
                <mc:Fallback>
                  <p:oleObj name="Equation" r:id="rId3" imgW="139579" imgH="215713" progId="Equation.3">
                    <p:embed/>
                    <p:pic>
                      <p:nvPicPr>
                        <p:cNvPr id="23" name="Object 13">
                          <a:extLst>
                            <a:ext uri="{FF2B5EF4-FFF2-40B4-BE49-F238E27FC236}">
                              <a16:creationId xmlns:a16="http://schemas.microsoft.com/office/drawing/2014/main" id="{29571A21-7514-4A48-96A6-306B0ED2F6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6" y="1540"/>
                          <a:ext cx="313"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4" name="Object 14">
              <a:extLst>
                <a:ext uri="{FF2B5EF4-FFF2-40B4-BE49-F238E27FC236}">
                  <a16:creationId xmlns:a16="http://schemas.microsoft.com/office/drawing/2014/main" id="{5266247C-5207-4AF4-801C-983ACB458476}"/>
                </a:ext>
              </a:extLst>
            </p:cNvPr>
            <p:cNvGraphicFramePr>
              <a:graphicFrameLocks noChangeAspect="1"/>
            </p:cNvGraphicFramePr>
            <p:nvPr/>
          </p:nvGraphicFramePr>
          <p:xfrm>
            <a:off x="1532" y="2404"/>
            <a:ext cx="301" cy="480"/>
          </p:xfrm>
          <a:graphic>
            <a:graphicData uri="http://schemas.openxmlformats.org/presentationml/2006/ole">
              <mc:AlternateContent xmlns:mc="http://schemas.openxmlformats.org/markup-compatibility/2006">
                <mc:Choice xmlns:v="urn:schemas-microsoft-com:vml" Requires="v">
                  <p:oleObj name="Equation" r:id="rId5" imgW="152268" imgH="215713" progId="Equation.3">
                    <p:embed/>
                  </p:oleObj>
                </mc:Choice>
                <mc:Fallback>
                  <p:oleObj name="Equation" r:id="rId5" imgW="152268" imgH="215713" progId="Equation.3">
                    <p:embed/>
                    <p:pic>
                      <p:nvPicPr>
                        <p:cNvPr id="24" name="Object 14">
                          <a:extLst>
                            <a:ext uri="{FF2B5EF4-FFF2-40B4-BE49-F238E27FC236}">
                              <a16:creationId xmlns:a16="http://schemas.microsoft.com/office/drawing/2014/main" id="{5266247C-5207-4AF4-801C-983ACB4584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32" y="2404"/>
                          <a:ext cx="301"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 name="Object 15">
              <a:extLst>
                <a:ext uri="{FF2B5EF4-FFF2-40B4-BE49-F238E27FC236}">
                  <a16:creationId xmlns:a16="http://schemas.microsoft.com/office/drawing/2014/main" id="{83926529-FAC0-4AA9-9722-2DA4923E4263}"/>
                </a:ext>
              </a:extLst>
            </p:cNvPr>
            <p:cNvGraphicFramePr>
              <a:graphicFrameLocks noChangeAspect="1"/>
            </p:cNvGraphicFramePr>
            <p:nvPr/>
          </p:nvGraphicFramePr>
          <p:xfrm>
            <a:off x="1018" y="1972"/>
            <a:ext cx="239" cy="336"/>
          </p:xfrm>
          <a:graphic>
            <a:graphicData uri="http://schemas.openxmlformats.org/presentationml/2006/ole">
              <mc:AlternateContent xmlns:mc="http://schemas.openxmlformats.org/markup-compatibility/2006">
                <mc:Choice xmlns:v="urn:schemas-microsoft-com:vml" Requires="v">
                  <p:oleObj name="Equation" r:id="rId7" imgW="101556" imgH="139639" progId="Equation.3">
                    <p:embed/>
                  </p:oleObj>
                </mc:Choice>
                <mc:Fallback>
                  <p:oleObj name="Equation" r:id="rId7" imgW="101556" imgH="139639" progId="Equation.3">
                    <p:embed/>
                    <p:pic>
                      <p:nvPicPr>
                        <p:cNvPr id="25" name="Object 15">
                          <a:extLst>
                            <a:ext uri="{FF2B5EF4-FFF2-40B4-BE49-F238E27FC236}">
                              <a16:creationId xmlns:a16="http://schemas.microsoft.com/office/drawing/2014/main" id="{83926529-FAC0-4AA9-9722-2DA4923E426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18" y="1972"/>
                          <a:ext cx="239"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 name="Object 16">
              <a:extLst>
                <a:ext uri="{FF2B5EF4-FFF2-40B4-BE49-F238E27FC236}">
                  <a16:creationId xmlns:a16="http://schemas.microsoft.com/office/drawing/2014/main" id="{B2BC7816-D761-46D3-B40A-39CBB70BD21B}"/>
                </a:ext>
              </a:extLst>
            </p:cNvPr>
            <p:cNvGraphicFramePr>
              <a:graphicFrameLocks noChangeAspect="1"/>
            </p:cNvGraphicFramePr>
            <p:nvPr/>
          </p:nvGraphicFramePr>
          <p:xfrm>
            <a:off x="4551" y="1780"/>
            <a:ext cx="216" cy="234"/>
          </p:xfrm>
          <a:graphic>
            <a:graphicData uri="http://schemas.openxmlformats.org/presentationml/2006/ole">
              <mc:AlternateContent xmlns:mc="http://schemas.openxmlformats.org/markup-compatibility/2006">
                <mc:Choice xmlns:v="urn:schemas-microsoft-com:vml" Requires="v">
                  <p:oleObj name="公式" r:id="rId9" imgW="177646" imgH="190335" progId="Equation.3">
                    <p:embed/>
                  </p:oleObj>
                </mc:Choice>
                <mc:Fallback>
                  <p:oleObj name="公式" r:id="rId9" imgW="177646" imgH="190335" progId="Equation.3">
                    <p:embed/>
                    <p:pic>
                      <p:nvPicPr>
                        <p:cNvPr id="26" name="Object 16">
                          <a:extLst>
                            <a:ext uri="{FF2B5EF4-FFF2-40B4-BE49-F238E27FC236}">
                              <a16:creationId xmlns:a16="http://schemas.microsoft.com/office/drawing/2014/main" id="{B2BC7816-D761-46D3-B40A-39CBB70BD21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51" y="1780"/>
                          <a:ext cx="216" cy="23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7" name="Line 17">
              <a:extLst>
                <a:ext uri="{FF2B5EF4-FFF2-40B4-BE49-F238E27FC236}">
                  <a16:creationId xmlns:a16="http://schemas.microsoft.com/office/drawing/2014/main" id="{74783466-CD84-4174-A39E-840D79CFA44A}"/>
                </a:ext>
              </a:extLst>
            </p:cNvPr>
            <p:cNvSpPr>
              <a:spLocks noChangeShapeType="1"/>
            </p:cNvSpPr>
            <p:nvPr/>
          </p:nvSpPr>
          <p:spPr bwMode="auto">
            <a:xfrm flipH="1">
              <a:off x="1407" y="2020"/>
              <a:ext cx="432" cy="0"/>
            </a:xfrm>
            <a:prstGeom prst="line">
              <a:avLst/>
            </a:prstGeom>
            <a:noFill/>
            <a:ln w="9525">
              <a:solidFill>
                <a:srgbClr val="006699"/>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18">
              <a:extLst>
                <a:ext uri="{FF2B5EF4-FFF2-40B4-BE49-F238E27FC236}">
                  <a16:creationId xmlns:a16="http://schemas.microsoft.com/office/drawing/2014/main" id="{0DBE3CB8-A711-43CA-9B02-534C2FF639A1}"/>
                </a:ext>
              </a:extLst>
            </p:cNvPr>
            <p:cNvSpPr>
              <a:spLocks noChangeShapeType="1"/>
            </p:cNvSpPr>
            <p:nvPr/>
          </p:nvSpPr>
          <p:spPr bwMode="auto">
            <a:xfrm flipH="1">
              <a:off x="1407" y="2500"/>
              <a:ext cx="432" cy="0"/>
            </a:xfrm>
            <a:prstGeom prst="line">
              <a:avLst/>
            </a:prstGeom>
            <a:noFill/>
            <a:ln w="9525">
              <a:solidFill>
                <a:srgbClr val="006699"/>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19">
              <a:extLst>
                <a:ext uri="{FF2B5EF4-FFF2-40B4-BE49-F238E27FC236}">
                  <a16:creationId xmlns:a16="http://schemas.microsoft.com/office/drawing/2014/main" id="{2F3ADECD-BE26-4BAF-91B6-E36A9EA02517}"/>
                </a:ext>
              </a:extLst>
            </p:cNvPr>
            <p:cNvSpPr>
              <a:spLocks noChangeShapeType="1"/>
            </p:cNvSpPr>
            <p:nvPr/>
          </p:nvSpPr>
          <p:spPr bwMode="auto">
            <a:xfrm>
              <a:off x="1599" y="2020"/>
              <a:ext cx="0" cy="480"/>
            </a:xfrm>
            <a:prstGeom prst="line">
              <a:avLst/>
            </a:prstGeom>
            <a:noFill/>
            <a:ln w="19050">
              <a:solidFill>
                <a:srgbClr val="FF33CC"/>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0" name="Object 20">
              <a:extLst>
                <a:ext uri="{FF2B5EF4-FFF2-40B4-BE49-F238E27FC236}">
                  <a16:creationId xmlns:a16="http://schemas.microsoft.com/office/drawing/2014/main" id="{A6CC535A-2E53-4900-B82E-7ABB4D1019A7}"/>
                </a:ext>
              </a:extLst>
            </p:cNvPr>
            <p:cNvGraphicFramePr>
              <a:graphicFrameLocks noChangeAspect="1"/>
            </p:cNvGraphicFramePr>
            <p:nvPr/>
          </p:nvGraphicFramePr>
          <p:xfrm>
            <a:off x="4490" y="2220"/>
            <a:ext cx="295" cy="373"/>
          </p:xfrm>
          <a:graphic>
            <a:graphicData uri="http://schemas.openxmlformats.org/presentationml/2006/ole">
              <mc:AlternateContent xmlns:mc="http://schemas.openxmlformats.org/markup-compatibility/2006">
                <mc:Choice xmlns:v="urn:schemas-microsoft-com:vml" Requires="v">
                  <p:oleObj name="公式" r:id="rId11" imgW="152202" imgH="177569" progId="Equation.3">
                    <p:embed/>
                  </p:oleObj>
                </mc:Choice>
                <mc:Fallback>
                  <p:oleObj name="公式" r:id="rId11" imgW="152202" imgH="177569" progId="Equation.3">
                    <p:embed/>
                    <p:pic>
                      <p:nvPicPr>
                        <p:cNvPr id="30" name="Object 20">
                          <a:extLst>
                            <a:ext uri="{FF2B5EF4-FFF2-40B4-BE49-F238E27FC236}">
                              <a16:creationId xmlns:a16="http://schemas.microsoft.com/office/drawing/2014/main" id="{A6CC535A-2E53-4900-B82E-7ABB4D1019A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490" y="2220"/>
                          <a:ext cx="295" cy="3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21">
              <a:extLst>
                <a:ext uri="{FF2B5EF4-FFF2-40B4-BE49-F238E27FC236}">
                  <a16:creationId xmlns:a16="http://schemas.microsoft.com/office/drawing/2014/main" id="{C808E443-841E-4362-A5C6-FCF2D01A70D6}"/>
                </a:ext>
              </a:extLst>
            </p:cNvPr>
            <p:cNvGraphicFramePr>
              <a:graphicFrameLocks noChangeAspect="1"/>
            </p:cNvGraphicFramePr>
            <p:nvPr/>
          </p:nvGraphicFramePr>
          <p:xfrm>
            <a:off x="1648" y="2211"/>
            <a:ext cx="205" cy="264"/>
          </p:xfrm>
          <a:graphic>
            <a:graphicData uri="http://schemas.openxmlformats.org/presentationml/2006/ole">
              <mc:AlternateContent xmlns:mc="http://schemas.openxmlformats.org/markup-compatibility/2006">
                <mc:Choice xmlns:v="urn:schemas-microsoft-com:vml" Requires="v">
                  <p:oleObj name="公式" r:id="rId13" imgW="126835" imgH="139518" progId="Equation.3">
                    <p:embed/>
                  </p:oleObj>
                </mc:Choice>
                <mc:Fallback>
                  <p:oleObj name="公式" r:id="rId13" imgW="126835" imgH="139518" progId="Equation.3">
                    <p:embed/>
                    <p:pic>
                      <p:nvPicPr>
                        <p:cNvPr id="31" name="Object 21">
                          <a:extLst>
                            <a:ext uri="{FF2B5EF4-FFF2-40B4-BE49-F238E27FC236}">
                              <a16:creationId xmlns:a16="http://schemas.microsoft.com/office/drawing/2014/main" id="{C808E443-841E-4362-A5C6-FCF2D01A70D6}"/>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48" y="2211"/>
                          <a:ext cx="205" cy="26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Rectangle 22" descr="深色下对角线">
              <a:extLst>
                <a:ext uri="{FF2B5EF4-FFF2-40B4-BE49-F238E27FC236}">
                  <a16:creationId xmlns:a16="http://schemas.microsoft.com/office/drawing/2014/main" id="{AB1581DE-FF8F-4CF7-9C76-18D0BAD9D6AC}"/>
                </a:ext>
              </a:extLst>
            </p:cNvPr>
            <p:cNvSpPr>
              <a:spLocks noChangeArrowheads="1"/>
            </p:cNvSpPr>
            <p:nvPr/>
          </p:nvSpPr>
          <p:spPr bwMode="auto">
            <a:xfrm>
              <a:off x="1839" y="2068"/>
              <a:ext cx="48" cy="384"/>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33" name="Object 23">
              <a:extLst>
                <a:ext uri="{FF2B5EF4-FFF2-40B4-BE49-F238E27FC236}">
                  <a16:creationId xmlns:a16="http://schemas.microsoft.com/office/drawing/2014/main" id="{18017896-4A06-4D9F-8168-7F74251E7B70}"/>
                </a:ext>
              </a:extLst>
            </p:cNvPr>
            <p:cNvGraphicFramePr>
              <a:graphicFrameLocks noChangeAspect="1"/>
            </p:cNvGraphicFramePr>
            <p:nvPr/>
          </p:nvGraphicFramePr>
          <p:xfrm>
            <a:off x="1395" y="2132"/>
            <a:ext cx="204" cy="272"/>
          </p:xfrm>
          <a:graphic>
            <a:graphicData uri="http://schemas.openxmlformats.org/presentationml/2006/ole">
              <mc:AlternateContent xmlns:mc="http://schemas.openxmlformats.org/markup-compatibility/2006">
                <mc:Choice xmlns:v="urn:schemas-microsoft-com:vml" Requires="v">
                  <p:oleObj name="Equation" r:id="rId15" imgW="190417" imgH="253890" progId="Equation.3">
                    <p:embed/>
                  </p:oleObj>
                </mc:Choice>
                <mc:Fallback>
                  <p:oleObj name="Equation" r:id="rId15" imgW="190417" imgH="253890" progId="Equation.3">
                    <p:embed/>
                    <p:pic>
                      <p:nvPicPr>
                        <p:cNvPr id="33" name="Object 23">
                          <a:extLst>
                            <a:ext uri="{FF2B5EF4-FFF2-40B4-BE49-F238E27FC236}">
                              <a16:creationId xmlns:a16="http://schemas.microsoft.com/office/drawing/2014/main" id="{18017896-4A06-4D9F-8168-7F74251E7B70}"/>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395" y="2132"/>
                          <a:ext cx="204"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24">
              <a:extLst>
                <a:ext uri="{FF2B5EF4-FFF2-40B4-BE49-F238E27FC236}">
                  <a16:creationId xmlns:a16="http://schemas.microsoft.com/office/drawing/2014/main" id="{535E0419-9DB1-45FB-8840-D11DA546338D}"/>
                </a:ext>
              </a:extLst>
            </p:cNvPr>
            <p:cNvGraphicFramePr>
              <a:graphicFrameLocks noChangeAspect="1"/>
            </p:cNvGraphicFramePr>
            <p:nvPr/>
          </p:nvGraphicFramePr>
          <p:xfrm>
            <a:off x="2703" y="1641"/>
            <a:ext cx="249" cy="484"/>
          </p:xfrm>
          <a:graphic>
            <a:graphicData uri="http://schemas.openxmlformats.org/presentationml/2006/ole">
              <mc:AlternateContent xmlns:mc="http://schemas.openxmlformats.org/markup-compatibility/2006">
                <mc:Choice xmlns:v="urn:schemas-microsoft-com:vml" Requires="v">
                  <p:oleObj name="公式" r:id="rId17" imgW="164885" imgH="317087" progId="Equation.3">
                    <p:embed/>
                  </p:oleObj>
                </mc:Choice>
                <mc:Fallback>
                  <p:oleObj name="公式" r:id="rId17" imgW="164885" imgH="317087" progId="Equation.3">
                    <p:embed/>
                    <p:pic>
                      <p:nvPicPr>
                        <p:cNvPr id="34" name="Object 24">
                          <a:extLst>
                            <a:ext uri="{FF2B5EF4-FFF2-40B4-BE49-F238E27FC236}">
                              <a16:creationId xmlns:a16="http://schemas.microsoft.com/office/drawing/2014/main" id="{535E0419-9DB1-45FB-8840-D11DA546338D}"/>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03" y="1641"/>
                          <a:ext cx="249" cy="48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 name="Object 25">
              <a:extLst>
                <a:ext uri="{FF2B5EF4-FFF2-40B4-BE49-F238E27FC236}">
                  <a16:creationId xmlns:a16="http://schemas.microsoft.com/office/drawing/2014/main" id="{7FAB4860-81D7-40DA-B8ED-A6006BAF52DB}"/>
                </a:ext>
              </a:extLst>
            </p:cNvPr>
            <p:cNvGraphicFramePr>
              <a:graphicFrameLocks noChangeAspect="1"/>
            </p:cNvGraphicFramePr>
            <p:nvPr/>
          </p:nvGraphicFramePr>
          <p:xfrm>
            <a:off x="2699" y="2340"/>
            <a:ext cx="288" cy="480"/>
          </p:xfrm>
          <a:graphic>
            <a:graphicData uri="http://schemas.openxmlformats.org/presentationml/2006/ole">
              <mc:AlternateContent xmlns:mc="http://schemas.openxmlformats.org/markup-compatibility/2006">
                <mc:Choice xmlns:v="urn:schemas-microsoft-com:vml" Requires="v">
                  <p:oleObj name="公式" r:id="rId19" imgW="190335" imgH="317225" progId="Equation.3">
                    <p:embed/>
                  </p:oleObj>
                </mc:Choice>
                <mc:Fallback>
                  <p:oleObj name="公式" r:id="rId19" imgW="190335" imgH="317225" progId="Equation.3">
                    <p:embed/>
                    <p:pic>
                      <p:nvPicPr>
                        <p:cNvPr id="35" name="Object 25">
                          <a:extLst>
                            <a:ext uri="{FF2B5EF4-FFF2-40B4-BE49-F238E27FC236}">
                              <a16:creationId xmlns:a16="http://schemas.microsoft.com/office/drawing/2014/main" id="{7FAB4860-81D7-40DA-B8ED-A6006BAF52DB}"/>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99" y="2340"/>
                          <a:ext cx="288" cy="4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 name="Line 26">
              <a:extLst>
                <a:ext uri="{FF2B5EF4-FFF2-40B4-BE49-F238E27FC236}">
                  <a16:creationId xmlns:a16="http://schemas.microsoft.com/office/drawing/2014/main" id="{020DB42C-9545-45AB-A570-F2513216D412}"/>
                </a:ext>
              </a:extLst>
            </p:cNvPr>
            <p:cNvSpPr>
              <a:spLocks noChangeShapeType="1"/>
            </p:cNvSpPr>
            <p:nvPr/>
          </p:nvSpPr>
          <p:spPr bwMode="auto">
            <a:xfrm rot="60000">
              <a:off x="1839" y="2030"/>
              <a:ext cx="2538" cy="210"/>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 name="Line 27">
              <a:extLst>
                <a:ext uri="{FF2B5EF4-FFF2-40B4-BE49-F238E27FC236}">
                  <a16:creationId xmlns:a16="http://schemas.microsoft.com/office/drawing/2014/main" id="{F6066E23-7EF5-410C-91A4-90A9FC9808A1}"/>
                </a:ext>
              </a:extLst>
            </p:cNvPr>
            <p:cNvSpPr>
              <a:spLocks noChangeShapeType="1"/>
            </p:cNvSpPr>
            <p:nvPr/>
          </p:nvSpPr>
          <p:spPr bwMode="auto">
            <a:xfrm flipV="1">
              <a:off x="1881" y="2276"/>
              <a:ext cx="2496" cy="224"/>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8" name="Freeform 28">
              <a:extLst>
                <a:ext uri="{FF2B5EF4-FFF2-40B4-BE49-F238E27FC236}">
                  <a16:creationId xmlns:a16="http://schemas.microsoft.com/office/drawing/2014/main" id="{2F6C22D4-F7CD-410B-9D88-1EEDF5CE9D62}"/>
                </a:ext>
              </a:extLst>
            </p:cNvPr>
            <p:cNvSpPr>
              <a:spLocks/>
            </p:cNvSpPr>
            <p:nvPr/>
          </p:nvSpPr>
          <p:spPr bwMode="auto">
            <a:xfrm>
              <a:off x="1311" y="2012"/>
              <a:ext cx="554" cy="248"/>
            </a:xfrm>
            <a:custGeom>
              <a:avLst/>
              <a:gdLst>
                <a:gd name="T0" fmla="*/ 0 w 554"/>
                <a:gd name="T1" fmla="*/ 248 h 248"/>
                <a:gd name="T2" fmla="*/ 554 w 554"/>
                <a:gd name="T3" fmla="*/ 0 h 248"/>
                <a:gd name="T4" fmla="*/ 0 60000 65536"/>
                <a:gd name="T5" fmla="*/ 0 60000 65536"/>
                <a:gd name="T6" fmla="*/ 0 w 554"/>
                <a:gd name="T7" fmla="*/ 0 h 248"/>
                <a:gd name="T8" fmla="*/ 554 w 554"/>
                <a:gd name="T9" fmla="*/ 248 h 248"/>
              </a:gdLst>
              <a:ahLst/>
              <a:cxnLst>
                <a:cxn ang="T4">
                  <a:pos x="T0" y="T1"/>
                </a:cxn>
                <a:cxn ang="T5">
                  <a:pos x="T2" y="T3"/>
                </a:cxn>
              </a:cxnLst>
              <a:rect l="T6" t="T7" r="T8" b="T9"/>
              <a:pathLst>
                <a:path w="554" h="248">
                  <a:moveTo>
                    <a:pt x="0" y="248"/>
                  </a:moveTo>
                  <a:lnTo>
                    <a:pt x="554" y="0"/>
                  </a:lnTo>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9" name="Line 29">
              <a:extLst>
                <a:ext uri="{FF2B5EF4-FFF2-40B4-BE49-F238E27FC236}">
                  <a16:creationId xmlns:a16="http://schemas.microsoft.com/office/drawing/2014/main" id="{6F687F70-DA33-4BF1-B6FA-1A7B2864D581}"/>
                </a:ext>
              </a:extLst>
            </p:cNvPr>
            <p:cNvSpPr>
              <a:spLocks noChangeShapeType="1"/>
            </p:cNvSpPr>
            <p:nvPr/>
          </p:nvSpPr>
          <p:spPr bwMode="auto">
            <a:xfrm>
              <a:off x="1311" y="2260"/>
              <a:ext cx="570" cy="240"/>
            </a:xfrm>
            <a:prstGeom prst="line">
              <a:avLst/>
            </a:prstGeom>
            <a:noFill/>
            <a:ln w="1905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40" name="Group 30">
              <a:extLst>
                <a:ext uri="{FF2B5EF4-FFF2-40B4-BE49-F238E27FC236}">
                  <a16:creationId xmlns:a16="http://schemas.microsoft.com/office/drawing/2014/main" id="{20F17040-2083-4191-A609-E899FE1A6C47}"/>
                </a:ext>
              </a:extLst>
            </p:cNvPr>
            <p:cNvGrpSpPr>
              <a:grpSpLocks/>
            </p:cNvGrpSpPr>
            <p:nvPr/>
          </p:nvGrpSpPr>
          <p:grpSpPr bwMode="auto">
            <a:xfrm>
              <a:off x="1881" y="2788"/>
              <a:ext cx="2496" cy="336"/>
              <a:chOff x="2160" y="2496"/>
              <a:chExt cx="2496" cy="336"/>
            </a:xfrm>
          </p:grpSpPr>
          <p:graphicFrame>
            <p:nvGraphicFramePr>
              <p:cNvPr id="41" name="Object 31">
                <a:extLst>
                  <a:ext uri="{FF2B5EF4-FFF2-40B4-BE49-F238E27FC236}">
                    <a16:creationId xmlns:a16="http://schemas.microsoft.com/office/drawing/2014/main" id="{996A38A1-BCA8-40F6-AF38-7CC080F67950}"/>
                  </a:ext>
                </a:extLst>
              </p:cNvPr>
              <p:cNvGraphicFramePr>
                <a:graphicFrameLocks noChangeAspect="1"/>
              </p:cNvGraphicFramePr>
              <p:nvPr/>
            </p:nvGraphicFramePr>
            <p:xfrm>
              <a:off x="3120" y="2496"/>
              <a:ext cx="310" cy="336"/>
            </p:xfrm>
            <a:graphic>
              <a:graphicData uri="http://schemas.openxmlformats.org/presentationml/2006/ole">
                <mc:AlternateContent xmlns:mc="http://schemas.openxmlformats.org/markup-compatibility/2006">
                  <mc:Choice xmlns:v="urn:schemas-microsoft-com:vml" Requires="v">
                    <p:oleObj name="Equation" r:id="rId21" imgW="164814" imgH="177492" progId="Equation.3">
                      <p:embed/>
                    </p:oleObj>
                  </mc:Choice>
                  <mc:Fallback>
                    <p:oleObj name="Equation" r:id="rId21" imgW="164814" imgH="177492" progId="Equation.3">
                      <p:embed/>
                      <p:pic>
                        <p:nvPicPr>
                          <p:cNvPr id="41" name="Object 31">
                            <a:extLst>
                              <a:ext uri="{FF2B5EF4-FFF2-40B4-BE49-F238E27FC236}">
                                <a16:creationId xmlns:a16="http://schemas.microsoft.com/office/drawing/2014/main" id="{996A38A1-BCA8-40F6-AF38-7CC080F67950}"/>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120" y="2496"/>
                            <a:ext cx="310"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2" name="Line 32">
                <a:extLst>
                  <a:ext uri="{FF2B5EF4-FFF2-40B4-BE49-F238E27FC236}">
                    <a16:creationId xmlns:a16="http://schemas.microsoft.com/office/drawing/2014/main" id="{E1674406-A780-41D8-8DDB-E0B49E03C810}"/>
                  </a:ext>
                </a:extLst>
              </p:cNvPr>
              <p:cNvSpPr>
                <a:spLocks noChangeShapeType="1"/>
              </p:cNvSpPr>
              <p:nvPr/>
            </p:nvSpPr>
            <p:spPr bwMode="auto">
              <a:xfrm>
                <a:off x="3360" y="2688"/>
                <a:ext cx="1296" cy="0"/>
              </a:xfrm>
              <a:prstGeom prst="line">
                <a:avLst/>
              </a:prstGeom>
              <a:noFill/>
              <a:ln w="19050">
                <a:solidFill>
                  <a:srgbClr val="FF3399"/>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43" name="Line 33">
                <a:extLst>
                  <a:ext uri="{FF2B5EF4-FFF2-40B4-BE49-F238E27FC236}">
                    <a16:creationId xmlns:a16="http://schemas.microsoft.com/office/drawing/2014/main" id="{B682FE7E-2329-42B7-A9D3-CF726C3F8E8E}"/>
                  </a:ext>
                </a:extLst>
              </p:cNvPr>
              <p:cNvSpPr>
                <a:spLocks noChangeShapeType="1"/>
              </p:cNvSpPr>
              <p:nvPr/>
            </p:nvSpPr>
            <p:spPr bwMode="auto">
              <a:xfrm flipH="1">
                <a:off x="2160" y="2688"/>
                <a:ext cx="960" cy="0"/>
              </a:xfrm>
              <a:prstGeom prst="line">
                <a:avLst/>
              </a:prstGeom>
              <a:noFill/>
              <a:ln w="19050">
                <a:solidFill>
                  <a:srgbClr val="FF3399"/>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grpSp>
      <p:pic>
        <p:nvPicPr>
          <p:cNvPr id="44" name="Picture 44" descr="http://www.tyut.edu.cn/wuli/zi_yuan/photo/gx/白光入射的杨氏双缝干涉.jpg">
            <a:extLst>
              <a:ext uri="{FF2B5EF4-FFF2-40B4-BE49-F238E27FC236}">
                <a16:creationId xmlns:a16="http://schemas.microsoft.com/office/drawing/2014/main" id="{B89997D9-612C-4736-B621-B55833FDFFB1}"/>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8599488" y="2154770"/>
            <a:ext cx="1203325" cy="347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 name="矩形 44">
            <a:extLst>
              <a:ext uri="{FF2B5EF4-FFF2-40B4-BE49-F238E27FC236}">
                <a16:creationId xmlns:a16="http://schemas.microsoft.com/office/drawing/2014/main" id="{2750B050-2D43-46C9-81A3-296B9B989A79}"/>
              </a:ext>
            </a:extLst>
          </p:cNvPr>
          <p:cNvSpPr>
            <a:spLocks noChangeArrowheads="1"/>
          </p:cNvSpPr>
          <p:nvPr/>
        </p:nvSpPr>
        <p:spPr bwMode="auto">
          <a:xfrm>
            <a:off x="991394" y="772225"/>
            <a:ext cx="10127456" cy="1015663"/>
          </a:xfrm>
          <a:prstGeom prst="rect">
            <a:avLst/>
          </a:prstGeom>
          <a:noFill/>
          <a:ln w="9525">
            <a:noFill/>
            <a:miter lim="800000"/>
            <a:headEnd/>
            <a:tailEnd/>
          </a:ln>
        </p:spPr>
        <p:txBody>
          <a:bodyPr wrap="square">
            <a:spAutoFit/>
          </a:bodyPr>
          <a:lstStyle/>
          <a:p>
            <a:pPr>
              <a:defRPr/>
            </a:pPr>
            <a:r>
              <a:rPr lang="zh-CN" altLang="en-US" sz="3000" b="1" dirty="0">
                <a:latin typeface="微软雅黑" panose="020B0503020204020204" pitchFamily="34" charset="-122"/>
                <a:ea typeface="微软雅黑" panose="020B0503020204020204" pitchFamily="34" charset="-122"/>
              </a:rPr>
              <a:t>（</a:t>
            </a:r>
            <a:r>
              <a:rPr lang="en-US" altLang="zh-CN" sz="3000" b="1" dirty="0">
                <a:latin typeface="微软雅黑" panose="020B0503020204020204" pitchFamily="34" charset="-122"/>
                <a:ea typeface="微软雅黑" panose="020B0503020204020204" pitchFamily="34" charset="-122"/>
              </a:rPr>
              <a:t>4</a:t>
            </a:r>
            <a:r>
              <a:rPr lang="zh-CN" altLang="en-US" sz="3000" b="1" dirty="0">
                <a:latin typeface="微软雅黑" panose="020B0503020204020204" pitchFamily="34" charset="-122"/>
                <a:ea typeface="微软雅黑" panose="020B0503020204020204" pitchFamily="34" charset="-122"/>
              </a:rPr>
              <a:t>）若用白光照射，零级亮纹为白色，其余级数的亮纹为彩色的连续光谱，且红色在外，蓝色在内。</a:t>
            </a:r>
          </a:p>
        </p:txBody>
      </p:sp>
    </p:spTree>
    <p:extLst>
      <p:ext uri="{BB962C8B-B14F-4D97-AF65-F5344CB8AC3E}">
        <p14:creationId xmlns:p14="http://schemas.microsoft.com/office/powerpoint/2010/main" val="14244535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animEffect transition="in" filter="barn(outHorizontal)">
                                      <p:cBhvr>
                                        <p:cTn id="7" dur="2000"/>
                                        <p:tgtEl>
                                          <p:spTgt spid="4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45"/>
                                        </p:tgtEl>
                                        <p:attrNameLst>
                                          <p:attrName>style.visibility</p:attrName>
                                        </p:attrNameLst>
                                      </p:cBhvr>
                                      <p:to>
                                        <p:strVal val="visible"/>
                                      </p:to>
                                    </p:set>
                                    <p:animEffect transition="in" filter="wipe(up)">
                                      <p:cBhvr>
                                        <p:cTn id="12"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CF4E29-A1EF-4550-AFCE-BC30E0A587F9}"/>
              </a:ext>
            </a:extLst>
          </p:cNvPr>
          <p:cNvSpPr txBox="1"/>
          <p:nvPr>
            <p:custDataLst>
              <p:tags r:id="rId2"/>
            </p:custDataLst>
          </p:nvPr>
        </p:nvSpPr>
        <p:spPr>
          <a:xfrm>
            <a:off x="1156727" y="440556"/>
            <a:ext cx="9753600" cy="2143125"/>
          </a:xfrm>
          <a:prstGeom prst="rect">
            <a:avLst/>
          </a:prstGeom>
          <a:noFill/>
        </p:spPr>
        <p:txBody>
          <a:bodyPr vert="horz" wrap="square" rtlCol="0" anchor="ctr" anchorCtr="0">
            <a:noAutofit/>
          </a:bodyPr>
          <a:lstStyle/>
          <a:p>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请您编辑题干</a:t>
            </a:r>
          </a:p>
        </p:txBody>
      </p:sp>
      <p:sp>
        <p:nvSpPr>
          <p:cNvPr id="7" name="矩形: 圆角 6">
            <a:extLst>
              <a:ext uri="{FF2B5EF4-FFF2-40B4-BE49-F238E27FC236}">
                <a16:creationId xmlns:a16="http://schemas.microsoft.com/office/drawing/2014/main" id="{18A026F9-6A1D-481F-B71B-C0173FC4907B}"/>
              </a:ext>
            </a:extLst>
          </p:cNvPr>
          <p:cNvSpPr/>
          <p:nvPr>
            <p:custDataLst>
              <p:tags r:id="rId3"/>
            </p:custDataLst>
          </p:nvPr>
        </p:nvSpPr>
        <p:spPr>
          <a:xfrm>
            <a:off x="10723544" y="806316"/>
            <a:ext cx="1195919"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24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a:extLst>
              <a:ext uri="{FF2B5EF4-FFF2-40B4-BE49-F238E27FC236}">
                <a16:creationId xmlns:a16="http://schemas.microsoft.com/office/drawing/2014/main" id="{245C385F-CBAA-47BB-B1CF-1CA4B623234E}"/>
              </a:ext>
            </a:extLst>
          </p:cNvPr>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6" name="Text Box 4">
            <a:extLst>
              <a:ext uri="{FF2B5EF4-FFF2-40B4-BE49-F238E27FC236}">
                <a16:creationId xmlns:a16="http://schemas.microsoft.com/office/drawing/2014/main" id="{B9929903-D950-49A2-8623-79AA56CCE15F}"/>
              </a:ext>
            </a:extLst>
          </p:cNvPr>
          <p:cNvSpPr txBox="1">
            <a:spLocks noChangeArrowheads="1"/>
          </p:cNvSpPr>
          <p:nvPr/>
        </p:nvSpPr>
        <p:spPr bwMode="auto">
          <a:xfrm>
            <a:off x="190501" y="726440"/>
            <a:ext cx="11820598"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0" defTabSz="914400" eaLnBrk="1" fontAlgn="auto" hangingPunct="1">
              <a:spcBef>
                <a:spcPts val="1200"/>
              </a:spcBef>
              <a:spcAft>
                <a:spcPts val="0"/>
              </a:spcAft>
              <a:buClrTx/>
              <a:buSzTx/>
              <a:buNone/>
              <a:defRPr/>
            </a:pPr>
            <a:r>
              <a:rPr kumimoji="1"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研讨题</a:t>
            </a:r>
            <a:r>
              <a:rPr kumimoji="1"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对于杨氏双缝干涉实验：</a:t>
            </a:r>
          </a:p>
          <a:p>
            <a:pPr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）若把双缝前的单缝向上平移，则干涉条纹如何变化？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）若把整个实验装置放在水中，干涉条纹如何变化？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）若在一个缝前放蓝色玻璃片、另一个缝前放红色玻璃片，干涉条纹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）若用白光照射双缝，干涉条纹如何分布？</a:t>
            </a:r>
          </a:p>
          <a:p>
            <a:pPr lvl="0" defTabSz="914400" eaLnBrk="1" fontAlgn="auto" hangingPunct="1">
              <a:spcBef>
                <a:spcPts val="1200"/>
              </a:spcBef>
              <a:spcAft>
                <a:spcPts val="0"/>
              </a:spcAft>
              <a:buClrTx/>
              <a:buSzTx/>
              <a:buNone/>
              <a:defRPr/>
            </a:pP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）若保持双缝中一个缝的宽度不变，另一个缝的宽度增大，干涉条纹</a:t>
            </a:r>
            <a:endPar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）干涉条纹是严格等宽、等间距的吗？</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）如果逐渐增加单缝光源</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的宽度，则在屏</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上的条纹如何变化？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）为什么用普通光源只在中央明条纹附近较小的范围内看到干涉条纹？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C812C1A3-39D6-46AB-A931-19A3712290FA}"/>
              </a:ext>
            </a:extLst>
          </p:cNvPr>
          <p:cNvGrpSpPr/>
          <p:nvPr>
            <p:custDataLst>
              <p:tags r:id="rId5"/>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B1198FF-BA01-4ACA-B718-8EDAD9ECCC98}"/>
                </a:ext>
              </a:extLst>
            </p:cNvPr>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809020C1-11EF-41BA-8E03-2AA5826156AF}"/>
                </a:ext>
              </a:extLst>
            </p:cNvPr>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369EDC93-A39A-482F-8D3B-4D96BEFBBFB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6D80D5B1-79FB-41C1-AB69-62ACB82E3788}"/>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9E2A4E7D-9758-40B4-B164-B70873F58812}"/>
              </a:ext>
            </a:extLst>
          </p:cNvPr>
          <p:cNvPicPr>
            <a:picLocks/>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25731926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46" name="矩形 45">
            <a:extLst>
              <a:ext uri="{FF2B5EF4-FFF2-40B4-BE49-F238E27FC236}">
                <a16:creationId xmlns:a16="http://schemas.microsoft.com/office/drawing/2014/main" id="{9F25AC6D-54DF-4A65-9C7D-15C59E9A17D2}"/>
              </a:ext>
            </a:extLst>
          </p:cNvPr>
          <p:cNvSpPr>
            <a:spLocks noChangeArrowheads="1"/>
          </p:cNvSpPr>
          <p:nvPr/>
        </p:nvSpPr>
        <p:spPr bwMode="auto">
          <a:xfrm>
            <a:off x="422672" y="754231"/>
            <a:ext cx="11693128" cy="1938992"/>
          </a:xfrm>
          <a:prstGeom prst="rect">
            <a:avLst/>
          </a:prstGeom>
          <a:noFill/>
          <a:ln w="9525">
            <a:noFill/>
            <a:miter lim="800000"/>
            <a:headEnd/>
            <a:tailEnd/>
          </a:ln>
        </p:spPr>
        <p:txBody>
          <a:bodyPr wrap="square">
            <a:spAutoFit/>
          </a:bodyPr>
          <a:lstStyle/>
          <a:p>
            <a:pPr>
              <a:defRPr/>
            </a:pPr>
            <a:r>
              <a:rPr lang="zh-CN" altLang="en-US" sz="3000" b="1" dirty="0">
                <a:latin typeface="微软雅黑" panose="020B0503020204020204" pitchFamily="34" charset="-122"/>
                <a:ea typeface="微软雅黑" panose="020B0503020204020204" pitchFamily="34" charset="-122"/>
              </a:rPr>
              <a:t>（</a:t>
            </a:r>
            <a:r>
              <a:rPr lang="en-US" altLang="zh-CN" sz="3000" b="1" dirty="0">
                <a:latin typeface="微软雅黑" panose="020B0503020204020204" pitchFamily="34" charset="-122"/>
                <a:ea typeface="微软雅黑" panose="020B0503020204020204" pitchFamily="34" charset="-122"/>
              </a:rPr>
              <a:t>5</a:t>
            </a:r>
            <a:r>
              <a:rPr lang="zh-CN" altLang="en-US" sz="3000" b="1" dirty="0">
                <a:latin typeface="微软雅黑" panose="020B0503020204020204" pitchFamily="34" charset="-122"/>
                <a:ea typeface="微软雅黑" panose="020B0503020204020204" pitchFamily="34" charset="-122"/>
              </a:rPr>
              <a:t>）缝宽的增加使得该缝出射的光矢量振幅增大，</a:t>
            </a:r>
            <a:endParaRPr lang="en-US" altLang="zh-CN" sz="3000" b="1" dirty="0">
              <a:latin typeface="微软雅黑" panose="020B0503020204020204" pitchFamily="34" charset="-122"/>
              <a:ea typeface="微软雅黑" panose="020B0503020204020204" pitchFamily="34" charset="-122"/>
            </a:endParaRPr>
          </a:p>
          <a:p>
            <a:pPr>
              <a:defRPr/>
            </a:pPr>
            <a:r>
              <a:rPr lang="en-US" altLang="zh-CN" sz="3000" b="1" dirty="0">
                <a:latin typeface="微软雅黑" panose="020B0503020204020204" pitchFamily="34" charset="-122"/>
                <a:ea typeface="微软雅黑" panose="020B0503020204020204" pitchFamily="34" charset="-122"/>
              </a:rPr>
              <a:t>        </a:t>
            </a:r>
            <a:r>
              <a:rPr lang="zh-CN" altLang="en-US" sz="3000" b="1" dirty="0">
                <a:latin typeface="微软雅黑" panose="020B0503020204020204" pitchFamily="34" charset="-122"/>
                <a:ea typeface="微软雅黑" panose="020B0503020204020204" pitchFamily="34" charset="-122"/>
              </a:rPr>
              <a:t>所以此时宽缝透过的光波光矢量振幅更大，光强更大，</a:t>
            </a:r>
            <a:endParaRPr lang="en-US" altLang="zh-CN" sz="3000" b="1" dirty="0">
              <a:latin typeface="微软雅黑" panose="020B0503020204020204" pitchFamily="34" charset="-122"/>
              <a:ea typeface="微软雅黑" panose="020B0503020204020204" pitchFamily="34" charset="-122"/>
            </a:endParaRPr>
          </a:p>
          <a:p>
            <a:pPr>
              <a:defRPr/>
            </a:pPr>
            <a:r>
              <a:rPr lang="en-US" altLang="zh-CN" sz="3000" b="1" dirty="0">
                <a:latin typeface="微软雅黑" panose="020B0503020204020204" pitchFamily="34" charset="-122"/>
                <a:ea typeface="微软雅黑" panose="020B0503020204020204" pitchFamily="34" charset="-122"/>
              </a:rPr>
              <a:t>        </a:t>
            </a:r>
            <a:r>
              <a:rPr lang="zh-CN" altLang="en-US" sz="3000" b="1" dirty="0">
                <a:latin typeface="微软雅黑" panose="020B0503020204020204" pitchFamily="34" charset="-122"/>
                <a:ea typeface="微软雅黑" panose="020B0503020204020204" pitchFamily="34" charset="-122"/>
              </a:rPr>
              <a:t>此时干涉相消处光强不为零，而是微弱的亮度，</a:t>
            </a:r>
            <a:endParaRPr lang="en-US" altLang="zh-CN" sz="3000" b="1" dirty="0">
              <a:latin typeface="微软雅黑" panose="020B0503020204020204" pitchFamily="34" charset="-122"/>
              <a:ea typeface="微软雅黑" panose="020B0503020204020204" pitchFamily="34" charset="-122"/>
            </a:endParaRPr>
          </a:p>
          <a:p>
            <a:pPr>
              <a:defRPr/>
            </a:pPr>
            <a:r>
              <a:rPr lang="zh-CN" altLang="en-US" sz="3000" b="1" dirty="0">
                <a:latin typeface="微软雅黑" panose="020B0503020204020204" pitchFamily="34" charset="-122"/>
                <a:ea typeface="微软雅黑" panose="020B0503020204020204" pitchFamily="34" charset="-122"/>
              </a:rPr>
              <a:t>        所以条纹的对比度降低！</a:t>
            </a:r>
          </a:p>
        </p:txBody>
      </p:sp>
      <p:grpSp>
        <p:nvGrpSpPr>
          <p:cNvPr id="7" name="组合 6">
            <a:extLst>
              <a:ext uri="{FF2B5EF4-FFF2-40B4-BE49-F238E27FC236}">
                <a16:creationId xmlns:a16="http://schemas.microsoft.com/office/drawing/2014/main" id="{6F06A687-B129-4A41-A8DB-5EBD7BB3D756}"/>
              </a:ext>
            </a:extLst>
          </p:cNvPr>
          <p:cNvGrpSpPr/>
          <p:nvPr/>
        </p:nvGrpSpPr>
        <p:grpSpPr>
          <a:xfrm>
            <a:off x="1555750" y="3106442"/>
            <a:ext cx="6639243" cy="2657473"/>
            <a:chOff x="1555750" y="3106442"/>
            <a:chExt cx="6639243" cy="2657473"/>
          </a:xfrm>
        </p:grpSpPr>
        <p:grpSp>
          <p:nvGrpSpPr>
            <p:cNvPr id="6" name="组合 5">
              <a:extLst>
                <a:ext uri="{FF2B5EF4-FFF2-40B4-BE49-F238E27FC236}">
                  <a16:creationId xmlns:a16="http://schemas.microsoft.com/office/drawing/2014/main" id="{64CDDCEB-C634-4756-9BF5-788487A1AC03}"/>
                </a:ext>
              </a:extLst>
            </p:cNvPr>
            <p:cNvGrpSpPr/>
            <p:nvPr/>
          </p:nvGrpSpPr>
          <p:grpSpPr>
            <a:xfrm>
              <a:off x="1555750" y="3106442"/>
              <a:ext cx="6022446" cy="2657473"/>
              <a:chOff x="1555750" y="3106442"/>
              <a:chExt cx="6022446" cy="2657473"/>
            </a:xfrm>
          </p:grpSpPr>
          <p:sp>
            <p:nvSpPr>
              <p:cNvPr id="47" name="Rectangle 32">
                <a:extLst>
                  <a:ext uri="{FF2B5EF4-FFF2-40B4-BE49-F238E27FC236}">
                    <a16:creationId xmlns:a16="http://schemas.microsoft.com/office/drawing/2014/main" id="{BBC0DFC6-2D05-46C0-A15A-4402CFE74196}"/>
                  </a:ext>
                </a:extLst>
              </p:cNvPr>
              <p:cNvSpPr>
                <a:spLocks noChangeArrowheads="1"/>
              </p:cNvSpPr>
              <p:nvPr/>
            </p:nvSpPr>
            <p:spPr bwMode="auto">
              <a:xfrm>
                <a:off x="1555750" y="3107502"/>
                <a:ext cx="6022446" cy="2656413"/>
              </a:xfrm>
              <a:prstGeom prst="rect">
                <a:avLst/>
              </a:prstGeom>
              <a:solidFill>
                <a:srgbClr val="FFFFFF"/>
              </a:solidFill>
              <a:ln w="9525">
                <a:solidFill>
                  <a:srgbClr val="969696"/>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36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48" name="Group 98">
                <a:extLst>
                  <a:ext uri="{FF2B5EF4-FFF2-40B4-BE49-F238E27FC236}">
                    <a16:creationId xmlns:a16="http://schemas.microsoft.com/office/drawing/2014/main" id="{F95233D9-FCD8-4995-A938-06904C016AA9}"/>
                  </a:ext>
                </a:extLst>
              </p:cNvPr>
              <p:cNvGrpSpPr>
                <a:grpSpLocks/>
              </p:cNvGrpSpPr>
              <p:nvPr/>
            </p:nvGrpSpPr>
            <p:grpSpPr bwMode="auto">
              <a:xfrm>
                <a:off x="1978025" y="3815736"/>
                <a:ext cx="4095750" cy="1160462"/>
                <a:chOff x="1320" y="3167"/>
                <a:chExt cx="2580" cy="731"/>
              </a:xfrm>
            </p:grpSpPr>
            <p:sp>
              <p:nvSpPr>
                <p:cNvPr id="49" name="Freeform 36">
                  <a:extLst>
                    <a:ext uri="{FF2B5EF4-FFF2-40B4-BE49-F238E27FC236}">
                      <a16:creationId xmlns:a16="http://schemas.microsoft.com/office/drawing/2014/main" id="{2BD8D262-6199-40B0-B41B-52E1326816FB}"/>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0" name="Freeform 37">
                  <a:extLst>
                    <a:ext uri="{FF2B5EF4-FFF2-40B4-BE49-F238E27FC236}">
                      <a16:creationId xmlns:a16="http://schemas.microsoft.com/office/drawing/2014/main" id="{28B357D3-F1F9-48D7-8498-C3AC24C80DA4}"/>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1" name="Freeform 38">
                  <a:extLst>
                    <a:ext uri="{FF2B5EF4-FFF2-40B4-BE49-F238E27FC236}">
                      <a16:creationId xmlns:a16="http://schemas.microsoft.com/office/drawing/2014/main" id="{DA7DE76D-DCBA-46E5-B255-D17CD63CC690}"/>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2" name="Freeform 39">
                  <a:extLst>
                    <a:ext uri="{FF2B5EF4-FFF2-40B4-BE49-F238E27FC236}">
                      <a16:creationId xmlns:a16="http://schemas.microsoft.com/office/drawing/2014/main" id="{F902CDF9-D9F1-4DA7-A2E5-A7CBE29DEB71}"/>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3" name="Freeform 40">
                  <a:extLst>
                    <a:ext uri="{FF2B5EF4-FFF2-40B4-BE49-F238E27FC236}">
                      <a16:creationId xmlns:a16="http://schemas.microsoft.com/office/drawing/2014/main" id="{7D22B9F3-6F6A-442C-8EC6-F0698746DC17}"/>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4" name="Freeform 41">
                  <a:extLst>
                    <a:ext uri="{FF2B5EF4-FFF2-40B4-BE49-F238E27FC236}">
                      <a16:creationId xmlns:a16="http://schemas.microsoft.com/office/drawing/2014/main" id="{EB7CDD95-2DE2-4060-AE5D-8C9C6D2C11C2}"/>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5" name="Freeform 42">
                  <a:extLst>
                    <a:ext uri="{FF2B5EF4-FFF2-40B4-BE49-F238E27FC236}">
                      <a16:creationId xmlns:a16="http://schemas.microsoft.com/office/drawing/2014/main" id="{4808EBEB-BBB4-4221-BB66-31D7DF1F7075}"/>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6" name="Freeform 43">
                  <a:extLst>
                    <a:ext uri="{FF2B5EF4-FFF2-40B4-BE49-F238E27FC236}">
                      <a16:creationId xmlns:a16="http://schemas.microsoft.com/office/drawing/2014/main" id="{D03EBD3C-1EE4-4905-AFAE-DB78FDDE3212}"/>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7" name="Freeform 44">
                  <a:extLst>
                    <a:ext uri="{FF2B5EF4-FFF2-40B4-BE49-F238E27FC236}">
                      <a16:creationId xmlns:a16="http://schemas.microsoft.com/office/drawing/2014/main" id="{C75FFC8C-88FE-4089-BCD0-9837DA07F2C8}"/>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58" name="Group 97">
                <a:extLst>
                  <a:ext uri="{FF2B5EF4-FFF2-40B4-BE49-F238E27FC236}">
                    <a16:creationId xmlns:a16="http://schemas.microsoft.com/office/drawing/2014/main" id="{39C91C8D-D244-489D-8116-19098E3C2E1F}"/>
                  </a:ext>
                </a:extLst>
              </p:cNvPr>
              <p:cNvGrpSpPr>
                <a:grpSpLocks/>
              </p:cNvGrpSpPr>
              <p:nvPr/>
            </p:nvGrpSpPr>
            <p:grpSpPr bwMode="auto">
              <a:xfrm>
                <a:off x="4052904" y="3106442"/>
                <a:ext cx="376239" cy="2282825"/>
                <a:chOff x="2627" y="2505"/>
                <a:chExt cx="237" cy="1438"/>
              </a:xfrm>
            </p:grpSpPr>
            <p:sp>
              <p:nvSpPr>
                <p:cNvPr id="59" name="Rectangle 35">
                  <a:extLst>
                    <a:ext uri="{FF2B5EF4-FFF2-40B4-BE49-F238E27FC236}">
                      <a16:creationId xmlns:a16="http://schemas.microsoft.com/office/drawing/2014/main" id="{A72D4B87-0CCC-45B1-938E-848D91AA5F15}"/>
                    </a:ext>
                  </a:extLst>
                </p:cNvPr>
                <p:cNvSpPr>
                  <a:spLocks noChangeArrowheads="1"/>
                </p:cNvSpPr>
                <p:nvPr/>
              </p:nvSpPr>
              <p:spPr bwMode="auto">
                <a:xfrm>
                  <a:off x="2675" y="2505"/>
                  <a:ext cx="189" cy="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2400" i="1" dirty="0">
                      <a:solidFill>
                        <a:srgbClr val="000099"/>
                      </a:solidFill>
                      <a:latin typeface="Times New Roman" panose="02020603050405020304" pitchFamily="18" charset="0"/>
                    </a:rPr>
                    <a:t>I</a:t>
                  </a:r>
                  <a:endParaRPr kumimoji="1" lang="en-US" altLang="zh-CN" sz="1800" b="0" i="1" dirty="0">
                    <a:solidFill>
                      <a:srgbClr val="000099"/>
                    </a:solidFill>
                    <a:latin typeface="Times New Roman" panose="02020603050405020304" pitchFamily="18" charset="0"/>
                  </a:endParaRPr>
                </a:p>
              </p:txBody>
            </p:sp>
            <p:sp>
              <p:nvSpPr>
                <p:cNvPr id="60" name="Line 45">
                  <a:extLst>
                    <a:ext uri="{FF2B5EF4-FFF2-40B4-BE49-F238E27FC236}">
                      <a16:creationId xmlns:a16="http://schemas.microsoft.com/office/drawing/2014/main" id="{C6F93219-5D85-4663-AA9A-ABB73D17DF3B}"/>
                    </a:ext>
                  </a:extLst>
                </p:cNvPr>
                <p:cNvSpPr>
                  <a:spLocks noChangeShapeType="1"/>
                </p:cNvSpPr>
                <p:nvPr/>
              </p:nvSpPr>
              <p:spPr bwMode="auto">
                <a:xfrm>
                  <a:off x="2627" y="2605"/>
                  <a:ext cx="0" cy="1338"/>
                </a:xfrm>
                <a:prstGeom prst="line">
                  <a:avLst/>
                </a:prstGeom>
                <a:noFill/>
                <a:ln w="9525">
                  <a:solidFill>
                    <a:srgbClr val="000000"/>
                  </a:solidFill>
                  <a:round/>
                  <a:headEnd type="triangle" w="med" len="sm"/>
                  <a:tailEnd type="none" w="med" len="sm"/>
                </a:ln>
                <a:extLst>
                  <a:ext uri="{909E8E84-426E-40DD-AFC4-6F175D3DCCD1}">
                    <a14:hiddenFill xmlns:a14="http://schemas.microsoft.com/office/drawing/2010/main">
                      <a:noFill/>
                    </a14:hiddenFill>
                  </a:ext>
                </a:extLst>
              </p:spPr>
              <p:txBody>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sp>
            <p:nvSpPr>
              <p:cNvPr id="61" name="Rectangle 52">
                <a:extLst>
                  <a:ext uri="{FF2B5EF4-FFF2-40B4-BE49-F238E27FC236}">
                    <a16:creationId xmlns:a16="http://schemas.microsoft.com/office/drawing/2014/main" id="{5F8853A9-08A7-46D2-A350-78F5B2D16FDA}"/>
                  </a:ext>
                </a:extLst>
              </p:cNvPr>
              <p:cNvSpPr>
                <a:spLocks noChangeArrowheads="1"/>
              </p:cNvSpPr>
              <p:nvPr/>
            </p:nvSpPr>
            <p:spPr bwMode="auto">
              <a:xfrm>
                <a:off x="3995737" y="5316241"/>
                <a:ext cx="374650" cy="287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2400" dirty="0">
                    <a:solidFill>
                      <a:srgbClr val="002060"/>
                    </a:solidFill>
                    <a:latin typeface="Times New Roman" panose="02020603050405020304" pitchFamily="18" charset="0"/>
                  </a:rPr>
                  <a:t>0</a:t>
                </a:r>
                <a:endParaRPr kumimoji="1" lang="en-US" altLang="zh-CN" sz="1800" b="0" dirty="0">
                  <a:solidFill>
                    <a:srgbClr val="002060"/>
                  </a:solidFill>
                  <a:latin typeface="Times New Roman" panose="02020603050405020304" pitchFamily="18" charset="0"/>
                </a:endParaRPr>
              </a:p>
            </p:txBody>
          </p:sp>
          <p:sp>
            <p:nvSpPr>
              <p:cNvPr id="64" name="Line 58">
                <a:extLst>
                  <a:ext uri="{FF2B5EF4-FFF2-40B4-BE49-F238E27FC236}">
                    <a16:creationId xmlns:a16="http://schemas.microsoft.com/office/drawing/2014/main" id="{36D8A725-E6BB-4F94-B064-834B724F5ABB}"/>
                  </a:ext>
                </a:extLst>
              </p:cNvPr>
              <p:cNvSpPr>
                <a:spLocks noChangeShapeType="1"/>
              </p:cNvSpPr>
              <p:nvPr/>
            </p:nvSpPr>
            <p:spPr bwMode="auto">
              <a:xfrm>
                <a:off x="1882245" y="4976198"/>
                <a:ext cx="4254500" cy="0"/>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sp>
            <p:nvSpPr>
              <p:cNvPr id="65" name="Rectangle 59">
                <a:extLst>
                  <a:ext uri="{FF2B5EF4-FFF2-40B4-BE49-F238E27FC236}">
                    <a16:creationId xmlns:a16="http://schemas.microsoft.com/office/drawing/2014/main" id="{61422238-E924-437E-BC2A-5F67E61ECBF6}"/>
                  </a:ext>
                </a:extLst>
              </p:cNvPr>
              <p:cNvSpPr>
                <a:spLocks noChangeArrowheads="1"/>
              </p:cNvSpPr>
              <p:nvPr/>
            </p:nvSpPr>
            <p:spPr bwMode="auto">
              <a:xfrm>
                <a:off x="6358239" y="3640080"/>
                <a:ext cx="735012"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2400" i="1" dirty="0">
                    <a:solidFill>
                      <a:srgbClr val="000099"/>
                    </a:solidFill>
                    <a:latin typeface="Times New Roman" panose="02020603050405020304" pitchFamily="18" charset="0"/>
                  </a:rPr>
                  <a:t>I</a:t>
                </a:r>
                <a:r>
                  <a:rPr kumimoji="1" lang="en-US" altLang="zh-CN" sz="2400" baseline="-25000" dirty="0">
                    <a:solidFill>
                      <a:srgbClr val="000099"/>
                    </a:solidFill>
                    <a:latin typeface="Times New Roman" panose="02020603050405020304" pitchFamily="18" charset="0"/>
                  </a:rPr>
                  <a:t>max</a:t>
                </a:r>
                <a:endParaRPr kumimoji="1" lang="en-US" altLang="zh-CN" sz="2400" b="0" i="1" dirty="0">
                  <a:solidFill>
                    <a:srgbClr val="000099"/>
                  </a:solidFill>
                  <a:latin typeface="Times New Roman" panose="02020603050405020304" pitchFamily="18" charset="0"/>
                </a:endParaRPr>
              </a:p>
            </p:txBody>
          </p:sp>
          <p:grpSp>
            <p:nvGrpSpPr>
              <p:cNvPr id="67" name="Group 96">
                <a:extLst>
                  <a:ext uri="{FF2B5EF4-FFF2-40B4-BE49-F238E27FC236}">
                    <a16:creationId xmlns:a16="http://schemas.microsoft.com/office/drawing/2014/main" id="{C1181924-ABC4-47D3-A5EB-1D295573105E}"/>
                  </a:ext>
                </a:extLst>
              </p:cNvPr>
              <p:cNvGrpSpPr>
                <a:grpSpLocks/>
              </p:cNvGrpSpPr>
              <p:nvPr/>
            </p:nvGrpSpPr>
            <p:grpSpPr bwMode="auto">
              <a:xfrm>
                <a:off x="1784350" y="5298778"/>
                <a:ext cx="5654675" cy="465137"/>
                <a:chOff x="1198" y="3886"/>
                <a:chExt cx="3562" cy="293"/>
              </a:xfrm>
            </p:grpSpPr>
            <p:sp>
              <p:nvSpPr>
                <p:cNvPr id="68" name="Line 34">
                  <a:extLst>
                    <a:ext uri="{FF2B5EF4-FFF2-40B4-BE49-F238E27FC236}">
                      <a16:creationId xmlns:a16="http://schemas.microsoft.com/office/drawing/2014/main" id="{43FE4CDF-007B-41F0-9515-E5F7D4498F85}"/>
                    </a:ext>
                  </a:extLst>
                </p:cNvPr>
                <p:cNvSpPr>
                  <a:spLocks noChangeShapeType="1"/>
                </p:cNvSpPr>
                <p:nvPr/>
              </p:nvSpPr>
              <p:spPr bwMode="auto">
                <a:xfrm>
                  <a:off x="1198" y="3902"/>
                  <a:ext cx="3253" cy="0"/>
                </a:xfrm>
                <a:prstGeom prst="line">
                  <a:avLst/>
                </a:prstGeom>
                <a:noFill/>
                <a:ln w="9525">
                  <a:solidFill>
                    <a:srgbClr val="000000"/>
                  </a:solidFill>
                  <a:round/>
                  <a:headEnd type="none" w="med" len="sm"/>
                  <a:tailEnd type="triangl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69" name="Object 73">
                  <a:extLst>
                    <a:ext uri="{FF2B5EF4-FFF2-40B4-BE49-F238E27FC236}">
                      <a16:creationId xmlns:a16="http://schemas.microsoft.com/office/drawing/2014/main" id="{3A0AB78E-A275-4167-B9D4-CFB126FDAA75}"/>
                    </a:ext>
                  </a:extLst>
                </p:cNvPr>
                <p:cNvGraphicFramePr>
                  <a:graphicFrameLocks noChangeAspect="1"/>
                </p:cNvGraphicFramePr>
                <p:nvPr>
                  <p:extLst>
                    <p:ext uri="{D42A27DB-BD31-4B8C-83A1-F6EECF244321}">
                      <p14:modId xmlns:p14="http://schemas.microsoft.com/office/powerpoint/2010/main" val="3914100871"/>
                    </p:ext>
                  </p:extLst>
                </p:nvPr>
              </p:nvGraphicFramePr>
              <p:xfrm>
                <a:off x="4427" y="3886"/>
                <a:ext cx="333" cy="293"/>
              </p:xfrm>
              <a:graphic>
                <a:graphicData uri="http://schemas.openxmlformats.org/presentationml/2006/ole">
                  <mc:AlternateContent xmlns:mc="http://schemas.openxmlformats.org/markup-compatibility/2006">
                    <mc:Choice xmlns:v="urn:schemas-microsoft-com:vml" Requires="v">
                      <p:oleObj name="公式" r:id="rId3" imgW="148680" imgH="124920" progId="Equation.3">
                        <p:embed/>
                      </p:oleObj>
                    </mc:Choice>
                    <mc:Fallback>
                      <p:oleObj name="公式" r:id="rId3" imgW="148680" imgH="124920" progId="Equation.3">
                        <p:embed/>
                        <p:pic>
                          <p:nvPicPr>
                            <p:cNvPr id="43" name="Object 73">
                              <a:extLst>
                                <a:ext uri="{FF2B5EF4-FFF2-40B4-BE49-F238E27FC236}">
                                  <a16:creationId xmlns:a16="http://schemas.microsoft.com/office/drawing/2014/main" id="{188D0D68-77F8-4B5E-B92B-6F60779F93C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27" y="3886"/>
                              <a:ext cx="333" cy="293"/>
                            </a:xfrm>
                            <a:prstGeom prst="rect">
                              <a:avLst/>
                            </a:prstGeom>
                            <a:noFill/>
                            <a:ln>
                              <a:noFill/>
                            </a:ln>
                            <a:extLst>
                              <a:ext uri="{909E8E84-426E-40DD-AFC4-6F175D3DCCD1}">
                                <a14:hiddenFill xmlns:a14="http://schemas.microsoft.com/office/drawing/2010/main">
                                  <a:solidFill>
                                    <a:srgbClr val="6699FF"/>
                                  </a:solidFill>
                                </a14:hiddenFill>
                              </a:ext>
                              <a:ext uri="{91240B29-F687-4F45-9708-019B960494DF}">
                                <a14:hiddenLine xmlns:a14="http://schemas.microsoft.com/office/drawing/2010/main" w="9525">
                                  <a:solidFill>
                                    <a:srgbClr val="6699FF"/>
                                  </a:solidFill>
                                  <a:miter lim="800000"/>
                                  <a:headEnd/>
                                  <a:tailEnd/>
                                </a14:hiddenLine>
                              </a:ext>
                            </a:extLst>
                          </p:spPr>
                        </p:pic>
                      </p:oleObj>
                    </mc:Fallback>
                  </mc:AlternateContent>
                </a:graphicData>
              </a:graphic>
            </p:graphicFrame>
          </p:grpSp>
          <p:graphicFrame>
            <p:nvGraphicFramePr>
              <p:cNvPr id="70" name="Object 74">
                <a:extLst>
                  <a:ext uri="{FF2B5EF4-FFF2-40B4-BE49-F238E27FC236}">
                    <a16:creationId xmlns:a16="http://schemas.microsoft.com/office/drawing/2014/main" id="{EEE8CD7C-2917-41C2-BEE2-439A02ABE66A}"/>
                  </a:ext>
                </a:extLst>
              </p:cNvPr>
              <p:cNvGraphicFramePr>
                <a:graphicFrameLocks noChangeAspect="1"/>
              </p:cNvGraphicFramePr>
              <p:nvPr>
                <p:extLst>
                  <p:ext uri="{D42A27DB-BD31-4B8C-83A1-F6EECF244321}">
                    <p14:modId xmlns:p14="http://schemas.microsoft.com/office/powerpoint/2010/main" val="2652884614"/>
                  </p:ext>
                </p:extLst>
              </p:nvPr>
            </p:nvGraphicFramePr>
            <p:xfrm>
              <a:off x="4319587" y="5374978"/>
              <a:ext cx="306388" cy="271463"/>
            </p:xfrm>
            <a:graphic>
              <a:graphicData uri="http://schemas.openxmlformats.org/presentationml/2006/ole">
                <mc:AlternateContent xmlns:mc="http://schemas.openxmlformats.org/markup-compatibility/2006">
                  <mc:Choice xmlns:v="urn:schemas-microsoft-com:vml" Requires="v">
                    <p:oleObj name="公式" r:id="rId5" imgW="84600" imgH="84600" progId="Equation.3">
                      <p:embed/>
                    </p:oleObj>
                  </mc:Choice>
                  <mc:Fallback>
                    <p:oleObj name="公式" r:id="rId5" imgW="84600" imgH="84600" progId="Equation.3">
                      <p:embed/>
                      <p:pic>
                        <p:nvPicPr>
                          <p:cNvPr id="44" name="Object 74">
                            <a:extLst>
                              <a:ext uri="{FF2B5EF4-FFF2-40B4-BE49-F238E27FC236}">
                                <a16:creationId xmlns:a16="http://schemas.microsoft.com/office/drawing/2014/main" id="{60D7BFC3-01A4-4373-A4D4-F5F1C0E4426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19587" y="5374978"/>
                            <a:ext cx="306388" cy="271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1" name="Group 99">
                <a:extLst>
                  <a:ext uri="{FF2B5EF4-FFF2-40B4-BE49-F238E27FC236}">
                    <a16:creationId xmlns:a16="http://schemas.microsoft.com/office/drawing/2014/main" id="{E59E8AD0-1374-4389-B832-DC01EA7142B2}"/>
                  </a:ext>
                </a:extLst>
              </p:cNvPr>
              <p:cNvGrpSpPr>
                <a:grpSpLocks/>
              </p:cNvGrpSpPr>
              <p:nvPr/>
            </p:nvGrpSpPr>
            <p:grpSpPr bwMode="auto">
              <a:xfrm>
                <a:off x="4749800" y="3812880"/>
                <a:ext cx="430212" cy="1833563"/>
                <a:chOff x="3066" y="2950"/>
                <a:chExt cx="271" cy="1155"/>
              </a:xfrm>
            </p:grpSpPr>
            <p:sp>
              <p:nvSpPr>
                <p:cNvPr id="72" name="Line 47">
                  <a:extLst>
                    <a:ext uri="{FF2B5EF4-FFF2-40B4-BE49-F238E27FC236}">
                      <a16:creationId xmlns:a16="http://schemas.microsoft.com/office/drawing/2014/main" id="{13FFF65F-8F08-4EE0-89BE-E77072362B81}"/>
                    </a:ext>
                  </a:extLst>
                </p:cNvPr>
                <p:cNvSpPr>
                  <a:spLocks noChangeShapeType="1"/>
                </p:cNvSpPr>
                <p:nvPr/>
              </p:nvSpPr>
              <p:spPr bwMode="auto">
                <a:xfrm>
                  <a:off x="3193" y="2950"/>
                  <a:ext cx="0" cy="952"/>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73" name="Object 78">
                  <a:extLst>
                    <a:ext uri="{FF2B5EF4-FFF2-40B4-BE49-F238E27FC236}">
                      <a16:creationId xmlns:a16="http://schemas.microsoft.com/office/drawing/2014/main" id="{33F2CA01-EC3E-405B-B01B-AF299D3A6CFD}"/>
                    </a:ext>
                  </a:extLst>
                </p:cNvPr>
                <p:cNvGraphicFramePr>
                  <a:graphicFrameLocks noChangeAspect="1"/>
                </p:cNvGraphicFramePr>
                <p:nvPr/>
              </p:nvGraphicFramePr>
              <p:xfrm>
                <a:off x="3066" y="3878"/>
                <a:ext cx="271" cy="227"/>
              </p:xfrm>
              <a:graphic>
                <a:graphicData uri="http://schemas.openxmlformats.org/presentationml/2006/ole">
                  <mc:AlternateContent xmlns:mc="http://schemas.openxmlformats.org/markup-compatibility/2006">
                    <mc:Choice xmlns:v="urn:schemas-microsoft-com:vml" Requires="v">
                      <p:oleObj name="公式" r:id="rId7" imgW="140760" imgH="108720" progId="Equation.3">
                        <p:embed/>
                      </p:oleObj>
                    </mc:Choice>
                    <mc:Fallback>
                      <p:oleObj name="公式" r:id="rId7" imgW="140760" imgH="108720" progId="Equation.3">
                        <p:embed/>
                        <p:pic>
                          <p:nvPicPr>
                            <p:cNvPr id="47" name="Object 78">
                              <a:extLst>
                                <a:ext uri="{FF2B5EF4-FFF2-40B4-BE49-F238E27FC236}">
                                  <a16:creationId xmlns:a16="http://schemas.microsoft.com/office/drawing/2014/main" id="{925EB537-411C-468C-ABFC-00994DF6CF7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66" y="3878"/>
                              <a:ext cx="271" cy="22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74" name="Object 79">
                <a:extLst>
                  <a:ext uri="{FF2B5EF4-FFF2-40B4-BE49-F238E27FC236}">
                    <a16:creationId xmlns:a16="http://schemas.microsoft.com/office/drawing/2014/main" id="{06CA4319-1449-4929-8B2A-163440FBA4FF}"/>
                  </a:ext>
                </a:extLst>
              </p:cNvPr>
              <p:cNvGraphicFramePr>
                <a:graphicFrameLocks noChangeAspect="1"/>
              </p:cNvGraphicFramePr>
              <p:nvPr>
                <p:extLst>
                  <p:ext uri="{D42A27DB-BD31-4B8C-83A1-F6EECF244321}">
                    <p14:modId xmlns:p14="http://schemas.microsoft.com/office/powerpoint/2010/main" val="2101194725"/>
                  </p:ext>
                </p:extLst>
              </p:nvPr>
            </p:nvGraphicFramePr>
            <p:xfrm>
              <a:off x="5235575" y="5320471"/>
              <a:ext cx="412750" cy="325437"/>
            </p:xfrm>
            <a:graphic>
              <a:graphicData uri="http://schemas.openxmlformats.org/presentationml/2006/ole">
                <mc:AlternateContent xmlns:mc="http://schemas.openxmlformats.org/markup-compatibility/2006">
                  <mc:Choice xmlns:v="urn:schemas-microsoft-com:vml" Requires="v">
                    <p:oleObj name="公式" r:id="rId9" imgW="132840" imgH="108720" progId="Equation.3">
                      <p:embed/>
                    </p:oleObj>
                  </mc:Choice>
                  <mc:Fallback>
                    <p:oleObj name="公式" r:id="rId9" imgW="132840" imgH="108720" progId="Equation.3">
                      <p:embed/>
                      <p:pic>
                        <p:nvPicPr>
                          <p:cNvPr id="48" name="Object 79">
                            <a:extLst>
                              <a:ext uri="{FF2B5EF4-FFF2-40B4-BE49-F238E27FC236}">
                                <a16:creationId xmlns:a16="http://schemas.microsoft.com/office/drawing/2014/main" id="{B1E7A078-D670-4A71-9978-6FF7A3569D5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235575" y="5320471"/>
                            <a:ext cx="412750" cy="325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5" name="Group 100">
                <a:extLst>
                  <a:ext uri="{FF2B5EF4-FFF2-40B4-BE49-F238E27FC236}">
                    <a16:creationId xmlns:a16="http://schemas.microsoft.com/office/drawing/2014/main" id="{CA9B4D0B-2EC0-48A2-9060-ACC878B666D2}"/>
                  </a:ext>
                </a:extLst>
              </p:cNvPr>
              <p:cNvGrpSpPr>
                <a:grpSpLocks/>
              </p:cNvGrpSpPr>
              <p:nvPr/>
            </p:nvGrpSpPr>
            <p:grpSpPr bwMode="auto">
              <a:xfrm>
                <a:off x="5692775" y="3823393"/>
                <a:ext cx="438150" cy="1823047"/>
                <a:chOff x="3660" y="2963"/>
                <a:chExt cx="276" cy="1115"/>
              </a:xfrm>
            </p:grpSpPr>
            <p:sp>
              <p:nvSpPr>
                <p:cNvPr id="76" name="Line 48">
                  <a:extLst>
                    <a:ext uri="{FF2B5EF4-FFF2-40B4-BE49-F238E27FC236}">
                      <a16:creationId xmlns:a16="http://schemas.microsoft.com/office/drawing/2014/main" id="{F223640C-20D9-4127-AFB7-CED0E5085FF8}"/>
                    </a:ext>
                  </a:extLst>
                </p:cNvPr>
                <p:cNvSpPr>
                  <a:spLocks noChangeShapeType="1"/>
                </p:cNvSpPr>
                <p:nvPr/>
              </p:nvSpPr>
              <p:spPr bwMode="auto">
                <a:xfrm>
                  <a:off x="3756" y="2963"/>
                  <a:ext cx="0" cy="925"/>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77" name="Object 80">
                  <a:extLst>
                    <a:ext uri="{FF2B5EF4-FFF2-40B4-BE49-F238E27FC236}">
                      <a16:creationId xmlns:a16="http://schemas.microsoft.com/office/drawing/2014/main" id="{1EEB6960-CAD6-4D27-A836-E382AC7A7819}"/>
                    </a:ext>
                  </a:extLst>
                </p:cNvPr>
                <p:cNvGraphicFramePr>
                  <a:graphicFrameLocks noChangeAspect="1"/>
                </p:cNvGraphicFramePr>
                <p:nvPr/>
              </p:nvGraphicFramePr>
              <p:xfrm>
                <a:off x="3660" y="3873"/>
                <a:ext cx="276" cy="205"/>
              </p:xfrm>
              <a:graphic>
                <a:graphicData uri="http://schemas.openxmlformats.org/presentationml/2006/ole">
                  <mc:AlternateContent xmlns:mc="http://schemas.openxmlformats.org/markup-compatibility/2006">
                    <mc:Choice xmlns:v="urn:schemas-microsoft-com:vml" Requires="v">
                      <p:oleObj name="公式" r:id="rId11" imgW="140760" imgH="108720" progId="Equation.3">
                        <p:embed/>
                      </p:oleObj>
                    </mc:Choice>
                    <mc:Fallback>
                      <p:oleObj name="公式" r:id="rId11" imgW="140760" imgH="108720" progId="Equation.3">
                        <p:embed/>
                        <p:pic>
                          <p:nvPicPr>
                            <p:cNvPr id="51" name="Object 80">
                              <a:extLst>
                                <a:ext uri="{FF2B5EF4-FFF2-40B4-BE49-F238E27FC236}">
                                  <a16:creationId xmlns:a16="http://schemas.microsoft.com/office/drawing/2014/main" id="{05F2DE67-2718-4F74-B382-C22E9E720C8F}"/>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60" y="3873"/>
                              <a:ext cx="276" cy="20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78" name="Group 102">
                <a:extLst>
                  <a:ext uri="{FF2B5EF4-FFF2-40B4-BE49-F238E27FC236}">
                    <a16:creationId xmlns:a16="http://schemas.microsoft.com/office/drawing/2014/main" id="{3E7C796E-F899-4D08-AFC4-B0F31EE870EF}"/>
                  </a:ext>
                </a:extLst>
              </p:cNvPr>
              <p:cNvGrpSpPr>
                <a:grpSpLocks/>
              </p:cNvGrpSpPr>
              <p:nvPr/>
            </p:nvGrpSpPr>
            <p:grpSpPr bwMode="auto">
              <a:xfrm>
                <a:off x="1727200" y="3844662"/>
                <a:ext cx="563562" cy="1801823"/>
                <a:chOff x="1162" y="2970"/>
                <a:chExt cx="355" cy="1135"/>
              </a:xfrm>
            </p:grpSpPr>
            <p:sp>
              <p:nvSpPr>
                <p:cNvPr id="79" name="Line 50">
                  <a:extLst>
                    <a:ext uri="{FF2B5EF4-FFF2-40B4-BE49-F238E27FC236}">
                      <a16:creationId xmlns:a16="http://schemas.microsoft.com/office/drawing/2014/main" id="{17E31E95-BC21-401E-B465-0C5A5D3BF468}"/>
                    </a:ext>
                  </a:extLst>
                </p:cNvPr>
                <p:cNvSpPr>
                  <a:spLocks noChangeShapeType="1"/>
                </p:cNvSpPr>
                <p:nvPr/>
              </p:nvSpPr>
              <p:spPr bwMode="auto">
                <a:xfrm>
                  <a:off x="1451" y="2970"/>
                  <a:ext cx="0" cy="907"/>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80" name="Object 81">
                  <a:extLst>
                    <a:ext uri="{FF2B5EF4-FFF2-40B4-BE49-F238E27FC236}">
                      <a16:creationId xmlns:a16="http://schemas.microsoft.com/office/drawing/2014/main" id="{235FA035-E78E-48EA-8CAD-D27BF9AA5DB4}"/>
                    </a:ext>
                  </a:extLst>
                </p:cNvPr>
                <p:cNvGraphicFramePr>
                  <a:graphicFrameLocks noChangeAspect="1"/>
                </p:cNvGraphicFramePr>
                <p:nvPr/>
              </p:nvGraphicFramePr>
              <p:xfrm>
                <a:off x="1162" y="3886"/>
                <a:ext cx="355" cy="219"/>
              </p:xfrm>
              <a:graphic>
                <a:graphicData uri="http://schemas.openxmlformats.org/presentationml/2006/ole">
                  <mc:AlternateContent xmlns:mc="http://schemas.openxmlformats.org/markup-compatibility/2006">
                    <mc:Choice xmlns:v="urn:schemas-microsoft-com:vml" Requires="v">
                      <p:oleObj name="公式" r:id="rId13" imgW="205200" imgH="108720" progId="Equation.3">
                        <p:embed/>
                      </p:oleObj>
                    </mc:Choice>
                    <mc:Fallback>
                      <p:oleObj name="公式" r:id="rId13" imgW="205200" imgH="108720" progId="Equation.3">
                        <p:embed/>
                        <p:pic>
                          <p:nvPicPr>
                            <p:cNvPr id="54" name="Object 81">
                              <a:extLst>
                                <a:ext uri="{FF2B5EF4-FFF2-40B4-BE49-F238E27FC236}">
                                  <a16:creationId xmlns:a16="http://schemas.microsoft.com/office/drawing/2014/main" id="{58ADCAAC-D4ED-4153-BCF0-C6CCD59C0EE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162" y="3886"/>
                              <a:ext cx="355" cy="2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81" name="Object 82">
                <a:extLst>
                  <a:ext uri="{FF2B5EF4-FFF2-40B4-BE49-F238E27FC236}">
                    <a16:creationId xmlns:a16="http://schemas.microsoft.com/office/drawing/2014/main" id="{42644ED0-032B-4284-967D-629945FE8DD8}"/>
                  </a:ext>
                </a:extLst>
              </p:cNvPr>
              <p:cNvGraphicFramePr>
                <a:graphicFrameLocks noChangeAspect="1"/>
              </p:cNvGraphicFramePr>
              <p:nvPr>
                <p:extLst>
                  <p:ext uri="{D42A27DB-BD31-4B8C-83A1-F6EECF244321}">
                    <p14:modId xmlns:p14="http://schemas.microsoft.com/office/powerpoint/2010/main" val="1086854217"/>
                  </p:ext>
                </p:extLst>
              </p:nvPr>
            </p:nvGraphicFramePr>
            <p:xfrm>
              <a:off x="2281237" y="5314653"/>
              <a:ext cx="542925" cy="331789"/>
            </p:xfrm>
            <a:graphic>
              <a:graphicData uri="http://schemas.openxmlformats.org/presentationml/2006/ole">
                <mc:AlternateContent xmlns:mc="http://schemas.openxmlformats.org/markup-compatibility/2006">
                  <mc:Choice xmlns:v="urn:schemas-microsoft-com:vml" Requires="v">
                    <p:oleObj name="公式" r:id="rId15" imgW="196920" imgH="108720" progId="Equation.3">
                      <p:embed/>
                    </p:oleObj>
                  </mc:Choice>
                  <mc:Fallback>
                    <p:oleObj name="公式" r:id="rId15" imgW="196920" imgH="108720" progId="Equation.3">
                      <p:embed/>
                      <p:pic>
                        <p:nvPicPr>
                          <p:cNvPr id="55" name="Object 82">
                            <a:extLst>
                              <a:ext uri="{FF2B5EF4-FFF2-40B4-BE49-F238E27FC236}">
                                <a16:creationId xmlns:a16="http://schemas.microsoft.com/office/drawing/2014/main" id="{C5B396C6-1FEC-465C-937D-BBFD815B446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281237" y="5314653"/>
                            <a:ext cx="542925" cy="33178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82" name="Group 101">
                <a:extLst>
                  <a:ext uri="{FF2B5EF4-FFF2-40B4-BE49-F238E27FC236}">
                    <a16:creationId xmlns:a16="http://schemas.microsoft.com/office/drawing/2014/main" id="{7CEA709C-7FEE-4F0A-8676-FFD70F9FFC1B}"/>
                  </a:ext>
                </a:extLst>
              </p:cNvPr>
              <p:cNvGrpSpPr>
                <a:grpSpLocks/>
              </p:cNvGrpSpPr>
              <p:nvPr/>
            </p:nvGrpSpPr>
            <p:grpSpPr bwMode="auto">
              <a:xfrm>
                <a:off x="2824162" y="3863682"/>
                <a:ext cx="577850" cy="1782763"/>
                <a:chOff x="1853" y="2982"/>
                <a:chExt cx="364" cy="1123"/>
              </a:xfrm>
            </p:grpSpPr>
            <p:sp>
              <p:nvSpPr>
                <p:cNvPr id="83" name="Line 49">
                  <a:extLst>
                    <a:ext uri="{FF2B5EF4-FFF2-40B4-BE49-F238E27FC236}">
                      <a16:creationId xmlns:a16="http://schemas.microsoft.com/office/drawing/2014/main" id="{12FA05A5-1C1C-4FBD-AC32-393AF9268E5B}"/>
                    </a:ext>
                  </a:extLst>
                </p:cNvPr>
                <p:cNvSpPr>
                  <a:spLocks noChangeShapeType="1"/>
                </p:cNvSpPr>
                <p:nvPr/>
              </p:nvSpPr>
              <p:spPr bwMode="auto">
                <a:xfrm>
                  <a:off x="2060" y="2982"/>
                  <a:ext cx="0" cy="930"/>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84" name="Object 83">
                  <a:extLst>
                    <a:ext uri="{FF2B5EF4-FFF2-40B4-BE49-F238E27FC236}">
                      <a16:creationId xmlns:a16="http://schemas.microsoft.com/office/drawing/2014/main" id="{3EF0A8FD-F087-44E2-823E-7767A7CD4005}"/>
                    </a:ext>
                  </a:extLst>
                </p:cNvPr>
                <p:cNvGraphicFramePr>
                  <a:graphicFrameLocks noChangeAspect="1"/>
                </p:cNvGraphicFramePr>
                <p:nvPr/>
              </p:nvGraphicFramePr>
              <p:xfrm>
                <a:off x="1853" y="3887"/>
                <a:ext cx="364" cy="218"/>
              </p:xfrm>
              <a:graphic>
                <a:graphicData uri="http://schemas.openxmlformats.org/presentationml/2006/ole">
                  <mc:AlternateContent xmlns:mc="http://schemas.openxmlformats.org/markup-compatibility/2006">
                    <mc:Choice xmlns:v="urn:schemas-microsoft-com:vml" Requires="v">
                      <p:oleObj name="公式" r:id="rId17" imgW="205200" imgH="108720" progId="Equation.3">
                        <p:embed/>
                      </p:oleObj>
                    </mc:Choice>
                    <mc:Fallback>
                      <p:oleObj name="公式" r:id="rId17" imgW="205200" imgH="108720" progId="Equation.3">
                        <p:embed/>
                        <p:pic>
                          <p:nvPicPr>
                            <p:cNvPr id="58" name="Object 83">
                              <a:extLst>
                                <a:ext uri="{FF2B5EF4-FFF2-40B4-BE49-F238E27FC236}">
                                  <a16:creationId xmlns:a16="http://schemas.microsoft.com/office/drawing/2014/main" id="{62B9DEC2-5A08-4CAD-A7B6-17DA472D6D8E}"/>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853" y="3887"/>
                              <a:ext cx="364" cy="2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85" name="Object 84">
                <a:extLst>
                  <a:ext uri="{FF2B5EF4-FFF2-40B4-BE49-F238E27FC236}">
                    <a16:creationId xmlns:a16="http://schemas.microsoft.com/office/drawing/2014/main" id="{17398F43-F28B-40BD-A6D0-340F45637B94}"/>
                  </a:ext>
                </a:extLst>
              </p:cNvPr>
              <p:cNvGraphicFramePr>
                <a:graphicFrameLocks noChangeAspect="1"/>
              </p:cNvGraphicFramePr>
              <p:nvPr>
                <p:extLst>
                  <p:ext uri="{D42A27DB-BD31-4B8C-83A1-F6EECF244321}">
                    <p14:modId xmlns:p14="http://schemas.microsoft.com/office/powerpoint/2010/main" val="554493120"/>
                  </p:ext>
                </p:extLst>
              </p:nvPr>
            </p:nvGraphicFramePr>
            <p:xfrm>
              <a:off x="3422650" y="5355928"/>
              <a:ext cx="441325" cy="290513"/>
            </p:xfrm>
            <a:graphic>
              <a:graphicData uri="http://schemas.openxmlformats.org/presentationml/2006/ole">
                <mc:AlternateContent xmlns:mc="http://schemas.openxmlformats.org/markup-compatibility/2006">
                  <mc:Choice xmlns:v="urn:schemas-microsoft-com:vml" Requires="v">
                    <p:oleObj name="公式" r:id="rId19" imgW="156960" imgH="84600" progId="Equation.3">
                      <p:embed/>
                    </p:oleObj>
                  </mc:Choice>
                  <mc:Fallback>
                    <p:oleObj name="公式" r:id="rId19" imgW="156960" imgH="84600" progId="Equation.3">
                      <p:embed/>
                      <p:pic>
                        <p:nvPicPr>
                          <p:cNvPr id="59" name="Object 84">
                            <a:extLst>
                              <a:ext uri="{FF2B5EF4-FFF2-40B4-BE49-F238E27FC236}">
                                <a16:creationId xmlns:a16="http://schemas.microsoft.com/office/drawing/2014/main" id="{E72E47BF-EC22-4454-8790-A31480E69079}"/>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422650" y="5355928"/>
                            <a:ext cx="441325" cy="290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 name="Rectangle 59">
                <a:extLst>
                  <a:ext uri="{FF2B5EF4-FFF2-40B4-BE49-F238E27FC236}">
                    <a16:creationId xmlns:a16="http://schemas.microsoft.com/office/drawing/2014/main" id="{E753628D-AA36-43E5-BF87-DA3F9E583AEE}"/>
                  </a:ext>
                </a:extLst>
              </p:cNvPr>
              <p:cNvSpPr>
                <a:spLocks noChangeArrowheads="1"/>
              </p:cNvSpPr>
              <p:nvPr/>
            </p:nvSpPr>
            <p:spPr bwMode="auto">
              <a:xfrm>
                <a:off x="6262026" y="4693701"/>
                <a:ext cx="899320" cy="392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2400" i="1" dirty="0" err="1">
                    <a:solidFill>
                      <a:srgbClr val="000099"/>
                    </a:solidFill>
                    <a:latin typeface="Times New Roman" panose="02020603050405020304" pitchFamily="18" charset="0"/>
                  </a:rPr>
                  <a:t>I</a:t>
                </a:r>
                <a:r>
                  <a:rPr kumimoji="1" lang="en-US" altLang="zh-CN" sz="2400" baseline="-25000" dirty="0" err="1">
                    <a:solidFill>
                      <a:srgbClr val="000099"/>
                    </a:solidFill>
                    <a:latin typeface="Times New Roman" panose="02020603050405020304" pitchFamily="18" charset="0"/>
                  </a:rPr>
                  <a:t>min</a:t>
                </a:r>
                <a:endParaRPr kumimoji="1" lang="en-US" altLang="zh-CN" sz="2400" b="0" i="1" dirty="0">
                  <a:solidFill>
                    <a:srgbClr val="000099"/>
                  </a:solidFill>
                  <a:latin typeface="Times New Roman" panose="02020603050405020304" pitchFamily="18" charset="0"/>
                </a:endParaRPr>
              </a:p>
            </p:txBody>
          </p:sp>
          <p:grpSp>
            <p:nvGrpSpPr>
              <p:cNvPr id="87" name="Group 103">
                <a:extLst>
                  <a:ext uri="{FF2B5EF4-FFF2-40B4-BE49-F238E27FC236}">
                    <a16:creationId xmlns:a16="http://schemas.microsoft.com/office/drawing/2014/main" id="{96FDC486-282C-4ABA-A2A2-76A3B0AFAB60}"/>
                  </a:ext>
                </a:extLst>
              </p:cNvPr>
              <p:cNvGrpSpPr>
                <a:grpSpLocks/>
              </p:cNvGrpSpPr>
              <p:nvPr/>
            </p:nvGrpSpPr>
            <p:grpSpPr bwMode="auto">
              <a:xfrm>
                <a:off x="2025649" y="3593013"/>
                <a:ext cx="4938713" cy="392112"/>
                <a:chOff x="1273" y="3407"/>
                <a:chExt cx="3111" cy="247"/>
              </a:xfrm>
            </p:grpSpPr>
            <p:sp>
              <p:nvSpPr>
                <p:cNvPr id="88" name="Rectangle 51">
                  <a:extLst>
                    <a:ext uri="{FF2B5EF4-FFF2-40B4-BE49-F238E27FC236}">
                      <a16:creationId xmlns:a16="http://schemas.microsoft.com/office/drawing/2014/main" id="{36BD13E2-AF3B-462D-8AD2-37A37A15B08A}"/>
                    </a:ext>
                  </a:extLst>
                </p:cNvPr>
                <p:cNvSpPr>
                  <a:spLocks noChangeArrowheads="1"/>
                </p:cNvSpPr>
                <p:nvPr/>
              </p:nvSpPr>
              <p:spPr bwMode="auto">
                <a:xfrm>
                  <a:off x="3988" y="3407"/>
                  <a:ext cx="396" cy="2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endParaRPr kumimoji="1" lang="en-US" altLang="zh-CN" sz="2400" b="0" i="1" dirty="0">
                    <a:solidFill>
                      <a:srgbClr val="000099"/>
                    </a:solidFill>
                    <a:latin typeface="Times New Roman" panose="02020603050405020304" pitchFamily="18" charset="0"/>
                  </a:endParaRPr>
                </a:p>
              </p:txBody>
            </p:sp>
            <p:sp>
              <p:nvSpPr>
                <p:cNvPr id="89" name="Line 58">
                  <a:extLst>
                    <a:ext uri="{FF2B5EF4-FFF2-40B4-BE49-F238E27FC236}">
                      <a16:creationId xmlns:a16="http://schemas.microsoft.com/office/drawing/2014/main" id="{53874150-C634-48CD-A233-139739B0D2F8}"/>
                    </a:ext>
                  </a:extLst>
                </p:cNvPr>
                <p:cNvSpPr>
                  <a:spLocks noChangeShapeType="1"/>
                </p:cNvSpPr>
                <p:nvPr/>
              </p:nvSpPr>
              <p:spPr bwMode="auto">
                <a:xfrm>
                  <a:off x="1273" y="3557"/>
                  <a:ext cx="2680" cy="0"/>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grpSp>
        <p:sp>
          <p:nvSpPr>
            <p:cNvPr id="66" name="Rectangle 66">
              <a:extLst>
                <a:ext uri="{FF2B5EF4-FFF2-40B4-BE49-F238E27FC236}">
                  <a16:creationId xmlns:a16="http://schemas.microsoft.com/office/drawing/2014/main" id="{88A15985-EC68-4BCE-BAC0-97CF770C9811}"/>
                </a:ext>
              </a:extLst>
            </p:cNvPr>
            <p:cNvSpPr>
              <a:spLocks noChangeArrowheads="1"/>
            </p:cNvSpPr>
            <p:nvPr/>
          </p:nvSpPr>
          <p:spPr bwMode="auto">
            <a:xfrm>
              <a:off x="6194743" y="3172623"/>
              <a:ext cx="20002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zh-CN" altLang="en-US" sz="2400" dirty="0">
                  <a:solidFill>
                    <a:srgbClr val="000099"/>
                  </a:solidFill>
                  <a:latin typeface="Times New Roman" panose="02020603050405020304" pitchFamily="18" charset="0"/>
                </a:rPr>
                <a:t>设 </a:t>
              </a:r>
              <a:r>
                <a:rPr kumimoji="1" lang="en-US" altLang="zh-CN" sz="2400" i="1" dirty="0">
                  <a:solidFill>
                    <a:srgbClr val="000099"/>
                  </a:solidFill>
                  <a:latin typeface="Times New Roman" panose="02020603050405020304" pitchFamily="18" charset="0"/>
                </a:rPr>
                <a:t>I</a:t>
              </a:r>
              <a:r>
                <a:rPr kumimoji="1" lang="en-US" altLang="zh-CN" sz="2400" baseline="-25000" dirty="0">
                  <a:solidFill>
                    <a:srgbClr val="000099"/>
                  </a:solidFill>
                  <a:latin typeface="Times New Roman" panose="02020603050405020304" pitchFamily="18" charset="0"/>
                </a:rPr>
                <a:t>1 </a:t>
              </a:r>
              <a:r>
                <a:rPr kumimoji="1" lang="en-US" altLang="zh-CN" sz="2400" i="1" dirty="0">
                  <a:solidFill>
                    <a:srgbClr val="000099"/>
                  </a:solidFill>
                  <a:latin typeface="Times New Roman" panose="02020603050405020304" pitchFamily="18" charset="0"/>
                </a:rPr>
                <a:t>≠</a:t>
              </a:r>
              <a:r>
                <a:rPr kumimoji="1" lang="en-US" altLang="zh-CN" sz="2400" baseline="-25000" dirty="0">
                  <a:solidFill>
                    <a:srgbClr val="000099"/>
                  </a:solidFill>
                  <a:latin typeface="Times New Roman" panose="02020603050405020304" pitchFamily="18" charset="0"/>
                </a:rPr>
                <a:t> </a:t>
              </a:r>
              <a:r>
                <a:rPr kumimoji="1" lang="en-US" altLang="zh-CN" sz="2400" i="1" dirty="0">
                  <a:solidFill>
                    <a:srgbClr val="000099"/>
                  </a:solidFill>
                  <a:latin typeface="Times New Roman" panose="02020603050405020304" pitchFamily="18" charset="0"/>
                </a:rPr>
                <a:t>I</a:t>
              </a:r>
              <a:r>
                <a:rPr kumimoji="1" lang="en-US" altLang="zh-CN" sz="2400" baseline="-25000" dirty="0">
                  <a:solidFill>
                    <a:srgbClr val="000099"/>
                  </a:solidFill>
                  <a:latin typeface="Times New Roman" panose="02020603050405020304" pitchFamily="18" charset="0"/>
                </a:rPr>
                <a:t>2 </a:t>
              </a:r>
            </a:p>
          </p:txBody>
        </p:sp>
      </p:grpSp>
      <p:graphicFrame>
        <p:nvGraphicFramePr>
          <p:cNvPr id="2" name="对象 1">
            <a:extLst>
              <a:ext uri="{FF2B5EF4-FFF2-40B4-BE49-F238E27FC236}">
                <a16:creationId xmlns:a16="http://schemas.microsoft.com/office/drawing/2014/main" id="{085CF081-BA75-4874-BD73-BBEAC7539508}"/>
              </a:ext>
            </a:extLst>
          </p:cNvPr>
          <p:cNvGraphicFramePr>
            <a:graphicFrameLocks noChangeAspect="1"/>
          </p:cNvGraphicFramePr>
          <p:nvPr>
            <p:extLst>
              <p:ext uri="{D42A27DB-BD31-4B8C-83A1-F6EECF244321}">
                <p14:modId xmlns:p14="http://schemas.microsoft.com/office/powerpoint/2010/main" val="2204484008"/>
              </p:ext>
            </p:extLst>
          </p:nvPr>
        </p:nvGraphicFramePr>
        <p:xfrm>
          <a:off x="8183789" y="3135642"/>
          <a:ext cx="3530561" cy="686498"/>
        </p:xfrm>
        <a:graphic>
          <a:graphicData uri="http://schemas.openxmlformats.org/presentationml/2006/ole">
            <mc:AlternateContent xmlns:mc="http://schemas.openxmlformats.org/markup-compatibility/2006">
              <mc:Choice xmlns:v="urn:schemas-microsoft-com:vml" Requires="v">
                <p:oleObj name="Equation" r:id="rId21" imgW="1371600" imgH="266400" progId="Equation.DSMT4">
                  <p:embed/>
                </p:oleObj>
              </mc:Choice>
              <mc:Fallback>
                <p:oleObj name="Equation" r:id="rId21" imgW="1371600" imgH="266400" progId="Equation.DSMT4">
                  <p:embed/>
                  <p:pic>
                    <p:nvPicPr>
                      <p:cNvPr id="0" name=""/>
                      <p:cNvPicPr/>
                      <p:nvPr/>
                    </p:nvPicPr>
                    <p:blipFill>
                      <a:blip r:embed="rId22"/>
                      <a:stretch>
                        <a:fillRect/>
                      </a:stretch>
                    </p:blipFill>
                    <p:spPr>
                      <a:xfrm>
                        <a:off x="8183789" y="3135642"/>
                        <a:ext cx="3530561" cy="686498"/>
                      </a:xfrm>
                      <a:prstGeom prst="rect">
                        <a:avLst/>
                      </a:prstGeom>
                    </p:spPr>
                  </p:pic>
                </p:oleObj>
              </mc:Fallback>
            </mc:AlternateContent>
          </a:graphicData>
        </a:graphic>
      </p:graphicFrame>
      <p:graphicFrame>
        <p:nvGraphicFramePr>
          <p:cNvPr id="4" name="对象 3">
            <a:extLst>
              <a:ext uri="{FF2B5EF4-FFF2-40B4-BE49-F238E27FC236}">
                <a16:creationId xmlns:a16="http://schemas.microsoft.com/office/drawing/2014/main" id="{1C93DBB9-1A54-47D0-ADB5-5ABD94BB4DBF}"/>
              </a:ext>
            </a:extLst>
          </p:cNvPr>
          <p:cNvGraphicFramePr>
            <a:graphicFrameLocks noChangeAspect="1"/>
          </p:cNvGraphicFramePr>
          <p:nvPr>
            <p:extLst>
              <p:ext uri="{D42A27DB-BD31-4B8C-83A1-F6EECF244321}">
                <p14:modId xmlns:p14="http://schemas.microsoft.com/office/powerpoint/2010/main" val="3041244633"/>
              </p:ext>
            </p:extLst>
          </p:nvPr>
        </p:nvGraphicFramePr>
        <p:xfrm>
          <a:off x="8183789" y="3978510"/>
          <a:ext cx="3553608" cy="697437"/>
        </p:xfrm>
        <a:graphic>
          <a:graphicData uri="http://schemas.openxmlformats.org/presentationml/2006/ole">
            <mc:AlternateContent xmlns:mc="http://schemas.openxmlformats.org/markup-compatibility/2006">
              <mc:Choice xmlns:v="urn:schemas-microsoft-com:vml" Requires="v">
                <p:oleObj name="Equation" r:id="rId23" imgW="1358640" imgH="266400" progId="Equation.DSMT4">
                  <p:embed/>
                </p:oleObj>
              </mc:Choice>
              <mc:Fallback>
                <p:oleObj name="Equation" r:id="rId23" imgW="1358640" imgH="266400" progId="Equation.DSMT4">
                  <p:embed/>
                  <p:pic>
                    <p:nvPicPr>
                      <p:cNvPr id="0" name=""/>
                      <p:cNvPicPr/>
                      <p:nvPr/>
                    </p:nvPicPr>
                    <p:blipFill>
                      <a:blip r:embed="rId24"/>
                      <a:stretch>
                        <a:fillRect/>
                      </a:stretch>
                    </p:blipFill>
                    <p:spPr>
                      <a:xfrm>
                        <a:off x="8183789" y="3978510"/>
                        <a:ext cx="3553608" cy="697437"/>
                      </a:xfrm>
                      <a:prstGeom prst="rect">
                        <a:avLst/>
                      </a:prstGeom>
                    </p:spPr>
                  </p:pic>
                </p:oleObj>
              </mc:Fallback>
            </mc:AlternateContent>
          </a:graphicData>
        </a:graphic>
      </p:graphicFrame>
      <p:graphicFrame>
        <p:nvGraphicFramePr>
          <p:cNvPr id="5" name="对象 4">
            <a:extLst>
              <a:ext uri="{FF2B5EF4-FFF2-40B4-BE49-F238E27FC236}">
                <a16:creationId xmlns:a16="http://schemas.microsoft.com/office/drawing/2014/main" id="{2A97118F-5C5A-4B62-BED5-8DF299FFC887}"/>
              </a:ext>
            </a:extLst>
          </p:cNvPr>
          <p:cNvGraphicFramePr>
            <a:graphicFrameLocks noChangeAspect="1"/>
          </p:cNvGraphicFramePr>
          <p:nvPr>
            <p:extLst>
              <p:ext uri="{D42A27DB-BD31-4B8C-83A1-F6EECF244321}">
                <p14:modId xmlns:p14="http://schemas.microsoft.com/office/powerpoint/2010/main" val="967434339"/>
              </p:ext>
            </p:extLst>
          </p:nvPr>
        </p:nvGraphicFramePr>
        <p:xfrm>
          <a:off x="8537688" y="4783634"/>
          <a:ext cx="2466747" cy="1182687"/>
        </p:xfrm>
        <a:graphic>
          <a:graphicData uri="http://schemas.openxmlformats.org/presentationml/2006/ole">
            <mc:AlternateContent xmlns:mc="http://schemas.openxmlformats.org/markup-compatibility/2006">
              <mc:Choice xmlns:v="urn:schemas-microsoft-com:vml" Requires="v">
                <p:oleObj name="Equation" r:id="rId25" imgW="927000" imgH="444240" progId="Equation.DSMT4">
                  <p:embed/>
                </p:oleObj>
              </mc:Choice>
              <mc:Fallback>
                <p:oleObj name="Equation" r:id="rId25" imgW="927000" imgH="444240" progId="Equation.DSMT4">
                  <p:embed/>
                  <p:pic>
                    <p:nvPicPr>
                      <p:cNvPr id="0" name=""/>
                      <p:cNvPicPr/>
                      <p:nvPr/>
                    </p:nvPicPr>
                    <p:blipFill>
                      <a:blip r:embed="rId26"/>
                      <a:stretch>
                        <a:fillRect/>
                      </a:stretch>
                    </p:blipFill>
                    <p:spPr>
                      <a:xfrm>
                        <a:off x="8537688" y="4783634"/>
                        <a:ext cx="2466747" cy="1182687"/>
                      </a:xfrm>
                      <a:prstGeom prst="rect">
                        <a:avLst/>
                      </a:prstGeom>
                    </p:spPr>
                  </p:pic>
                </p:oleObj>
              </mc:Fallback>
            </mc:AlternateContent>
          </a:graphicData>
        </a:graphic>
      </p:graphicFrame>
    </p:spTree>
    <p:extLst>
      <p:ext uri="{BB962C8B-B14F-4D97-AF65-F5344CB8AC3E}">
        <p14:creationId xmlns:p14="http://schemas.microsoft.com/office/powerpoint/2010/main" val="1739937987"/>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6">
                                            <p:txEl>
                                              <p:pRg st="1" end="1"/>
                                            </p:txEl>
                                          </p:spTgt>
                                        </p:tgtEl>
                                        <p:attrNameLst>
                                          <p:attrName>style.visibility</p:attrName>
                                        </p:attrNameLst>
                                      </p:cBhvr>
                                      <p:to>
                                        <p:strVal val="visible"/>
                                      </p:to>
                                    </p:set>
                                    <p:animEffect transition="in" filter="wipe(left)">
                                      <p:cBhvr>
                                        <p:cTn id="7" dur="500"/>
                                        <p:tgtEl>
                                          <p:spTgt spid="4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6">
                                            <p:txEl>
                                              <p:pRg st="2" end="2"/>
                                            </p:txEl>
                                          </p:spTgt>
                                        </p:tgtEl>
                                        <p:attrNameLst>
                                          <p:attrName>style.visibility</p:attrName>
                                        </p:attrNameLst>
                                      </p:cBhvr>
                                      <p:to>
                                        <p:strVal val="visible"/>
                                      </p:to>
                                    </p:set>
                                    <p:animEffect transition="in" filter="wipe(left)">
                                      <p:cBhvr>
                                        <p:cTn id="12" dur="500"/>
                                        <p:tgtEl>
                                          <p:spTgt spid="46">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6">
                                            <p:txEl>
                                              <p:pRg st="3" end="3"/>
                                            </p:txEl>
                                          </p:spTgt>
                                        </p:tgtEl>
                                        <p:attrNameLst>
                                          <p:attrName>style.visibility</p:attrName>
                                        </p:attrNameLst>
                                      </p:cBhvr>
                                      <p:to>
                                        <p:strVal val="visible"/>
                                      </p:to>
                                    </p:set>
                                    <p:animEffect transition="in" filter="wipe(left)">
                                      <p:cBhvr>
                                        <p:cTn id="17" dur="500"/>
                                        <p:tgtEl>
                                          <p:spTgt spid="46">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linds(horizontal)">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wipe(left)">
                                      <p:cBhvr>
                                        <p:cTn id="27" dur="500"/>
                                        <p:tgtEl>
                                          <p:spTgt spid="2"/>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5"/>
                                        </p:tgtEl>
                                        <p:attrNameLst>
                                          <p:attrName>style.visibility</p:attrName>
                                        </p:attrNameLst>
                                      </p:cBhvr>
                                      <p:to>
                                        <p:strVal val="visible"/>
                                      </p:to>
                                    </p:set>
                                    <p:animEffect transition="in" filter="wipe(left)">
                                      <p:cBhvr>
                                        <p:cTn id="3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CF4E29-A1EF-4550-AFCE-BC30E0A587F9}"/>
              </a:ext>
            </a:extLst>
          </p:cNvPr>
          <p:cNvSpPr txBox="1"/>
          <p:nvPr>
            <p:custDataLst>
              <p:tags r:id="rId2"/>
            </p:custDataLst>
          </p:nvPr>
        </p:nvSpPr>
        <p:spPr>
          <a:xfrm>
            <a:off x="1156727" y="440556"/>
            <a:ext cx="9753600" cy="2143125"/>
          </a:xfrm>
          <a:prstGeom prst="rect">
            <a:avLst/>
          </a:prstGeom>
          <a:noFill/>
        </p:spPr>
        <p:txBody>
          <a:bodyPr vert="horz" wrap="square" rtlCol="0" anchor="ctr" anchorCtr="0">
            <a:noAutofit/>
          </a:bodyPr>
          <a:lstStyle/>
          <a:p>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请您编辑题干</a:t>
            </a:r>
          </a:p>
        </p:txBody>
      </p:sp>
      <p:sp>
        <p:nvSpPr>
          <p:cNvPr id="7" name="矩形: 圆角 6">
            <a:extLst>
              <a:ext uri="{FF2B5EF4-FFF2-40B4-BE49-F238E27FC236}">
                <a16:creationId xmlns:a16="http://schemas.microsoft.com/office/drawing/2014/main" id="{18A026F9-6A1D-481F-B71B-C0173FC4907B}"/>
              </a:ext>
            </a:extLst>
          </p:cNvPr>
          <p:cNvSpPr/>
          <p:nvPr>
            <p:custDataLst>
              <p:tags r:id="rId3"/>
            </p:custDataLst>
          </p:nvPr>
        </p:nvSpPr>
        <p:spPr>
          <a:xfrm>
            <a:off x="10723544" y="806316"/>
            <a:ext cx="1195919"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24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3" name="矩形 12">
            <a:extLst>
              <a:ext uri="{FF2B5EF4-FFF2-40B4-BE49-F238E27FC236}">
                <a16:creationId xmlns:a16="http://schemas.microsoft.com/office/drawing/2014/main" id="{245C385F-CBAA-47BB-B1CF-1CA4B623234E}"/>
              </a:ext>
            </a:extLst>
          </p:cNvPr>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正常使用主观题需</a:t>
            </a:r>
            <a:r>
              <a:rPr lang="en-US" altLang="zh-CN"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16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以上版本雨课堂</a:t>
            </a:r>
          </a:p>
        </p:txBody>
      </p:sp>
      <p:sp>
        <p:nvSpPr>
          <p:cNvPr id="16" name="Text Box 4">
            <a:extLst>
              <a:ext uri="{FF2B5EF4-FFF2-40B4-BE49-F238E27FC236}">
                <a16:creationId xmlns:a16="http://schemas.microsoft.com/office/drawing/2014/main" id="{B9929903-D950-49A2-8623-79AA56CCE15F}"/>
              </a:ext>
            </a:extLst>
          </p:cNvPr>
          <p:cNvSpPr txBox="1">
            <a:spLocks noChangeArrowheads="1"/>
          </p:cNvSpPr>
          <p:nvPr/>
        </p:nvSpPr>
        <p:spPr bwMode="auto">
          <a:xfrm>
            <a:off x="190501" y="726440"/>
            <a:ext cx="11820598"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0" defTabSz="914400" eaLnBrk="1" fontAlgn="auto" hangingPunct="1">
              <a:spcBef>
                <a:spcPts val="1200"/>
              </a:spcBef>
              <a:spcAft>
                <a:spcPts val="0"/>
              </a:spcAft>
              <a:buClrTx/>
              <a:buSzTx/>
              <a:buNone/>
              <a:defRPr/>
            </a:pPr>
            <a:r>
              <a:rPr kumimoji="1"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研讨题</a:t>
            </a:r>
            <a:r>
              <a:rPr kumimoji="1"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对于杨氏双缝干涉实验：</a:t>
            </a:r>
          </a:p>
          <a:p>
            <a:pPr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）若把双缝前的单缝向上平移，则干涉条纹如何变化？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）若把整个实验装置放在水中，干涉条纹如何变化？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）若在一个缝前放蓝色玻璃片、另一个缝前放红色玻璃片，干涉条纹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）若用白光照射双缝，干涉条纹如何分布？</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）若保持双缝中一个缝的宽度不变，另一个缝的宽度增大，干涉条纹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）干涉条纹是严格等宽、等间距的吗？</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）如果逐渐增加单缝光源</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的宽度，则在屏</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上的条纹如何变化？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）为什么用普通光源只在中央明条纹附近较小的范围内看到干涉条纹？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C812C1A3-39D6-46AB-A931-19A3712290FA}"/>
              </a:ext>
            </a:extLst>
          </p:cNvPr>
          <p:cNvGrpSpPr/>
          <p:nvPr>
            <p:custDataLst>
              <p:tags r:id="rId5"/>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B1198FF-BA01-4ACA-B718-8EDAD9ECCC98}"/>
                </a:ext>
              </a:extLst>
            </p:cNvPr>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809020C1-11EF-41BA-8E03-2AA5826156AF}"/>
                </a:ext>
              </a:extLst>
            </p:cNvPr>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369EDC93-A39A-482F-8D3B-4D96BEFBBFB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6D80D5B1-79FB-41C1-AB69-62ACB82E3788}"/>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9E2A4E7D-9758-40B4-B164-B70873F58812}"/>
              </a:ext>
            </a:extLst>
          </p:cNvPr>
          <p:cNvPicPr>
            <a:picLocks/>
          </p:cNvPicPr>
          <p:nvPr>
            <p:custDataLst>
              <p:tags r:id="rId6"/>
            </p:custDataLst>
          </p:nvPr>
        </p:nvPicPr>
        <p:blipFill>
          <a:blip r:embed="rId13">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42056191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46" name="矩形 45">
            <a:extLst>
              <a:ext uri="{FF2B5EF4-FFF2-40B4-BE49-F238E27FC236}">
                <a16:creationId xmlns:a16="http://schemas.microsoft.com/office/drawing/2014/main" id="{9F25AC6D-54DF-4A65-9C7D-15C59E9A17D2}"/>
              </a:ext>
            </a:extLst>
          </p:cNvPr>
          <p:cNvSpPr>
            <a:spLocks noChangeArrowheads="1"/>
          </p:cNvSpPr>
          <p:nvPr/>
        </p:nvSpPr>
        <p:spPr bwMode="auto">
          <a:xfrm>
            <a:off x="422672" y="771165"/>
            <a:ext cx="11693128" cy="584775"/>
          </a:xfrm>
          <a:prstGeom prst="rect">
            <a:avLst/>
          </a:prstGeom>
          <a:noFill/>
          <a:ln w="9525">
            <a:noFill/>
            <a:miter lim="800000"/>
            <a:headEnd/>
            <a:tailEnd/>
          </a:ln>
        </p:spPr>
        <p:txBody>
          <a:bodyPr wrap="square">
            <a:spAutoFit/>
          </a:bodyPr>
          <a:lstStyle/>
          <a:p>
            <a:pPr>
              <a:defRPr/>
            </a:pPr>
            <a:r>
              <a:rPr lang="zh-CN" altLang="en-US" sz="3200" b="1" dirty="0">
                <a:latin typeface="微软雅黑" panose="020B0503020204020204" pitchFamily="34" charset="-122"/>
                <a:ea typeface="微软雅黑" panose="020B0503020204020204" pitchFamily="34" charset="-122"/>
              </a:rPr>
              <a:t>（</a:t>
            </a:r>
            <a:r>
              <a:rPr lang="en-US" altLang="zh-CN" sz="3200" b="1" dirty="0">
                <a:latin typeface="微软雅黑" panose="020B0503020204020204" pitchFamily="34" charset="-122"/>
                <a:ea typeface="微软雅黑" panose="020B0503020204020204" pitchFamily="34" charset="-122"/>
              </a:rPr>
              <a:t>6</a:t>
            </a:r>
            <a:r>
              <a:rPr lang="zh-CN" altLang="en-US" sz="3200" b="1" dirty="0">
                <a:latin typeface="微软雅黑" panose="020B0503020204020204" pitchFamily="34" charset="-122"/>
                <a:ea typeface="微软雅黑" panose="020B0503020204020204" pitchFamily="34" charset="-122"/>
              </a:rPr>
              <a:t>）杨氏双缝干涉条纹不严格等宽、等间距！</a:t>
            </a:r>
          </a:p>
        </p:txBody>
      </p:sp>
      <p:sp>
        <p:nvSpPr>
          <p:cNvPr id="62" name="矩形 61">
            <a:extLst>
              <a:ext uri="{FF2B5EF4-FFF2-40B4-BE49-F238E27FC236}">
                <a16:creationId xmlns:a16="http://schemas.microsoft.com/office/drawing/2014/main" id="{D4DED799-20F2-4C87-9EF4-AF756029A257}"/>
              </a:ext>
            </a:extLst>
          </p:cNvPr>
          <p:cNvSpPr>
            <a:spLocks noChangeArrowheads="1"/>
          </p:cNvSpPr>
          <p:nvPr/>
        </p:nvSpPr>
        <p:spPr bwMode="auto">
          <a:xfrm>
            <a:off x="7339461" y="1991829"/>
            <a:ext cx="4470468" cy="3631763"/>
          </a:xfrm>
          <a:prstGeom prst="rect">
            <a:avLst/>
          </a:prstGeom>
          <a:noFill/>
          <a:ln w="9525">
            <a:noFill/>
            <a:miter lim="800000"/>
            <a:headEnd/>
            <a:tailEnd/>
          </a:ln>
        </p:spPr>
        <p:txBody>
          <a:bodyPr wrap="square">
            <a:spAutoFit/>
          </a:bodyPr>
          <a:lstStyle/>
          <a:p>
            <a:pPr defTabSz="914400" eaLnBrk="1" hangingPunct="1">
              <a:defRPr/>
            </a:pPr>
            <a:r>
              <a:rPr lang="zh-CN" altLang="en-US" sz="3200" b="1" dirty="0">
                <a:latin typeface="楷体_GB2312" pitchFamily="49" charset="-122"/>
                <a:ea typeface="楷体_GB2312" pitchFamily="49" charset="-122"/>
              </a:rPr>
              <a:t>原因有两个：</a:t>
            </a:r>
            <a:endParaRPr lang="en-US" altLang="zh-CN" sz="3200" b="1" dirty="0">
              <a:latin typeface="楷体_GB2312" pitchFamily="49" charset="-122"/>
              <a:ea typeface="楷体_GB2312" pitchFamily="49" charset="-122"/>
            </a:endParaRPr>
          </a:p>
          <a:p>
            <a:pPr defTabSz="914400" eaLnBrk="1" hangingPunct="1">
              <a:spcBef>
                <a:spcPts val="600"/>
              </a:spcBef>
              <a:defRPr/>
            </a:pP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1</a:t>
            </a:r>
            <a:r>
              <a:rPr lang="zh-CN" altLang="en-US" sz="2800" b="1" dirty="0">
                <a:latin typeface="楷体_GB2312" pitchFamily="49" charset="-122"/>
                <a:ea typeface="楷体_GB2312" pitchFamily="49" charset="-122"/>
              </a:rPr>
              <a:t>）缝光源产生柱面波，</a:t>
            </a:r>
            <a:endParaRPr lang="en-US" altLang="zh-CN" sz="2800" b="1" dirty="0">
              <a:latin typeface="楷体_GB2312" pitchFamily="49" charset="-122"/>
              <a:ea typeface="楷体_GB2312" pitchFamily="49" charset="-122"/>
            </a:endParaRPr>
          </a:p>
          <a:p>
            <a:pPr defTabSz="914400" eaLnBrk="1" hangingPunct="1">
              <a:defRPr/>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不是平面波；</a:t>
            </a:r>
            <a:endParaRPr lang="en-US" altLang="zh-CN" sz="2800" b="1" dirty="0">
              <a:latin typeface="楷体_GB2312" pitchFamily="49" charset="-122"/>
              <a:ea typeface="楷体_GB2312" pitchFamily="49" charset="-122"/>
            </a:endParaRPr>
          </a:p>
          <a:p>
            <a:pPr defTabSz="914400" eaLnBrk="1" hangingPunct="1">
              <a:spcBef>
                <a:spcPts val="1200"/>
              </a:spcBef>
              <a:defRPr/>
            </a:pPr>
            <a:r>
              <a:rPr lang="zh-CN" altLang="en-US" sz="2800" b="1" dirty="0">
                <a:latin typeface="楷体_GB2312" pitchFamily="49" charset="-122"/>
                <a:ea typeface="楷体_GB2312" pitchFamily="49" charset="-122"/>
              </a:rPr>
              <a:t>（</a:t>
            </a:r>
            <a:r>
              <a:rPr lang="en-US" altLang="zh-CN" sz="2800" b="1" dirty="0">
                <a:latin typeface="楷体_GB2312" pitchFamily="49" charset="-122"/>
                <a:ea typeface="楷体_GB2312" pitchFamily="49" charset="-122"/>
              </a:rPr>
              <a:t>2</a:t>
            </a:r>
            <a:r>
              <a:rPr lang="zh-CN" altLang="en-US" sz="2800" b="1" dirty="0">
                <a:latin typeface="楷体_GB2312" pitchFamily="49" charset="-122"/>
                <a:ea typeface="楷体_GB2312" pitchFamily="49" charset="-122"/>
              </a:rPr>
              <a:t>）只有在近轴处，</a:t>
            </a:r>
            <a:endParaRPr lang="en-US" altLang="zh-CN" sz="2800" b="1" dirty="0">
              <a:latin typeface="楷体_GB2312" pitchFamily="49" charset="-122"/>
              <a:ea typeface="楷体_GB2312" pitchFamily="49" charset="-122"/>
            </a:endParaRPr>
          </a:p>
          <a:p>
            <a:pPr defTabSz="914400" eaLnBrk="1" hangingPunct="1">
              <a:spcBef>
                <a:spcPts val="600"/>
              </a:spcBef>
              <a:defRPr/>
            </a:pPr>
            <a:r>
              <a:rPr lang="en-US" altLang="zh-CN" sz="2800" b="1" dirty="0">
                <a:latin typeface="楷体_GB2312" pitchFamily="49" charset="-122"/>
                <a:ea typeface="楷体_GB2312" pitchFamily="49" charset="-122"/>
              </a:rPr>
              <a:t>                </a:t>
            </a:r>
            <a:r>
              <a:rPr lang="en-US" altLang="zh-CN" sz="2800" b="1" dirty="0">
                <a:latin typeface="Times New Roman" pitchFamily="18" charset="0"/>
                <a:ea typeface="楷体_GB2312" pitchFamily="49" charset="-122"/>
                <a:cs typeface="Times New Roman" pitchFamily="18" charset="0"/>
              </a:rPr>
              <a:t>sin</a:t>
            </a:r>
            <a:r>
              <a:rPr lang="en-US" altLang="zh-CN" sz="2800" b="1" i="1" dirty="0">
                <a:latin typeface="Times New Roman" pitchFamily="18" charset="0"/>
                <a:ea typeface="楷体_GB2312" pitchFamily="49" charset="-122"/>
                <a:cs typeface="Times New Roman" pitchFamily="18" charset="0"/>
                <a:sym typeface="Symbol"/>
              </a:rPr>
              <a:t>  </a:t>
            </a:r>
            <a:r>
              <a:rPr lang="en-US" altLang="zh-CN" sz="2800" b="1" dirty="0">
                <a:latin typeface="Times New Roman" pitchFamily="18" charset="0"/>
                <a:ea typeface="楷体_GB2312" pitchFamily="49" charset="-122"/>
                <a:cs typeface="Times New Roman" pitchFamily="18" charset="0"/>
              </a:rPr>
              <a:t>≈ tan</a:t>
            </a:r>
            <a:r>
              <a:rPr lang="en-US" altLang="zh-CN" sz="2800" b="1" i="1" dirty="0">
                <a:latin typeface="Times New Roman" pitchFamily="18" charset="0"/>
                <a:ea typeface="楷体_GB2312" pitchFamily="49" charset="-122"/>
                <a:cs typeface="Times New Roman" pitchFamily="18" charset="0"/>
                <a:sym typeface="Symbol"/>
              </a:rPr>
              <a:t></a:t>
            </a:r>
            <a:endParaRPr lang="en-US" altLang="zh-CN" sz="2800" b="1" dirty="0">
              <a:latin typeface="楷体_GB2312" pitchFamily="49" charset="-122"/>
              <a:ea typeface="楷体_GB2312" pitchFamily="49" charset="-122"/>
            </a:endParaRPr>
          </a:p>
          <a:p>
            <a:pPr defTabSz="914400" eaLnBrk="1" hangingPunct="1">
              <a:spcBef>
                <a:spcPts val="600"/>
              </a:spcBef>
              <a:defRPr/>
            </a:pPr>
            <a:r>
              <a:rPr lang="en-US" altLang="zh-CN" sz="2800" b="1" dirty="0">
                <a:latin typeface="楷体_GB2312" pitchFamily="49" charset="-122"/>
                <a:ea typeface="楷体_GB2312" pitchFamily="49" charset="-122"/>
              </a:rPr>
              <a:t>         </a:t>
            </a:r>
            <a:r>
              <a:rPr lang="zh-CN" altLang="en-US" sz="2800" b="1" dirty="0">
                <a:latin typeface="楷体_GB2312" pitchFamily="49" charset="-122"/>
                <a:ea typeface="楷体_GB2312" pitchFamily="49" charset="-122"/>
              </a:rPr>
              <a:t>在远轴处　</a:t>
            </a:r>
            <a:endParaRPr lang="en-US" altLang="zh-CN" sz="2800" b="1" dirty="0">
              <a:latin typeface="楷体_GB2312" pitchFamily="49" charset="-122"/>
              <a:ea typeface="楷体_GB2312" pitchFamily="49" charset="-122"/>
            </a:endParaRPr>
          </a:p>
          <a:p>
            <a:pPr defTabSz="914400" eaLnBrk="1" hangingPunct="1">
              <a:spcBef>
                <a:spcPts val="600"/>
              </a:spcBef>
              <a:defRPr/>
            </a:pPr>
            <a:r>
              <a:rPr lang="en-US" altLang="zh-CN" sz="2800" b="1" dirty="0">
                <a:latin typeface="Times New Roman" pitchFamily="18" charset="0"/>
                <a:ea typeface="楷体_GB2312" pitchFamily="49" charset="-122"/>
                <a:cs typeface="Times New Roman" pitchFamily="18" charset="0"/>
              </a:rPr>
              <a:t>                    sin</a:t>
            </a:r>
            <a:r>
              <a:rPr lang="en-US" altLang="zh-CN" sz="2800" b="1" i="1" dirty="0">
                <a:latin typeface="Times New Roman" pitchFamily="18" charset="0"/>
                <a:ea typeface="楷体_GB2312" pitchFamily="49" charset="-122"/>
                <a:cs typeface="Times New Roman" pitchFamily="18" charset="0"/>
                <a:sym typeface="Symbol"/>
              </a:rPr>
              <a:t>  </a:t>
            </a:r>
            <a:r>
              <a:rPr lang="en-US" altLang="zh-CN" sz="2800" b="1" dirty="0">
                <a:latin typeface="Times New Roman" pitchFamily="18" charset="0"/>
                <a:ea typeface="楷体_GB2312" pitchFamily="49" charset="-122"/>
                <a:cs typeface="Times New Roman" pitchFamily="18" charset="0"/>
              </a:rPr>
              <a:t>≠ tan</a:t>
            </a:r>
            <a:r>
              <a:rPr lang="en-US" altLang="zh-CN" sz="2800" b="1" i="1" dirty="0">
                <a:latin typeface="Times New Roman" pitchFamily="18" charset="0"/>
                <a:ea typeface="楷体_GB2312" pitchFamily="49" charset="-122"/>
                <a:cs typeface="Times New Roman" pitchFamily="18" charset="0"/>
                <a:sym typeface="Symbol"/>
              </a:rPr>
              <a:t></a:t>
            </a:r>
            <a:endParaRPr lang="zh-CN" altLang="en-US" sz="2800" b="1" dirty="0">
              <a:latin typeface="Times New Roman" pitchFamily="18" charset="0"/>
              <a:ea typeface="楷体_GB2312" pitchFamily="49" charset="-122"/>
              <a:cs typeface="Times New Roman" pitchFamily="18" charset="0"/>
            </a:endParaRPr>
          </a:p>
        </p:txBody>
      </p:sp>
      <p:grpSp>
        <p:nvGrpSpPr>
          <p:cNvPr id="63" name="组合 7">
            <a:extLst>
              <a:ext uri="{FF2B5EF4-FFF2-40B4-BE49-F238E27FC236}">
                <a16:creationId xmlns:a16="http://schemas.microsoft.com/office/drawing/2014/main" id="{E9C1EF61-1760-463F-8FEF-2AC74B2559DA}"/>
              </a:ext>
            </a:extLst>
          </p:cNvPr>
          <p:cNvGrpSpPr>
            <a:grpSpLocks/>
          </p:cNvGrpSpPr>
          <p:nvPr/>
        </p:nvGrpSpPr>
        <p:grpSpPr bwMode="auto">
          <a:xfrm>
            <a:off x="713382" y="1967799"/>
            <a:ext cx="5908675" cy="3679825"/>
            <a:chOff x="1643042" y="1643050"/>
            <a:chExt cx="5908675" cy="3679825"/>
          </a:xfrm>
        </p:grpSpPr>
        <p:pic>
          <p:nvPicPr>
            <p:cNvPr id="90" name="Picture 47" descr="http://www.kwafu.com/gdgs/images/4.bmp">
              <a:extLst>
                <a:ext uri="{FF2B5EF4-FFF2-40B4-BE49-F238E27FC236}">
                  <a16:creationId xmlns:a16="http://schemas.microsoft.com/office/drawing/2014/main" id="{89486BE7-4DF4-421C-835E-036A49A47470}"/>
                </a:ext>
              </a:extLst>
            </p:cNvPr>
            <p:cNvPicPr>
              <a:picLocks noChangeAspect="1" noChangeArrowheads="1"/>
            </p:cNvPicPr>
            <p:nvPr/>
          </p:nvPicPr>
          <p:blipFill>
            <a:blip r:embed="rId3">
              <a:lum bright="-10000" contrast="20000"/>
              <a:extLst>
                <a:ext uri="{28A0092B-C50C-407E-A947-70E740481C1C}">
                  <a14:useLocalDpi xmlns:a14="http://schemas.microsoft.com/office/drawing/2010/main" val="0"/>
                </a:ext>
              </a:extLst>
            </a:blip>
            <a:srcRect/>
            <a:stretch>
              <a:fillRect/>
            </a:stretch>
          </p:blipFill>
          <p:spPr bwMode="auto">
            <a:xfrm>
              <a:off x="1643042" y="1643050"/>
              <a:ext cx="5908675"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1" name="Picture 2" descr="http://202.114.36.12/gx/image/4.jpg">
              <a:extLst>
                <a:ext uri="{FF2B5EF4-FFF2-40B4-BE49-F238E27FC236}">
                  <a16:creationId xmlns:a16="http://schemas.microsoft.com/office/drawing/2014/main" id="{03EFEADA-7E40-4B2B-B54B-1DDA0611AF7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5400000">
              <a:off x="4811344" y="2359817"/>
              <a:ext cx="3357587" cy="20669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Tree>
    <p:extLst>
      <p:ext uri="{BB962C8B-B14F-4D97-AF65-F5344CB8AC3E}">
        <p14:creationId xmlns:p14="http://schemas.microsoft.com/office/powerpoint/2010/main" val="9724656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63"/>
                                        </p:tgtEl>
                                        <p:attrNameLst>
                                          <p:attrName>style.visibility</p:attrName>
                                        </p:attrNameLst>
                                      </p:cBhvr>
                                      <p:to>
                                        <p:strVal val="visible"/>
                                      </p:to>
                                    </p:set>
                                    <p:animEffect transition="in" filter="blinds(horizontal)">
                                      <p:cBhvr>
                                        <p:cTn id="7" dur="500"/>
                                        <p:tgtEl>
                                          <p:spTgt spid="6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2">
                                            <p:txEl>
                                              <p:pRg st="0" end="0"/>
                                            </p:txEl>
                                          </p:spTgt>
                                        </p:tgtEl>
                                        <p:attrNameLst>
                                          <p:attrName>style.visibility</p:attrName>
                                        </p:attrNameLst>
                                      </p:cBhvr>
                                      <p:to>
                                        <p:strVal val="visible"/>
                                      </p:to>
                                    </p:set>
                                    <p:animEffect transition="in" filter="wipe(left)">
                                      <p:cBhvr>
                                        <p:cTn id="12" dur="500"/>
                                        <p:tgtEl>
                                          <p:spTgt spid="62">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2">
                                            <p:txEl>
                                              <p:pRg st="1" end="1"/>
                                            </p:txEl>
                                          </p:spTgt>
                                        </p:tgtEl>
                                        <p:attrNameLst>
                                          <p:attrName>style.visibility</p:attrName>
                                        </p:attrNameLst>
                                      </p:cBhvr>
                                      <p:to>
                                        <p:strVal val="visible"/>
                                      </p:to>
                                    </p:set>
                                    <p:animEffect transition="in" filter="wipe(left)">
                                      <p:cBhvr>
                                        <p:cTn id="17" dur="500"/>
                                        <p:tgtEl>
                                          <p:spTgt spid="62">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2">
                                            <p:txEl>
                                              <p:pRg st="2" end="2"/>
                                            </p:txEl>
                                          </p:spTgt>
                                        </p:tgtEl>
                                        <p:attrNameLst>
                                          <p:attrName>style.visibility</p:attrName>
                                        </p:attrNameLst>
                                      </p:cBhvr>
                                      <p:to>
                                        <p:strVal val="visible"/>
                                      </p:to>
                                    </p:set>
                                    <p:animEffect transition="in" filter="wipe(left)">
                                      <p:cBhvr>
                                        <p:cTn id="22" dur="500"/>
                                        <p:tgtEl>
                                          <p:spTgt spid="62">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2">
                                            <p:txEl>
                                              <p:pRg st="3" end="3"/>
                                            </p:txEl>
                                          </p:spTgt>
                                        </p:tgtEl>
                                        <p:attrNameLst>
                                          <p:attrName>style.visibility</p:attrName>
                                        </p:attrNameLst>
                                      </p:cBhvr>
                                      <p:to>
                                        <p:strVal val="visible"/>
                                      </p:to>
                                    </p:set>
                                    <p:animEffect transition="in" filter="wipe(left)">
                                      <p:cBhvr>
                                        <p:cTn id="27" dur="500"/>
                                        <p:tgtEl>
                                          <p:spTgt spid="62">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2">
                                            <p:txEl>
                                              <p:pRg st="4" end="4"/>
                                            </p:txEl>
                                          </p:spTgt>
                                        </p:tgtEl>
                                        <p:attrNameLst>
                                          <p:attrName>style.visibility</p:attrName>
                                        </p:attrNameLst>
                                      </p:cBhvr>
                                      <p:to>
                                        <p:strVal val="visible"/>
                                      </p:to>
                                    </p:set>
                                    <p:animEffect transition="in" filter="wipe(left)">
                                      <p:cBhvr>
                                        <p:cTn id="32" dur="500"/>
                                        <p:tgtEl>
                                          <p:spTgt spid="62">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2">
                                            <p:txEl>
                                              <p:pRg st="5" end="5"/>
                                            </p:txEl>
                                          </p:spTgt>
                                        </p:tgtEl>
                                        <p:attrNameLst>
                                          <p:attrName>style.visibility</p:attrName>
                                        </p:attrNameLst>
                                      </p:cBhvr>
                                      <p:to>
                                        <p:strVal val="visible"/>
                                      </p:to>
                                    </p:set>
                                    <p:animEffect transition="in" filter="wipe(left)">
                                      <p:cBhvr>
                                        <p:cTn id="37" dur="500"/>
                                        <p:tgtEl>
                                          <p:spTgt spid="62">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62">
                                            <p:txEl>
                                              <p:pRg st="6" end="6"/>
                                            </p:txEl>
                                          </p:spTgt>
                                        </p:tgtEl>
                                        <p:attrNameLst>
                                          <p:attrName>style.visibility</p:attrName>
                                        </p:attrNameLst>
                                      </p:cBhvr>
                                      <p:to>
                                        <p:strVal val="visible"/>
                                      </p:to>
                                    </p:set>
                                    <p:animEffect transition="in" filter="wipe(left)">
                                      <p:cBhvr>
                                        <p:cTn id="42" dur="500"/>
                                        <p:tgtEl>
                                          <p:spTgt spid="62">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CF4E29-A1EF-4550-AFCE-BC30E0A587F9}"/>
              </a:ext>
            </a:extLst>
          </p:cNvPr>
          <p:cNvSpPr txBox="1"/>
          <p:nvPr>
            <p:custDataLst>
              <p:tags r:id="rId2"/>
            </p:custDataLst>
          </p:nvPr>
        </p:nvSpPr>
        <p:spPr>
          <a:xfrm>
            <a:off x="1156727" y="440556"/>
            <a:ext cx="9753600" cy="2143125"/>
          </a:xfrm>
          <a:prstGeom prst="rect">
            <a:avLst/>
          </a:prstGeom>
          <a:noFill/>
        </p:spPr>
        <p:txBody>
          <a:bodyPr vert="horz" wrap="square" rtlCol="0" anchor="ctr" anchorCtr="0">
            <a:noAutofit/>
          </a:bodyPr>
          <a:lstStyle/>
          <a:p>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请您编辑题干</a:t>
            </a:r>
          </a:p>
        </p:txBody>
      </p:sp>
      <p:sp>
        <p:nvSpPr>
          <p:cNvPr id="7" name="矩形: 圆角 6">
            <a:extLst>
              <a:ext uri="{FF2B5EF4-FFF2-40B4-BE49-F238E27FC236}">
                <a16:creationId xmlns:a16="http://schemas.microsoft.com/office/drawing/2014/main" id="{18A026F9-6A1D-481F-B71B-C0173FC4907B}"/>
              </a:ext>
            </a:extLst>
          </p:cNvPr>
          <p:cNvSpPr/>
          <p:nvPr>
            <p:custDataLst>
              <p:tags r:id="rId3"/>
            </p:custDataLst>
          </p:nvPr>
        </p:nvSpPr>
        <p:spPr>
          <a:xfrm>
            <a:off x="10723544" y="806316"/>
            <a:ext cx="1195919"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24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6" name="Text Box 4">
            <a:extLst>
              <a:ext uri="{FF2B5EF4-FFF2-40B4-BE49-F238E27FC236}">
                <a16:creationId xmlns:a16="http://schemas.microsoft.com/office/drawing/2014/main" id="{B9929903-D950-49A2-8623-79AA56CCE15F}"/>
              </a:ext>
            </a:extLst>
          </p:cNvPr>
          <p:cNvSpPr txBox="1">
            <a:spLocks noChangeArrowheads="1"/>
          </p:cNvSpPr>
          <p:nvPr/>
        </p:nvSpPr>
        <p:spPr bwMode="auto">
          <a:xfrm>
            <a:off x="190501" y="726440"/>
            <a:ext cx="11820598"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0" defTabSz="914400" eaLnBrk="1" fontAlgn="auto" hangingPunct="1">
              <a:spcBef>
                <a:spcPts val="1200"/>
              </a:spcBef>
              <a:spcAft>
                <a:spcPts val="0"/>
              </a:spcAft>
              <a:buClrTx/>
              <a:buSzTx/>
              <a:buNone/>
              <a:defRPr/>
            </a:pPr>
            <a:r>
              <a:rPr kumimoji="1"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研讨题</a:t>
            </a:r>
            <a:r>
              <a:rPr kumimoji="1"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对于杨氏双缝干涉实验：</a:t>
            </a:r>
          </a:p>
          <a:p>
            <a:pPr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）若把双缝前的单缝向上平移，则干涉条纹如何变化？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）若把整个实验装置放在水中，干涉条纹如何变化？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）若在一个缝前放蓝色玻璃片、另一个缝前放红色玻璃片，干涉条纹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）若用白光照射双缝，干涉条纹如何分布？</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）若保持双缝中一个缝的宽度不变，另一个缝的宽度增大，干涉条纹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）干涉条纹是严格等宽、等间距的吗？</a:t>
            </a:r>
          </a:p>
          <a:p>
            <a:pPr lvl="0" defTabSz="914400" eaLnBrk="1" fontAlgn="auto" hangingPunct="1">
              <a:spcBef>
                <a:spcPts val="1200"/>
              </a:spcBef>
              <a:spcAft>
                <a:spcPts val="0"/>
              </a:spcAft>
              <a:buClrTx/>
              <a:buSzTx/>
              <a:buNone/>
              <a:defRPr/>
            </a:pP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）如果逐渐增加单缝光源</a:t>
            </a: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的宽度，则在屏</a:t>
            </a: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上的条纹如何变化？</a:t>
            </a:r>
            <a:endPar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）为什么用普通光源只在中央明条纹附近较小的范围内看到干涉条纹？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C812C1A3-39D6-46AB-A931-19A3712290FA}"/>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B1198FF-BA01-4ACA-B718-8EDAD9ECCC98}"/>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809020C1-11EF-41BA-8E03-2AA5826156AF}"/>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369EDC93-A39A-482F-8D3B-4D96BEFBBFB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6D80D5B1-79FB-41C1-AB69-62ACB82E3788}"/>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9E2A4E7D-9758-40B4-B164-B70873F58812}"/>
              </a:ext>
            </a:extLst>
          </p:cNvPr>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19124270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46" name="矩形 45">
            <a:extLst>
              <a:ext uri="{FF2B5EF4-FFF2-40B4-BE49-F238E27FC236}">
                <a16:creationId xmlns:a16="http://schemas.microsoft.com/office/drawing/2014/main" id="{9F25AC6D-54DF-4A65-9C7D-15C59E9A17D2}"/>
              </a:ext>
            </a:extLst>
          </p:cNvPr>
          <p:cNvSpPr>
            <a:spLocks noChangeArrowheads="1"/>
          </p:cNvSpPr>
          <p:nvPr/>
        </p:nvSpPr>
        <p:spPr bwMode="auto">
          <a:xfrm>
            <a:off x="422672" y="771165"/>
            <a:ext cx="10939595" cy="584775"/>
          </a:xfrm>
          <a:prstGeom prst="rect">
            <a:avLst/>
          </a:prstGeom>
          <a:noFill/>
          <a:ln w="9525">
            <a:noFill/>
            <a:miter lim="800000"/>
            <a:headEnd/>
            <a:tailEnd/>
          </a:ln>
        </p:spPr>
        <p:txBody>
          <a:bodyPr wrap="square">
            <a:spAutoFit/>
          </a:bodyPr>
          <a:lstStyle/>
          <a:p>
            <a:pPr>
              <a:defRPr/>
            </a:pPr>
            <a:r>
              <a:rPr lang="zh-CN" altLang="en-US" sz="3200" b="1" dirty="0">
                <a:latin typeface="微软雅黑" panose="020B0503020204020204" pitchFamily="34" charset="-122"/>
                <a:ea typeface="微软雅黑" panose="020B0503020204020204" pitchFamily="34" charset="-122"/>
              </a:rPr>
              <a:t>（</a:t>
            </a:r>
            <a:r>
              <a:rPr lang="en-US" altLang="zh-CN" sz="3200" b="1" dirty="0">
                <a:latin typeface="微软雅黑" panose="020B0503020204020204" pitchFamily="34" charset="-122"/>
                <a:ea typeface="微软雅黑" panose="020B0503020204020204" pitchFamily="34" charset="-122"/>
              </a:rPr>
              <a:t>7</a:t>
            </a:r>
            <a:r>
              <a:rPr lang="zh-CN" altLang="en-US" sz="3200" b="1" dirty="0">
                <a:latin typeface="微软雅黑" panose="020B0503020204020204" pitchFamily="34" charset="-122"/>
                <a:ea typeface="微软雅黑" panose="020B0503020204020204" pitchFamily="34" charset="-122"/>
              </a:rPr>
              <a:t>）如果逐渐增加单缝光源</a:t>
            </a:r>
            <a:r>
              <a:rPr lang="en-US" altLang="zh-CN" sz="3200" b="1" dirty="0">
                <a:latin typeface="微软雅黑" panose="020B0503020204020204" pitchFamily="34" charset="-122"/>
                <a:ea typeface="微软雅黑" panose="020B0503020204020204" pitchFamily="34" charset="-122"/>
              </a:rPr>
              <a:t>S</a:t>
            </a:r>
            <a:r>
              <a:rPr lang="zh-CN" altLang="en-US" sz="3200" b="1" dirty="0">
                <a:latin typeface="微软雅黑" panose="020B0503020204020204" pitchFamily="34" charset="-122"/>
                <a:ea typeface="微软雅黑" panose="020B0503020204020204" pitchFamily="34" charset="-122"/>
              </a:rPr>
              <a:t>的宽度，</a:t>
            </a:r>
          </a:p>
        </p:txBody>
      </p:sp>
      <p:sp>
        <p:nvSpPr>
          <p:cNvPr id="10" name="AutoShape 6">
            <a:hlinkClick r:id="rId3" action="ppaction://hlinkfile" highlightClick="1"/>
            <a:extLst>
              <a:ext uri="{FF2B5EF4-FFF2-40B4-BE49-F238E27FC236}">
                <a16:creationId xmlns:a16="http://schemas.microsoft.com/office/drawing/2014/main" id="{3AAB1B46-2453-4D3E-852B-91B3E2B19941}"/>
              </a:ext>
            </a:extLst>
          </p:cNvPr>
          <p:cNvSpPr>
            <a:spLocks noChangeArrowheads="1"/>
          </p:cNvSpPr>
          <p:nvPr/>
        </p:nvSpPr>
        <p:spPr bwMode="auto">
          <a:xfrm>
            <a:off x="10800733" y="771160"/>
            <a:ext cx="612000" cy="396000"/>
          </a:xfrm>
          <a:prstGeom prst="actionButtonMovie">
            <a:avLst/>
          </a:prstGeom>
          <a:solidFill>
            <a:schemeClr val="bg2">
              <a:lumMod val="75000"/>
            </a:schemeClr>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anose="02010600030101010101" pitchFamily="2" charset="-122"/>
            </a:endParaRPr>
          </a:p>
        </p:txBody>
      </p:sp>
      <p:sp>
        <p:nvSpPr>
          <p:cNvPr id="15" name="Text Box 8">
            <a:extLst>
              <a:ext uri="{FF2B5EF4-FFF2-40B4-BE49-F238E27FC236}">
                <a16:creationId xmlns:a16="http://schemas.microsoft.com/office/drawing/2014/main" id="{A6DF55EE-008F-4AF3-B83F-E4A26247F801}"/>
              </a:ext>
            </a:extLst>
          </p:cNvPr>
          <p:cNvSpPr txBox="1">
            <a:spLocks noChangeArrowheads="1"/>
          </p:cNvSpPr>
          <p:nvPr/>
        </p:nvSpPr>
        <p:spPr bwMode="auto">
          <a:xfrm>
            <a:off x="1429211" y="1347378"/>
            <a:ext cx="10491855" cy="1308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lnSpc>
                <a:spcPct val="150000"/>
              </a:lnSpc>
              <a:spcBef>
                <a:spcPts val="600"/>
              </a:spcBef>
            </a:pPr>
            <a:r>
              <a:rPr kumimoji="1" lang="zh-CN" altLang="en-US" dirty="0">
                <a:latin typeface="微软雅黑" panose="020B0503020204020204" pitchFamily="34" charset="-122"/>
                <a:ea typeface="微软雅黑" panose="020B0503020204020204" pitchFamily="34" charset="-122"/>
              </a:rPr>
              <a:t>因为光源可以看成由许多</a:t>
            </a:r>
            <a:r>
              <a:rPr kumimoji="1" lang="zh-CN" altLang="en-US" dirty="0">
                <a:solidFill>
                  <a:srgbClr val="FF0000"/>
                </a:solidFill>
                <a:latin typeface="微软雅黑" panose="020B0503020204020204" pitchFamily="34" charset="-122"/>
                <a:ea typeface="微软雅黑" panose="020B0503020204020204" pitchFamily="34" charset="-122"/>
              </a:rPr>
              <a:t>彼此独立的线光源</a:t>
            </a:r>
            <a:r>
              <a:rPr kumimoji="1" lang="zh-CN" altLang="en-US" dirty="0">
                <a:latin typeface="微软雅黑" panose="020B0503020204020204" pitchFamily="34" charset="-122"/>
                <a:ea typeface="微软雅黑" panose="020B0503020204020204" pitchFamily="34" charset="-122"/>
              </a:rPr>
              <a:t>组成，它们</a:t>
            </a:r>
            <a:r>
              <a:rPr kumimoji="1" lang="zh-CN" altLang="en-US" dirty="0">
                <a:solidFill>
                  <a:srgbClr val="FF0000"/>
                </a:solidFill>
                <a:latin typeface="微软雅黑" panose="020B0503020204020204" pitchFamily="34" charset="-122"/>
                <a:ea typeface="微软雅黑" panose="020B0503020204020204" pitchFamily="34" charset="-122"/>
              </a:rPr>
              <a:t>不相干</a:t>
            </a:r>
            <a:r>
              <a:rPr kumimoji="1" lang="en-US" altLang="zh-CN" dirty="0">
                <a:latin typeface="微软雅黑" panose="020B0503020204020204" pitchFamily="34" charset="-122"/>
                <a:ea typeface="微软雅黑" panose="020B0503020204020204" pitchFamily="34" charset="-122"/>
              </a:rPr>
              <a:t>.</a:t>
            </a:r>
          </a:p>
          <a:p>
            <a:pPr defTabSz="914400" eaLnBrk="1" hangingPunct="1">
              <a:lnSpc>
                <a:spcPct val="150000"/>
              </a:lnSpc>
              <a:spcBef>
                <a:spcPts val="0"/>
              </a:spcBef>
            </a:pPr>
            <a:r>
              <a:rPr kumimoji="1" lang="zh-CN" altLang="en-US" dirty="0">
                <a:latin typeface="微软雅黑" panose="020B0503020204020204" pitchFamily="34" charset="-122"/>
                <a:ea typeface="微软雅黑" panose="020B0503020204020204" pitchFamily="34" charset="-122"/>
              </a:rPr>
              <a:t>       总的干涉条纹为各个条纹光强的非相干叠加</a:t>
            </a:r>
            <a:r>
              <a:rPr kumimoji="1" lang="en-US" altLang="zh-CN" dirty="0">
                <a:latin typeface="微软雅黑" panose="020B0503020204020204" pitchFamily="34" charset="-122"/>
                <a:ea typeface="微软雅黑" panose="020B0503020204020204" pitchFamily="34" charset="-122"/>
              </a:rPr>
              <a:t>.</a:t>
            </a:r>
          </a:p>
        </p:txBody>
      </p:sp>
      <p:grpSp>
        <p:nvGrpSpPr>
          <p:cNvPr id="16" name="Group 98">
            <a:extLst>
              <a:ext uri="{FF2B5EF4-FFF2-40B4-BE49-F238E27FC236}">
                <a16:creationId xmlns:a16="http://schemas.microsoft.com/office/drawing/2014/main" id="{E51A30C8-BF51-476D-9141-8328C3BA5C55}"/>
              </a:ext>
            </a:extLst>
          </p:cNvPr>
          <p:cNvGrpSpPr>
            <a:grpSpLocks/>
          </p:cNvGrpSpPr>
          <p:nvPr/>
        </p:nvGrpSpPr>
        <p:grpSpPr bwMode="auto">
          <a:xfrm>
            <a:off x="627855" y="4605047"/>
            <a:ext cx="4095750" cy="1160462"/>
            <a:chOff x="1320" y="3167"/>
            <a:chExt cx="2580" cy="731"/>
          </a:xfrm>
        </p:grpSpPr>
        <p:sp>
          <p:nvSpPr>
            <p:cNvPr id="17" name="Freeform 36">
              <a:extLst>
                <a:ext uri="{FF2B5EF4-FFF2-40B4-BE49-F238E27FC236}">
                  <a16:creationId xmlns:a16="http://schemas.microsoft.com/office/drawing/2014/main" id="{502690EC-FBAE-4539-B63C-1981D901D696}"/>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8" name="Freeform 37">
              <a:extLst>
                <a:ext uri="{FF2B5EF4-FFF2-40B4-BE49-F238E27FC236}">
                  <a16:creationId xmlns:a16="http://schemas.microsoft.com/office/drawing/2014/main" id="{BFE7BDCA-A96A-44E9-B1FA-743F40C59D92}"/>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9" name="Freeform 38">
              <a:extLst>
                <a:ext uri="{FF2B5EF4-FFF2-40B4-BE49-F238E27FC236}">
                  <a16:creationId xmlns:a16="http://schemas.microsoft.com/office/drawing/2014/main" id="{022B3791-3EC4-4FBB-BDCF-C71A270EBF1F}"/>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0" name="Freeform 39">
              <a:extLst>
                <a:ext uri="{FF2B5EF4-FFF2-40B4-BE49-F238E27FC236}">
                  <a16:creationId xmlns:a16="http://schemas.microsoft.com/office/drawing/2014/main" id="{9A0E982D-CC91-4F27-941D-BB187429A485}"/>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1" name="Freeform 40">
              <a:extLst>
                <a:ext uri="{FF2B5EF4-FFF2-40B4-BE49-F238E27FC236}">
                  <a16:creationId xmlns:a16="http://schemas.microsoft.com/office/drawing/2014/main" id="{6D43D7F1-C938-4DEF-8E9D-F29848A5AB7F}"/>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2" name="Freeform 41">
              <a:extLst>
                <a:ext uri="{FF2B5EF4-FFF2-40B4-BE49-F238E27FC236}">
                  <a16:creationId xmlns:a16="http://schemas.microsoft.com/office/drawing/2014/main" id="{B0919B8E-5FE3-41A9-B2CB-1E2ACA2C701C}"/>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3" name="Freeform 42">
              <a:extLst>
                <a:ext uri="{FF2B5EF4-FFF2-40B4-BE49-F238E27FC236}">
                  <a16:creationId xmlns:a16="http://schemas.microsoft.com/office/drawing/2014/main" id="{BDD27325-C944-4C7A-855A-2596D4BACE4C}"/>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4" name="Freeform 43">
              <a:extLst>
                <a:ext uri="{FF2B5EF4-FFF2-40B4-BE49-F238E27FC236}">
                  <a16:creationId xmlns:a16="http://schemas.microsoft.com/office/drawing/2014/main" id="{9AAC9889-151D-4DCA-9316-DF0242628AC6}"/>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 name="Freeform 44">
              <a:extLst>
                <a:ext uri="{FF2B5EF4-FFF2-40B4-BE49-F238E27FC236}">
                  <a16:creationId xmlns:a16="http://schemas.microsoft.com/office/drawing/2014/main" id="{B7586C29-00DA-49FC-AFD8-81D455F87D4B}"/>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4" name="组合 3">
            <a:extLst>
              <a:ext uri="{FF2B5EF4-FFF2-40B4-BE49-F238E27FC236}">
                <a16:creationId xmlns:a16="http://schemas.microsoft.com/office/drawing/2014/main" id="{3F65914D-D335-4B95-A5B3-7368D846D82A}"/>
              </a:ext>
            </a:extLst>
          </p:cNvPr>
          <p:cNvGrpSpPr/>
          <p:nvPr/>
        </p:nvGrpSpPr>
        <p:grpSpPr>
          <a:xfrm>
            <a:off x="850105" y="4610396"/>
            <a:ext cx="3639001" cy="1175751"/>
            <a:chOff x="909374" y="3162596"/>
            <a:chExt cx="3639001" cy="1175751"/>
          </a:xfrm>
        </p:grpSpPr>
        <p:sp>
          <p:nvSpPr>
            <p:cNvPr id="34" name="Line 47">
              <a:extLst>
                <a:ext uri="{FF2B5EF4-FFF2-40B4-BE49-F238E27FC236}">
                  <a16:creationId xmlns:a16="http://schemas.microsoft.com/office/drawing/2014/main" id="{0E79FF84-DBAF-4EF2-AA13-5F3C96C439CE}"/>
                </a:ext>
              </a:extLst>
            </p:cNvPr>
            <p:cNvSpPr>
              <a:spLocks noChangeShapeType="1"/>
            </p:cNvSpPr>
            <p:nvPr/>
          </p:nvSpPr>
          <p:spPr bwMode="auto">
            <a:xfrm>
              <a:off x="3663685" y="3166772"/>
              <a:ext cx="0" cy="1139826"/>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35" name="Line 48">
              <a:extLst>
                <a:ext uri="{FF2B5EF4-FFF2-40B4-BE49-F238E27FC236}">
                  <a16:creationId xmlns:a16="http://schemas.microsoft.com/office/drawing/2014/main" id="{CC3DFACE-4099-4303-8F67-66D6A398BF57}"/>
                </a:ext>
              </a:extLst>
            </p:cNvPr>
            <p:cNvSpPr>
              <a:spLocks noChangeShapeType="1"/>
            </p:cNvSpPr>
            <p:nvPr/>
          </p:nvSpPr>
          <p:spPr bwMode="auto">
            <a:xfrm>
              <a:off x="4548375" y="3162596"/>
              <a:ext cx="0" cy="1173944"/>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38" name="Line 50">
              <a:extLst>
                <a:ext uri="{FF2B5EF4-FFF2-40B4-BE49-F238E27FC236}">
                  <a16:creationId xmlns:a16="http://schemas.microsoft.com/office/drawing/2014/main" id="{184E1FDC-329D-44DE-92FE-149B495DA73F}"/>
                </a:ext>
              </a:extLst>
            </p:cNvPr>
            <p:cNvSpPr>
              <a:spLocks noChangeShapeType="1"/>
            </p:cNvSpPr>
            <p:nvPr/>
          </p:nvSpPr>
          <p:spPr bwMode="auto">
            <a:xfrm>
              <a:off x="909374" y="3196934"/>
              <a:ext cx="0" cy="1141413"/>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1" name="Line 49">
              <a:extLst>
                <a:ext uri="{FF2B5EF4-FFF2-40B4-BE49-F238E27FC236}">
                  <a16:creationId xmlns:a16="http://schemas.microsoft.com/office/drawing/2014/main" id="{720C4F5C-FBEA-4CC5-9192-D4BCCA1ECE13}"/>
                </a:ext>
              </a:extLst>
            </p:cNvPr>
            <p:cNvSpPr>
              <a:spLocks noChangeShapeType="1"/>
            </p:cNvSpPr>
            <p:nvPr/>
          </p:nvSpPr>
          <p:spPr bwMode="auto">
            <a:xfrm>
              <a:off x="1865058" y="3184254"/>
              <a:ext cx="0" cy="1139828"/>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2" name="组合 1">
            <a:extLst>
              <a:ext uri="{FF2B5EF4-FFF2-40B4-BE49-F238E27FC236}">
                <a16:creationId xmlns:a16="http://schemas.microsoft.com/office/drawing/2014/main" id="{38E905B1-EF04-4829-B868-E464FA6C7A9D}"/>
              </a:ext>
            </a:extLst>
          </p:cNvPr>
          <p:cNvGrpSpPr/>
          <p:nvPr/>
        </p:nvGrpSpPr>
        <p:grpSpPr>
          <a:xfrm>
            <a:off x="446880" y="3531895"/>
            <a:ext cx="5397501" cy="2740019"/>
            <a:chOff x="493449" y="2084095"/>
            <a:chExt cx="5397501" cy="2740019"/>
          </a:xfrm>
        </p:grpSpPr>
        <p:grpSp>
          <p:nvGrpSpPr>
            <p:cNvPr id="26" name="Group 97">
              <a:extLst>
                <a:ext uri="{FF2B5EF4-FFF2-40B4-BE49-F238E27FC236}">
                  <a16:creationId xmlns:a16="http://schemas.microsoft.com/office/drawing/2014/main" id="{70DF5B96-6ED6-46B7-BB23-35136CE3A798}"/>
                </a:ext>
              </a:extLst>
            </p:cNvPr>
            <p:cNvGrpSpPr>
              <a:grpSpLocks/>
            </p:cNvGrpSpPr>
            <p:nvPr/>
          </p:nvGrpSpPr>
          <p:grpSpPr bwMode="auto">
            <a:xfrm>
              <a:off x="2677852" y="2084095"/>
              <a:ext cx="620713" cy="2235200"/>
              <a:chOff x="2574" y="2494"/>
              <a:chExt cx="391" cy="1408"/>
            </a:xfrm>
          </p:grpSpPr>
          <p:sp>
            <p:nvSpPr>
              <p:cNvPr id="27" name="Rectangle 35">
                <a:extLst>
                  <a:ext uri="{FF2B5EF4-FFF2-40B4-BE49-F238E27FC236}">
                    <a16:creationId xmlns:a16="http://schemas.microsoft.com/office/drawing/2014/main" id="{E205D2EA-3884-4727-BCDC-45ADC645C9FB}"/>
                  </a:ext>
                </a:extLst>
              </p:cNvPr>
              <p:cNvSpPr>
                <a:spLocks noChangeArrowheads="1"/>
              </p:cNvSpPr>
              <p:nvPr/>
            </p:nvSpPr>
            <p:spPr bwMode="auto">
              <a:xfrm>
                <a:off x="2574" y="2494"/>
                <a:ext cx="391"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3600" i="1" dirty="0">
                    <a:latin typeface="Times New Roman" panose="02020603050405020304" pitchFamily="18" charset="0"/>
                  </a:rPr>
                  <a:t>I</a:t>
                </a:r>
                <a:endParaRPr kumimoji="1" lang="en-US" altLang="zh-CN" b="0" i="1" dirty="0">
                  <a:latin typeface="Times New Roman" panose="02020603050405020304" pitchFamily="18" charset="0"/>
                </a:endParaRPr>
              </a:p>
            </p:txBody>
          </p:sp>
          <p:sp>
            <p:nvSpPr>
              <p:cNvPr id="28" name="Line 45">
                <a:extLst>
                  <a:ext uri="{FF2B5EF4-FFF2-40B4-BE49-F238E27FC236}">
                    <a16:creationId xmlns:a16="http://schemas.microsoft.com/office/drawing/2014/main" id="{6F092772-C8DD-41ED-94F4-41831BD5BBD3}"/>
                  </a:ext>
                </a:extLst>
              </p:cNvPr>
              <p:cNvSpPr>
                <a:spLocks noChangeShapeType="1"/>
              </p:cNvSpPr>
              <p:nvPr/>
            </p:nvSpPr>
            <p:spPr bwMode="auto">
              <a:xfrm>
                <a:off x="2627" y="2839"/>
                <a:ext cx="0" cy="1063"/>
              </a:xfrm>
              <a:prstGeom prst="line">
                <a:avLst/>
              </a:prstGeom>
              <a:noFill/>
              <a:ln w="9525">
                <a:solidFill>
                  <a:srgbClr val="000000"/>
                </a:solidFill>
                <a:round/>
                <a:headEnd type="triangle" w="med" len="sm"/>
                <a:tailEnd type="none" w="med" len="sm"/>
              </a:ln>
              <a:extLst>
                <a:ext uri="{909E8E84-426E-40DD-AFC4-6F175D3DCCD1}">
                  <a14:hiddenFill xmlns:a14="http://schemas.microsoft.com/office/drawing/2010/main">
                    <a:noFill/>
                  </a14:hiddenFill>
                </a:ext>
              </a:extLst>
            </p:spPr>
            <p:txBody>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sp>
          <p:nvSpPr>
            <p:cNvPr id="29" name="Rectangle 52">
              <a:extLst>
                <a:ext uri="{FF2B5EF4-FFF2-40B4-BE49-F238E27FC236}">
                  <a16:creationId xmlns:a16="http://schemas.microsoft.com/office/drawing/2014/main" id="{E1ED8176-4E61-428E-A944-8D6ECBE70135}"/>
                </a:ext>
              </a:extLst>
            </p:cNvPr>
            <p:cNvSpPr>
              <a:spLocks noChangeArrowheads="1"/>
            </p:cNvSpPr>
            <p:nvPr/>
          </p:nvSpPr>
          <p:spPr bwMode="auto">
            <a:xfrm>
              <a:off x="2677588" y="4305012"/>
              <a:ext cx="457200" cy="500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3200" dirty="0">
                  <a:latin typeface="Times New Roman" panose="02020603050405020304" pitchFamily="18" charset="0"/>
                </a:rPr>
                <a:t>0</a:t>
              </a:r>
              <a:endParaRPr kumimoji="1" lang="en-US" altLang="zh-CN" sz="2400" b="0" dirty="0">
                <a:latin typeface="Times New Roman" panose="02020603050405020304" pitchFamily="18" charset="0"/>
              </a:endParaRPr>
            </a:p>
          </p:txBody>
        </p:sp>
        <p:grpSp>
          <p:nvGrpSpPr>
            <p:cNvPr id="30" name="Group 96">
              <a:extLst>
                <a:ext uri="{FF2B5EF4-FFF2-40B4-BE49-F238E27FC236}">
                  <a16:creationId xmlns:a16="http://schemas.microsoft.com/office/drawing/2014/main" id="{57FE4E85-1C8F-4C7D-9422-619AF9965D62}"/>
                </a:ext>
              </a:extLst>
            </p:cNvPr>
            <p:cNvGrpSpPr>
              <a:grpSpLocks/>
            </p:cNvGrpSpPr>
            <p:nvPr/>
          </p:nvGrpSpPr>
          <p:grpSpPr bwMode="auto">
            <a:xfrm>
              <a:off x="493449" y="4246265"/>
              <a:ext cx="5397501" cy="577849"/>
              <a:chOff x="1198" y="3848"/>
              <a:chExt cx="3400" cy="364"/>
            </a:xfrm>
          </p:grpSpPr>
          <p:sp>
            <p:nvSpPr>
              <p:cNvPr id="31" name="Line 34">
                <a:extLst>
                  <a:ext uri="{FF2B5EF4-FFF2-40B4-BE49-F238E27FC236}">
                    <a16:creationId xmlns:a16="http://schemas.microsoft.com/office/drawing/2014/main" id="{14B846A3-BD70-4790-BDF3-7F5A69C34DCE}"/>
                  </a:ext>
                </a:extLst>
              </p:cNvPr>
              <p:cNvSpPr>
                <a:spLocks noChangeShapeType="1"/>
              </p:cNvSpPr>
              <p:nvPr/>
            </p:nvSpPr>
            <p:spPr bwMode="auto">
              <a:xfrm>
                <a:off x="1198" y="3902"/>
                <a:ext cx="3253" cy="0"/>
              </a:xfrm>
              <a:prstGeom prst="line">
                <a:avLst/>
              </a:prstGeom>
              <a:noFill/>
              <a:ln w="9525">
                <a:solidFill>
                  <a:srgbClr val="000000"/>
                </a:solidFill>
                <a:round/>
                <a:headEnd type="none" w="med" len="sm"/>
                <a:tailEnd type="triangl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32" name="Object 73">
                <a:extLst>
                  <a:ext uri="{FF2B5EF4-FFF2-40B4-BE49-F238E27FC236}">
                    <a16:creationId xmlns:a16="http://schemas.microsoft.com/office/drawing/2014/main" id="{4664AB90-8A97-4336-97EE-A3B75943D9DE}"/>
                  </a:ext>
                </a:extLst>
              </p:cNvPr>
              <p:cNvGraphicFramePr>
                <a:graphicFrameLocks noChangeAspect="1"/>
              </p:cNvGraphicFramePr>
              <p:nvPr>
                <p:extLst>
                  <p:ext uri="{D42A27DB-BD31-4B8C-83A1-F6EECF244321}">
                    <p14:modId xmlns:p14="http://schemas.microsoft.com/office/powerpoint/2010/main" val="2894734879"/>
                  </p:ext>
                </p:extLst>
              </p:nvPr>
            </p:nvGraphicFramePr>
            <p:xfrm>
              <a:off x="4279" y="3848"/>
              <a:ext cx="319" cy="364"/>
            </p:xfrm>
            <a:graphic>
              <a:graphicData uri="http://schemas.openxmlformats.org/presentationml/2006/ole">
                <mc:AlternateContent xmlns:mc="http://schemas.openxmlformats.org/markup-compatibility/2006">
                  <mc:Choice xmlns:v="urn:schemas-microsoft-com:vml" Requires="v">
                    <p:oleObj name="Equation" r:id="rId4" imgW="139680" imgH="152280" progId="Equation.DSMT4">
                      <p:embed/>
                    </p:oleObj>
                  </mc:Choice>
                  <mc:Fallback>
                    <p:oleObj name="Equation" r:id="rId4" imgW="139680" imgH="152280" progId="Equation.DSMT4">
                      <p:embed/>
                      <p:pic>
                        <p:nvPicPr>
                          <p:cNvPr id="43" name="Object 73">
                            <a:extLst>
                              <a:ext uri="{FF2B5EF4-FFF2-40B4-BE49-F238E27FC236}">
                                <a16:creationId xmlns:a16="http://schemas.microsoft.com/office/drawing/2014/main" id="{188D0D68-77F8-4B5E-B92B-6F60779F93C8}"/>
                              </a:ext>
                            </a:extLst>
                          </p:cNvPr>
                          <p:cNvPicPr>
                            <a:picLocks noChangeAspect="1" noChangeArrowheads="1"/>
                          </p:cNvPicPr>
                          <p:nvPr/>
                        </p:nvPicPr>
                        <p:blipFill>
                          <a:blip r:embed="rId5"/>
                          <a:srcRect/>
                          <a:stretch>
                            <a:fillRect/>
                          </a:stretch>
                        </p:blipFill>
                        <p:spPr bwMode="auto">
                          <a:xfrm>
                            <a:off x="4279" y="3848"/>
                            <a:ext cx="319" cy="364"/>
                          </a:xfrm>
                          <a:prstGeom prst="rect">
                            <a:avLst/>
                          </a:prstGeom>
                          <a:noFill/>
                          <a:ln>
                            <a:noFill/>
                          </a:ln>
                        </p:spPr>
                      </p:pic>
                    </p:oleObj>
                  </mc:Fallback>
                </mc:AlternateContent>
              </a:graphicData>
            </a:graphic>
          </p:graphicFrame>
        </p:grpSp>
        <p:graphicFrame>
          <p:nvGraphicFramePr>
            <p:cNvPr id="33" name="Object 74">
              <a:extLst>
                <a:ext uri="{FF2B5EF4-FFF2-40B4-BE49-F238E27FC236}">
                  <a16:creationId xmlns:a16="http://schemas.microsoft.com/office/drawing/2014/main" id="{60610F2D-8311-48E1-ACA4-1975939E11CE}"/>
                </a:ext>
              </a:extLst>
            </p:cNvPr>
            <p:cNvGraphicFramePr>
              <a:graphicFrameLocks noChangeAspect="1"/>
            </p:cNvGraphicFramePr>
            <p:nvPr>
              <p:extLst>
                <p:ext uri="{D42A27DB-BD31-4B8C-83A1-F6EECF244321}">
                  <p14:modId xmlns:p14="http://schemas.microsoft.com/office/powerpoint/2010/main" val="2994190766"/>
                </p:ext>
              </p:extLst>
            </p:nvPr>
          </p:nvGraphicFramePr>
          <p:xfrm>
            <a:off x="3444889" y="4280341"/>
            <a:ext cx="470757" cy="531073"/>
          </p:xfrm>
          <a:graphic>
            <a:graphicData uri="http://schemas.openxmlformats.org/presentationml/2006/ole">
              <mc:AlternateContent xmlns:mc="http://schemas.openxmlformats.org/markup-compatibility/2006">
                <mc:Choice xmlns:v="urn:schemas-microsoft-com:vml" Requires="v">
                  <p:oleObj name="Equation" r:id="rId6" imgW="139680" imgH="177480" progId="Equation.DSMT4">
                    <p:embed/>
                  </p:oleObj>
                </mc:Choice>
                <mc:Fallback>
                  <p:oleObj name="Equation" r:id="rId6" imgW="139680" imgH="177480" progId="Equation.DSMT4">
                    <p:embed/>
                    <p:pic>
                      <p:nvPicPr>
                        <p:cNvPr id="44" name="Object 74">
                          <a:extLst>
                            <a:ext uri="{FF2B5EF4-FFF2-40B4-BE49-F238E27FC236}">
                              <a16:creationId xmlns:a16="http://schemas.microsoft.com/office/drawing/2014/main" id="{60D7BFC3-01A4-4373-A4D4-F5F1C0E4426D}"/>
                            </a:ext>
                          </a:extLst>
                        </p:cNvPr>
                        <p:cNvPicPr>
                          <a:picLocks noChangeAspect="1" noChangeArrowheads="1"/>
                        </p:cNvPicPr>
                        <p:nvPr/>
                      </p:nvPicPr>
                      <p:blipFill>
                        <a:blip r:embed="rId7"/>
                        <a:srcRect/>
                        <a:stretch>
                          <a:fillRect/>
                        </a:stretch>
                      </p:blipFill>
                      <p:spPr bwMode="auto">
                        <a:xfrm>
                          <a:off x="3444889" y="4280341"/>
                          <a:ext cx="470757" cy="531073"/>
                        </a:xfrm>
                        <a:prstGeom prst="rect">
                          <a:avLst/>
                        </a:prstGeom>
                        <a:noFill/>
                      </p:spPr>
                    </p:pic>
                  </p:oleObj>
                </mc:Fallback>
              </mc:AlternateContent>
            </a:graphicData>
          </a:graphic>
        </p:graphicFrame>
        <p:graphicFrame>
          <p:nvGraphicFramePr>
            <p:cNvPr id="36" name="Object 80">
              <a:extLst>
                <a:ext uri="{FF2B5EF4-FFF2-40B4-BE49-F238E27FC236}">
                  <a16:creationId xmlns:a16="http://schemas.microsoft.com/office/drawing/2014/main" id="{FD677622-797F-419F-9F09-1D39A5B5DC44}"/>
                </a:ext>
              </a:extLst>
            </p:cNvPr>
            <p:cNvGraphicFramePr>
              <a:graphicFrameLocks noChangeAspect="1"/>
            </p:cNvGraphicFramePr>
            <p:nvPr>
              <p:extLst>
                <p:ext uri="{D42A27DB-BD31-4B8C-83A1-F6EECF244321}">
                  <p14:modId xmlns:p14="http://schemas.microsoft.com/office/powerpoint/2010/main" val="2695303133"/>
                </p:ext>
              </p:extLst>
            </p:nvPr>
          </p:nvGraphicFramePr>
          <p:xfrm>
            <a:off x="4274355" y="4312944"/>
            <a:ext cx="615776" cy="509471"/>
          </p:xfrm>
          <a:graphic>
            <a:graphicData uri="http://schemas.openxmlformats.org/presentationml/2006/ole">
              <mc:AlternateContent xmlns:mc="http://schemas.openxmlformats.org/markup-compatibility/2006">
                <mc:Choice xmlns:v="urn:schemas-microsoft-com:vml" Requires="v">
                  <p:oleObj name="Equation" r:id="rId8" imgW="215640" imgH="177480" progId="Equation.DSMT4">
                    <p:embed/>
                  </p:oleObj>
                </mc:Choice>
                <mc:Fallback>
                  <p:oleObj name="Equation" r:id="rId8" imgW="215640" imgH="177480" progId="Equation.DSMT4">
                    <p:embed/>
                    <p:pic>
                      <p:nvPicPr>
                        <p:cNvPr id="51" name="Object 80">
                          <a:extLst>
                            <a:ext uri="{FF2B5EF4-FFF2-40B4-BE49-F238E27FC236}">
                              <a16:creationId xmlns:a16="http://schemas.microsoft.com/office/drawing/2014/main" id="{05F2DE67-2718-4F74-B382-C22E9E720C8F}"/>
                            </a:ext>
                          </a:extLst>
                        </p:cNvPr>
                        <p:cNvPicPr>
                          <a:picLocks noChangeAspect="1" noChangeArrowheads="1"/>
                        </p:cNvPicPr>
                        <p:nvPr/>
                      </p:nvPicPr>
                      <p:blipFill>
                        <a:blip r:embed="rId9"/>
                        <a:srcRect/>
                        <a:stretch>
                          <a:fillRect/>
                        </a:stretch>
                      </p:blipFill>
                      <p:spPr bwMode="auto">
                        <a:xfrm>
                          <a:off x="4274355" y="4312944"/>
                          <a:ext cx="615776" cy="509471"/>
                        </a:xfrm>
                        <a:prstGeom prst="rect">
                          <a:avLst/>
                        </a:prstGeom>
                        <a:noFill/>
                      </p:spPr>
                    </p:pic>
                  </p:oleObj>
                </mc:Fallback>
              </mc:AlternateContent>
            </a:graphicData>
          </a:graphic>
        </p:graphicFrame>
        <p:graphicFrame>
          <p:nvGraphicFramePr>
            <p:cNvPr id="39" name="Object 81">
              <a:extLst>
                <a:ext uri="{FF2B5EF4-FFF2-40B4-BE49-F238E27FC236}">
                  <a16:creationId xmlns:a16="http://schemas.microsoft.com/office/drawing/2014/main" id="{18FCBB7A-6C6A-4856-9B34-68B0581D3A4D}"/>
                </a:ext>
              </a:extLst>
            </p:cNvPr>
            <p:cNvGraphicFramePr>
              <a:graphicFrameLocks noChangeAspect="1"/>
            </p:cNvGraphicFramePr>
            <p:nvPr>
              <p:extLst>
                <p:ext uri="{D42A27DB-BD31-4B8C-83A1-F6EECF244321}">
                  <p14:modId xmlns:p14="http://schemas.microsoft.com/office/powerpoint/2010/main" val="3817289684"/>
                </p:ext>
              </p:extLst>
            </p:nvPr>
          </p:nvGraphicFramePr>
          <p:xfrm>
            <a:off x="496624" y="4311359"/>
            <a:ext cx="677862" cy="461963"/>
          </p:xfrm>
          <a:graphic>
            <a:graphicData uri="http://schemas.openxmlformats.org/presentationml/2006/ole">
              <mc:AlternateContent xmlns:mc="http://schemas.openxmlformats.org/markup-compatibility/2006">
                <mc:Choice xmlns:v="urn:schemas-microsoft-com:vml" Requires="v">
                  <p:oleObj name="Equation" r:id="rId10" imgW="304560" imgH="177480" progId="Equation.DSMT4">
                    <p:embed/>
                  </p:oleObj>
                </mc:Choice>
                <mc:Fallback>
                  <p:oleObj name="Equation" r:id="rId10" imgW="304560" imgH="177480" progId="Equation.DSMT4">
                    <p:embed/>
                    <p:pic>
                      <p:nvPicPr>
                        <p:cNvPr id="54" name="Object 81">
                          <a:extLst>
                            <a:ext uri="{FF2B5EF4-FFF2-40B4-BE49-F238E27FC236}">
                              <a16:creationId xmlns:a16="http://schemas.microsoft.com/office/drawing/2014/main" id="{58ADCAAC-D4ED-4153-BCF0-C6CCD59C0EEE}"/>
                            </a:ext>
                          </a:extLst>
                        </p:cNvPr>
                        <p:cNvPicPr>
                          <a:picLocks noChangeAspect="1" noChangeArrowheads="1"/>
                        </p:cNvPicPr>
                        <p:nvPr/>
                      </p:nvPicPr>
                      <p:blipFill>
                        <a:blip r:embed="rId11"/>
                        <a:srcRect/>
                        <a:stretch>
                          <a:fillRect/>
                        </a:stretch>
                      </p:blipFill>
                      <p:spPr bwMode="auto">
                        <a:xfrm>
                          <a:off x="496624" y="4311359"/>
                          <a:ext cx="677862" cy="461963"/>
                        </a:xfrm>
                        <a:prstGeom prst="rect">
                          <a:avLst/>
                        </a:prstGeom>
                        <a:noFill/>
                      </p:spPr>
                    </p:pic>
                  </p:oleObj>
                </mc:Fallback>
              </mc:AlternateContent>
            </a:graphicData>
          </a:graphic>
        </p:graphicFrame>
        <p:graphicFrame>
          <p:nvGraphicFramePr>
            <p:cNvPr id="42" name="Object 83">
              <a:extLst>
                <a:ext uri="{FF2B5EF4-FFF2-40B4-BE49-F238E27FC236}">
                  <a16:creationId xmlns:a16="http://schemas.microsoft.com/office/drawing/2014/main" id="{BDE52C56-2B71-4D48-819F-8D5E6894C431}"/>
                </a:ext>
              </a:extLst>
            </p:cNvPr>
            <p:cNvGraphicFramePr>
              <a:graphicFrameLocks noChangeAspect="1"/>
            </p:cNvGraphicFramePr>
            <p:nvPr>
              <p:extLst>
                <p:ext uri="{D42A27DB-BD31-4B8C-83A1-F6EECF244321}">
                  <p14:modId xmlns:p14="http://schemas.microsoft.com/office/powerpoint/2010/main" val="2739366530"/>
                </p:ext>
              </p:extLst>
            </p:nvPr>
          </p:nvGraphicFramePr>
          <p:xfrm>
            <a:off x="1477708" y="4290745"/>
            <a:ext cx="569913" cy="501651"/>
          </p:xfrm>
          <a:graphic>
            <a:graphicData uri="http://schemas.openxmlformats.org/presentationml/2006/ole">
              <mc:AlternateContent xmlns:mc="http://schemas.openxmlformats.org/markup-compatibility/2006">
                <mc:Choice xmlns:v="urn:schemas-microsoft-com:vml" Requires="v">
                  <p:oleObj name="Equation" r:id="rId12" imgW="228600" imgH="177480" progId="Equation.DSMT4">
                    <p:embed/>
                  </p:oleObj>
                </mc:Choice>
                <mc:Fallback>
                  <p:oleObj name="Equation" r:id="rId12" imgW="228600" imgH="177480" progId="Equation.DSMT4">
                    <p:embed/>
                    <p:pic>
                      <p:nvPicPr>
                        <p:cNvPr id="58" name="Object 83">
                          <a:extLst>
                            <a:ext uri="{FF2B5EF4-FFF2-40B4-BE49-F238E27FC236}">
                              <a16:creationId xmlns:a16="http://schemas.microsoft.com/office/drawing/2014/main" id="{62B9DEC2-5A08-4CAD-A7B6-17DA472D6D8E}"/>
                            </a:ext>
                          </a:extLst>
                        </p:cNvPr>
                        <p:cNvPicPr>
                          <a:picLocks noChangeAspect="1" noChangeArrowheads="1"/>
                        </p:cNvPicPr>
                        <p:nvPr/>
                      </p:nvPicPr>
                      <p:blipFill>
                        <a:blip r:embed="rId13"/>
                        <a:srcRect/>
                        <a:stretch>
                          <a:fillRect/>
                        </a:stretch>
                      </p:blipFill>
                      <p:spPr bwMode="auto">
                        <a:xfrm>
                          <a:off x="1477708" y="4290745"/>
                          <a:ext cx="569913" cy="501651"/>
                        </a:xfrm>
                        <a:prstGeom prst="rect">
                          <a:avLst/>
                        </a:prstGeom>
                        <a:noFill/>
                      </p:spPr>
                    </p:pic>
                  </p:oleObj>
                </mc:Fallback>
              </mc:AlternateContent>
            </a:graphicData>
          </a:graphic>
        </p:graphicFrame>
      </p:grpSp>
      <p:grpSp>
        <p:nvGrpSpPr>
          <p:cNvPr id="43" name="Group 98">
            <a:extLst>
              <a:ext uri="{FF2B5EF4-FFF2-40B4-BE49-F238E27FC236}">
                <a16:creationId xmlns:a16="http://schemas.microsoft.com/office/drawing/2014/main" id="{D6FAABEC-5E3B-4792-818B-B0BD4E206758}"/>
              </a:ext>
            </a:extLst>
          </p:cNvPr>
          <p:cNvGrpSpPr>
            <a:grpSpLocks/>
          </p:cNvGrpSpPr>
          <p:nvPr/>
        </p:nvGrpSpPr>
        <p:grpSpPr bwMode="auto">
          <a:xfrm>
            <a:off x="1081880" y="4605047"/>
            <a:ext cx="4095750" cy="1160462"/>
            <a:chOff x="1320" y="3167"/>
            <a:chExt cx="2580" cy="731"/>
          </a:xfrm>
        </p:grpSpPr>
        <p:sp>
          <p:nvSpPr>
            <p:cNvPr id="44" name="Freeform 36">
              <a:extLst>
                <a:ext uri="{FF2B5EF4-FFF2-40B4-BE49-F238E27FC236}">
                  <a16:creationId xmlns:a16="http://schemas.microsoft.com/office/drawing/2014/main" id="{804DE66F-247A-48E6-B891-6CAE542A6477}"/>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5" name="Freeform 37">
              <a:extLst>
                <a:ext uri="{FF2B5EF4-FFF2-40B4-BE49-F238E27FC236}">
                  <a16:creationId xmlns:a16="http://schemas.microsoft.com/office/drawing/2014/main" id="{82515DF2-3DDB-4604-81B8-118AF38551E4}"/>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7" name="Freeform 38">
              <a:extLst>
                <a:ext uri="{FF2B5EF4-FFF2-40B4-BE49-F238E27FC236}">
                  <a16:creationId xmlns:a16="http://schemas.microsoft.com/office/drawing/2014/main" id="{9CA7E38E-3319-4634-9221-E570E6BFD086}"/>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8" name="Freeform 39">
              <a:extLst>
                <a:ext uri="{FF2B5EF4-FFF2-40B4-BE49-F238E27FC236}">
                  <a16:creationId xmlns:a16="http://schemas.microsoft.com/office/drawing/2014/main" id="{3961959D-F8DC-4833-B262-D16177CF7D25}"/>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49" name="Freeform 40">
              <a:extLst>
                <a:ext uri="{FF2B5EF4-FFF2-40B4-BE49-F238E27FC236}">
                  <a16:creationId xmlns:a16="http://schemas.microsoft.com/office/drawing/2014/main" id="{D9B4C90D-043E-4763-A712-DB974D538379}"/>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0" name="Freeform 41">
              <a:extLst>
                <a:ext uri="{FF2B5EF4-FFF2-40B4-BE49-F238E27FC236}">
                  <a16:creationId xmlns:a16="http://schemas.microsoft.com/office/drawing/2014/main" id="{1756C9C4-8A13-4806-B4EF-3E238AC8CC23}"/>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1" name="Freeform 42">
              <a:extLst>
                <a:ext uri="{FF2B5EF4-FFF2-40B4-BE49-F238E27FC236}">
                  <a16:creationId xmlns:a16="http://schemas.microsoft.com/office/drawing/2014/main" id="{9252A3F6-AA63-482D-9B16-506FF61B71DE}"/>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2" name="Freeform 43">
              <a:extLst>
                <a:ext uri="{FF2B5EF4-FFF2-40B4-BE49-F238E27FC236}">
                  <a16:creationId xmlns:a16="http://schemas.microsoft.com/office/drawing/2014/main" id="{8156EF2A-FADF-45F5-B742-4D97964E0CEE}"/>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3" name="Freeform 44">
              <a:extLst>
                <a:ext uri="{FF2B5EF4-FFF2-40B4-BE49-F238E27FC236}">
                  <a16:creationId xmlns:a16="http://schemas.microsoft.com/office/drawing/2014/main" id="{4E7D35B1-9329-48B8-AAAF-299E510490AC}"/>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5" name="组合 4">
            <a:extLst>
              <a:ext uri="{FF2B5EF4-FFF2-40B4-BE49-F238E27FC236}">
                <a16:creationId xmlns:a16="http://schemas.microsoft.com/office/drawing/2014/main" id="{5CCB517A-CFCC-4F3E-B1EF-0E42FA03FD33}"/>
              </a:ext>
            </a:extLst>
          </p:cNvPr>
          <p:cNvGrpSpPr/>
          <p:nvPr/>
        </p:nvGrpSpPr>
        <p:grpSpPr>
          <a:xfrm>
            <a:off x="751416" y="4605047"/>
            <a:ext cx="4312708" cy="1160462"/>
            <a:chOff x="810685" y="1715797"/>
            <a:chExt cx="4312708" cy="1160462"/>
          </a:xfrm>
        </p:grpSpPr>
        <p:grpSp>
          <p:nvGrpSpPr>
            <p:cNvPr id="54" name="Group 98">
              <a:extLst>
                <a:ext uri="{FF2B5EF4-FFF2-40B4-BE49-F238E27FC236}">
                  <a16:creationId xmlns:a16="http://schemas.microsoft.com/office/drawing/2014/main" id="{AEF78F59-A4C4-4D71-8ABA-F26096675A3B}"/>
                </a:ext>
              </a:extLst>
            </p:cNvPr>
            <p:cNvGrpSpPr>
              <a:grpSpLocks/>
            </p:cNvGrpSpPr>
            <p:nvPr/>
          </p:nvGrpSpPr>
          <p:grpSpPr bwMode="auto">
            <a:xfrm>
              <a:off x="1027643" y="1715797"/>
              <a:ext cx="4095750" cy="1160462"/>
              <a:chOff x="1320" y="3167"/>
              <a:chExt cx="2580" cy="731"/>
            </a:xfrm>
          </p:grpSpPr>
          <p:sp>
            <p:nvSpPr>
              <p:cNvPr id="55" name="Freeform 36">
                <a:extLst>
                  <a:ext uri="{FF2B5EF4-FFF2-40B4-BE49-F238E27FC236}">
                    <a16:creationId xmlns:a16="http://schemas.microsoft.com/office/drawing/2014/main" id="{822CE422-9AA7-4C4C-A1BB-B7EBACAC1AF0}"/>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6" name="Freeform 37">
                <a:extLst>
                  <a:ext uri="{FF2B5EF4-FFF2-40B4-BE49-F238E27FC236}">
                    <a16:creationId xmlns:a16="http://schemas.microsoft.com/office/drawing/2014/main" id="{956B3761-48CA-4C43-B562-DB87DC64896C}"/>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7" name="Freeform 38">
                <a:extLst>
                  <a:ext uri="{FF2B5EF4-FFF2-40B4-BE49-F238E27FC236}">
                    <a16:creationId xmlns:a16="http://schemas.microsoft.com/office/drawing/2014/main" id="{D80390A3-6814-4CAA-A2A9-256F9D23219F}"/>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8" name="Freeform 39">
                <a:extLst>
                  <a:ext uri="{FF2B5EF4-FFF2-40B4-BE49-F238E27FC236}">
                    <a16:creationId xmlns:a16="http://schemas.microsoft.com/office/drawing/2014/main" id="{2AE18B79-C87D-4675-BA00-B9C6961F65C0}"/>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59" name="Freeform 40">
                <a:extLst>
                  <a:ext uri="{FF2B5EF4-FFF2-40B4-BE49-F238E27FC236}">
                    <a16:creationId xmlns:a16="http://schemas.microsoft.com/office/drawing/2014/main" id="{864D7839-15BC-4600-8218-2602AA3B027F}"/>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0" name="Freeform 41">
                <a:extLst>
                  <a:ext uri="{FF2B5EF4-FFF2-40B4-BE49-F238E27FC236}">
                    <a16:creationId xmlns:a16="http://schemas.microsoft.com/office/drawing/2014/main" id="{1092214B-74E6-4271-AF49-9B97A211557A}"/>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1" name="Freeform 42">
                <a:extLst>
                  <a:ext uri="{FF2B5EF4-FFF2-40B4-BE49-F238E27FC236}">
                    <a16:creationId xmlns:a16="http://schemas.microsoft.com/office/drawing/2014/main" id="{ACE7E76E-4007-40C6-8CFA-DB003E3DC60B}"/>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2" name="Freeform 43">
                <a:extLst>
                  <a:ext uri="{FF2B5EF4-FFF2-40B4-BE49-F238E27FC236}">
                    <a16:creationId xmlns:a16="http://schemas.microsoft.com/office/drawing/2014/main" id="{D8A2EE6D-DD09-43B2-97F8-66F62CADC8EE}"/>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3" name="Freeform 44">
                <a:extLst>
                  <a:ext uri="{FF2B5EF4-FFF2-40B4-BE49-F238E27FC236}">
                    <a16:creationId xmlns:a16="http://schemas.microsoft.com/office/drawing/2014/main" id="{DC8E25CB-2D13-414F-B52D-CE98EAC8CBB5}"/>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64" name="Group 98">
              <a:extLst>
                <a:ext uri="{FF2B5EF4-FFF2-40B4-BE49-F238E27FC236}">
                  <a16:creationId xmlns:a16="http://schemas.microsoft.com/office/drawing/2014/main" id="{B0C93288-1608-45EE-A967-603DA9E2FA19}"/>
                </a:ext>
              </a:extLst>
            </p:cNvPr>
            <p:cNvGrpSpPr>
              <a:grpSpLocks/>
            </p:cNvGrpSpPr>
            <p:nvPr/>
          </p:nvGrpSpPr>
          <p:grpSpPr bwMode="auto">
            <a:xfrm>
              <a:off x="909374" y="1715797"/>
              <a:ext cx="4095750" cy="1160462"/>
              <a:chOff x="1320" y="3167"/>
              <a:chExt cx="2580" cy="731"/>
            </a:xfrm>
          </p:grpSpPr>
          <p:sp>
            <p:nvSpPr>
              <p:cNvPr id="65" name="Freeform 36">
                <a:extLst>
                  <a:ext uri="{FF2B5EF4-FFF2-40B4-BE49-F238E27FC236}">
                    <a16:creationId xmlns:a16="http://schemas.microsoft.com/office/drawing/2014/main" id="{AE0DA24F-128D-4734-B2A9-64C6819BDE65}"/>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6" name="Freeform 37">
                <a:extLst>
                  <a:ext uri="{FF2B5EF4-FFF2-40B4-BE49-F238E27FC236}">
                    <a16:creationId xmlns:a16="http://schemas.microsoft.com/office/drawing/2014/main" id="{E2609998-FB3E-48D7-BA45-9E67B5CDE6F7}"/>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7" name="Freeform 38">
                <a:extLst>
                  <a:ext uri="{FF2B5EF4-FFF2-40B4-BE49-F238E27FC236}">
                    <a16:creationId xmlns:a16="http://schemas.microsoft.com/office/drawing/2014/main" id="{5E332940-B01B-4714-AAC0-9C1B44AE48A7}"/>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8" name="Freeform 39">
                <a:extLst>
                  <a:ext uri="{FF2B5EF4-FFF2-40B4-BE49-F238E27FC236}">
                    <a16:creationId xmlns:a16="http://schemas.microsoft.com/office/drawing/2014/main" id="{EFA39EDF-D21C-4BC0-97E5-3534EF0A1333}"/>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69" name="Freeform 40">
                <a:extLst>
                  <a:ext uri="{FF2B5EF4-FFF2-40B4-BE49-F238E27FC236}">
                    <a16:creationId xmlns:a16="http://schemas.microsoft.com/office/drawing/2014/main" id="{5C3660A4-6167-4BCB-B724-241FB7E5C11F}"/>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0" name="Freeform 41">
                <a:extLst>
                  <a:ext uri="{FF2B5EF4-FFF2-40B4-BE49-F238E27FC236}">
                    <a16:creationId xmlns:a16="http://schemas.microsoft.com/office/drawing/2014/main" id="{21166A4F-69A1-434B-947A-4352B525FD05}"/>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1" name="Freeform 42">
                <a:extLst>
                  <a:ext uri="{FF2B5EF4-FFF2-40B4-BE49-F238E27FC236}">
                    <a16:creationId xmlns:a16="http://schemas.microsoft.com/office/drawing/2014/main" id="{8E5A8890-E137-4E3E-AEBF-CBC0C8C11C9F}"/>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2" name="Freeform 43">
                <a:extLst>
                  <a:ext uri="{FF2B5EF4-FFF2-40B4-BE49-F238E27FC236}">
                    <a16:creationId xmlns:a16="http://schemas.microsoft.com/office/drawing/2014/main" id="{F42BED8F-AE43-4795-A132-86CF99571315}"/>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3" name="Freeform 44">
                <a:extLst>
                  <a:ext uri="{FF2B5EF4-FFF2-40B4-BE49-F238E27FC236}">
                    <a16:creationId xmlns:a16="http://schemas.microsoft.com/office/drawing/2014/main" id="{29BCF183-34C7-4E64-9584-DC3B98336100}"/>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74" name="Group 98">
              <a:extLst>
                <a:ext uri="{FF2B5EF4-FFF2-40B4-BE49-F238E27FC236}">
                  <a16:creationId xmlns:a16="http://schemas.microsoft.com/office/drawing/2014/main" id="{30C421F1-0F26-4AFA-8709-6B7A70BEF05A}"/>
                </a:ext>
              </a:extLst>
            </p:cNvPr>
            <p:cNvGrpSpPr>
              <a:grpSpLocks/>
            </p:cNvGrpSpPr>
            <p:nvPr/>
          </p:nvGrpSpPr>
          <p:grpSpPr bwMode="auto">
            <a:xfrm>
              <a:off x="810685" y="1715797"/>
              <a:ext cx="4095750" cy="1160462"/>
              <a:chOff x="1320" y="3167"/>
              <a:chExt cx="2580" cy="731"/>
            </a:xfrm>
          </p:grpSpPr>
          <p:sp>
            <p:nvSpPr>
              <p:cNvPr id="75" name="Freeform 36">
                <a:extLst>
                  <a:ext uri="{FF2B5EF4-FFF2-40B4-BE49-F238E27FC236}">
                    <a16:creationId xmlns:a16="http://schemas.microsoft.com/office/drawing/2014/main" id="{DF2393C7-5897-4F94-B1C4-51131A8F3FD6}"/>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6" name="Freeform 37">
                <a:extLst>
                  <a:ext uri="{FF2B5EF4-FFF2-40B4-BE49-F238E27FC236}">
                    <a16:creationId xmlns:a16="http://schemas.microsoft.com/office/drawing/2014/main" id="{A02982AF-58C7-4615-B1D4-4D5296346C36}"/>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7" name="Freeform 38">
                <a:extLst>
                  <a:ext uri="{FF2B5EF4-FFF2-40B4-BE49-F238E27FC236}">
                    <a16:creationId xmlns:a16="http://schemas.microsoft.com/office/drawing/2014/main" id="{79A8A5A6-A25E-4DA4-9EB6-0B9D584AACF2}"/>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8" name="Freeform 39">
                <a:extLst>
                  <a:ext uri="{FF2B5EF4-FFF2-40B4-BE49-F238E27FC236}">
                    <a16:creationId xmlns:a16="http://schemas.microsoft.com/office/drawing/2014/main" id="{4935B884-9E47-4B81-808C-A2B3D58003E3}"/>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9" name="Freeform 40">
                <a:extLst>
                  <a:ext uri="{FF2B5EF4-FFF2-40B4-BE49-F238E27FC236}">
                    <a16:creationId xmlns:a16="http://schemas.microsoft.com/office/drawing/2014/main" id="{34CCC594-8CE0-4C6F-8491-E026655E908A}"/>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0" name="Freeform 41">
                <a:extLst>
                  <a:ext uri="{FF2B5EF4-FFF2-40B4-BE49-F238E27FC236}">
                    <a16:creationId xmlns:a16="http://schemas.microsoft.com/office/drawing/2014/main" id="{11E9B978-2373-4B7F-A74C-EED6555C80C2}"/>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1" name="Freeform 42">
                <a:extLst>
                  <a:ext uri="{FF2B5EF4-FFF2-40B4-BE49-F238E27FC236}">
                    <a16:creationId xmlns:a16="http://schemas.microsoft.com/office/drawing/2014/main" id="{37B6ABD4-1309-4FB7-A2A1-82DCDCBD69C4}"/>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2" name="Freeform 43">
                <a:extLst>
                  <a:ext uri="{FF2B5EF4-FFF2-40B4-BE49-F238E27FC236}">
                    <a16:creationId xmlns:a16="http://schemas.microsoft.com/office/drawing/2014/main" id="{FA87A6E3-2B4D-4F92-A4A2-4CD6F47DC07D}"/>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3" name="Freeform 44">
                <a:extLst>
                  <a:ext uri="{FF2B5EF4-FFF2-40B4-BE49-F238E27FC236}">
                    <a16:creationId xmlns:a16="http://schemas.microsoft.com/office/drawing/2014/main" id="{C28FE2B2-5F99-4295-83F4-348A5CBEDB5D}"/>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grpSp>
        <p:nvGrpSpPr>
          <p:cNvPr id="6" name="组合 5">
            <a:extLst>
              <a:ext uri="{FF2B5EF4-FFF2-40B4-BE49-F238E27FC236}">
                <a16:creationId xmlns:a16="http://schemas.microsoft.com/office/drawing/2014/main" id="{5E08FB7F-CBC7-4C92-823B-B24AD9474B1B}"/>
              </a:ext>
            </a:extLst>
          </p:cNvPr>
          <p:cNvGrpSpPr/>
          <p:nvPr/>
        </p:nvGrpSpPr>
        <p:grpSpPr>
          <a:xfrm>
            <a:off x="820946" y="4391432"/>
            <a:ext cx="4131788" cy="373365"/>
            <a:chOff x="880215" y="2943632"/>
            <a:chExt cx="4131788" cy="373365"/>
          </a:xfrm>
        </p:grpSpPr>
        <p:sp>
          <p:nvSpPr>
            <p:cNvPr id="84" name="椭圆 83">
              <a:extLst>
                <a:ext uri="{FF2B5EF4-FFF2-40B4-BE49-F238E27FC236}">
                  <a16:creationId xmlns:a16="http://schemas.microsoft.com/office/drawing/2014/main" id="{D8CACAAD-47A9-4F6C-A67C-AE7479469108}"/>
                </a:ext>
              </a:extLst>
            </p:cNvPr>
            <p:cNvSpPr/>
            <p:nvPr/>
          </p:nvSpPr>
          <p:spPr>
            <a:xfrm>
              <a:off x="2746563" y="2984948"/>
              <a:ext cx="486992"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5" name="椭圆 84">
              <a:extLst>
                <a:ext uri="{FF2B5EF4-FFF2-40B4-BE49-F238E27FC236}">
                  <a16:creationId xmlns:a16="http://schemas.microsoft.com/office/drawing/2014/main" id="{AFF10E31-8FC4-4F98-B955-13D38F0CF247}"/>
                </a:ext>
              </a:extLst>
            </p:cNvPr>
            <p:cNvSpPr/>
            <p:nvPr/>
          </p:nvSpPr>
          <p:spPr>
            <a:xfrm>
              <a:off x="3651627" y="2984948"/>
              <a:ext cx="486992"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6" name="椭圆 85">
              <a:extLst>
                <a:ext uri="{FF2B5EF4-FFF2-40B4-BE49-F238E27FC236}">
                  <a16:creationId xmlns:a16="http://schemas.microsoft.com/office/drawing/2014/main" id="{53303CFB-49DE-4BCF-B0A1-689B589866CA}"/>
                </a:ext>
              </a:extLst>
            </p:cNvPr>
            <p:cNvSpPr/>
            <p:nvPr/>
          </p:nvSpPr>
          <p:spPr>
            <a:xfrm>
              <a:off x="4525011" y="2965789"/>
              <a:ext cx="486992"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7" name="椭圆 86">
              <a:extLst>
                <a:ext uri="{FF2B5EF4-FFF2-40B4-BE49-F238E27FC236}">
                  <a16:creationId xmlns:a16="http://schemas.microsoft.com/office/drawing/2014/main" id="{9D5D7E3A-642B-4C66-BFB6-F6169410DE6F}"/>
                </a:ext>
              </a:extLst>
            </p:cNvPr>
            <p:cNvSpPr/>
            <p:nvPr/>
          </p:nvSpPr>
          <p:spPr>
            <a:xfrm>
              <a:off x="1832610" y="2970737"/>
              <a:ext cx="486992"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椭圆 87">
              <a:extLst>
                <a:ext uri="{FF2B5EF4-FFF2-40B4-BE49-F238E27FC236}">
                  <a16:creationId xmlns:a16="http://schemas.microsoft.com/office/drawing/2014/main" id="{10E1D83B-C85A-4688-BDBC-2775910C5A90}"/>
                </a:ext>
              </a:extLst>
            </p:cNvPr>
            <p:cNvSpPr/>
            <p:nvPr/>
          </p:nvSpPr>
          <p:spPr>
            <a:xfrm>
              <a:off x="880215" y="2943632"/>
              <a:ext cx="486992"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82" name="组合 181">
            <a:extLst>
              <a:ext uri="{FF2B5EF4-FFF2-40B4-BE49-F238E27FC236}">
                <a16:creationId xmlns:a16="http://schemas.microsoft.com/office/drawing/2014/main" id="{3E649C53-C023-430E-8233-CFE0F80FD21C}"/>
              </a:ext>
            </a:extLst>
          </p:cNvPr>
          <p:cNvGrpSpPr/>
          <p:nvPr/>
        </p:nvGrpSpPr>
        <p:grpSpPr>
          <a:xfrm>
            <a:off x="6768307" y="4606627"/>
            <a:ext cx="4095750" cy="1185865"/>
            <a:chOff x="6827576" y="3158827"/>
            <a:chExt cx="4095750" cy="1185865"/>
          </a:xfrm>
        </p:grpSpPr>
        <p:grpSp>
          <p:nvGrpSpPr>
            <p:cNvPr id="89" name="Group 98">
              <a:extLst>
                <a:ext uri="{FF2B5EF4-FFF2-40B4-BE49-F238E27FC236}">
                  <a16:creationId xmlns:a16="http://schemas.microsoft.com/office/drawing/2014/main" id="{5D0A2187-5B63-46E1-A77B-235FA4ECB631}"/>
                </a:ext>
              </a:extLst>
            </p:cNvPr>
            <p:cNvGrpSpPr>
              <a:grpSpLocks/>
            </p:cNvGrpSpPr>
            <p:nvPr/>
          </p:nvGrpSpPr>
          <p:grpSpPr bwMode="auto">
            <a:xfrm>
              <a:off x="6827576" y="3158827"/>
              <a:ext cx="4095750" cy="1160462"/>
              <a:chOff x="1320" y="3167"/>
              <a:chExt cx="2580" cy="731"/>
            </a:xfrm>
          </p:grpSpPr>
          <p:sp>
            <p:nvSpPr>
              <p:cNvPr id="90" name="Freeform 36">
                <a:extLst>
                  <a:ext uri="{FF2B5EF4-FFF2-40B4-BE49-F238E27FC236}">
                    <a16:creationId xmlns:a16="http://schemas.microsoft.com/office/drawing/2014/main" id="{DC37BF26-C0ED-49A2-948D-B42F28DB7AA3}"/>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1" name="Freeform 37">
                <a:extLst>
                  <a:ext uri="{FF2B5EF4-FFF2-40B4-BE49-F238E27FC236}">
                    <a16:creationId xmlns:a16="http://schemas.microsoft.com/office/drawing/2014/main" id="{B375D0BF-058C-4046-8218-965971071597}"/>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2" name="Freeform 38">
                <a:extLst>
                  <a:ext uri="{FF2B5EF4-FFF2-40B4-BE49-F238E27FC236}">
                    <a16:creationId xmlns:a16="http://schemas.microsoft.com/office/drawing/2014/main" id="{395F3754-964A-4F81-A8EE-82AFBD5AC963}"/>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3" name="Freeform 39">
                <a:extLst>
                  <a:ext uri="{FF2B5EF4-FFF2-40B4-BE49-F238E27FC236}">
                    <a16:creationId xmlns:a16="http://schemas.microsoft.com/office/drawing/2014/main" id="{D76FBF38-8033-4BD5-8B68-F26311B2B4F8}"/>
                  </a:ext>
                </a:extLst>
              </p:cNvPr>
              <p:cNvSpPr>
                <a:spLocks/>
              </p:cNvSpPr>
              <p:nvPr/>
            </p:nvSpPr>
            <p:spPr bwMode="auto">
              <a:xfrm>
                <a:off x="2476"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4" name="Freeform 40">
                <a:extLst>
                  <a:ext uri="{FF2B5EF4-FFF2-40B4-BE49-F238E27FC236}">
                    <a16:creationId xmlns:a16="http://schemas.microsoft.com/office/drawing/2014/main" id="{9CF3E66E-8DD8-435A-A4C3-9DB9DF424371}"/>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5" name="Freeform 41">
                <a:extLst>
                  <a:ext uri="{FF2B5EF4-FFF2-40B4-BE49-F238E27FC236}">
                    <a16:creationId xmlns:a16="http://schemas.microsoft.com/office/drawing/2014/main" id="{A241B481-6934-4609-AAC1-2851DBC902CA}"/>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6" name="Freeform 42">
                <a:extLst>
                  <a:ext uri="{FF2B5EF4-FFF2-40B4-BE49-F238E27FC236}">
                    <a16:creationId xmlns:a16="http://schemas.microsoft.com/office/drawing/2014/main" id="{B5FD078F-9E2E-45D3-B377-48E7927AE904}"/>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7" name="Freeform 43">
                <a:extLst>
                  <a:ext uri="{FF2B5EF4-FFF2-40B4-BE49-F238E27FC236}">
                    <a16:creationId xmlns:a16="http://schemas.microsoft.com/office/drawing/2014/main" id="{990B0860-F530-4141-B71F-D7CCEA5BF945}"/>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8" name="Freeform 44">
                <a:extLst>
                  <a:ext uri="{FF2B5EF4-FFF2-40B4-BE49-F238E27FC236}">
                    <a16:creationId xmlns:a16="http://schemas.microsoft.com/office/drawing/2014/main" id="{B05AB7B3-7419-4D2F-97A6-8B5779C1E668}"/>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sp>
          <p:nvSpPr>
            <p:cNvPr id="107" name="Line 47">
              <a:extLst>
                <a:ext uri="{FF2B5EF4-FFF2-40B4-BE49-F238E27FC236}">
                  <a16:creationId xmlns:a16="http://schemas.microsoft.com/office/drawing/2014/main" id="{F54D03BF-9AC9-4D5F-88DF-CC20CECFE420}"/>
                </a:ext>
              </a:extLst>
            </p:cNvPr>
            <p:cNvSpPr>
              <a:spLocks noChangeShapeType="1"/>
            </p:cNvSpPr>
            <p:nvPr/>
          </p:nvSpPr>
          <p:spPr bwMode="auto">
            <a:xfrm>
              <a:off x="9804137" y="3173117"/>
              <a:ext cx="0" cy="1139826"/>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8" name="Line 48">
              <a:extLst>
                <a:ext uri="{FF2B5EF4-FFF2-40B4-BE49-F238E27FC236}">
                  <a16:creationId xmlns:a16="http://schemas.microsoft.com/office/drawing/2014/main" id="{C3B8AA3F-D028-48F3-95C5-C29695B901C4}"/>
                </a:ext>
              </a:extLst>
            </p:cNvPr>
            <p:cNvSpPr>
              <a:spLocks noChangeShapeType="1"/>
            </p:cNvSpPr>
            <p:nvPr/>
          </p:nvSpPr>
          <p:spPr bwMode="auto">
            <a:xfrm>
              <a:off x="10688827" y="3168941"/>
              <a:ext cx="0" cy="1173944"/>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1" name="Line 50">
              <a:extLst>
                <a:ext uri="{FF2B5EF4-FFF2-40B4-BE49-F238E27FC236}">
                  <a16:creationId xmlns:a16="http://schemas.microsoft.com/office/drawing/2014/main" id="{D31ECD7F-3EEF-444E-908C-B774E4F36B16}"/>
                </a:ext>
              </a:extLst>
            </p:cNvPr>
            <p:cNvSpPr>
              <a:spLocks noChangeShapeType="1"/>
            </p:cNvSpPr>
            <p:nvPr/>
          </p:nvSpPr>
          <p:spPr bwMode="auto">
            <a:xfrm>
              <a:off x="7049826" y="3203279"/>
              <a:ext cx="0" cy="1141413"/>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4" name="Line 49">
              <a:extLst>
                <a:ext uri="{FF2B5EF4-FFF2-40B4-BE49-F238E27FC236}">
                  <a16:creationId xmlns:a16="http://schemas.microsoft.com/office/drawing/2014/main" id="{63540820-096F-49A8-9B23-79634BF83F61}"/>
                </a:ext>
              </a:extLst>
            </p:cNvPr>
            <p:cNvSpPr>
              <a:spLocks noChangeShapeType="1"/>
            </p:cNvSpPr>
            <p:nvPr/>
          </p:nvSpPr>
          <p:spPr bwMode="auto">
            <a:xfrm>
              <a:off x="8005510" y="3190599"/>
              <a:ext cx="0" cy="1139828"/>
            </a:xfrm>
            <a:prstGeom prst="line">
              <a:avLst/>
            </a:prstGeom>
            <a:noFill/>
            <a:ln w="6350">
              <a:solidFill>
                <a:srgbClr val="000000"/>
              </a:solidFill>
              <a:prstDash val="sysDot"/>
              <a:round/>
              <a:headEnd type="none" w="med" len="sm"/>
              <a:tailEnd type="non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81" name="组合 180">
            <a:extLst>
              <a:ext uri="{FF2B5EF4-FFF2-40B4-BE49-F238E27FC236}">
                <a16:creationId xmlns:a16="http://schemas.microsoft.com/office/drawing/2014/main" id="{E3522083-FA58-4037-865A-5BD5C479B826}"/>
              </a:ext>
            </a:extLst>
          </p:cNvPr>
          <p:cNvGrpSpPr/>
          <p:nvPr/>
        </p:nvGrpSpPr>
        <p:grpSpPr>
          <a:xfrm>
            <a:off x="6574632" y="3538240"/>
            <a:ext cx="5397501" cy="2738320"/>
            <a:chOff x="6633901" y="2090440"/>
            <a:chExt cx="5397501" cy="2738320"/>
          </a:xfrm>
        </p:grpSpPr>
        <p:grpSp>
          <p:nvGrpSpPr>
            <p:cNvPr id="99" name="Group 97">
              <a:extLst>
                <a:ext uri="{FF2B5EF4-FFF2-40B4-BE49-F238E27FC236}">
                  <a16:creationId xmlns:a16="http://schemas.microsoft.com/office/drawing/2014/main" id="{784C2431-3099-4ABC-A846-C9412F91354B}"/>
                </a:ext>
              </a:extLst>
            </p:cNvPr>
            <p:cNvGrpSpPr>
              <a:grpSpLocks/>
            </p:cNvGrpSpPr>
            <p:nvPr/>
          </p:nvGrpSpPr>
          <p:grpSpPr bwMode="auto">
            <a:xfrm>
              <a:off x="8818304" y="2090440"/>
              <a:ext cx="620713" cy="2235200"/>
              <a:chOff x="2574" y="2494"/>
              <a:chExt cx="391" cy="1408"/>
            </a:xfrm>
          </p:grpSpPr>
          <p:sp>
            <p:nvSpPr>
              <p:cNvPr id="100" name="Rectangle 35">
                <a:extLst>
                  <a:ext uri="{FF2B5EF4-FFF2-40B4-BE49-F238E27FC236}">
                    <a16:creationId xmlns:a16="http://schemas.microsoft.com/office/drawing/2014/main" id="{FC1F163E-B661-4918-A0D5-BA9456FB8768}"/>
                  </a:ext>
                </a:extLst>
              </p:cNvPr>
              <p:cNvSpPr>
                <a:spLocks noChangeArrowheads="1"/>
              </p:cNvSpPr>
              <p:nvPr/>
            </p:nvSpPr>
            <p:spPr bwMode="auto">
              <a:xfrm>
                <a:off x="2574" y="2494"/>
                <a:ext cx="391" cy="4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3600" i="1" dirty="0">
                    <a:latin typeface="Times New Roman" panose="02020603050405020304" pitchFamily="18" charset="0"/>
                  </a:rPr>
                  <a:t>I</a:t>
                </a:r>
                <a:endParaRPr kumimoji="1" lang="en-US" altLang="zh-CN" b="0" i="1" dirty="0">
                  <a:latin typeface="Times New Roman" panose="02020603050405020304" pitchFamily="18" charset="0"/>
                </a:endParaRPr>
              </a:p>
            </p:txBody>
          </p:sp>
          <p:sp>
            <p:nvSpPr>
              <p:cNvPr id="101" name="Line 45">
                <a:extLst>
                  <a:ext uri="{FF2B5EF4-FFF2-40B4-BE49-F238E27FC236}">
                    <a16:creationId xmlns:a16="http://schemas.microsoft.com/office/drawing/2014/main" id="{D3FB44CE-4A54-4891-95CA-B2AE542FBA63}"/>
                  </a:ext>
                </a:extLst>
              </p:cNvPr>
              <p:cNvSpPr>
                <a:spLocks noChangeShapeType="1"/>
              </p:cNvSpPr>
              <p:nvPr/>
            </p:nvSpPr>
            <p:spPr bwMode="auto">
              <a:xfrm>
                <a:off x="2627" y="2839"/>
                <a:ext cx="0" cy="1063"/>
              </a:xfrm>
              <a:prstGeom prst="line">
                <a:avLst/>
              </a:prstGeom>
              <a:noFill/>
              <a:ln w="9525">
                <a:solidFill>
                  <a:srgbClr val="000000"/>
                </a:solidFill>
                <a:round/>
                <a:headEnd type="triangle" w="med" len="sm"/>
                <a:tailEnd type="none" w="med" len="sm"/>
              </a:ln>
              <a:extLst>
                <a:ext uri="{909E8E84-426E-40DD-AFC4-6F175D3DCCD1}">
                  <a14:hiddenFill xmlns:a14="http://schemas.microsoft.com/office/drawing/2010/main">
                    <a:noFill/>
                  </a14:hiddenFill>
                </a:ext>
              </a:extLst>
            </p:spPr>
            <p:txBody>
              <a:bodyPr/>
              <a:lstStyle/>
              <a:p>
                <a:pPr defTabSz="914400" eaLnBrk="1" hangingPunct="1"/>
                <a:endParaRPr lang="zh-CN" altLang="en-US" sz="2800" b="1">
                  <a:solidFill>
                    <a:srgbClr val="FFFFFF"/>
                  </a:solidFill>
                  <a:latin typeface="Arial" panose="020B0604020202020204" pitchFamily="34" charset="0"/>
                  <a:ea typeface="宋体" panose="02010600030101010101" pitchFamily="2" charset="-122"/>
                </a:endParaRPr>
              </a:p>
            </p:txBody>
          </p:sp>
        </p:grpSp>
        <p:sp>
          <p:nvSpPr>
            <p:cNvPr id="102" name="Rectangle 52">
              <a:extLst>
                <a:ext uri="{FF2B5EF4-FFF2-40B4-BE49-F238E27FC236}">
                  <a16:creationId xmlns:a16="http://schemas.microsoft.com/office/drawing/2014/main" id="{95CDA707-2C04-47B6-A719-5145AAA698C5}"/>
                </a:ext>
              </a:extLst>
            </p:cNvPr>
            <p:cNvSpPr>
              <a:spLocks noChangeArrowheads="1"/>
            </p:cNvSpPr>
            <p:nvPr/>
          </p:nvSpPr>
          <p:spPr bwMode="auto">
            <a:xfrm>
              <a:off x="8818040" y="4311357"/>
              <a:ext cx="457200" cy="500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solidFill>
                    <a:srgbClr val="000000"/>
                  </a:solidFill>
                  <a:miter lim="800000"/>
                  <a:headEnd/>
                  <a:tailEnd/>
                </a14:hiddenLine>
              </a:ext>
            </a:extLst>
          </p:spPr>
          <p:txBody>
            <a:bodyPr lIns="12700" tIns="12700" rIns="12700" bIns="12700"/>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just" defTabSz="914400" eaLnBrk="1" hangingPunct="1"/>
              <a:r>
                <a:rPr kumimoji="1" lang="en-US" altLang="zh-CN" sz="3200" dirty="0">
                  <a:latin typeface="Times New Roman" panose="02020603050405020304" pitchFamily="18" charset="0"/>
                </a:rPr>
                <a:t>0</a:t>
              </a:r>
              <a:endParaRPr kumimoji="1" lang="en-US" altLang="zh-CN" sz="2400" b="0" dirty="0">
                <a:latin typeface="Times New Roman" panose="02020603050405020304" pitchFamily="18" charset="0"/>
              </a:endParaRPr>
            </a:p>
          </p:txBody>
        </p:sp>
        <p:grpSp>
          <p:nvGrpSpPr>
            <p:cNvPr id="103" name="Group 96">
              <a:extLst>
                <a:ext uri="{FF2B5EF4-FFF2-40B4-BE49-F238E27FC236}">
                  <a16:creationId xmlns:a16="http://schemas.microsoft.com/office/drawing/2014/main" id="{FD03B14A-EC7B-443F-B555-45E1433FF9BA}"/>
                </a:ext>
              </a:extLst>
            </p:cNvPr>
            <p:cNvGrpSpPr>
              <a:grpSpLocks/>
            </p:cNvGrpSpPr>
            <p:nvPr/>
          </p:nvGrpSpPr>
          <p:grpSpPr bwMode="auto">
            <a:xfrm>
              <a:off x="6633901" y="4239910"/>
              <a:ext cx="5397501" cy="577849"/>
              <a:chOff x="1198" y="3848"/>
              <a:chExt cx="3400" cy="364"/>
            </a:xfrm>
          </p:grpSpPr>
          <p:sp>
            <p:nvSpPr>
              <p:cNvPr id="104" name="Line 34">
                <a:extLst>
                  <a:ext uri="{FF2B5EF4-FFF2-40B4-BE49-F238E27FC236}">
                    <a16:creationId xmlns:a16="http://schemas.microsoft.com/office/drawing/2014/main" id="{D1E58CF3-0DCC-4AA3-A503-AF0DCBF58710}"/>
                  </a:ext>
                </a:extLst>
              </p:cNvPr>
              <p:cNvSpPr>
                <a:spLocks noChangeShapeType="1"/>
              </p:cNvSpPr>
              <p:nvPr/>
            </p:nvSpPr>
            <p:spPr bwMode="auto">
              <a:xfrm>
                <a:off x="1198" y="3902"/>
                <a:ext cx="3253" cy="0"/>
              </a:xfrm>
              <a:prstGeom prst="line">
                <a:avLst/>
              </a:prstGeom>
              <a:noFill/>
              <a:ln w="9525">
                <a:solidFill>
                  <a:srgbClr val="000000"/>
                </a:solidFill>
                <a:round/>
                <a:headEnd type="none" w="med" len="sm"/>
                <a:tailEnd type="triangle" w="med" len="sm"/>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aphicFrame>
            <p:nvGraphicFramePr>
              <p:cNvPr id="105" name="Object 73">
                <a:extLst>
                  <a:ext uri="{FF2B5EF4-FFF2-40B4-BE49-F238E27FC236}">
                    <a16:creationId xmlns:a16="http://schemas.microsoft.com/office/drawing/2014/main" id="{59CD7ED4-B7FF-4F5D-AE06-E236794AACEC}"/>
                  </a:ext>
                </a:extLst>
              </p:cNvPr>
              <p:cNvGraphicFramePr>
                <a:graphicFrameLocks noChangeAspect="1"/>
              </p:cNvGraphicFramePr>
              <p:nvPr>
                <p:extLst>
                  <p:ext uri="{D42A27DB-BD31-4B8C-83A1-F6EECF244321}">
                    <p14:modId xmlns:p14="http://schemas.microsoft.com/office/powerpoint/2010/main" val="1449267885"/>
                  </p:ext>
                </p:extLst>
              </p:nvPr>
            </p:nvGraphicFramePr>
            <p:xfrm>
              <a:off x="4279" y="3848"/>
              <a:ext cx="319" cy="364"/>
            </p:xfrm>
            <a:graphic>
              <a:graphicData uri="http://schemas.openxmlformats.org/presentationml/2006/ole">
                <mc:AlternateContent xmlns:mc="http://schemas.openxmlformats.org/markup-compatibility/2006">
                  <mc:Choice xmlns:v="urn:schemas-microsoft-com:vml" Requires="v">
                    <p:oleObj name="Equation" r:id="rId14" imgW="139680" imgH="152280" progId="Equation.DSMT4">
                      <p:embed/>
                    </p:oleObj>
                  </mc:Choice>
                  <mc:Fallback>
                    <p:oleObj name="Equation" r:id="rId14" imgW="139680" imgH="152280" progId="Equation.DSMT4">
                      <p:embed/>
                      <p:pic>
                        <p:nvPicPr>
                          <p:cNvPr id="120" name="Object 73">
                            <a:extLst>
                              <a:ext uri="{FF2B5EF4-FFF2-40B4-BE49-F238E27FC236}">
                                <a16:creationId xmlns:a16="http://schemas.microsoft.com/office/drawing/2014/main" id="{E0EE3EBF-D6A5-46F9-B62A-4F66555D38C4}"/>
                              </a:ext>
                            </a:extLst>
                          </p:cNvPr>
                          <p:cNvPicPr>
                            <a:picLocks noChangeAspect="1" noChangeArrowheads="1"/>
                          </p:cNvPicPr>
                          <p:nvPr/>
                        </p:nvPicPr>
                        <p:blipFill>
                          <a:blip r:embed="rId15"/>
                          <a:srcRect/>
                          <a:stretch>
                            <a:fillRect/>
                          </a:stretch>
                        </p:blipFill>
                        <p:spPr bwMode="auto">
                          <a:xfrm>
                            <a:off x="4279" y="3848"/>
                            <a:ext cx="319" cy="364"/>
                          </a:xfrm>
                          <a:prstGeom prst="rect">
                            <a:avLst/>
                          </a:prstGeom>
                          <a:noFill/>
                          <a:ln>
                            <a:noFill/>
                          </a:ln>
                        </p:spPr>
                      </p:pic>
                    </p:oleObj>
                  </mc:Fallback>
                </mc:AlternateContent>
              </a:graphicData>
            </a:graphic>
          </p:graphicFrame>
        </p:grpSp>
        <p:graphicFrame>
          <p:nvGraphicFramePr>
            <p:cNvPr id="106" name="Object 74">
              <a:extLst>
                <a:ext uri="{FF2B5EF4-FFF2-40B4-BE49-F238E27FC236}">
                  <a16:creationId xmlns:a16="http://schemas.microsoft.com/office/drawing/2014/main" id="{CD158233-7FB2-4B78-A947-79BB284669AA}"/>
                </a:ext>
              </a:extLst>
            </p:cNvPr>
            <p:cNvGraphicFramePr>
              <a:graphicFrameLocks noChangeAspect="1"/>
            </p:cNvGraphicFramePr>
            <p:nvPr>
              <p:extLst>
                <p:ext uri="{D42A27DB-BD31-4B8C-83A1-F6EECF244321}">
                  <p14:modId xmlns:p14="http://schemas.microsoft.com/office/powerpoint/2010/main" val="2158642837"/>
                </p:ext>
              </p:extLst>
            </p:nvPr>
          </p:nvGraphicFramePr>
          <p:xfrm>
            <a:off x="9585341" y="4286686"/>
            <a:ext cx="470757" cy="531073"/>
          </p:xfrm>
          <a:graphic>
            <a:graphicData uri="http://schemas.openxmlformats.org/presentationml/2006/ole">
              <mc:AlternateContent xmlns:mc="http://schemas.openxmlformats.org/markup-compatibility/2006">
                <mc:Choice xmlns:v="urn:schemas-microsoft-com:vml" Requires="v">
                  <p:oleObj name="Equation" r:id="rId16" imgW="139680" imgH="177480" progId="Equation.DSMT4">
                    <p:embed/>
                  </p:oleObj>
                </mc:Choice>
                <mc:Fallback>
                  <p:oleObj name="Equation" r:id="rId16" imgW="139680" imgH="177480" progId="Equation.DSMT4">
                    <p:embed/>
                    <p:pic>
                      <p:nvPicPr>
                        <p:cNvPr id="121" name="Object 74">
                          <a:extLst>
                            <a:ext uri="{FF2B5EF4-FFF2-40B4-BE49-F238E27FC236}">
                              <a16:creationId xmlns:a16="http://schemas.microsoft.com/office/drawing/2014/main" id="{A739CF39-10FE-4C81-85B4-1BAB04BF2121}"/>
                            </a:ext>
                          </a:extLst>
                        </p:cNvPr>
                        <p:cNvPicPr>
                          <a:picLocks noChangeAspect="1" noChangeArrowheads="1"/>
                        </p:cNvPicPr>
                        <p:nvPr/>
                      </p:nvPicPr>
                      <p:blipFill>
                        <a:blip r:embed="rId17"/>
                        <a:srcRect/>
                        <a:stretch>
                          <a:fillRect/>
                        </a:stretch>
                      </p:blipFill>
                      <p:spPr bwMode="auto">
                        <a:xfrm>
                          <a:off x="9585341" y="4286686"/>
                          <a:ext cx="470757" cy="531073"/>
                        </a:xfrm>
                        <a:prstGeom prst="rect">
                          <a:avLst/>
                        </a:prstGeom>
                        <a:noFill/>
                      </p:spPr>
                    </p:pic>
                  </p:oleObj>
                </mc:Fallback>
              </mc:AlternateContent>
            </a:graphicData>
          </a:graphic>
        </p:graphicFrame>
        <p:graphicFrame>
          <p:nvGraphicFramePr>
            <p:cNvPr id="109" name="Object 80">
              <a:extLst>
                <a:ext uri="{FF2B5EF4-FFF2-40B4-BE49-F238E27FC236}">
                  <a16:creationId xmlns:a16="http://schemas.microsoft.com/office/drawing/2014/main" id="{FCF237D4-34AF-41BC-9282-C2A7B3C94481}"/>
                </a:ext>
              </a:extLst>
            </p:cNvPr>
            <p:cNvGraphicFramePr>
              <a:graphicFrameLocks noChangeAspect="1"/>
            </p:cNvGraphicFramePr>
            <p:nvPr>
              <p:extLst>
                <p:ext uri="{D42A27DB-BD31-4B8C-83A1-F6EECF244321}">
                  <p14:modId xmlns:p14="http://schemas.microsoft.com/office/powerpoint/2010/main" val="1343149228"/>
                </p:ext>
              </p:extLst>
            </p:nvPr>
          </p:nvGraphicFramePr>
          <p:xfrm>
            <a:off x="10414807" y="4319289"/>
            <a:ext cx="615776" cy="509471"/>
          </p:xfrm>
          <a:graphic>
            <a:graphicData uri="http://schemas.openxmlformats.org/presentationml/2006/ole">
              <mc:AlternateContent xmlns:mc="http://schemas.openxmlformats.org/markup-compatibility/2006">
                <mc:Choice xmlns:v="urn:schemas-microsoft-com:vml" Requires="v">
                  <p:oleObj name="Equation" r:id="rId18" imgW="215640" imgH="177480" progId="Equation.DSMT4">
                    <p:embed/>
                  </p:oleObj>
                </mc:Choice>
                <mc:Fallback>
                  <p:oleObj name="Equation" r:id="rId18" imgW="215640" imgH="177480" progId="Equation.DSMT4">
                    <p:embed/>
                    <p:pic>
                      <p:nvPicPr>
                        <p:cNvPr id="124" name="Object 80">
                          <a:extLst>
                            <a:ext uri="{FF2B5EF4-FFF2-40B4-BE49-F238E27FC236}">
                              <a16:creationId xmlns:a16="http://schemas.microsoft.com/office/drawing/2014/main" id="{6D0985A9-7A74-4D07-B000-F9A82C6B3C57}"/>
                            </a:ext>
                          </a:extLst>
                        </p:cNvPr>
                        <p:cNvPicPr>
                          <a:picLocks noChangeAspect="1" noChangeArrowheads="1"/>
                        </p:cNvPicPr>
                        <p:nvPr/>
                      </p:nvPicPr>
                      <p:blipFill>
                        <a:blip r:embed="rId19"/>
                        <a:srcRect/>
                        <a:stretch>
                          <a:fillRect/>
                        </a:stretch>
                      </p:blipFill>
                      <p:spPr bwMode="auto">
                        <a:xfrm>
                          <a:off x="10414807" y="4319289"/>
                          <a:ext cx="615776" cy="509471"/>
                        </a:xfrm>
                        <a:prstGeom prst="rect">
                          <a:avLst/>
                        </a:prstGeom>
                        <a:noFill/>
                      </p:spPr>
                    </p:pic>
                  </p:oleObj>
                </mc:Fallback>
              </mc:AlternateContent>
            </a:graphicData>
          </a:graphic>
        </p:graphicFrame>
        <p:graphicFrame>
          <p:nvGraphicFramePr>
            <p:cNvPr id="112" name="Object 81">
              <a:extLst>
                <a:ext uri="{FF2B5EF4-FFF2-40B4-BE49-F238E27FC236}">
                  <a16:creationId xmlns:a16="http://schemas.microsoft.com/office/drawing/2014/main" id="{72DA3757-8FB0-419C-AC26-210D61996721}"/>
                </a:ext>
              </a:extLst>
            </p:cNvPr>
            <p:cNvGraphicFramePr>
              <a:graphicFrameLocks noChangeAspect="1"/>
            </p:cNvGraphicFramePr>
            <p:nvPr>
              <p:extLst>
                <p:ext uri="{D42A27DB-BD31-4B8C-83A1-F6EECF244321}">
                  <p14:modId xmlns:p14="http://schemas.microsoft.com/office/powerpoint/2010/main" val="547108686"/>
                </p:ext>
              </p:extLst>
            </p:nvPr>
          </p:nvGraphicFramePr>
          <p:xfrm>
            <a:off x="6637076" y="4317704"/>
            <a:ext cx="677862" cy="461963"/>
          </p:xfrm>
          <a:graphic>
            <a:graphicData uri="http://schemas.openxmlformats.org/presentationml/2006/ole">
              <mc:AlternateContent xmlns:mc="http://schemas.openxmlformats.org/markup-compatibility/2006">
                <mc:Choice xmlns:v="urn:schemas-microsoft-com:vml" Requires="v">
                  <p:oleObj name="Equation" r:id="rId20" imgW="304560" imgH="177480" progId="Equation.DSMT4">
                    <p:embed/>
                  </p:oleObj>
                </mc:Choice>
                <mc:Fallback>
                  <p:oleObj name="Equation" r:id="rId20" imgW="304560" imgH="177480" progId="Equation.DSMT4">
                    <p:embed/>
                    <p:pic>
                      <p:nvPicPr>
                        <p:cNvPr id="127" name="Object 81">
                          <a:extLst>
                            <a:ext uri="{FF2B5EF4-FFF2-40B4-BE49-F238E27FC236}">
                              <a16:creationId xmlns:a16="http://schemas.microsoft.com/office/drawing/2014/main" id="{D10F8A01-93DF-4A04-8E98-67C2C25C1726}"/>
                            </a:ext>
                          </a:extLst>
                        </p:cNvPr>
                        <p:cNvPicPr>
                          <a:picLocks noChangeAspect="1" noChangeArrowheads="1"/>
                        </p:cNvPicPr>
                        <p:nvPr/>
                      </p:nvPicPr>
                      <p:blipFill>
                        <a:blip r:embed="rId21"/>
                        <a:srcRect/>
                        <a:stretch>
                          <a:fillRect/>
                        </a:stretch>
                      </p:blipFill>
                      <p:spPr bwMode="auto">
                        <a:xfrm>
                          <a:off x="6637076" y="4317704"/>
                          <a:ext cx="677862" cy="461963"/>
                        </a:xfrm>
                        <a:prstGeom prst="rect">
                          <a:avLst/>
                        </a:prstGeom>
                        <a:noFill/>
                      </p:spPr>
                    </p:pic>
                  </p:oleObj>
                </mc:Fallback>
              </mc:AlternateContent>
            </a:graphicData>
          </a:graphic>
        </p:graphicFrame>
        <p:graphicFrame>
          <p:nvGraphicFramePr>
            <p:cNvPr id="115" name="Object 83">
              <a:extLst>
                <a:ext uri="{FF2B5EF4-FFF2-40B4-BE49-F238E27FC236}">
                  <a16:creationId xmlns:a16="http://schemas.microsoft.com/office/drawing/2014/main" id="{42494DD3-25DF-414D-A945-803ED43D3957}"/>
                </a:ext>
              </a:extLst>
            </p:cNvPr>
            <p:cNvGraphicFramePr>
              <a:graphicFrameLocks noChangeAspect="1"/>
            </p:cNvGraphicFramePr>
            <p:nvPr>
              <p:extLst>
                <p:ext uri="{D42A27DB-BD31-4B8C-83A1-F6EECF244321}">
                  <p14:modId xmlns:p14="http://schemas.microsoft.com/office/powerpoint/2010/main" val="2562235771"/>
                </p:ext>
              </p:extLst>
            </p:nvPr>
          </p:nvGraphicFramePr>
          <p:xfrm>
            <a:off x="7618160" y="4297090"/>
            <a:ext cx="569913" cy="501651"/>
          </p:xfrm>
          <a:graphic>
            <a:graphicData uri="http://schemas.openxmlformats.org/presentationml/2006/ole">
              <mc:AlternateContent xmlns:mc="http://schemas.openxmlformats.org/markup-compatibility/2006">
                <mc:Choice xmlns:v="urn:schemas-microsoft-com:vml" Requires="v">
                  <p:oleObj name="Equation" r:id="rId22" imgW="228600" imgH="177480" progId="Equation.DSMT4">
                    <p:embed/>
                  </p:oleObj>
                </mc:Choice>
                <mc:Fallback>
                  <p:oleObj name="Equation" r:id="rId22" imgW="228600" imgH="177480" progId="Equation.DSMT4">
                    <p:embed/>
                    <p:pic>
                      <p:nvPicPr>
                        <p:cNvPr id="130" name="Object 83">
                          <a:extLst>
                            <a:ext uri="{FF2B5EF4-FFF2-40B4-BE49-F238E27FC236}">
                              <a16:creationId xmlns:a16="http://schemas.microsoft.com/office/drawing/2014/main" id="{27D1B438-3ED6-486F-9F19-7F202D8E2D74}"/>
                            </a:ext>
                          </a:extLst>
                        </p:cNvPr>
                        <p:cNvPicPr>
                          <a:picLocks noChangeAspect="1" noChangeArrowheads="1"/>
                        </p:cNvPicPr>
                        <p:nvPr/>
                      </p:nvPicPr>
                      <p:blipFill>
                        <a:blip r:embed="rId23"/>
                        <a:srcRect/>
                        <a:stretch>
                          <a:fillRect/>
                        </a:stretch>
                      </p:blipFill>
                      <p:spPr bwMode="auto">
                        <a:xfrm>
                          <a:off x="7618160" y="4297090"/>
                          <a:ext cx="569913" cy="501651"/>
                        </a:xfrm>
                        <a:prstGeom prst="rect">
                          <a:avLst/>
                        </a:prstGeom>
                        <a:noFill/>
                      </p:spPr>
                    </p:pic>
                  </p:oleObj>
                </mc:Fallback>
              </mc:AlternateContent>
            </a:graphicData>
          </a:graphic>
        </p:graphicFrame>
      </p:grpSp>
      <p:grpSp>
        <p:nvGrpSpPr>
          <p:cNvPr id="116" name="Group 98">
            <a:extLst>
              <a:ext uri="{FF2B5EF4-FFF2-40B4-BE49-F238E27FC236}">
                <a16:creationId xmlns:a16="http://schemas.microsoft.com/office/drawing/2014/main" id="{A9FE1568-62EA-4A51-A10F-CF93451CBA72}"/>
              </a:ext>
            </a:extLst>
          </p:cNvPr>
          <p:cNvGrpSpPr>
            <a:grpSpLocks/>
          </p:cNvGrpSpPr>
          <p:nvPr/>
        </p:nvGrpSpPr>
        <p:grpSpPr bwMode="auto">
          <a:xfrm>
            <a:off x="7688000" y="4596573"/>
            <a:ext cx="4095750" cy="1160462"/>
            <a:chOff x="1320" y="3167"/>
            <a:chExt cx="2580" cy="731"/>
          </a:xfrm>
        </p:grpSpPr>
        <p:sp>
          <p:nvSpPr>
            <p:cNvPr id="117" name="Freeform 36">
              <a:extLst>
                <a:ext uri="{FF2B5EF4-FFF2-40B4-BE49-F238E27FC236}">
                  <a16:creationId xmlns:a16="http://schemas.microsoft.com/office/drawing/2014/main" id="{75EF6D46-BFB6-4BD4-9D4E-F8089CFC1A6F}"/>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8" name="Freeform 37">
              <a:extLst>
                <a:ext uri="{FF2B5EF4-FFF2-40B4-BE49-F238E27FC236}">
                  <a16:creationId xmlns:a16="http://schemas.microsoft.com/office/drawing/2014/main" id="{3547857E-F563-4017-8BBF-6A38583533C1}"/>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19" name="Freeform 38">
              <a:extLst>
                <a:ext uri="{FF2B5EF4-FFF2-40B4-BE49-F238E27FC236}">
                  <a16:creationId xmlns:a16="http://schemas.microsoft.com/office/drawing/2014/main" id="{D05F9989-3402-4F2E-A226-60EF5C335CC8}"/>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0" name="Freeform 39">
              <a:extLst>
                <a:ext uri="{FF2B5EF4-FFF2-40B4-BE49-F238E27FC236}">
                  <a16:creationId xmlns:a16="http://schemas.microsoft.com/office/drawing/2014/main" id="{E0549A44-F91F-4DCC-87D2-75EB223D9AC4}"/>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1" name="Freeform 40">
              <a:extLst>
                <a:ext uri="{FF2B5EF4-FFF2-40B4-BE49-F238E27FC236}">
                  <a16:creationId xmlns:a16="http://schemas.microsoft.com/office/drawing/2014/main" id="{73EF6D8F-42E2-456D-8914-FB1138E5228D}"/>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2" name="Freeform 41">
              <a:extLst>
                <a:ext uri="{FF2B5EF4-FFF2-40B4-BE49-F238E27FC236}">
                  <a16:creationId xmlns:a16="http://schemas.microsoft.com/office/drawing/2014/main" id="{8E257394-79E2-4A79-92A0-F2F233643EF1}"/>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3" name="Freeform 42">
              <a:extLst>
                <a:ext uri="{FF2B5EF4-FFF2-40B4-BE49-F238E27FC236}">
                  <a16:creationId xmlns:a16="http://schemas.microsoft.com/office/drawing/2014/main" id="{EBB3FED3-7F6A-452B-BFD5-5E2A1BF8C9B4}"/>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4" name="Freeform 43">
              <a:extLst>
                <a:ext uri="{FF2B5EF4-FFF2-40B4-BE49-F238E27FC236}">
                  <a16:creationId xmlns:a16="http://schemas.microsoft.com/office/drawing/2014/main" id="{EBCFCEA5-8C36-418F-B212-097BDB708CBD}"/>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5" name="Freeform 44">
              <a:extLst>
                <a:ext uri="{FF2B5EF4-FFF2-40B4-BE49-F238E27FC236}">
                  <a16:creationId xmlns:a16="http://schemas.microsoft.com/office/drawing/2014/main" id="{C6404302-8B3F-4DCA-9500-90B6042865CC}"/>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rgbClr val="0000FF"/>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85" name="组合 184">
            <a:extLst>
              <a:ext uri="{FF2B5EF4-FFF2-40B4-BE49-F238E27FC236}">
                <a16:creationId xmlns:a16="http://schemas.microsoft.com/office/drawing/2014/main" id="{3A52EFAF-AF26-481E-BF2F-873DD89DAF53}"/>
              </a:ext>
            </a:extLst>
          </p:cNvPr>
          <p:cNvGrpSpPr/>
          <p:nvPr/>
        </p:nvGrpSpPr>
        <p:grpSpPr>
          <a:xfrm>
            <a:off x="6976720" y="4599748"/>
            <a:ext cx="4625182" cy="1160462"/>
            <a:chOff x="6976720" y="4596573"/>
            <a:chExt cx="4625182" cy="1160462"/>
          </a:xfrm>
        </p:grpSpPr>
        <p:grpSp>
          <p:nvGrpSpPr>
            <p:cNvPr id="126" name="Group 98">
              <a:extLst>
                <a:ext uri="{FF2B5EF4-FFF2-40B4-BE49-F238E27FC236}">
                  <a16:creationId xmlns:a16="http://schemas.microsoft.com/office/drawing/2014/main" id="{2E747544-D1A8-4CFA-9F61-3362895C1034}"/>
                </a:ext>
              </a:extLst>
            </p:cNvPr>
            <p:cNvGrpSpPr>
              <a:grpSpLocks/>
            </p:cNvGrpSpPr>
            <p:nvPr/>
          </p:nvGrpSpPr>
          <p:grpSpPr bwMode="auto">
            <a:xfrm>
              <a:off x="7506152" y="4596573"/>
              <a:ext cx="4095750" cy="1160462"/>
              <a:chOff x="1320" y="3167"/>
              <a:chExt cx="2580" cy="731"/>
            </a:xfrm>
          </p:grpSpPr>
          <p:sp>
            <p:nvSpPr>
              <p:cNvPr id="127" name="Freeform 36">
                <a:extLst>
                  <a:ext uri="{FF2B5EF4-FFF2-40B4-BE49-F238E27FC236}">
                    <a16:creationId xmlns:a16="http://schemas.microsoft.com/office/drawing/2014/main" id="{4C9EE4C9-27E3-4EF4-B030-FFF70D0B97EB}"/>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8" name="Freeform 37">
                <a:extLst>
                  <a:ext uri="{FF2B5EF4-FFF2-40B4-BE49-F238E27FC236}">
                    <a16:creationId xmlns:a16="http://schemas.microsoft.com/office/drawing/2014/main" id="{5F6BD71D-C5CC-43E4-84D0-A841822A5319}"/>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29" name="Freeform 38">
                <a:extLst>
                  <a:ext uri="{FF2B5EF4-FFF2-40B4-BE49-F238E27FC236}">
                    <a16:creationId xmlns:a16="http://schemas.microsoft.com/office/drawing/2014/main" id="{15A7201B-D331-4092-AC22-29E75C526760}"/>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30" name="Freeform 39">
                <a:extLst>
                  <a:ext uri="{FF2B5EF4-FFF2-40B4-BE49-F238E27FC236}">
                    <a16:creationId xmlns:a16="http://schemas.microsoft.com/office/drawing/2014/main" id="{6134BEBC-0970-4ED4-9F71-BB0D99C44370}"/>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31" name="Freeform 40">
                <a:extLst>
                  <a:ext uri="{FF2B5EF4-FFF2-40B4-BE49-F238E27FC236}">
                    <a16:creationId xmlns:a16="http://schemas.microsoft.com/office/drawing/2014/main" id="{D7360647-558E-47CF-A1AC-C10083E251AA}"/>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32" name="Freeform 41">
                <a:extLst>
                  <a:ext uri="{FF2B5EF4-FFF2-40B4-BE49-F238E27FC236}">
                    <a16:creationId xmlns:a16="http://schemas.microsoft.com/office/drawing/2014/main" id="{5CC7920C-4382-4406-BD7B-798BE49ADA89}"/>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33" name="Freeform 42">
                <a:extLst>
                  <a:ext uri="{FF2B5EF4-FFF2-40B4-BE49-F238E27FC236}">
                    <a16:creationId xmlns:a16="http://schemas.microsoft.com/office/drawing/2014/main" id="{FBAFE75E-138A-426F-AA54-BADBAAA6820A}"/>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34" name="Freeform 43">
                <a:extLst>
                  <a:ext uri="{FF2B5EF4-FFF2-40B4-BE49-F238E27FC236}">
                    <a16:creationId xmlns:a16="http://schemas.microsoft.com/office/drawing/2014/main" id="{509B9B87-30E0-431D-B13E-9468CB812144}"/>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35" name="Freeform 44">
                <a:extLst>
                  <a:ext uri="{FF2B5EF4-FFF2-40B4-BE49-F238E27FC236}">
                    <a16:creationId xmlns:a16="http://schemas.microsoft.com/office/drawing/2014/main" id="{A32DED17-017B-44B5-A282-2B51BAB96519}"/>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37" name="Group 98">
              <a:extLst>
                <a:ext uri="{FF2B5EF4-FFF2-40B4-BE49-F238E27FC236}">
                  <a16:creationId xmlns:a16="http://schemas.microsoft.com/office/drawing/2014/main" id="{3D19358C-4304-4CCE-B6E9-E5108E1844C2}"/>
                </a:ext>
              </a:extLst>
            </p:cNvPr>
            <p:cNvGrpSpPr>
              <a:grpSpLocks/>
            </p:cNvGrpSpPr>
            <p:nvPr/>
          </p:nvGrpSpPr>
          <p:grpSpPr bwMode="auto">
            <a:xfrm>
              <a:off x="7365738" y="4596573"/>
              <a:ext cx="4095750" cy="1160462"/>
              <a:chOff x="1320" y="3167"/>
              <a:chExt cx="2580" cy="731"/>
            </a:xfrm>
          </p:grpSpPr>
          <p:sp>
            <p:nvSpPr>
              <p:cNvPr id="138" name="Freeform 36">
                <a:extLst>
                  <a:ext uri="{FF2B5EF4-FFF2-40B4-BE49-F238E27FC236}">
                    <a16:creationId xmlns:a16="http://schemas.microsoft.com/office/drawing/2014/main" id="{910A0EA8-26DE-4B62-8DF3-F8E8C25A9541}"/>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39" name="Freeform 37">
                <a:extLst>
                  <a:ext uri="{FF2B5EF4-FFF2-40B4-BE49-F238E27FC236}">
                    <a16:creationId xmlns:a16="http://schemas.microsoft.com/office/drawing/2014/main" id="{A1F67C5B-A369-43EC-8817-CA4A72A2A6F7}"/>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0" name="Freeform 38">
                <a:extLst>
                  <a:ext uri="{FF2B5EF4-FFF2-40B4-BE49-F238E27FC236}">
                    <a16:creationId xmlns:a16="http://schemas.microsoft.com/office/drawing/2014/main" id="{18F401E9-8076-4F1C-8B04-BBF44C124142}"/>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1" name="Freeform 39">
                <a:extLst>
                  <a:ext uri="{FF2B5EF4-FFF2-40B4-BE49-F238E27FC236}">
                    <a16:creationId xmlns:a16="http://schemas.microsoft.com/office/drawing/2014/main" id="{B4AA3544-55B9-412A-AB4D-685CF7751674}"/>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2" name="Freeform 40">
                <a:extLst>
                  <a:ext uri="{FF2B5EF4-FFF2-40B4-BE49-F238E27FC236}">
                    <a16:creationId xmlns:a16="http://schemas.microsoft.com/office/drawing/2014/main" id="{2C16974F-947D-4DB0-B8D1-629EB66B26BD}"/>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3" name="Freeform 41">
                <a:extLst>
                  <a:ext uri="{FF2B5EF4-FFF2-40B4-BE49-F238E27FC236}">
                    <a16:creationId xmlns:a16="http://schemas.microsoft.com/office/drawing/2014/main" id="{52A1003F-438E-4BB3-8A17-035F97D56219}"/>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4" name="Freeform 42">
                <a:extLst>
                  <a:ext uri="{FF2B5EF4-FFF2-40B4-BE49-F238E27FC236}">
                    <a16:creationId xmlns:a16="http://schemas.microsoft.com/office/drawing/2014/main" id="{BC211534-F95B-415B-B61F-8725AB4BDC4F}"/>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5" name="Freeform 43">
                <a:extLst>
                  <a:ext uri="{FF2B5EF4-FFF2-40B4-BE49-F238E27FC236}">
                    <a16:creationId xmlns:a16="http://schemas.microsoft.com/office/drawing/2014/main" id="{E1F47A3E-6F79-4F8B-905A-F328D2398BB1}"/>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6" name="Freeform 44">
                <a:extLst>
                  <a:ext uri="{FF2B5EF4-FFF2-40B4-BE49-F238E27FC236}">
                    <a16:creationId xmlns:a16="http://schemas.microsoft.com/office/drawing/2014/main" id="{A1787DD5-1D5E-42C8-BDE5-53D619989B3D}"/>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47" name="Group 98">
              <a:extLst>
                <a:ext uri="{FF2B5EF4-FFF2-40B4-BE49-F238E27FC236}">
                  <a16:creationId xmlns:a16="http://schemas.microsoft.com/office/drawing/2014/main" id="{2A491F42-E5D3-44CE-B19E-8BC68B30A55B}"/>
                </a:ext>
              </a:extLst>
            </p:cNvPr>
            <p:cNvGrpSpPr>
              <a:grpSpLocks/>
            </p:cNvGrpSpPr>
            <p:nvPr/>
          </p:nvGrpSpPr>
          <p:grpSpPr bwMode="auto">
            <a:xfrm>
              <a:off x="7205401" y="4596573"/>
              <a:ext cx="4095750" cy="1160462"/>
              <a:chOff x="1320" y="3167"/>
              <a:chExt cx="2580" cy="731"/>
            </a:xfrm>
          </p:grpSpPr>
          <p:sp>
            <p:nvSpPr>
              <p:cNvPr id="148" name="Freeform 36">
                <a:extLst>
                  <a:ext uri="{FF2B5EF4-FFF2-40B4-BE49-F238E27FC236}">
                    <a16:creationId xmlns:a16="http://schemas.microsoft.com/office/drawing/2014/main" id="{8BDC1CF6-1419-4E3E-9123-B0CF139D44C7}"/>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49" name="Freeform 37">
                <a:extLst>
                  <a:ext uri="{FF2B5EF4-FFF2-40B4-BE49-F238E27FC236}">
                    <a16:creationId xmlns:a16="http://schemas.microsoft.com/office/drawing/2014/main" id="{6A82E6D8-9D42-4ABF-88A5-E801CD9F97A5}"/>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0" name="Freeform 38">
                <a:extLst>
                  <a:ext uri="{FF2B5EF4-FFF2-40B4-BE49-F238E27FC236}">
                    <a16:creationId xmlns:a16="http://schemas.microsoft.com/office/drawing/2014/main" id="{63033A94-7483-419E-B4F5-686E94D036DE}"/>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1" name="Freeform 39">
                <a:extLst>
                  <a:ext uri="{FF2B5EF4-FFF2-40B4-BE49-F238E27FC236}">
                    <a16:creationId xmlns:a16="http://schemas.microsoft.com/office/drawing/2014/main" id="{2693B4FB-05A2-4522-9177-468A6F6B7DCF}"/>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2" name="Freeform 40">
                <a:extLst>
                  <a:ext uri="{FF2B5EF4-FFF2-40B4-BE49-F238E27FC236}">
                    <a16:creationId xmlns:a16="http://schemas.microsoft.com/office/drawing/2014/main" id="{0BA95DF3-AA0E-4382-94A7-DFEC142009B2}"/>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3" name="Freeform 41">
                <a:extLst>
                  <a:ext uri="{FF2B5EF4-FFF2-40B4-BE49-F238E27FC236}">
                    <a16:creationId xmlns:a16="http://schemas.microsoft.com/office/drawing/2014/main" id="{7CE56033-01CE-4D9D-8DC8-E9CC2F38CB36}"/>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4" name="Freeform 42">
                <a:extLst>
                  <a:ext uri="{FF2B5EF4-FFF2-40B4-BE49-F238E27FC236}">
                    <a16:creationId xmlns:a16="http://schemas.microsoft.com/office/drawing/2014/main" id="{C426EE58-0743-4D87-AD2A-6FEFC63DC4C5}"/>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5" name="Freeform 43">
                <a:extLst>
                  <a:ext uri="{FF2B5EF4-FFF2-40B4-BE49-F238E27FC236}">
                    <a16:creationId xmlns:a16="http://schemas.microsoft.com/office/drawing/2014/main" id="{29D7B5ED-0B53-4A2B-B9B1-594817178284}"/>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6" name="Freeform 44">
                <a:extLst>
                  <a:ext uri="{FF2B5EF4-FFF2-40B4-BE49-F238E27FC236}">
                    <a16:creationId xmlns:a16="http://schemas.microsoft.com/office/drawing/2014/main" id="{3E23176F-2ABB-4758-ABBD-89D24A6525DD}"/>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57" name="Group 98">
              <a:extLst>
                <a:ext uri="{FF2B5EF4-FFF2-40B4-BE49-F238E27FC236}">
                  <a16:creationId xmlns:a16="http://schemas.microsoft.com/office/drawing/2014/main" id="{1510FB6A-EE52-4F46-AC0D-CE091F6E786E}"/>
                </a:ext>
              </a:extLst>
            </p:cNvPr>
            <p:cNvGrpSpPr>
              <a:grpSpLocks/>
            </p:cNvGrpSpPr>
            <p:nvPr/>
          </p:nvGrpSpPr>
          <p:grpSpPr bwMode="auto">
            <a:xfrm>
              <a:off x="7076545" y="4596573"/>
              <a:ext cx="4095750" cy="1160462"/>
              <a:chOff x="1320" y="3167"/>
              <a:chExt cx="2580" cy="731"/>
            </a:xfrm>
          </p:grpSpPr>
          <p:sp>
            <p:nvSpPr>
              <p:cNvPr id="158" name="Freeform 36">
                <a:extLst>
                  <a:ext uri="{FF2B5EF4-FFF2-40B4-BE49-F238E27FC236}">
                    <a16:creationId xmlns:a16="http://schemas.microsoft.com/office/drawing/2014/main" id="{31676261-E2B4-474A-A196-15D9F4547EB9}"/>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59" name="Freeform 37">
                <a:extLst>
                  <a:ext uri="{FF2B5EF4-FFF2-40B4-BE49-F238E27FC236}">
                    <a16:creationId xmlns:a16="http://schemas.microsoft.com/office/drawing/2014/main" id="{437CF334-2479-46F2-B55D-7B64AD1CD72C}"/>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0" name="Freeform 38">
                <a:extLst>
                  <a:ext uri="{FF2B5EF4-FFF2-40B4-BE49-F238E27FC236}">
                    <a16:creationId xmlns:a16="http://schemas.microsoft.com/office/drawing/2014/main" id="{638C9F15-8F8E-4A72-968C-A9A12518674F}"/>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1" name="Freeform 39">
                <a:extLst>
                  <a:ext uri="{FF2B5EF4-FFF2-40B4-BE49-F238E27FC236}">
                    <a16:creationId xmlns:a16="http://schemas.microsoft.com/office/drawing/2014/main" id="{61B00A41-6451-4678-8BE3-D0D22B1D5F5F}"/>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2" name="Freeform 40">
                <a:extLst>
                  <a:ext uri="{FF2B5EF4-FFF2-40B4-BE49-F238E27FC236}">
                    <a16:creationId xmlns:a16="http://schemas.microsoft.com/office/drawing/2014/main" id="{19C4AD7C-0D6E-4C28-B290-A8B61CBE15C6}"/>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3" name="Freeform 41">
                <a:extLst>
                  <a:ext uri="{FF2B5EF4-FFF2-40B4-BE49-F238E27FC236}">
                    <a16:creationId xmlns:a16="http://schemas.microsoft.com/office/drawing/2014/main" id="{A1368DCA-A7A1-4F76-9E81-9C14FE90C236}"/>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4" name="Freeform 42">
                <a:extLst>
                  <a:ext uri="{FF2B5EF4-FFF2-40B4-BE49-F238E27FC236}">
                    <a16:creationId xmlns:a16="http://schemas.microsoft.com/office/drawing/2014/main" id="{89C8AF62-791A-4500-BE04-ACD2998F6916}"/>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5" name="Freeform 43">
                <a:extLst>
                  <a:ext uri="{FF2B5EF4-FFF2-40B4-BE49-F238E27FC236}">
                    <a16:creationId xmlns:a16="http://schemas.microsoft.com/office/drawing/2014/main" id="{97E31067-A979-471E-B3AB-6AAEA1F9C300}"/>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6" name="Freeform 44">
                <a:extLst>
                  <a:ext uri="{FF2B5EF4-FFF2-40B4-BE49-F238E27FC236}">
                    <a16:creationId xmlns:a16="http://schemas.microsoft.com/office/drawing/2014/main" id="{0256B116-5A12-4642-9BCA-B78F6FC03F11}"/>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nvGrpSpPr>
            <p:cNvPr id="167" name="Group 98">
              <a:extLst>
                <a:ext uri="{FF2B5EF4-FFF2-40B4-BE49-F238E27FC236}">
                  <a16:creationId xmlns:a16="http://schemas.microsoft.com/office/drawing/2014/main" id="{4779A6BE-4E67-4ACD-891A-23152CB68CD5}"/>
                </a:ext>
              </a:extLst>
            </p:cNvPr>
            <p:cNvGrpSpPr>
              <a:grpSpLocks/>
            </p:cNvGrpSpPr>
            <p:nvPr/>
          </p:nvGrpSpPr>
          <p:grpSpPr bwMode="auto">
            <a:xfrm>
              <a:off x="6976720" y="4596573"/>
              <a:ext cx="4095750" cy="1160462"/>
              <a:chOff x="1320" y="3167"/>
              <a:chExt cx="2580" cy="731"/>
            </a:xfrm>
          </p:grpSpPr>
          <p:sp>
            <p:nvSpPr>
              <p:cNvPr id="168" name="Freeform 36">
                <a:extLst>
                  <a:ext uri="{FF2B5EF4-FFF2-40B4-BE49-F238E27FC236}">
                    <a16:creationId xmlns:a16="http://schemas.microsoft.com/office/drawing/2014/main" id="{5CFCCF0C-26AB-49F9-83E3-ED221AF2EA7A}"/>
                  </a:ext>
                </a:extLst>
              </p:cNvPr>
              <p:cNvSpPr>
                <a:spLocks/>
              </p:cNvSpPr>
              <p:nvPr/>
            </p:nvSpPr>
            <p:spPr bwMode="auto">
              <a:xfrm>
                <a:off x="1599" y="3524"/>
                <a:ext cx="316"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0" y="843"/>
                    </a:moveTo>
                    <a:lnTo>
                      <a:pt x="19731" y="1481"/>
                    </a:lnTo>
                    <a:lnTo>
                      <a:pt x="19522" y="2069"/>
                    </a:lnTo>
                    <a:lnTo>
                      <a:pt x="19313" y="2656"/>
                    </a:lnTo>
                    <a:lnTo>
                      <a:pt x="19045" y="3295"/>
                    </a:lnTo>
                    <a:lnTo>
                      <a:pt x="18866" y="3883"/>
                    </a:lnTo>
                    <a:lnTo>
                      <a:pt x="18597" y="4470"/>
                    </a:lnTo>
                    <a:lnTo>
                      <a:pt x="18448" y="5057"/>
                    </a:lnTo>
                    <a:lnTo>
                      <a:pt x="18209" y="5645"/>
                    </a:lnTo>
                    <a:lnTo>
                      <a:pt x="17940" y="6232"/>
                    </a:lnTo>
                    <a:lnTo>
                      <a:pt x="17731" y="6820"/>
                    </a:lnTo>
                    <a:lnTo>
                      <a:pt x="17493" y="7356"/>
                    </a:lnTo>
                    <a:lnTo>
                      <a:pt x="17284" y="7944"/>
                    </a:lnTo>
                    <a:lnTo>
                      <a:pt x="17075" y="8480"/>
                    </a:lnTo>
                    <a:lnTo>
                      <a:pt x="16866" y="9068"/>
                    </a:lnTo>
                    <a:lnTo>
                      <a:pt x="16597" y="9630"/>
                    </a:lnTo>
                    <a:lnTo>
                      <a:pt x="16358" y="10166"/>
                    </a:lnTo>
                    <a:lnTo>
                      <a:pt x="16179" y="10702"/>
                    </a:lnTo>
                    <a:lnTo>
                      <a:pt x="15940" y="11188"/>
                    </a:lnTo>
                    <a:lnTo>
                      <a:pt x="15731" y="11724"/>
                    </a:lnTo>
                    <a:lnTo>
                      <a:pt x="15522" y="12209"/>
                    </a:lnTo>
                    <a:lnTo>
                      <a:pt x="15313" y="12720"/>
                    </a:lnTo>
                    <a:lnTo>
                      <a:pt x="15045" y="13155"/>
                    </a:lnTo>
                    <a:lnTo>
                      <a:pt x="14836" y="13640"/>
                    </a:lnTo>
                    <a:lnTo>
                      <a:pt x="14657" y="14074"/>
                    </a:lnTo>
                    <a:lnTo>
                      <a:pt x="14418" y="14534"/>
                    </a:lnTo>
                    <a:lnTo>
                      <a:pt x="14209" y="14968"/>
                    </a:lnTo>
                    <a:lnTo>
                      <a:pt x="13940" y="15402"/>
                    </a:lnTo>
                    <a:lnTo>
                      <a:pt x="13791" y="15811"/>
                    </a:lnTo>
                    <a:lnTo>
                      <a:pt x="13552" y="16194"/>
                    </a:lnTo>
                    <a:lnTo>
                      <a:pt x="13343" y="16552"/>
                    </a:lnTo>
                    <a:lnTo>
                      <a:pt x="13104" y="16935"/>
                    </a:lnTo>
                    <a:lnTo>
                      <a:pt x="12836" y="17267"/>
                    </a:lnTo>
                    <a:lnTo>
                      <a:pt x="12657" y="17573"/>
                    </a:lnTo>
                    <a:lnTo>
                      <a:pt x="12448" y="17854"/>
                    </a:lnTo>
                    <a:lnTo>
                      <a:pt x="12239" y="18161"/>
                    </a:lnTo>
                    <a:lnTo>
                      <a:pt x="12000" y="18416"/>
                    </a:lnTo>
                    <a:lnTo>
                      <a:pt x="11791" y="18646"/>
                    </a:lnTo>
                    <a:lnTo>
                      <a:pt x="11582" y="18902"/>
                    </a:lnTo>
                    <a:lnTo>
                      <a:pt x="11373" y="19080"/>
                    </a:lnTo>
                    <a:lnTo>
                      <a:pt x="11134" y="19285"/>
                    </a:lnTo>
                    <a:lnTo>
                      <a:pt x="10955" y="19489"/>
                    </a:lnTo>
                    <a:lnTo>
                      <a:pt x="10716" y="19591"/>
                    </a:lnTo>
                    <a:lnTo>
                      <a:pt x="10537" y="19719"/>
                    </a:lnTo>
                    <a:lnTo>
                      <a:pt x="10328" y="19821"/>
                    </a:lnTo>
                    <a:lnTo>
                      <a:pt x="10060" y="19872"/>
                    </a:lnTo>
                    <a:lnTo>
                      <a:pt x="9881" y="19923"/>
                    </a:lnTo>
                    <a:lnTo>
                      <a:pt x="9672" y="19974"/>
                    </a:lnTo>
                    <a:lnTo>
                      <a:pt x="9463" y="19923"/>
                    </a:lnTo>
                    <a:lnTo>
                      <a:pt x="9254" y="19923"/>
                    </a:lnTo>
                    <a:lnTo>
                      <a:pt x="9045" y="19872"/>
                    </a:lnTo>
                    <a:lnTo>
                      <a:pt x="8866" y="19770"/>
                    </a:lnTo>
                    <a:lnTo>
                      <a:pt x="8627" y="19642"/>
                    </a:lnTo>
                    <a:lnTo>
                      <a:pt x="8418" y="19438"/>
                    </a:lnTo>
                    <a:lnTo>
                      <a:pt x="8149" y="19234"/>
                    </a:lnTo>
                    <a:lnTo>
                      <a:pt x="8000" y="19004"/>
                    </a:lnTo>
                    <a:lnTo>
                      <a:pt x="7761" y="18748"/>
                    </a:lnTo>
                    <a:lnTo>
                      <a:pt x="7493" y="18416"/>
                    </a:lnTo>
                    <a:lnTo>
                      <a:pt x="7284" y="18059"/>
                    </a:lnTo>
                    <a:lnTo>
                      <a:pt x="7045" y="17727"/>
                    </a:lnTo>
                    <a:lnTo>
                      <a:pt x="6776" y="17267"/>
                    </a:lnTo>
                    <a:lnTo>
                      <a:pt x="6597" y="16884"/>
                    </a:lnTo>
                    <a:lnTo>
                      <a:pt x="6328" y="16450"/>
                    </a:lnTo>
                    <a:lnTo>
                      <a:pt x="6090" y="15990"/>
                    </a:lnTo>
                    <a:lnTo>
                      <a:pt x="5881" y="15504"/>
                    </a:lnTo>
                    <a:lnTo>
                      <a:pt x="5672" y="15019"/>
                    </a:lnTo>
                    <a:lnTo>
                      <a:pt x="5463" y="14534"/>
                    </a:lnTo>
                    <a:lnTo>
                      <a:pt x="5224" y="13997"/>
                    </a:lnTo>
                    <a:lnTo>
                      <a:pt x="4955" y="13461"/>
                    </a:lnTo>
                    <a:lnTo>
                      <a:pt x="4746" y="12899"/>
                    </a:lnTo>
                    <a:lnTo>
                      <a:pt x="4478" y="12312"/>
                    </a:lnTo>
                    <a:lnTo>
                      <a:pt x="4269" y="11775"/>
                    </a:lnTo>
                    <a:lnTo>
                      <a:pt x="4060" y="11188"/>
                    </a:lnTo>
                    <a:lnTo>
                      <a:pt x="3881" y="10600"/>
                    </a:lnTo>
                    <a:lnTo>
                      <a:pt x="3672" y="10064"/>
                    </a:lnTo>
                    <a:lnTo>
                      <a:pt x="3433" y="9476"/>
                    </a:lnTo>
                    <a:lnTo>
                      <a:pt x="3224" y="8940"/>
                    </a:lnTo>
                    <a:lnTo>
                      <a:pt x="2985" y="8352"/>
                    </a:lnTo>
                    <a:lnTo>
                      <a:pt x="2806" y="7816"/>
                    </a:lnTo>
                    <a:lnTo>
                      <a:pt x="2627" y="7203"/>
                    </a:lnTo>
                    <a:lnTo>
                      <a:pt x="2388" y="6667"/>
                    </a:lnTo>
                    <a:lnTo>
                      <a:pt x="2239" y="6130"/>
                    </a:lnTo>
                    <a:lnTo>
                      <a:pt x="2060" y="5543"/>
                    </a:lnTo>
                    <a:lnTo>
                      <a:pt x="1821" y="5057"/>
                    </a:lnTo>
                    <a:lnTo>
                      <a:pt x="1672" y="4521"/>
                    </a:lnTo>
                    <a:lnTo>
                      <a:pt x="1493" y="4036"/>
                    </a:lnTo>
                    <a:lnTo>
                      <a:pt x="1373" y="3525"/>
                    </a:lnTo>
                    <a:lnTo>
                      <a:pt x="1164" y="3091"/>
                    </a:lnTo>
                    <a:lnTo>
                      <a:pt x="985" y="2656"/>
                    </a:lnTo>
                    <a:lnTo>
                      <a:pt x="866" y="2197"/>
                    </a:lnTo>
                    <a:lnTo>
                      <a:pt x="746" y="1814"/>
                    </a:lnTo>
                    <a:lnTo>
                      <a:pt x="567" y="1430"/>
                    </a:lnTo>
                    <a:lnTo>
                      <a:pt x="418" y="1073"/>
                    </a:lnTo>
                    <a:lnTo>
                      <a:pt x="299" y="792"/>
                    </a:lnTo>
                    <a:lnTo>
                      <a:pt x="179" y="434"/>
                    </a:lnTo>
                    <a:lnTo>
                      <a:pt x="90" y="153"/>
                    </a:lnTo>
                    <a:lnTo>
                      <a:pt x="0"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69" name="Freeform 37">
                <a:extLst>
                  <a:ext uri="{FF2B5EF4-FFF2-40B4-BE49-F238E27FC236}">
                    <a16:creationId xmlns:a16="http://schemas.microsoft.com/office/drawing/2014/main" id="{4F61FF4D-554D-40AC-8628-AC9DB523AC4E}"/>
                  </a:ext>
                </a:extLst>
              </p:cNvPr>
              <p:cNvSpPr>
                <a:spLocks/>
              </p:cNvSpPr>
              <p:nvPr/>
            </p:nvSpPr>
            <p:spPr bwMode="auto">
              <a:xfrm>
                <a:off x="1916" y="3180"/>
                <a:ext cx="287"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70" name="Freeform 38">
                <a:extLst>
                  <a:ext uri="{FF2B5EF4-FFF2-40B4-BE49-F238E27FC236}">
                    <a16:creationId xmlns:a16="http://schemas.microsoft.com/office/drawing/2014/main" id="{B587D882-E897-4F0C-87FC-06B61B12190D}"/>
                  </a:ext>
                </a:extLst>
              </p:cNvPr>
              <p:cNvSpPr>
                <a:spLocks/>
              </p:cNvSpPr>
              <p:nvPr/>
            </p:nvSpPr>
            <p:spPr bwMode="auto">
              <a:xfrm>
                <a:off x="2198" y="3519"/>
                <a:ext cx="286"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71" name="Freeform 39">
                <a:extLst>
                  <a:ext uri="{FF2B5EF4-FFF2-40B4-BE49-F238E27FC236}">
                    <a16:creationId xmlns:a16="http://schemas.microsoft.com/office/drawing/2014/main" id="{461D87C3-A8E5-4D40-B4BC-17657DECBB65}"/>
                  </a:ext>
                </a:extLst>
              </p:cNvPr>
              <p:cNvSpPr>
                <a:spLocks/>
              </p:cNvSpPr>
              <p:nvPr/>
            </p:nvSpPr>
            <p:spPr bwMode="auto">
              <a:xfrm>
                <a:off x="2482" y="3180"/>
                <a:ext cx="288"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72" name="Freeform 40">
                <a:extLst>
                  <a:ext uri="{FF2B5EF4-FFF2-40B4-BE49-F238E27FC236}">
                    <a16:creationId xmlns:a16="http://schemas.microsoft.com/office/drawing/2014/main" id="{04BF9DEC-A897-491B-8D44-471CC886310A}"/>
                  </a:ext>
                </a:extLst>
              </p:cNvPr>
              <p:cNvSpPr>
                <a:spLocks/>
              </p:cNvSpPr>
              <p:nvPr/>
            </p:nvSpPr>
            <p:spPr bwMode="auto">
              <a:xfrm>
                <a:off x="2762" y="3519"/>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73" name="Freeform 41">
                <a:extLst>
                  <a:ext uri="{FF2B5EF4-FFF2-40B4-BE49-F238E27FC236}">
                    <a16:creationId xmlns:a16="http://schemas.microsoft.com/office/drawing/2014/main" id="{5DB15AAE-514B-42E0-84D1-12D34D52C86E}"/>
                  </a:ext>
                </a:extLst>
              </p:cNvPr>
              <p:cNvSpPr>
                <a:spLocks/>
              </p:cNvSpPr>
              <p:nvPr/>
            </p:nvSpPr>
            <p:spPr bwMode="auto">
              <a:xfrm>
                <a:off x="3049" y="3167"/>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32"/>
                    </a:moveTo>
                    <a:lnTo>
                      <a:pt x="197" y="18493"/>
                    </a:lnTo>
                    <a:lnTo>
                      <a:pt x="427" y="17905"/>
                    </a:lnTo>
                    <a:lnTo>
                      <a:pt x="657" y="17318"/>
                    </a:lnTo>
                    <a:lnTo>
                      <a:pt x="952" y="16679"/>
                    </a:lnTo>
                    <a:lnTo>
                      <a:pt x="1084" y="16092"/>
                    </a:lnTo>
                    <a:lnTo>
                      <a:pt x="1314" y="15504"/>
                    </a:lnTo>
                    <a:lnTo>
                      <a:pt x="1544" y="14917"/>
                    </a:lnTo>
                    <a:lnTo>
                      <a:pt x="1708" y="14330"/>
                    </a:lnTo>
                    <a:lnTo>
                      <a:pt x="2003" y="13742"/>
                    </a:lnTo>
                    <a:lnTo>
                      <a:pt x="2233" y="13155"/>
                    </a:lnTo>
                    <a:lnTo>
                      <a:pt x="2430" y="12618"/>
                    </a:lnTo>
                    <a:lnTo>
                      <a:pt x="2726" y="12031"/>
                    </a:lnTo>
                    <a:lnTo>
                      <a:pt x="2857" y="11494"/>
                    </a:lnTo>
                    <a:lnTo>
                      <a:pt x="3120" y="10907"/>
                    </a:lnTo>
                    <a:lnTo>
                      <a:pt x="3383" y="10345"/>
                    </a:lnTo>
                    <a:lnTo>
                      <a:pt x="3547" y="9808"/>
                    </a:lnTo>
                    <a:lnTo>
                      <a:pt x="3810" y="9272"/>
                    </a:lnTo>
                    <a:lnTo>
                      <a:pt x="4007" y="8787"/>
                    </a:lnTo>
                    <a:lnTo>
                      <a:pt x="4236" y="8250"/>
                    </a:lnTo>
                    <a:lnTo>
                      <a:pt x="4433" y="7765"/>
                    </a:lnTo>
                    <a:lnTo>
                      <a:pt x="4663" y="7254"/>
                    </a:lnTo>
                    <a:lnTo>
                      <a:pt x="4959" y="6820"/>
                    </a:lnTo>
                    <a:lnTo>
                      <a:pt x="5090" y="6335"/>
                    </a:lnTo>
                    <a:lnTo>
                      <a:pt x="5353" y="5900"/>
                    </a:lnTo>
                    <a:lnTo>
                      <a:pt x="5517" y="5441"/>
                    </a:lnTo>
                    <a:lnTo>
                      <a:pt x="5714" y="5006"/>
                    </a:lnTo>
                    <a:lnTo>
                      <a:pt x="6010" y="4572"/>
                    </a:lnTo>
                    <a:lnTo>
                      <a:pt x="6207" y="4163"/>
                    </a:lnTo>
                    <a:lnTo>
                      <a:pt x="6404" y="3780"/>
                    </a:lnTo>
                    <a:lnTo>
                      <a:pt x="6634" y="3448"/>
                    </a:lnTo>
                    <a:lnTo>
                      <a:pt x="6864" y="3040"/>
                    </a:lnTo>
                    <a:lnTo>
                      <a:pt x="7094" y="2708"/>
                    </a:lnTo>
                    <a:lnTo>
                      <a:pt x="7323" y="2401"/>
                    </a:lnTo>
                    <a:lnTo>
                      <a:pt x="7521" y="2120"/>
                    </a:lnTo>
                    <a:lnTo>
                      <a:pt x="7685" y="1814"/>
                    </a:lnTo>
                    <a:lnTo>
                      <a:pt x="7947" y="1558"/>
                    </a:lnTo>
                    <a:lnTo>
                      <a:pt x="8210" y="1328"/>
                    </a:lnTo>
                    <a:lnTo>
                      <a:pt x="8342" y="1073"/>
                    </a:lnTo>
                    <a:lnTo>
                      <a:pt x="8604" y="894"/>
                    </a:lnTo>
                    <a:lnTo>
                      <a:pt x="8801" y="690"/>
                    </a:lnTo>
                    <a:lnTo>
                      <a:pt x="9064" y="485"/>
                    </a:lnTo>
                    <a:lnTo>
                      <a:pt x="9228" y="383"/>
                    </a:lnTo>
                    <a:lnTo>
                      <a:pt x="9425" y="255"/>
                    </a:lnTo>
                    <a:lnTo>
                      <a:pt x="9622" y="153"/>
                    </a:lnTo>
                    <a:lnTo>
                      <a:pt x="9885" y="102"/>
                    </a:lnTo>
                    <a:lnTo>
                      <a:pt x="10082" y="51"/>
                    </a:lnTo>
                    <a:lnTo>
                      <a:pt x="10246" y="0"/>
                    </a:lnTo>
                    <a:lnTo>
                      <a:pt x="10509" y="51"/>
                    </a:lnTo>
                    <a:lnTo>
                      <a:pt x="10739" y="51"/>
                    </a:lnTo>
                    <a:lnTo>
                      <a:pt x="10903" y="102"/>
                    </a:lnTo>
                    <a:lnTo>
                      <a:pt x="11100" y="204"/>
                    </a:lnTo>
                    <a:lnTo>
                      <a:pt x="11330" y="332"/>
                    </a:lnTo>
                    <a:lnTo>
                      <a:pt x="11527" y="536"/>
                    </a:lnTo>
                    <a:lnTo>
                      <a:pt x="11790" y="741"/>
                    </a:lnTo>
                    <a:lnTo>
                      <a:pt x="12020" y="971"/>
                    </a:lnTo>
                    <a:lnTo>
                      <a:pt x="12184" y="1226"/>
                    </a:lnTo>
                    <a:lnTo>
                      <a:pt x="12447" y="1558"/>
                    </a:lnTo>
                    <a:lnTo>
                      <a:pt x="12677" y="1916"/>
                    </a:lnTo>
                    <a:lnTo>
                      <a:pt x="12906" y="2248"/>
                    </a:lnTo>
                    <a:lnTo>
                      <a:pt x="13136" y="2708"/>
                    </a:lnTo>
                    <a:lnTo>
                      <a:pt x="13366" y="3091"/>
                    </a:lnTo>
                    <a:lnTo>
                      <a:pt x="13629" y="3525"/>
                    </a:lnTo>
                    <a:lnTo>
                      <a:pt x="13892" y="3985"/>
                    </a:lnTo>
                    <a:lnTo>
                      <a:pt x="14056" y="4470"/>
                    </a:lnTo>
                    <a:lnTo>
                      <a:pt x="14286" y="4955"/>
                    </a:lnTo>
                    <a:lnTo>
                      <a:pt x="14516" y="5441"/>
                    </a:lnTo>
                    <a:lnTo>
                      <a:pt x="14713" y="5977"/>
                    </a:lnTo>
                    <a:lnTo>
                      <a:pt x="15008" y="6539"/>
                    </a:lnTo>
                    <a:lnTo>
                      <a:pt x="15205" y="7075"/>
                    </a:lnTo>
                    <a:lnTo>
                      <a:pt x="15468" y="7663"/>
                    </a:lnTo>
                    <a:lnTo>
                      <a:pt x="15731" y="8199"/>
                    </a:lnTo>
                    <a:lnTo>
                      <a:pt x="15895" y="8787"/>
                    </a:lnTo>
                    <a:lnTo>
                      <a:pt x="16092" y="9374"/>
                    </a:lnTo>
                    <a:lnTo>
                      <a:pt x="16289" y="9911"/>
                    </a:lnTo>
                    <a:lnTo>
                      <a:pt x="16486" y="10498"/>
                    </a:lnTo>
                    <a:lnTo>
                      <a:pt x="16749" y="11034"/>
                    </a:lnTo>
                    <a:lnTo>
                      <a:pt x="16913" y="11622"/>
                    </a:lnTo>
                    <a:lnTo>
                      <a:pt x="17176" y="12184"/>
                    </a:lnTo>
                    <a:lnTo>
                      <a:pt x="17340" y="12771"/>
                    </a:lnTo>
                    <a:lnTo>
                      <a:pt x="17570" y="13308"/>
                    </a:lnTo>
                    <a:lnTo>
                      <a:pt x="17734" y="13844"/>
                    </a:lnTo>
                    <a:lnTo>
                      <a:pt x="17898" y="14432"/>
                    </a:lnTo>
                    <a:lnTo>
                      <a:pt x="18128" y="14917"/>
                    </a:lnTo>
                    <a:lnTo>
                      <a:pt x="18325" y="15453"/>
                    </a:lnTo>
                    <a:lnTo>
                      <a:pt x="18456" y="15964"/>
                    </a:lnTo>
                    <a:lnTo>
                      <a:pt x="18621" y="16450"/>
                    </a:lnTo>
                    <a:lnTo>
                      <a:pt x="18752" y="16884"/>
                    </a:lnTo>
                    <a:lnTo>
                      <a:pt x="18982" y="17318"/>
                    </a:lnTo>
                    <a:lnTo>
                      <a:pt x="19048" y="17778"/>
                    </a:lnTo>
                    <a:lnTo>
                      <a:pt x="19179" y="18161"/>
                    </a:lnTo>
                    <a:lnTo>
                      <a:pt x="19409" y="18544"/>
                    </a:lnTo>
                    <a:lnTo>
                      <a:pt x="19540" y="18902"/>
                    </a:lnTo>
                    <a:lnTo>
                      <a:pt x="19672" y="19183"/>
                    </a:lnTo>
                    <a:lnTo>
                      <a:pt x="19803" y="19540"/>
                    </a:lnTo>
                    <a:lnTo>
                      <a:pt x="19869" y="19821"/>
                    </a:lnTo>
                    <a:lnTo>
                      <a:pt x="19967"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74" name="Freeform 42">
                <a:extLst>
                  <a:ext uri="{FF2B5EF4-FFF2-40B4-BE49-F238E27FC236}">
                    <a16:creationId xmlns:a16="http://schemas.microsoft.com/office/drawing/2014/main" id="{F0E68A6B-7126-46CE-BF30-561F6C3F461A}"/>
                  </a:ext>
                </a:extLst>
              </p:cNvPr>
              <p:cNvSpPr>
                <a:spLocks/>
              </p:cNvSpPr>
              <p:nvPr/>
            </p:nvSpPr>
            <p:spPr bwMode="auto">
              <a:xfrm>
                <a:off x="3330" y="3520"/>
                <a:ext cx="287" cy="37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894"/>
                    </a:moveTo>
                    <a:lnTo>
                      <a:pt x="197" y="1533"/>
                    </a:lnTo>
                    <a:lnTo>
                      <a:pt x="427" y="2120"/>
                    </a:lnTo>
                    <a:lnTo>
                      <a:pt x="657" y="2708"/>
                    </a:lnTo>
                    <a:lnTo>
                      <a:pt x="952" y="3295"/>
                    </a:lnTo>
                    <a:lnTo>
                      <a:pt x="1084" y="3934"/>
                    </a:lnTo>
                    <a:lnTo>
                      <a:pt x="1314" y="4521"/>
                    </a:lnTo>
                    <a:lnTo>
                      <a:pt x="1544" y="5109"/>
                    </a:lnTo>
                    <a:lnTo>
                      <a:pt x="1708" y="5696"/>
                    </a:lnTo>
                    <a:lnTo>
                      <a:pt x="2003" y="6284"/>
                    </a:lnTo>
                    <a:lnTo>
                      <a:pt x="2233" y="6820"/>
                    </a:lnTo>
                    <a:lnTo>
                      <a:pt x="2430" y="7407"/>
                    </a:lnTo>
                    <a:lnTo>
                      <a:pt x="2726" y="7944"/>
                    </a:lnTo>
                    <a:lnTo>
                      <a:pt x="2857" y="8531"/>
                    </a:lnTo>
                    <a:lnTo>
                      <a:pt x="3120" y="9119"/>
                    </a:lnTo>
                    <a:lnTo>
                      <a:pt x="3383" y="9630"/>
                    </a:lnTo>
                    <a:lnTo>
                      <a:pt x="3547" y="10217"/>
                    </a:lnTo>
                    <a:lnTo>
                      <a:pt x="3810" y="10754"/>
                    </a:lnTo>
                    <a:lnTo>
                      <a:pt x="4007" y="11239"/>
                    </a:lnTo>
                    <a:lnTo>
                      <a:pt x="4236" y="11775"/>
                    </a:lnTo>
                    <a:lnTo>
                      <a:pt x="4433" y="12261"/>
                    </a:lnTo>
                    <a:lnTo>
                      <a:pt x="4663" y="12771"/>
                    </a:lnTo>
                    <a:lnTo>
                      <a:pt x="4959" y="13206"/>
                    </a:lnTo>
                    <a:lnTo>
                      <a:pt x="5090" y="13640"/>
                    </a:lnTo>
                    <a:lnTo>
                      <a:pt x="5386" y="14074"/>
                    </a:lnTo>
                    <a:lnTo>
                      <a:pt x="5517" y="14585"/>
                    </a:lnTo>
                    <a:lnTo>
                      <a:pt x="5714" y="15019"/>
                    </a:lnTo>
                    <a:lnTo>
                      <a:pt x="6010" y="15453"/>
                    </a:lnTo>
                    <a:lnTo>
                      <a:pt x="6207" y="15862"/>
                    </a:lnTo>
                    <a:lnTo>
                      <a:pt x="6404" y="16194"/>
                    </a:lnTo>
                    <a:lnTo>
                      <a:pt x="6634" y="16577"/>
                    </a:lnTo>
                    <a:lnTo>
                      <a:pt x="6864" y="16935"/>
                    </a:lnTo>
                    <a:lnTo>
                      <a:pt x="7094" y="17267"/>
                    </a:lnTo>
                    <a:lnTo>
                      <a:pt x="7323" y="17573"/>
                    </a:lnTo>
                    <a:lnTo>
                      <a:pt x="7521" y="17905"/>
                    </a:lnTo>
                    <a:lnTo>
                      <a:pt x="7685" y="18212"/>
                    </a:lnTo>
                    <a:lnTo>
                      <a:pt x="7947" y="18467"/>
                    </a:lnTo>
                    <a:lnTo>
                      <a:pt x="8210" y="18697"/>
                    </a:lnTo>
                    <a:lnTo>
                      <a:pt x="8342" y="18953"/>
                    </a:lnTo>
                    <a:lnTo>
                      <a:pt x="8604" y="19132"/>
                    </a:lnTo>
                    <a:lnTo>
                      <a:pt x="8801" y="19336"/>
                    </a:lnTo>
                    <a:lnTo>
                      <a:pt x="9064" y="19489"/>
                    </a:lnTo>
                    <a:lnTo>
                      <a:pt x="9228" y="19642"/>
                    </a:lnTo>
                    <a:lnTo>
                      <a:pt x="9425" y="19719"/>
                    </a:lnTo>
                    <a:lnTo>
                      <a:pt x="9622" y="19872"/>
                    </a:lnTo>
                    <a:lnTo>
                      <a:pt x="9885" y="19923"/>
                    </a:lnTo>
                    <a:lnTo>
                      <a:pt x="10082" y="19974"/>
                    </a:lnTo>
                    <a:lnTo>
                      <a:pt x="10246" y="19974"/>
                    </a:lnTo>
                    <a:lnTo>
                      <a:pt x="10509" y="19974"/>
                    </a:lnTo>
                    <a:lnTo>
                      <a:pt x="10739" y="19974"/>
                    </a:lnTo>
                    <a:lnTo>
                      <a:pt x="10903" y="19923"/>
                    </a:lnTo>
                    <a:lnTo>
                      <a:pt x="11100" y="19821"/>
                    </a:lnTo>
                    <a:lnTo>
                      <a:pt x="11330" y="19693"/>
                    </a:lnTo>
                    <a:lnTo>
                      <a:pt x="11626" y="19489"/>
                    </a:lnTo>
                    <a:lnTo>
                      <a:pt x="11790" y="19234"/>
                    </a:lnTo>
                    <a:lnTo>
                      <a:pt x="12020" y="19055"/>
                    </a:lnTo>
                    <a:lnTo>
                      <a:pt x="12184" y="18748"/>
                    </a:lnTo>
                    <a:lnTo>
                      <a:pt x="12447" y="18467"/>
                    </a:lnTo>
                    <a:lnTo>
                      <a:pt x="12677" y="18110"/>
                    </a:lnTo>
                    <a:lnTo>
                      <a:pt x="12906" y="17727"/>
                    </a:lnTo>
                    <a:lnTo>
                      <a:pt x="13136" y="17318"/>
                    </a:lnTo>
                    <a:lnTo>
                      <a:pt x="13366" y="16884"/>
                    </a:lnTo>
                    <a:lnTo>
                      <a:pt x="13629" y="16501"/>
                    </a:lnTo>
                    <a:lnTo>
                      <a:pt x="13892" y="16041"/>
                    </a:lnTo>
                    <a:lnTo>
                      <a:pt x="14056" y="15556"/>
                    </a:lnTo>
                    <a:lnTo>
                      <a:pt x="14286" y="15070"/>
                    </a:lnTo>
                    <a:lnTo>
                      <a:pt x="14516" y="14534"/>
                    </a:lnTo>
                    <a:lnTo>
                      <a:pt x="14713" y="13997"/>
                    </a:lnTo>
                    <a:lnTo>
                      <a:pt x="15008" y="13487"/>
                    </a:lnTo>
                    <a:lnTo>
                      <a:pt x="15205" y="12950"/>
                    </a:lnTo>
                    <a:lnTo>
                      <a:pt x="15468" y="12363"/>
                    </a:lnTo>
                    <a:lnTo>
                      <a:pt x="15731" y="11775"/>
                    </a:lnTo>
                    <a:lnTo>
                      <a:pt x="15895" y="11239"/>
                    </a:lnTo>
                    <a:lnTo>
                      <a:pt x="16092" y="10651"/>
                    </a:lnTo>
                    <a:lnTo>
                      <a:pt x="16289" y="10064"/>
                    </a:lnTo>
                    <a:lnTo>
                      <a:pt x="16552" y="9527"/>
                    </a:lnTo>
                    <a:lnTo>
                      <a:pt x="16749" y="8940"/>
                    </a:lnTo>
                    <a:lnTo>
                      <a:pt x="16913" y="8352"/>
                    </a:lnTo>
                    <a:lnTo>
                      <a:pt x="17176" y="7816"/>
                    </a:lnTo>
                    <a:lnTo>
                      <a:pt x="17340" y="7203"/>
                    </a:lnTo>
                    <a:lnTo>
                      <a:pt x="17570" y="6667"/>
                    </a:lnTo>
                    <a:lnTo>
                      <a:pt x="17734" y="6130"/>
                    </a:lnTo>
                    <a:lnTo>
                      <a:pt x="17898" y="5594"/>
                    </a:lnTo>
                    <a:lnTo>
                      <a:pt x="18128" y="5057"/>
                    </a:lnTo>
                    <a:lnTo>
                      <a:pt x="18325" y="4572"/>
                    </a:lnTo>
                    <a:lnTo>
                      <a:pt x="18456" y="4061"/>
                    </a:lnTo>
                    <a:lnTo>
                      <a:pt x="18621" y="3525"/>
                    </a:lnTo>
                    <a:lnTo>
                      <a:pt x="18752" y="3142"/>
                    </a:lnTo>
                    <a:lnTo>
                      <a:pt x="18982" y="2656"/>
                    </a:lnTo>
                    <a:lnTo>
                      <a:pt x="19048" y="2248"/>
                    </a:lnTo>
                    <a:lnTo>
                      <a:pt x="19278" y="1814"/>
                    </a:lnTo>
                    <a:lnTo>
                      <a:pt x="19409" y="1430"/>
                    </a:lnTo>
                    <a:lnTo>
                      <a:pt x="19540" y="1073"/>
                    </a:lnTo>
                    <a:lnTo>
                      <a:pt x="19672" y="843"/>
                    </a:lnTo>
                    <a:lnTo>
                      <a:pt x="19803" y="485"/>
                    </a:lnTo>
                    <a:lnTo>
                      <a:pt x="19869" y="204"/>
                    </a:lnTo>
                    <a:lnTo>
                      <a:pt x="19967" y="0"/>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75" name="Freeform 43">
                <a:extLst>
                  <a:ext uri="{FF2B5EF4-FFF2-40B4-BE49-F238E27FC236}">
                    <a16:creationId xmlns:a16="http://schemas.microsoft.com/office/drawing/2014/main" id="{4BB2C35F-A9F7-4CDD-BB23-8267C2A0EA81}"/>
                  </a:ext>
                </a:extLst>
              </p:cNvPr>
              <p:cNvSpPr>
                <a:spLocks/>
              </p:cNvSpPr>
              <p:nvPr/>
            </p:nvSpPr>
            <p:spPr bwMode="auto">
              <a:xfrm>
                <a:off x="3612" y="3174"/>
                <a:ext cx="288" cy="374"/>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76" name="Freeform 44">
                <a:extLst>
                  <a:ext uri="{FF2B5EF4-FFF2-40B4-BE49-F238E27FC236}">
                    <a16:creationId xmlns:a16="http://schemas.microsoft.com/office/drawing/2014/main" id="{48F5D7F1-5411-41F5-B271-C31DE3219471}"/>
                  </a:ext>
                </a:extLst>
              </p:cNvPr>
              <p:cNvSpPr>
                <a:spLocks/>
              </p:cNvSpPr>
              <p:nvPr/>
            </p:nvSpPr>
            <p:spPr bwMode="auto">
              <a:xfrm>
                <a:off x="1320" y="3181"/>
                <a:ext cx="286" cy="37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7" y="19080"/>
                    </a:moveTo>
                    <a:lnTo>
                      <a:pt x="19737" y="18467"/>
                    </a:lnTo>
                    <a:lnTo>
                      <a:pt x="19540" y="17854"/>
                    </a:lnTo>
                    <a:lnTo>
                      <a:pt x="19310" y="17267"/>
                    </a:lnTo>
                    <a:lnTo>
                      <a:pt x="19048" y="16679"/>
                    </a:lnTo>
                    <a:lnTo>
                      <a:pt x="18851" y="16041"/>
                    </a:lnTo>
                    <a:lnTo>
                      <a:pt x="18621" y="15453"/>
                    </a:lnTo>
                    <a:lnTo>
                      <a:pt x="18424" y="14866"/>
                    </a:lnTo>
                    <a:lnTo>
                      <a:pt x="18194" y="14278"/>
                    </a:lnTo>
                    <a:lnTo>
                      <a:pt x="17997" y="13691"/>
                    </a:lnTo>
                    <a:lnTo>
                      <a:pt x="17734" y="13155"/>
                    </a:lnTo>
                    <a:lnTo>
                      <a:pt x="17537" y="12567"/>
                    </a:lnTo>
                    <a:lnTo>
                      <a:pt x="17241" y="12031"/>
                    </a:lnTo>
                    <a:lnTo>
                      <a:pt x="17077" y="11443"/>
                    </a:lnTo>
                    <a:lnTo>
                      <a:pt x="16847" y="10856"/>
                    </a:lnTo>
                    <a:lnTo>
                      <a:pt x="16585" y="10345"/>
                    </a:lnTo>
                    <a:lnTo>
                      <a:pt x="16420" y="9757"/>
                    </a:lnTo>
                    <a:lnTo>
                      <a:pt x="16158" y="9221"/>
                    </a:lnTo>
                    <a:lnTo>
                      <a:pt x="15928" y="8736"/>
                    </a:lnTo>
                    <a:lnTo>
                      <a:pt x="15764" y="8199"/>
                    </a:lnTo>
                    <a:lnTo>
                      <a:pt x="15501" y="7714"/>
                    </a:lnTo>
                    <a:lnTo>
                      <a:pt x="15304" y="7203"/>
                    </a:lnTo>
                    <a:lnTo>
                      <a:pt x="15008" y="6769"/>
                    </a:lnTo>
                    <a:lnTo>
                      <a:pt x="14877" y="6335"/>
                    </a:lnTo>
                    <a:lnTo>
                      <a:pt x="14614" y="5900"/>
                    </a:lnTo>
                    <a:lnTo>
                      <a:pt x="14417" y="5390"/>
                    </a:lnTo>
                    <a:lnTo>
                      <a:pt x="14220" y="4955"/>
                    </a:lnTo>
                    <a:lnTo>
                      <a:pt x="13924" y="4521"/>
                    </a:lnTo>
                    <a:lnTo>
                      <a:pt x="13760" y="4112"/>
                    </a:lnTo>
                    <a:lnTo>
                      <a:pt x="13530" y="3780"/>
                    </a:lnTo>
                    <a:lnTo>
                      <a:pt x="13333" y="3397"/>
                    </a:lnTo>
                    <a:lnTo>
                      <a:pt x="13136" y="3040"/>
                    </a:lnTo>
                    <a:lnTo>
                      <a:pt x="12874" y="2708"/>
                    </a:lnTo>
                    <a:lnTo>
                      <a:pt x="12644" y="2401"/>
                    </a:lnTo>
                    <a:lnTo>
                      <a:pt x="12447" y="2069"/>
                    </a:lnTo>
                    <a:lnTo>
                      <a:pt x="12250" y="1762"/>
                    </a:lnTo>
                    <a:lnTo>
                      <a:pt x="12053" y="1533"/>
                    </a:lnTo>
                    <a:lnTo>
                      <a:pt x="11757" y="1277"/>
                    </a:lnTo>
                    <a:lnTo>
                      <a:pt x="11626" y="1022"/>
                    </a:lnTo>
                    <a:lnTo>
                      <a:pt x="11363" y="843"/>
                    </a:lnTo>
                    <a:lnTo>
                      <a:pt x="11166" y="639"/>
                    </a:lnTo>
                    <a:lnTo>
                      <a:pt x="10903" y="485"/>
                    </a:lnTo>
                    <a:lnTo>
                      <a:pt x="10739" y="332"/>
                    </a:lnTo>
                    <a:lnTo>
                      <a:pt x="10575" y="255"/>
                    </a:lnTo>
                    <a:lnTo>
                      <a:pt x="10345" y="102"/>
                    </a:lnTo>
                    <a:lnTo>
                      <a:pt x="10082" y="51"/>
                    </a:lnTo>
                    <a:lnTo>
                      <a:pt x="9885" y="0"/>
                    </a:lnTo>
                    <a:lnTo>
                      <a:pt x="9655" y="0"/>
                    </a:lnTo>
                    <a:lnTo>
                      <a:pt x="9425" y="0"/>
                    </a:lnTo>
                    <a:lnTo>
                      <a:pt x="9228" y="0"/>
                    </a:lnTo>
                    <a:lnTo>
                      <a:pt x="9097" y="51"/>
                    </a:lnTo>
                    <a:lnTo>
                      <a:pt x="8834" y="153"/>
                    </a:lnTo>
                    <a:lnTo>
                      <a:pt x="8637" y="307"/>
                    </a:lnTo>
                    <a:lnTo>
                      <a:pt x="8342" y="485"/>
                    </a:lnTo>
                    <a:lnTo>
                      <a:pt x="8144" y="741"/>
                    </a:lnTo>
                    <a:lnTo>
                      <a:pt x="7947" y="945"/>
                    </a:lnTo>
                    <a:lnTo>
                      <a:pt x="7750" y="1226"/>
                    </a:lnTo>
                    <a:lnTo>
                      <a:pt x="7521" y="1533"/>
                    </a:lnTo>
                    <a:lnTo>
                      <a:pt x="7258" y="1865"/>
                    </a:lnTo>
                    <a:lnTo>
                      <a:pt x="7061" y="2248"/>
                    </a:lnTo>
                    <a:lnTo>
                      <a:pt x="6798" y="2656"/>
                    </a:lnTo>
                    <a:lnTo>
                      <a:pt x="6568" y="3091"/>
                    </a:lnTo>
                    <a:lnTo>
                      <a:pt x="6338" y="3474"/>
                    </a:lnTo>
                    <a:lnTo>
                      <a:pt x="6108" y="3934"/>
                    </a:lnTo>
                    <a:lnTo>
                      <a:pt x="5846" y="4419"/>
                    </a:lnTo>
                    <a:lnTo>
                      <a:pt x="5681" y="4904"/>
                    </a:lnTo>
                    <a:lnTo>
                      <a:pt x="5419" y="5441"/>
                    </a:lnTo>
                    <a:lnTo>
                      <a:pt x="5255" y="5977"/>
                    </a:lnTo>
                    <a:lnTo>
                      <a:pt x="4992" y="6488"/>
                    </a:lnTo>
                    <a:lnTo>
                      <a:pt x="4729" y="7024"/>
                    </a:lnTo>
                    <a:lnTo>
                      <a:pt x="4499" y="7612"/>
                    </a:lnTo>
                    <a:lnTo>
                      <a:pt x="4236" y="8199"/>
                    </a:lnTo>
                    <a:lnTo>
                      <a:pt x="4072" y="8736"/>
                    </a:lnTo>
                    <a:lnTo>
                      <a:pt x="3908" y="9323"/>
                    </a:lnTo>
                    <a:lnTo>
                      <a:pt x="3678" y="9911"/>
                    </a:lnTo>
                    <a:lnTo>
                      <a:pt x="3415" y="10447"/>
                    </a:lnTo>
                    <a:lnTo>
                      <a:pt x="3218" y="11034"/>
                    </a:lnTo>
                    <a:lnTo>
                      <a:pt x="2989" y="11622"/>
                    </a:lnTo>
                    <a:lnTo>
                      <a:pt x="2759" y="12184"/>
                    </a:lnTo>
                    <a:lnTo>
                      <a:pt x="2594" y="12771"/>
                    </a:lnTo>
                    <a:lnTo>
                      <a:pt x="2430" y="13308"/>
                    </a:lnTo>
                    <a:lnTo>
                      <a:pt x="2233" y="13844"/>
                    </a:lnTo>
                    <a:lnTo>
                      <a:pt x="2003" y="14381"/>
                    </a:lnTo>
                    <a:lnTo>
                      <a:pt x="1839" y="14917"/>
                    </a:lnTo>
                    <a:lnTo>
                      <a:pt x="1675" y="15402"/>
                    </a:lnTo>
                    <a:lnTo>
                      <a:pt x="1478" y="15913"/>
                    </a:lnTo>
                    <a:lnTo>
                      <a:pt x="1314" y="16450"/>
                    </a:lnTo>
                    <a:lnTo>
                      <a:pt x="1182" y="16833"/>
                    </a:lnTo>
                    <a:lnTo>
                      <a:pt x="985" y="17318"/>
                    </a:lnTo>
                    <a:lnTo>
                      <a:pt x="887" y="17727"/>
                    </a:lnTo>
                    <a:lnTo>
                      <a:pt x="690" y="18161"/>
                    </a:lnTo>
                    <a:lnTo>
                      <a:pt x="558" y="18544"/>
                    </a:lnTo>
                    <a:lnTo>
                      <a:pt x="427" y="18902"/>
                    </a:lnTo>
                    <a:lnTo>
                      <a:pt x="296" y="19132"/>
                    </a:lnTo>
                    <a:lnTo>
                      <a:pt x="197" y="19489"/>
                    </a:lnTo>
                    <a:lnTo>
                      <a:pt x="99" y="19770"/>
                    </a:lnTo>
                    <a:lnTo>
                      <a:pt x="0" y="19974"/>
                    </a:lnTo>
                  </a:path>
                </a:pathLst>
              </a:custGeom>
              <a:noFill/>
              <a:ln w="28575">
                <a:solidFill>
                  <a:schemeClr val="bg1">
                    <a:lumMod val="75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grpSp>
        <p:nvGrpSpPr>
          <p:cNvPr id="183" name="组合 182">
            <a:extLst>
              <a:ext uri="{FF2B5EF4-FFF2-40B4-BE49-F238E27FC236}">
                <a16:creationId xmlns:a16="http://schemas.microsoft.com/office/drawing/2014/main" id="{262ECA2F-61E6-47F8-9E6F-65E6C4816355}"/>
              </a:ext>
            </a:extLst>
          </p:cNvPr>
          <p:cNvGrpSpPr/>
          <p:nvPr/>
        </p:nvGrpSpPr>
        <p:grpSpPr>
          <a:xfrm>
            <a:off x="6976720" y="4441677"/>
            <a:ext cx="4573145" cy="332049"/>
            <a:chOff x="7035989" y="2993877"/>
            <a:chExt cx="4573145" cy="332049"/>
          </a:xfrm>
        </p:grpSpPr>
        <p:sp>
          <p:nvSpPr>
            <p:cNvPr id="136" name="椭圆 135">
              <a:extLst>
                <a:ext uri="{FF2B5EF4-FFF2-40B4-BE49-F238E27FC236}">
                  <a16:creationId xmlns:a16="http://schemas.microsoft.com/office/drawing/2014/main" id="{AC9FFEA0-4A35-4343-A4A2-EBA0616481BD}"/>
                </a:ext>
              </a:extLst>
            </p:cNvPr>
            <p:cNvSpPr/>
            <p:nvPr/>
          </p:nvSpPr>
          <p:spPr>
            <a:xfrm>
              <a:off x="7035989" y="2993877"/>
              <a:ext cx="973203"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7" name="椭圆 176">
              <a:extLst>
                <a:ext uri="{FF2B5EF4-FFF2-40B4-BE49-F238E27FC236}">
                  <a16:creationId xmlns:a16="http://schemas.microsoft.com/office/drawing/2014/main" id="{85C163D5-FA23-41E4-A165-D530333C4EF3}"/>
                </a:ext>
              </a:extLst>
            </p:cNvPr>
            <p:cNvSpPr/>
            <p:nvPr/>
          </p:nvSpPr>
          <p:spPr>
            <a:xfrm>
              <a:off x="8001915" y="2993877"/>
              <a:ext cx="911484"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8" name="椭圆 177">
              <a:extLst>
                <a:ext uri="{FF2B5EF4-FFF2-40B4-BE49-F238E27FC236}">
                  <a16:creationId xmlns:a16="http://schemas.microsoft.com/office/drawing/2014/main" id="{A010B2B8-2602-4C0D-8952-932CF4B25460}"/>
                </a:ext>
              </a:extLst>
            </p:cNvPr>
            <p:cNvSpPr/>
            <p:nvPr/>
          </p:nvSpPr>
          <p:spPr>
            <a:xfrm>
              <a:off x="8904097" y="2993877"/>
              <a:ext cx="908031"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椭圆 178">
              <a:extLst>
                <a:ext uri="{FF2B5EF4-FFF2-40B4-BE49-F238E27FC236}">
                  <a16:creationId xmlns:a16="http://schemas.microsoft.com/office/drawing/2014/main" id="{0B0E6791-3F64-408B-9236-78A515680EED}"/>
                </a:ext>
              </a:extLst>
            </p:cNvPr>
            <p:cNvSpPr/>
            <p:nvPr/>
          </p:nvSpPr>
          <p:spPr>
            <a:xfrm>
              <a:off x="9802290" y="2993877"/>
              <a:ext cx="886538"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0" name="椭圆 179">
              <a:extLst>
                <a:ext uri="{FF2B5EF4-FFF2-40B4-BE49-F238E27FC236}">
                  <a16:creationId xmlns:a16="http://schemas.microsoft.com/office/drawing/2014/main" id="{21073A07-8B6B-4BAF-9708-EFC96E50CE0B}"/>
                </a:ext>
              </a:extLst>
            </p:cNvPr>
            <p:cNvSpPr/>
            <p:nvPr/>
          </p:nvSpPr>
          <p:spPr>
            <a:xfrm>
              <a:off x="10708608" y="2993877"/>
              <a:ext cx="900526" cy="332049"/>
            </a:xfrm>
            <a:prstGeom prst="ellipse">
              <a:avLst/>
            </a:prstGeom>
            <a:solidFill>
              <a:schemeClr val="accent5">
                <a:lumMod val="75000"/>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84" name="矩形 183">
            <a:extLst>
              <a:ext uri="{FF2B5EF4-FFF2-40B4-BE49-F238E27FC236}">
                <a16:creationId xmlns:a16="http://schemas.microsoft.com/office/drawing/2014/main" id="{229C13B1-24D5-4453-9C40-8074FE1F4EBA}"/>
              </a:ext>
            </a:extLst>
          </p:cNvPr>
          <p:cNvSpPr>
            <a:spLocks noChangeArrowheads="1"/>
          </p:cNvSpPr>
          <p:nvPr/>
        </p:nvSpPr>
        <p:spPr bwMode="auto">
          <a:xfrm>
            <a:off x="1464846" y="2786801"/>
            <a:ext cx="892651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3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Wingdings" panose="05000000000000000000" pitchFamily="2" charset="2"/>
              </a:rPr>
              <a:t>所以 明暗条纹会变得</a:t>
            </a:r>
            <a:r>
              <a:rPr kumimoji="0" lang="zh-CN" altLang="en-US" sz="3200" b="1"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sym typeface="Wingdings" panose="05000000000000000000" pitchFamily="2" charset="2"/>
              </a:rPr>
              <a:t>逐渐模糊</a:t>
            </a:r>
            <a:r>
              <a:rPr kumimoji="0" lang="zh-CN" altLang="en-US" sz="3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Wingdings" panose="05000000000000000000" pitchFamily="2" charset="2"/>
              </a:rPr>
              <a:t>，最后完全消失</a:t>
            </a:r>
            <a:r>
              <a:rPr kumimoji="0" lang="en-US" altLang="zh-CN" sz="3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Wingdings" panose="05000000000000000000" pitchFamily="2" charset="2"/>
              </a:rPr>
              <a:t>.</a:t>
            </a:r>
            <a:r>
              <a:rPr kumimoji="0" lang="zh-CN" altLang="en-US" sz="3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sym typeface="Wingdings" panose="05000000000000000000" pitchFamily="2" charset="2"/>
              </a:rPr>
              <a:t> </a:t>
            </a:r>
            <a:endParaRPr kumimoji="0" lang="zh-CN" altLang="en-US" sz="3200" b="1" i="0" u="none" strike="noStrike" kern="0" cap="none" spc="0" normalizeH="0" baseline="0" noProof="0" dirty="0">
              <a:ln>
                <a:noFill/>
              </a:ln>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7995381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15">
                                            <p:txEl>
                                              <p:pRg st="0" end="0"/>
                                            </p:txEl>
                                          </p:spTgt>
                                        </p:tgtEl>
                                        <p:attrNameLst>
                                          <p:attrName>style.visibility</p:attrName>
                                        </p:attrNameLst>
                                      </p:cBhvr>
                                      <p:to>
                                        <p:strVal val="visible"/>
                                      </p:to>
                                    </p:set>
                                    <p:animEffect transition="in" filter="wipe(left)">
                                      <p:cBhvr>
                                        <p:cTn id="11" dur="500"/>
                                        <p:tgtEl>
                                          <p:spTgt spid="15">
                                            <p:txEl>
                                              <p:pRg st="0" end="0"/>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15">
                                            <p:txEl>
                                              <p:pRg st="1" end="1"/>
                                            </p:txEl>
                                          </p:spTgt>
                                        </p:tgtEl>
                                        <p:attrNameLst>
                                          <p:attrName>style.visibility</p:attrName>
                                        </p:attrNameLst>
                                      </p:cBhvr>
                                      <p:to>
                                        <p:strVal val="visible"/>
                                      </p:to>
                                    </p:set>
                                    <p:animEffect transition="in" filter="wipe(left)">
                                      <p:cBhvr>
                                        <p:cTn id="16" dur="500"/>
                                        <p:tgtEl>
                                          <p:spTgt spid="15">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left)">
                                      <p:cBhvr>
                                        <p:cTn id="25" dur="2000"/>
                                        <p:tgtEl>
                                          <p:spTgt spid="16"/>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4"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down)">
                                      <p:cBhvr>
                                        <p:cTn id="30" dur="500"/>
                                        <p:tgtEl>
                                          <p:spTgt spid="4"/>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43"/>
                                        </p:tgtEl>
                                        <p:attrNameLst>
                                          <p:attrName>style.visibility</p:attrName>
                                        </p:attrNameLst>
                                      </p:cBhvr>
                                      <p:to>
                                        <p:strVal val="visible"/>
                                      </p:to>
                                    </p:set>
                                    <p:animEffect transition="in" filter="wipe(left)">
                                      <p:cBhvr>
                                        <p:cTn id="35" dur="2000"/>
                                        <p:tgtEl>
                                          <p:spTgt spid="43"/>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6"/>
                                        </p:tgtEl>
                                        <p:attrNameLst>
                                          <p:attrName>style.visibility</p:attrName>
                                        </p:attrNameLst>
                                      </p:cBhvr>
                                      <p:to>
                                        <p:strVal val="visible"/>
                                      </p:to>
                                    </p:set>
                                    <p:animEffect transition="in" filter="dissolve">
                                      <p:cBhvr>
                                        <p:cTn id="45" dur="500"/>
                                        <p:tgtEl>
                                          <p:spTgt spid="6"/>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181"/>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82"/>
                                        </p:tgtEl>
                                        <p:attrNameLst>
                                          <p:attrName>style.visibility</p:attrName>
                                        </p:attrNameLst>
                                      </p:cBhvr>
                                      <p:to>
                                        <p:strVal val="visible"/>
                                      </p:to>
                                    </p:set>
                                    <p:animEffect transition="in" filter="wipe(left)">
                                      <p:cBhvr>
                                        <p:cTn id="54" dur="500"/>
                                        <p:tgtEl>
                                          <p:spTgt spid="182"/>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16"/>
                                        </p:tgtEl>
                                        <p:attrNameLst>
                                          <p:attrName>style.visibility</p:attrName>
                                        </p:attrNameLst>
                                      </p:cBhvr>
                                      <p:to>
                                        <p:strVal val="visible"/>
                                      </p:to>
                                    </p:set>
                                    <p:animEffect transition="in" filter="wipe(left)">
                                      <p:cBhvr>
                                        <p:cTn id="59" dur="2000"/>
                                        <p:tgtEl>
                                          <p:spTgt spid="116"/>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nodeType="clickEffect">
                                  <p:stCondLst>
                                    <p:cond delay="0"/>
                                  </p:stCondLst>
                                  <p:childTnLst>
                                    <p:set>
                                      <p:cBhvr>
                                        <p:cTn id="63" dur="1" fill="hold">
                                          <p:stCondLst>
                                            <p:cond delay="0"/>
                                          </p:stCondLst>
                                        </p:cTn>
                                        <p:tgtEl>
                                          <p:spTgt spid="18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9" presetClass="entr" presetSubtype="0" fill="hold" nodeType="clickEffect">
                                  <p:stCondLst>
                                    <p:cond delay="0"/>
                                  </p:stCondLst>
                                  <p:childTnLst>
                                    <p:set>
                                      <p:cBhvr>
                                        <p:cTn id="67" dur="1" fill="hold">
                                          <p:stCondLst>
                                            <p:cond delay="0"/>
                                          </p:stCondLst>
                                        </p:cTn>
                                        <p:tgtEl>
                                          <p:spTgt spid="183"/>
                                        </p:tgtEl>
                                        <p:attrNameLst>
                                          <p:attrName>style.visibility</p:attrName>
                                        </p:attrNameLst>
                                      </p:cBhvr>
                                      <p:to>
                                        <p:strVal val="visible"/>
                                      </p:to>
                                    </p:set>
                                    <p:animEffect transition="in" filter="dissolve">
                                      <p:cBhvr>
                                        <p:cTn id="68" dur="500"/>
                                        <p:tgtEl>
                                          <p:spTgt spid="183"/>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84"/>
                                        </p:tgtEl>
                                        <p:attrNameLst>
                                          <p:attrName>style.visibility</p:attrName>
                                        </p:attrNameLst>
                                      </p:cBhvr>
                                      <p:to>
                                        <p:strVal val="visible"/>
                                      </p:to>
                                    </p:set>
                                    <p:animEffect transition="in" filter="wipe(left)">
                                      <p:cBhvr>
                                        <p:cTn id="73" dur="500"/>
                                        <p:tgtEl>
                                          <p:spTgt spid="1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uild="p" autoUpdateAnimBg="0"/>
      <p:bldP spid="18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eaLnBrk="1" hangingPunct="1">
              <a:lnSpc>
                <a:spcPct val="100000"/>
              </a:lnSpc>
              <a:spcBef>
                <a:spcPct val="50000"/>
              </a:spcBef>
              <a:buNone/>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七</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lang="zh-CN" altLang="en-US" sz="4000" b="1" dirty="0">
                <a:solidFill>
                  <a:srgbClr val="C00000"/>
                </a:solidFill>
                <a:latin typeface="微软雅黑" panose="020B0503020204020204" pitchFamily="34" charset="-122"/>
                <a:ea typeface="微软雅黑" panose="020B0503020204020204" pitchFamily="34" charset="-122"/>
              </a:rPr>
              <a:t>空间相干性</a:t>
            </a:r>
            <a:endPar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 name="Text Box 13">
            <a:extLst>
              <a:ext uri="{FF2B5EF4-FFF2-40B4-BE49-F238E27FC236}">
                <a16:creationId xmlns:a16="http://schemas.microsoft.com/office/drawing/2014/main" id="{2ED577F7-A1F9-4D10-BF9F-768144366305}"/>
              </a:ext>
            </a:extLst>
          </p:cNvPr>
          <p:cNvSpPr txBox="1">
            <a:spLocks noChangeArrowheads="1"/>
          </p:cNvSpPr>
          <p:nvPr/>
        </p:nvSpPr>
        <p:spPr bwMode="auto">
          <a:xfrm>
            <a:off x="785140" y="1545791"/>
            <a:ext cx="78593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1. </a:t>
            </a:r>
            <a:r>
              <a:rPr kumimoji="1" lang="zh-CN" altLang="en-US" sz="3200" dirty="0">
                <a:latin typeface="微软雅黑" panose="020B0503020204020204" pitchFamily="34" charset="-122"/>
                <a:ea typeface="微软雅黑" panose="020B0503020204020204" pitchFamily="34" charset="-122"/>
              </a:rPr>
              <a:t>定义：</a:t>
            </a:r>
            <a:endParaRPr kumimoji="1" lang="en-US" altLang="zh-CN" sz="3200" dirty="0">
              <a:latin typeface="微软雅黑" panose="020B0503020204020204" pitchFamily="34" charset="-122"/>
              <a:ea typeface="微软雅黑" panose="020B0503020204020204" pitchFamily="34" charset="-122"/>
            </a:endParaRPr>
          </a:p>
        </p:txBody>
      </p:sp>
      <p:sp>
        <p:nvSpPr>
          <p:cNvPr id="90" name="Text Box 81">
            <a:extLst>
              <a:ext uri="{FF2B5EF4-FFF2-40B4-BE49-F238E27FC236}">
                <a16:creationId xmlns:a16="http://schemas.microsoft.com/office/drawing/2014/main" id="{284AC49E-7714-4074-B069-23D2E8120978}"/>
              </a:ext>
            </a:extLst>
          </p:cNvPr>
          <p:cNvSpPr txBox="1">
            <a:spLocks noChangeArrowheads="1"/>
          </p:cNvSpPr>
          <p:nvPr/>
        </p:nvSpPr>
        <p:spPr bwMode="auto">
          <a:xfrm>
            <a:off x="2606674" y="1612739"/>
            <a:ext cx="9432926"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buClr>
                <a:srgbClr val="0000FF"/>
              </a:buClr>
              <a:buSzPct val="90000"/>
              <a:buFont typeface="Wingdings" panose="05000000000000000000" pitchFamily="2" charset="2"/>
              <a:buChar char="l"/>
            </a:pPr>
            <a:r>
              <a:rPr kumimoji="1" lang="zh-CN" altLang="en-US" dirty="0">
                <a:latin typeface="楷体_GB2312" pitchFamily="49" charset="-122"/>
                <a:ea typeface="楷体_GB2312" pitchFamily="49" charset="-122"/>
              </a:rPr>
              <a:t>对于具有一定尺度的光源来说，只有距离小于某一值的两点产生的光波波面才能产生相干叠加</a:t>
            </a:r>
            <a:r>
              <a:rPr kumimoji="1" lang="en-US" altLang="zh-CN" dirty="0">
                <a:latin typeface="楷体_GB2312" pitchFamily="49" charset="-122"/>
                <a:ea typeface="楷体_GB2312" pitchFamily="49" charset="-122"/>
              </a:rPr>
              <a:t>. </a:t>
            </a:r>
            <a:endParaRPr kumimoji="1" lang="zh-CN" altLang="en-US" dirty="0">
              <a:latin typeface="楷体_GB2312" pitchFamily="49" charset="-122"/>
              <a:ea typeface="楷体_GB2312" pitchFamily="49" charset="-122"/>
            </a:endParaRPr>
          </a:p>
        </p:txBody>
      </p:sp>
      <p:graphicFrame>
        <p:nvGraphicFramePr>
          <p:cNvPr id="13" name="Object 4">
            <a:extLst>
              <a:ext uri="{FF2B5EF4-FFF2-40B4-BE49-F238E27FC236}">
                <a16:creationId xmlns:a16="http://schemas.microsoft.com/office/drawing/2014/main" id="{9467AB75-8DFC-4516-BE71-7B2986A5D991}"/>
              </a:ext>
            </a:extLst>
          </p:cNvPr>
          <p:cNvGraphicFramePr>
            <a:graphicFrameLocks noChangeAspect="1"/>
          </p:cNvGraphicFramePr>
          <p:nvPr/>
        </p:nvGraphicFramePr>
        <p:xfrm>
          <a:off x="955675" y="4545013"/>
          <a:ext cx="1727200" cy="1223962"/>
        </p:xfrm>
        <a:graphic>
          <a:graphicData uri="http://schemas.openxmlformats.org/presentationml/2006/ole">
            <mc:AlternateContent xmlns:mc="http://schemas.openxmlformats.org/markup-compatibility/2006">
              <mc:Choice xmlns:v="urn:schemas-microsoft-com:vml" Requires="v">
                <p:oleObj name="Equation" r:id="rId3" imgW="507960" imgH="393480" progId="Equation.DSMT4">
                  <p:embed/>
                </p:oleObj>
              </mc:Choice>
              <mc:Fallback>
                <p:oleObj name="Equation" r:id="rId3" imgW="507960" imgH="393480" progId="Equation.DSMT4">
                  <p:embed/>
                  <p:pic>
                    <p:nvPicPr>
                      <p:cNvPr id="13" name="Object 4">
                        <a:extLst>
                          <a:ext uri="{FF2B5EF4-FFF2-40B4-BE49-F238E27FC236}">
                            <a16:creationId xmlns:a16="http://schemas.microsoft.com/office/drawing/2014/main" id="{9467AB75-8DFC-4516-BE71-7B2986A5D991}"/>
                          </a:ext>
                        </a:extLst>
                      </p:cNvPr>
                      <p:cNvPicPr>
                        <a:picLocks noChangeAspect="1" noChangeArrowheads="1"/>
                      </p:cNvPicPr>
                      <p:nvPr/>
                    </p:nvPicPr>
                    <p:blipFill>
                      <a:blip r:embed="rId4"/>
                      <a:srcRect/>
                      <a:stretch>
                        <a:fillRect/>
                      </a:stretch>
                    </p:blipFill>
                    <p:spPr bwMode="auto">
                      <a:xfrm>
                        <a:off x="955675" y="4545013"/>
                        <a:ext cx="1727200" cy="1223962"/>
                      </a:xfrm>
                      <a:prstGeom prst="rect">
                        <a:avLst/>
                      </a:prstGeom>
                      <a:noFill/>
                      <a:ln>
                        <a:noFill/>
                      </a:ln>
                      <a:extLst>
                        <a:ext uri="{909E8E84-426E-40DD-AFC4-6F175D3DCCD1}">
                          <a14:hiddenFill xmlns:a14="http://schemas.microsoft.com/office/drawing/2010/main">
                            <a:solidFill>
                              <a:srgbClr val="6699FF"/>
                            </a:solidFill>
                          </a14:hiddenFill>
                        </a:ext>
                        <a:ext uri="{91240B29-F687-4F45-9708-019B960494DF}">
                          <a14:hiddenLine xmlns:a14="http://schemas.microsoft.com/office/drawing/2010/main" w="9525">
                            <a:solidFill>
                              <a:srgbClr val="6699FF"/>
                            </a:solidFill>
                            <a:miter lim="800000"/>
                            <a:headEnd/>
                            <a:tailEnd/>
                          </a14:hiddenLine>
                        </a:ext>
                      </a:extLst>
                    </p:spPr>
                  </p:pic>
                </p:oleObj>
              </mc:Fallback>
            </mc:AlternateContent>
          </a:graphicData>
        </a:graphic>
      </p:graphicFrame>
      <p:grpSp>
        <p:nvGrpSpPr>
          <p:cNvPr id="14" name="Group 8">
            <a:extLst>
              <a:ext uri="{FF2B5EF4-FFF2-40B4-BE49-F238E27FC236}">
                <a16:creationId xmlns:a16="http://schemas.microsoft.com/office/drawing/2014/main" id="{06476D91-E08B-4D26-9D14-C2D468BDFEE3}"/>
              </a:ext>
            </a:extLst>
          </p:cNvPr>
          <p:cNvGrpSpPr>
            <a:grpSpLocks/>
          </p:cNvGrpSpPr>
          <p:nvPr/>
        </p:nvGrpSpPr>
        <p:grpSpPr bwMode="auto">
          <a:xfrm>
            <a:off x="2125367" y="4381176"/>
            <a:ext cx="4148138" cy="528638"/>
            <a:chOff x="892" y="3068"/>
            <a:chExt cx="2613" cy="333"/>
          </a:xfrm>
        </p:grpSpPr>
        <p:sp>
          <p:nvSpPr>
            <p:cNvPr id="15" name="Text Box 9">
              <a:extLst>
                <a:ext uri="{FF2B5EF4-FFF2-40B4-BE49-F238E27FC236}">
                  <a16:creationId xmlns:a16="http://schemas.microsoft.com/office/drawing/2014/main" id="{493946F7-94A2-4054-8F91-7F08B1641B55}"/>
                </a:ext>
              </a:extLst>
            </p:cNvPr>
            <p:cNvSpPr txBox="1">
              <a:spLocks noChangeArrowheads="1"/>
            </p:cNvSpPr>
            <p:nvPr/>
          </p:nvSpPr>
          <p:spPr bwMode="auto">
            <a:xfrm>
              <a:off x="1554" y="3068"/>
              <a:ext cx="1951" cy="3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effectLst/>
                  <a:uLnTx/>
                  <a:uFillTx/>
                  <a:latin typeface="Arial" panose="020B0604020202020204" pitchFamily="34" charset="0"/>
                  <a:ea typeface="楷体_GB2312" pitchFamily="49" charset="-122"/>
                </a:rPr>
                <a:t>光源到双缝的距离</a:t>
              </a:r>
            </a:p>
          </p:txBody>
        </p:sp>
        <p:sp>
          <p:nvSpPr>
            <p:cNvPr id="16" name="Line 10">
              <a:extLst>
                <a:ext uri="{FF2B5EF4-FFF2-40B4-BE49-F238E27FC236}">
                  <a16:creationId xmlns:a16="http://schemas.microsoft.com/office/drawing/2014/main" id="{AD24A1CD-08CB-4B62-8ED3-AA75663833D0}"/>
                </a:ext>
              </a:extLst>
            </p:cNvPr>
            <p:cNvSpPr>
              <a:spLocks noChangeShapeType="1"/>
            </p:cNvSpPr>
            <p:nvPr/>
          </p:nvSpPr>
          <p:spPr bwMode="auto">
            <a:xfrm flipV="1">
              <a:off x="892" y="3166"/>
              <a:ext cx="662" cy="184"/>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dirty="0">
                <a:ln>
                  <a:noFill/>
                </a:ln>
                <a:effectLst/>
                <a:uLnTx/>
                <a:uFillTx/>
                <a:latin typeface="Arial" panose="020B0604020202020204" pitchFamily="34" charset="0"/>
                <a:ea typeface="宋体" panose="02010600030101010101" pitchFamily="2" charset="-122"/>
              </a:endParaRPr>
            </a:p>
          </p:txBody>
        </p:sp>
      </p:grpSp>
      <p:grpSp>
        <p:nvGrpSpPr>
          <p:cNvPr id="17" name="Group 11">
            <a:extLst>
              <a:ext uri="{FF2B5EF4-FFF2-40B4-BE49-F238E27FC236}">
                <a16:creationId xmlns:a16="http://schemas.microsoft.com/office/drawing/2014/main" id="{98401552-171A-4747-9BB7-893A7B5FEA68}"/>
              </a:ext>
            </a:extLst>
          </p:cNvPr>
          <p:cNvGrpSpPr>
            <a:grpSpLocks/>
          </p:cNvGrpSpPr>
          <p:nvPr/>
        </p:nvGrpSpPr>
        <p:grpSpPr bwMode="auto">
          <a:xfrm>
            <a:off x="2124912" y="5428318"/>
            <a:ext cx="2871788" cy="528638"/>
            <a:chOff x="2250" y="3793"/>
            <a:chExt cx="1809" cy="333"/>
          </a:xfrm>
        </p:grpSpPr>
        <p:sp>
          <p:nvSpPr>
            <p:cNvPr id="18" name="Text Box 12">
              <a:extLst>
                <a:ext uri="{FF2B5EF4-FFF2-40B4-BE49-F238E27FC236}">
                  <a16:creationId xmlns:a16="http://schemas.microsoft.com/office/drawing/2014/main" id="{EEE5E46E-3B22-4A59-9571-61F74ED5E9D7}"/>
                </a:ext>
              </a:extLst>
            </p:cNvPr>
            <p:cNvSpPr txBox="1">
              <a:spLocks noChangeArrowheads="1"/>
            </p:cNvSpPr>
            <p:nvPr/>
          </p:nvSpPr>
          <p:spPr bwMode="auto">
            <a:xfrm>
              <a:off x="2925" y="3793"/>
              <a:ext cx="1134" cy="333"/>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2800" b="0" i="0" u="none" strike="noStrike" kern="0" cap="none" spc="0" normalizeH="0" baseline="0" noProof="0" dirty="0">
                  <a:ln>
                    <a:noFill/>
                  </a:ln>
                  <a:effectLst/>
                  <a:uLnTx/>
                  <a:uFillTx/>
                  <a:latin typeface="Arial" panose="020B0604020202020204" pitchFamily="34" charset="0"/>
                  <a:ea typeface="楷体_GB2312" pitchFamily="49" charset="-122"/>
                </a:rPr>
                <a:t>双缝间距</a:t>
              </a:r>
            </a:p>
          </p:txBody>
        </p:sp>
        <p:sp>
          <p:nvSpPr>
            <p:cNvPr id="19" name="Line 13">
              <a:extLst>
                <a:ext uri="{FF2B5EF4-FFF2-40B4-BE49-F238E27FC236}">
                  <a16:creationId xmlns:a16="http://schemas.microsoft.com/office/drawing/2014/main" id="{0AE7FBDF-98BC-4FEB-8F3E-9B47489C1E0F}"/>
                </a:ext>
              </a:extLst>
            </p:cNvPr>
            <p:cNvSpPr>
              <a:spLocks noChangeShapeType="1"/>
            </p:cNvSpPr>
            <p:nvPr/>
          </p:nvSpPr>
          <p:spPr bwMode="auto">
            <a:xfrm>
              <a:off x="2250" y="3793"/>
              <a:ext cx="629" cy="215"/>
            </a:xfrm>
            <a:prstGeom prst="line">
              <a:avLst/>
            </a:prstGeom>
            <a:noFill/>
            <a:ln w="9525">
              <a:solidFill>
                <a:schemeClr val="tx1"/>
              </a:solidFill>
              <a:round/>
              <a:headEnd/>
              <a:tailEnd type="triangle" w="lg" len="med"/>
            </a:ln>
            <a:extLst>
              <a:ext uri="{909E8E84-426E-40DD-AFC4-6F175D3DCCD1}">
                <a14:hiddenFill xmlns:a14="http://schemas.microsoft.com/office/drawing/2010/main">
                  <a:noFill/>
                </a14:hiddenFill>
              </a:ext>
            </a:extLst>
          </p:spPr>
          <p:txBody>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effectLst/>
                <a:uLnTx/>
                <a:uFillTx/>
                <a:latin typeface="Arial" panose="020B0604020202020204" pitchFamily="34" charset="0"/>
                <a:ea typeface="宋体" panose="02010600030101010101" pitchFamily="2" charset="-122"/>
              </a:endParaRPr>
            </a:p>
          </p:txBody>
        </p:sp>
      </p:grpSp>
      <p:sp>
        <p:nvSpPr>
          <p:cNvPr id="24" name="Text Box 81">
            <a:extLst>
              <a:ext uri="{FF2B5EF4-FFF2-40B4-BE49-F238E27FC236}">
                <a16:creationId xmlns:a16="http://schemas.microsoft.com/office/drawing/2014/main" id="{4DC2FF44-0590-43CF-945C-25EE75C30164}"/>
              </a:ext>
            </a:extLst>
          </p:cNvPr>
          <p:cNvSpPr txBox="1">
            <a:spLocks noChangeArrowheads="1"/>
          </p:cNvSpPr>
          <p:nvPr/>
        </p:nvSpPr>
        <p:spPr bwMode="auto">
          <a:xfrm>
            <a:off x="2606674" y="2649070"/>
            <a:ext cx="9771595"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buClr>
                <a:srgbClr val="0000FF"/>
              </a:buClr>
              <a:buSzPct val="90000"/>
              <a:buFont typeface="Wingdings" panose="05000000000000000000" pitchFamily="2" charset="2"/>
              <a:buChar char="l"/>
            </a:pPr>
            <a:r>
              <a:rPr kumimoji="1" lang="zh-CN" altLang="en-US" dirty="0">
                <a:latin typeface="楷体_GB2312" pitchFamily="49" charset="-122"/>
                <a:ea typeface="楷体_GB2312" pitchFamily="49" charset="-122"/>
              </a:rPr>
              <a:t>在杨氏双方干涉中，当单缝光源的上下边缘两个线光源到双缝的波程差的变化刚好为一个波长时，条纹完全消失</a:t>
            </a:r>
            <a:r>
              <a:rPr kumimoji="1" lang="en-US" altLang="zh-CN" dirty="0">
                <a:latin typeface="楷体_GB2312" pitchFamily="49" charset="-122"/>
                <a:ea typeface="楷体_GB2312" pitchFamily="49" charset="-122"/>
              </a:rPr>
              <a:t>. </a:t>
            </a:r>
          </a:p>
        </p:txBody>
      </p:sp>
      <p:sp>
        <p:nvSpPr>
          <p:cNvPr id="25" name="Text Box 13">
            <a:extLst>
              <a:ext uri="{FF2B5EF4-FFF2-40B4-BE49-F238E27FC236}">
                <a16:creationId xmlns:a16="http://schemas.microsoft.com/office/drawing/2014/main" id="{716495CA-3D87-42F3-93AF-9D92323AE3F7}"/>
              </a:ext>
            </a:extLst>
          </p:cNvPr>
          <p:cNvSpPr txBox="1">
            <a:spLocks noChangeArrowheads="1"/>
          </p:cNvSpPr>
          <p:nvPr/>
        </p:nvSpPr>
        <p:spPr bwMode="auto">
          <a:xfrm>
            <a:off x="785140" y="3678954"/>
            <a:ext cx="78593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2. </a:t>
            </a:r>
            <a:r>
              <a:rPr kumimoji="1" lang="zh-CN" altLang="en-US" sz="3200" dirty="0">
                <a:latin typeface="微软雅黑" panose="020B0503020204020204" pitchFamily="34" charset="-122"/>
                <a:ea typeface="微软雅黑" panose="020B0503020204020204" pitchFamily="34" charset="-122"/>
              </a:rPr>
              <a:t>单缝光源的极限宽度：</a:t>
            </a:r>
            <a:endParaRPr kumimoji="1" lang="en-US" altLang="zh-CN" sz="3200" dirty="0">
              <a:latin typeface="微软雅黑" panose="020B0503020204020204" pitchFamily="34" charset="-122"/>
              <a:ea typeface="微软雅黑" panose="020B0503020204020204" pitchFamily="34" charset="-122"/>
            </a:endParaRPr>
          </a:p>
        </p:txBody>
      </p:sp>
      <p:grpSp>
        <p:nvGrpSpPr>
          <p:cNvPr id="11" name="组合 10">
            <a:extLst>
              <a:ext uri="{FF2B5EF4-FFF2-40B4-BE49-F238E27FC236}">
                <a16:creationId xmlns:a16="http://schemas.microsoft.com/office/drawing/2014/main" id="{1ED7BAD5-757D-4DBF-B550-C2264A8F5252}"/>
              </a:ext>
            </a:extLst>
          </p:cNvPr>
          <p:cNvGrpSpPr/>
          <p:nvPr/>
        </p:nvGrpSpPr>
        <p:grpSpPr>
          <a:xfrm>
            <a:off x="6859737" y="3917764"/>
            <a:ext cx="5320371" cy="2499762"/>
            <a:chOff x="6859737" y="3917764"/>
            <a:chExt cx="5320371" cy="2499762"/>
          </a:xfrm>
        </p:grpSpPr>
        <p:sp>
          <p:nvSpPr>
            <p:cNvPr id="27" name="AutoShape 4">
              <a:extLst>
                <a:ext uri="{FF2B5EF4-FFF2-40B4-BE49-F238E27FC236}">
                  <a16:creationId xmlns:a16="http://schemas.microsoft.com/office/drawing/2014/main" id="{4AA7C2FB-20B3-4E02-9A1E-AF29BD327717}"/>
                </a:ext>
              </a:extLst>
            </p:cNvPr>
            <p:cNvSpPr>
              <a:spLocks noChangeArrowheads="1"/>
            </p:cNvSpPr>
            <p:nvPr/>
          </p:nvSpPr>
          <p:spPr bwMode="auto">
            <a:xfrm>
              <a:off x="8069096" y="4909305"/>
              <a:ext cx="222201" cy="277751"/>
            </a:xfrm>
            <a:prstGeom prst="wedgeRoundRectCallout">
              <a:avLst>
                <a:gd name="adj1" fmla="val -119792"/>
                <a:gd name="adj2" fmla="val 200000"/>
                <a:gd name="adj3" fmla="val 16667"/>
              </a:avLst>
            </a:prstGeom>
            <a:gradFill rotWithShape="0">
              <a:gsLst>
                <a:gs pos="0">
                  <a:srgbClr val="EDFAD2"/>
                </a:gs>
                <a:gs pos="50000">
                  <a:srgbClr val="FFFFFF"/>
                </a:gs>
                <a:gs pos="100000">
                  <a:srgbClr val="EDFAD2"/>
                </a:gs>
              </a:gsLst>
              <a:lin ang="5400000" scaled="1"/>
            </a:gradFill>
            <a:ln w="9525">
              <a:solidFill>
                <a:srgbClr val="006699"/>
              </a:solidFill>
              <a:miter lim="800000"/>
              <a:headEnd/>
              <a:tailEnd/>
            </a:ln>
          </p:spPr>
          <p:txBody>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solidFill>
                  <a:srgbClr val="1C1C1C"/>
                </a:solidFill>
                <a:latin typeface="Times New Roman" panose="02020603050405020304" pitchFamily="18" charset="0"/>
              </a:endParaRPr>
            </a:p>
          </p:txBody>
        </p:sp>
        <p:sp>
          <p:nvSpPr>
            <p:cNvPr id="28" name="Rectangle 5">
              <a:extLst>
                <a:ext uri="{FF2B5EF4-FFF2-40B4-BE49-F238E27FC236}">
                  <a16:creationId xmlns:a16="http://schemas.microsoft.com/office/drawing/2014/main" id="{9C3BF09D-1111-4453-BAAF-34BAF24B7D74}"/>
                </a:ext>
              </a:extLst>
            </p:cNvPr>
            <p:cNvSpPr>
              <a:spLocks noChangeArrowheads="1"/>
            </p:cNvSpPr>
            <p:nvPr/>
          </p:nvSpPr>
          <p:spPr bwMode="auto">
            <a:xfrm>
              <a:off x="6859737" y="3917764"/>
              <a:ext cx="5099050" cy="2499762"/>
            </a:xfrm>
            <a:prstGeom prst="rect">
              <a:avLst/>
            </a:prstGeom>
            <a:solidFill>
              <a:srgbClr val="FFFFFF"/>
            </a:solidFill>
            <a:ln w="9525">
              <a:solidFill>
                <a:srgbClr val="006666"/>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0" name="Rectangle 7" descr="深色下对角线">
              <a:extLst>
                <a:ext uri="{FF2B5EF4-FFF2-40B4-BE49-F238E27FC236}">
                  <a16:creationId xmlns:a16="http://schemas.microsoft.com/office/drawing/2014/main" id="{4831D906-0290-4220-8B9C-0BEE048077AC}"/>
                </a:ext>
              </a:extLst>
            </p:cNvPr>
            <p:cNvSpPr>
              <a:spLocks noChangeArrowheads="1"/>
            </p:cNvSpPr>
            <p:nvPr/>
          </p:nvSpPr>
          <p:spPr bwMode="auto">
            <a:xfrm>
              <a:off x="7513594" y="4528363"/>
              <a:ext cx="55550" cy="611053"/>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1" name="Rectangle 8" descr="深色下对角线">
              <a:extLst>
                <a:ext uri="{FF2B5EF4-FFF2-40B4-BE49-F238E27FC236}">
                  <a16:creationId xmlns:a16="http://schemas.microsoft.com/office/drawing/2014/main" id="{3A394B03-8D86-4C40-8E8B-213637F36648}"/>
                </a:ext>
              </a:extLst>
            </p:cNvPr>
            <p:cNvSpPr>
              <a:spLocks noChangeArrowheads="1"/>
            </p:cNvSpPr>
            <p:nvPr/>
          </p:nvSpPr>
          <p:spPr bwMode="auto">
            <a:xfrm>
              <a:off x="7513594" y="5310841"/>
              <a:ext cx="55550" cy="611053"/>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2" name="Rectangle 9" descr="深色下对角线">
              <a:extLst>
                <a:ext uri="{FF2B5EF4-FFF2-40B4-BE49-F238E27FC236}">
                  <a16:creationId xmlns:a16="http://schemas.microsoft.com/office/drawing/2014/main" id="{46719478-E36A-4FBD-B331-7B580E2DCC60}"/>
                </a:ext>
              </a:extLst>
            </p:cNvPr>
            <p:cNvSpPr>
              <a:spLocks noChangeArrowheads="1"/>
            </p:cNvSpPr>
            <p:nvPr/>
          </p:nvSpPr>
          <p:spPr bwMode="auto">
            <a:xfrm>
              <a:off x="8180197" y="4353802"/>
              <a:ext cx="55550" cy="611053"/>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3" name="Rectangle 10" descr="深色下对角线">
              <a:extLst>
                <a:ext uri="{FF2B5EF4-FFF2-40B4-BE49-F238E27FC236}">
                  <a16:creationId xmlns:a16="http://schemas.microsoft.com/office/drawing/2014/main" id="{E1DDF0E3-FD12-4916-A562-FAE62CD893DA}"/>
                </a:ext>
              </a:extLst>
            </p:cNvPr>
            <p:cNvSpPr>
              <a:spLocks noChangeArrowheads="1"/>
            </p:cNvSpPr>
            <p:nvPr/>
          </p:nvSpPr>
          <p:spPr bwMode="auto">
            <a:xfrm>
              <a:off x="8180197" y="5631458"/>
              <a:ext cx="55550" cy="666603"/>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4" name="Line 11">
              <a:extLst>
                <a:ext uri="{FF2B5EF4-FFF2-40B4-BE49-F238E27FC236}">
                  <a16:creationId xmlns:a16="http://schemas.microsoft.com/office/drawing/2014/main" id="{9D609A8B-C74E-42CF-98A6-1BD559F097DD}"/>
                </a:ext>
              </a:extLst>
            </p:cNvPr>
            <p:cNvSpPr>
              <a:spLocks noChangeShapeType="1"/>
            </p:cNvSpPr>
            <p:nvPr/>
          </p:nvSpPr>
          <p:spPr bwMode="auto">
            <a:xfrm>
              <a:off x="7346943" y="5298157"/>
              <a:ext cx="4325976" cy="0"/>
            </a:xfrm>
            <a:prstGeom prst="line">
              <a:avLst/>
            </a:prstGeom>
            <a:noFill/>
            <a:ln w="19050">
              <a:solidFill>
                <a:srgbClr val="000000"/>
              </a:solidFill>
              <a:prstDash val="lgDashDot"/>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5" name="Rectangle 12" descr="深色下对角线">
              <a:extLst>
                <a:ext uri="{FF2B5EF4-FFF2-40B4-BE49-F238E27FC236}">
                  <a16:creationId xmlns:a16="http://schemas.microsoft.com/office/drawing/2014/main" id="{18560B8B-052B-4FCB-9625-26057F6A01C4}"/>
                </a:ext>
              </a:extLst>
            </p:cNvPr>
            <p:cNvSpPr>
              <a:spLocks noChangeArrowheads="1"/>
            </p:cNvSpPr>
            <p:nvPr/>
          </p:nvSpPr>
          <p:spPr bwMode="auto">
            <a:xfrm>
              <a:off x="11124360" y="4187151"/>
              <a:ext cx="55550" cy="2166460"/>
            </a:xfrm>
            <a:prstGeom prst="rect">
              <a:avLst/>
            </a:prstGeom>
            <a:pattFill prst="dkDnDiag">
              <a:fgClr>
                <a:srgbClr val="B2E6E4"/>
              </a:fgClr>
              <a:bgClr>
                <a:srgbClr val="FFFFFF"/>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5" name="Rectangle 22" descr="深色下对角线">
              <a:extLst>
                <a:ext uri="{FF2B5EF4-FFF2-40B4-BE49-F238E27FC236}">
                  <a16:creationId xmlns:a16="http://schemas.microsoft.com/office/drawing/2014/main" id="{AD916938-30D9-4B76-9929-162DF9A6DAE6}"/>
                </a:ext>
              </a:extLst>
            </p:cNvPr>
            <p:cNvSpPr>
              <a:spLocks noChangeArrowheads="1"/>
            </p:cNvSpPr>
            <p:nvPr/>
          </p:nvSpPr>
          <p:spPr bwMode="auto">
            <a:xfrm>
              <a:off x="8180197" y="5075956"/>
              <a:ext cx="55550" cy="444402"/>
            </a:xfrm>
            <a:prstGeom prst="rect">
              <a:avLst/>
            </a:prstGeom>
            <a:pattFill prst="dkDnDiag">
              <a:fgClr>
                <a:srgbClr val="3B7283"/>
              </a:fgClr>
              <a:bgClr>
                <a:srgbClr val="7DACAD"/>
              </a:bgClr>
            </a:pattFill>
            <a:ln w="9525">
              <a:solidFill>
                <a:srgbClr val="006699"/>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 name="组合 3">
              <a:extLst>
                <a:ext uri="{FF2B5EF4-FFF2-40B4-BE49-F238E27FC236}">
                  <a16:creationId xmlns:a16="http://schemas.microsoft.com/office/drawing/2014/main" id="{EACCA8CF-E255-48F5-ADDA-A250AB41BAF9}"/>
                </a:ext>
              </a:extLst>
            </p:cNvPr>
            <p:cNvGrpSpPr/>
            <p:nvPr/>
          </p:nvGrpSpPr>
          <p:grpSpPr>
            <a:xfrm>
              <a:off x="8150607" y="5051834"/>
              <a:ext cx="499952" cy="555503"/>
              <a:chOff x="8150607" y="5051834"/>
              <a:chExt cx="499952" cy="555503"/>
            </a:xfrm>
          </p:grpSpPr>
          <p:sp>
            <p:nvSpPr>
              <p:cNvPr id="40" name="Line 17">
                <a:extLst>
                  <a:ext uri="{FF2B5EF4-FFF2-40B4-BE49-F238E27FC236}">
                    <a16:creationId xmlns:a16="http://schemas.microsoft.com/office/drawing/2014/main" id="{E2BC78CF-8FFB-454C-9B79-A797BDABB4B8}"/>
                  </a:ext>
                </a:extLst>
              </p:cNvPr>
              <p:cNvSpPr>
                <a:spLocks noChangeShapeType="1"/>
              </p:cNvSpPr>
              <p:nvPr/>
            </p:nvSpPr>
            <p:spPr bwMode="auto">
              <a:xfrm flipH="1">
                <a:off x="8150607" y="5051834"/>
                <a:ext cx="499952" cy="0"/>
              </a:xfrm>
              <a:prstGeom prst="line">
                <a:avLst/>
              </a:prstGeom>
              <a:noFill/>
              <a:ln w="9525">
                <a:solidFill>
                  <a:srgbClr val="006699"/>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1" name="Line 18">
                <a:extLst>
                  <a:ext uri="{FF2B5EF4-FFF2-40B4-BE49-F238E27FC236}">
                    <a16:creationId xmlns:a16="http://schemas.microsoft.com/office/drawing/2014/main" id="{C0410CE2-1F6D-4F84-9084-B3E5FD2D2D76}"/>
                  </a:ext>
                </a:extLst>
              </p:cNvPr>
              <p:cNvSpPr>
                <a:spLocks noChangeShapeType="1"/>
              </p:cNvSpPr>
              <p:nvPr/>
            </p:nvSpPr>
            <p:spPr bwMode="auto">
              <a:xfrm flipH="1">
                <a:off x="8150607" y="5607337"/>
                <a:ext cx="499952" cy="0"/>
              </a:xfrm>
              <a:prstGeom prst="line">
                <a:avLst/>
              </a:prstGeom>
              <a:noFill/>
              <a:ln w="9525">
                <a:solidFill>
                  <a:srgbClr val="006699"/>
                </a:solidFill>
                <a:prstDash val="dash"/>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 name="Line 19">
                <a:extLst>
                  <a:ext uri="{FF2B5EF4-FFF2-40B4-BE49-F238E27FC236}">
                    <a16:creationId xmlns:a16="http://schemas.microsoft.com/office/drawing/2014/main" id="{C35E4A91-7930-420C-974B-A6969B004FA5}"/>
                  </a:ext>
                </a:extLst>
              </p:cNvPr>
              <p:cNvSpPr>
                <a:spLocks noChangeShapeType="1"/>
              </p:cNvSpPr>
              <p:nvPr/>
            </p:nvSpPr>
            <p:spPr bwMode="auto">
              <a:xfrm>
                <a:off x="8336292" y="5051834"/>
                <a:ext cx="0" cy="555503"/>
              </a:xfrm>
              <a:prstGeom prst="line">
                <a:avLst/>
              </a:prstGeom>
              <a:noFill/>
              <a:ln w="19050">
                <a:solidFill>
                  <a:srgbClr val="FF33CC"/>
                </a:solidFill>
                <a:prstDash val="dash"/>
                <a:round/>
                <a:headEnd type="triangle" w="sm" len="lg"/>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mc:AlternateContent xmlns:mc="http://schemas.openxmlformats.org/markup-compatibility/2006" xmlns:a14="http://schemas.microsoft.com/office/drawing/2010/main">
            <mc:Choice Requires="a14">
              <p:graphicFrame>
                <p:nvGraphicFramePr>
                  <p:cNvPr id="46" name="Object 23">
                    <a:extLst>
                      <a:ext uri="{FF2B5EF4-FFF2-40B4-BE49-F238E27FC236}">
                        <a16:creationId xmlns:a16="http://schemas.microsoft.com/office/drawing/2014/main" id="{2AB851AF-5E39-499B-A3DF-EC4E927DDF3A}"/>
                      </a:ext>
                    </a:extLst>
                  </p:cNvPr>
                  <p:cNvGraphicFramePr>
                    <a:graphicFrameLocks noChangeAspect="1"/>
                  </p:cNvGraphicFramePr>
                  <p:nvPr/>
                </p:nvGraphicFramePr>
                <p:xfrm>
                  <a:off x="8390583" y="5127851"/>
                  <a:ext cx="236089" cy="314785"/>
                </p:xfrm>
                <a:graphic>
                  <a:graphicData uri="http://schemas.openxmlformats.org/presentationml/2006/ole">
                    <mc:AlternateContent>
                      <mc:Choice xmlns:v="urn:schemas-microsoft-com:vml" Requires="v">
                        <p:oleObj name="Equation" r:id="rId5" imgW="190417" imgH="253890" progId="Equation.DSMT4">
                          <p:embed/>
                        </p:oleObj>
                      </mc:Choice>
                      <mc:Fallback>
                        <p:oleObj name="Equation" r:id="rId5" imgW="190417" imgH="253890" progId="Equation.DSMT4">
                          <p:embed/>
                          <p:pic>
                            <p:nvPicPr>
                              <p:cNvPr id="46" name="Object 23">
                                <a:extLst>
                                  <a:ext uri="{FF2B5EF4-FFF2-40B4-BE49-F238E27FC236}">
                                    <a16:creationId xmlns:a16="http://schemas.microsoft.com/office/drawing/2014/main" id="{2AB851AF-5E39-499B-A3DF-EC4E927DDF3A}"/>
                                  </a:ext>
                                </a:extLst>
                              </p:cNvPr>
                              <p:cNvPicPr>
                                <a:picLocks noChangeAspect="1" noChangeArrowheads="1"/>
                              </p:cNvPicPr>
                              <p:nvPr/>
                            </p:nvPicPr>
                            <p:blipFill>
                              <a:blip r:embed="rId6">
                                <a:extLst>
                                  <a:ext uri="{28A0092B-C50C-407E-A947-70E740481C1C}">
                                    <a14:useLocalDpi val="0"/>
                                  </a:ext>
                                </a:extLst>
                              </a:blip>
                              <a:srcRect/>
                              <a:stretch>
                                <a:fillRect/>
                              </a:stretch>
                            </p:blipFill>
                            <p:spPr bwMode="auto">
                              <a:xfrm>
                                <a:off x="8390583" y="5127851"/>
                                <a:ext cx="236089" cy="314785"/>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46" name="Object 23">
                    <a:extLst>
                      <a:ext uri="{FF2B5EF4-FFF2-40B4-BE49-F238E27FC236}">
                        <a16:creationId xmlns:a16="http://schemas.microsoft.com/office/drawing/2014/main" id="{2AB851AF-5E39-499B-A3DF-EC4E927DDF3A}"/>
                      </a:ext>
                    </a:extLst>
                  </p:cNvPr>
                  <p:cNvGraphicFramePr>
                    <a:graphicFrameLocks noChangeAspect="1"/>
                  </p:cNvGraphicFramePr>
                  <p:nvPr/>
                </p:nvGraphicFramePr>
                <p:xfrm>
                  <a:off x="8390583" y="5127851"/>
                  <a:ext cx="236089" cy="314785"/>
                </p:xfrm>
                <a:graphic>
                  <a:graphicData uri="http://schemas.openxmlformats.org/presentationml/2006/ole">
                    <mc:AlternateContent>
                      <mc:Choice xmlns:v="urn:schemas-microsoft-com:vml" Requires="v">
                        <p:oleObj spid="_x0000_s165667" name="Equation" r:id="rId8" imgW="190417" imgH="253890" progId="Equation.DSMT4">
                          <p:embed/>
                        </p:oleObj>
                      </mc:Choice>
                      <mc:Fallback>
                        <p:oleObj name="Equation" r:id="rId8" imgW="190417" imgH="253890" progId="Equation.DSMT4">
                          <p:embed/>
                          <p:pic>
                            <p:nvPicPr>
                              <p:cNvPr id="46" name="Object 23">
                                <a:extLst>
                                  <a:ext uri="{FF2B5EF4-FFF2-40B4-BE49-F238E27FC236}">
                                    <a16:creationId xmlns:a16="http://schemas.microsoft.com/office/drawing/2014/main" id="{2AB851AF-5E39-499B-A3DF-EC4E927DDF3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8390583" y="5127851"/>
                                <a:ext cx="236089" cy="3147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grpSp>
        <mc:AlternateContent xmlns:mc="http://schemas.openxmlformats.org/markup-compatibility/2006" xmlns:a14="http://schemas.microsoft.com/office/drawing/2010/main">
          <mc:Choice Requires="a14">
            <p:graphicFrame>
              <p:nvGraphicFramePr>
                <p:cNvPr id="47" name="Object 24">
                  <a:extLst>
                    <a:ext uri="{FF2B5EF4-FFF2-40B4-BE49-F238E27FC236}">
                      <a16:creationId xmlns:a16="http://schemas.microsoft.com/office/drawing/2014/main" id="{473B823F-2667-4796-8DA2-AF8B26D1F077}"/>
                    </a:ext>
                  </a:extLst>
                </p:cNvPr>
                <p:cNvGraphicFramePr>
                  <a:graphicFrameLocks noChangeAspect="1"/>
                </p:cNvGraphicFramePr>
                <p:nvPr>
                  <p:extLst>
                    <p:ext uri="{D42A27DB-BD31-4B8C-83A1-F6EECF244321}">
                      <p14:modId xmlns:p14="http://schemas.microsoft.com/office/powerpoint/2010/main" val="1950850022"/>
                    </p:ext>
                  </p:extLst>
                </p:nvPr>
              </p:nvGraphicFramePr>
              <p:xfrm>
                <a:off x="9481651" y="4704972"/>
                <a:ext cx="288167" cy="560132"/>
              </p:xfrm>
              <a:graphic>
                <a:graphicData uri="http://schemas.openxmlformats.org/presentationml/2006/ole">
                  <mc:AlternateContent>
                    <mc:Choice xmlns:v="urn:schemas-microsoft-com:vml" Requires="v">
                      <p:oleObj name="公式" r:id="rId10" imgW="164885" imgH="317087" progId="Equation.3">
                        <p:embed/>
                      </p:oleObj>
                    </mc:Choice>
                    <mc:Fallback>
                      <p:oleObj name="公式" r:id="rId10" imgW="164885" imgH="317087" progId="Equation.3">
                        <p:embed/>
                        <p:pic>
                          <p:nvPicPr>
                            <p:cNvPr id="47" name="Object 24">
                              <a:extLst>
                                <a:ext uri="{FF2B5EF4-FFF2-40B4-BE49-F238E27FC236}">
                                  <a16:creationId xmlns:a16="http://schemas.microsoft.com/office/drawing/2014/main" id="{473B823F-2667-4796-8DA2-AF8B26D1F077}"/>
                                </a:ext>
                              </a:extLst>
                            </p:cNvPr>
                            <p:cNvPicPr>
                              <a:picLocks noChangeAspect="1" noChangeArrowheads="1"/>
                            </p:cNvPicPr>
                            <p:nvPr/>
                          </p:nvPicPr>
                          <p:blipFill>
                            <a:blip r:embed="rId11">
                              <a:extLst>
                                <a:ext uri="{28A0092B-C50C-407E-A947-70E740481C1C}">
                                  <a14:useLocalDpi val="0"/>
                                </a:ext>
                              </a:extLst>
                            </a:blip>
                            <a:srcRect/>
                            <a:stretch>
                              <a:fillRect/>
                            </a:stretch>
                          </p:blipFill>
                          <p:spPr bwMode="auto">
                            <a:xfrm>
                              <a:off x="9481651" y="4704972"/>
                              <a:ext cx="288167" cy="560132"/>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47" name="Object 24">
                  <a:extLst>
                    <a:ext uri="{FF2B5EF4-FFF2-40B4-BE49-F238E27FC236}">
                      <a16:creationId xmlns:a16="http://schemas.microsoft.com/office/drawing/2014/main" id="{473B823F-2667-4796-8DA2-AF8B26D1F077}"/>
                    </a:ext>
                  </a:extLst>
                </p:cNvPr>
                <p:cNvGraphicFramePr>
                  <a:graphicFrameLocks noChangeAspect="1"/>
                </p:cNvGraphicFramePr>
                <p:nvPr>
                  <p:extLst>
                    <p:ext uri="{D42A27DB-BD31-4B8C-83A1-F6EECF244321}">
                      <p14:modId xmlns:p14="http://schemas.microsoft.com/office/powerpoint/2010/main" val="1950850022"/>
                    </p:ext>
                  </p:extLst>
                </p:nvPr>
              </p:nvGraphicFramePr>
              <p:xfrm>
                <a:off x="9481651" y="4704972"/>
                <a:ext cx="288167" cy="560132"/>
              </p:xfrm>
              <a:graphic>
                <a:graphicData uri="http://schemas.openxmlformats.org/presentationml/2006/ole">
                  <mc:AlternateContent>
                    <mc:Choice xmlns:v="urn:schemas-microsoft-com:vml" Requires="v">
                      <p:oleObj spid="_x0000_s165668" name="公式" r:id="rId12" imgW="164885" imgH="317087" progId="Equation.3">
                        <p:embed/>
                      </p:oleObj>
                    </mc:Choice>
                    <mc:Fallback>
                      <p:oleObj name="公式" r:id="rId12" imgW="164885" imgH="317087" progId="Equation.3">
                        <p:embed/>
                        <p:pic>
                          <p:nvPicPr>
                            <p:cNvPr id="47" name="Object 24">
                              <a:extLst>
                                <a:ext uri="{FF2B5EF4-FFF2-40B4-BE49-F238E27FC236}">
                                  <a16:creationId xmlns:a16="http://schemas.microsoft.com/office/drawing/2014/main" id="{473B823F-2667-4796-8DA2-AF8B26D1F07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9481651" y="4704972"/>
                              <a:ext cx="288167" cy="5601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48" name="Object 25">
                  <a:extLst>
                    <a:ext uri="{FF2B5EF4-FFF2-40B4-BE49-F238E27FC236}">
                      <a16:creationId xmlns:a16="http://schemas.microsoft.com/office/drawing/2014/main" id="{956B1817-F3EB-4807-939A-8072CAD4C185}"/>
                    </a:ext>
                  </a:extLst>
                </p:cNvPr>
                <p:cNvGraphicFramePr>
                  <a:graphicFrameLocks noChangeAspect="1"/>
                </p:cNvGraphicFramePr>
                <p:nvPr>
                  <p:extLst>
                    <p:ext uri="{D42A27DB-BD31-4B8C-83A1-F6EECF244321}">
                      <p14:modId xmlns:p14="http://schemas.microsoft.com/office/powerpoint/2010/main" val="4194567442"/>
                    </p:ext>
                  </p:extLst>
                </p:nvPr>
              </p:nvGraphicFramePr>
              <p:xfrm>
                <a:off x="9761055" y="5391781"/>
                <a:ext cx="333301" cy="555503"/>
              </p:xfrm>
              <a:graphic>
                <a:graphicData uri="http://schemas.openxmlformats.org/presentationml/2006/ole">
                  <mc:AlternateContent>
                    <mc:Choice xmlns:v="urn:schemas-microsoft-com:vml" Requires="v">
                      <p:oleObj name="公式" r:id="rId14" imgW="190335" imgH="317225" progId="Equation.3">
                        <p:embed/>
                      </p:oleObj>
                    </mc:Choice>
                    <mc:Fallback>
                      <p:oleObj name="公式" r:id="rId14" imgW="190335" imgH="317225" progId="Equation.3">
                        <p:embed/>
                        <p:pic>
                          <p:nvPicPr>
                            <p:cNvPr id="48" name="Object 25">
                              <a:extLst>
                                <a:ext uri="{FF2B5EF4-FFF2-40B4-BE49-F238E27FC236}">
                                  <a16:creationId xmlns:a16="http://schemas.microsoft.com/office/drawing/2014/main" id="{956B1817-F3EB-4807-939A-8072CAD4C185}"/>
                                </a:ext>
                              </a:extLst>
                            </p:cNvPr>
                            <p:cNvPicPr>
                              <a:picLocks noChangeAspect="1" noChangeArrowheads="1"/>
                            </p:cNvPicPr>
                            <p:nvPr/>
                          </p:nvPicPr>
                          <p:blipFill>
                            <a:blip r:embed="rId15">
                              <a:extLst>
                                <a:ext uri="{28A0092B-C50C-407E-A947-70E740481C1C}">
                                  <a14:useLocalDpi val="0"/>
                                </a:ext>
                              </a:extLst>
                            </a:blip>
                            <a:srcRect/>
                            <a:stretch>
                              <a:fillRect/>
                            </a:stretch>
                          </p:blipFill>
                          <p:spPr bwMode="auto">
                            <a:xfrm>
                              <a:off x="9761055" y="5391781"/>
                              <a:ext cx="333301" cy="555503"/>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48" name="Object 25">
                  <a:extLst>
                    <a:ext uri="{FF2B5EF4-FFF2-40B4-BE49-F238E27FC236}">
                      <a16:creationId xmlns:a16="http://schemas.microsoft.com/office/drawing/2014/main" id="{956B1817-F3EB-4807-939A-8072CAD4C185}"/>
                    </a:ext>
                  </a:extLst>
                </p:cNvPr>
                <p:cNvGraphicFramePr>
                  <a:graphicFrameLocks noChangeAspect="1"/>
                </p:cNvGraphicFramePr>
                <p:nvPr>
                  <p:extLst>
                    <p:ext uri="{D42A27DB-BD31-4B8C-83A1-F6EECF244321}">
                      <p14:modId xmlns:p14="http://schemas.microsoft.com/office/powerpoint/2010/main" val="4194567442"/>
                    </p:ext>
                  </p:extLst>
                </p:nvPr>
              </p:nvGraphicFramePr>
              <p:xfrm>
                <a:off x="9761055" y="5391781"/>
                <a:ext cx="333301" cy="555503"/>
              </p:xfrm>
              <a:graphic>
                <a:graphicData uri="http://schemas.openxmlformats.org/presentationml/2006/ole">
                  <mc:AlternateContent>
                    <mc:Choice xmlns:v="urn:schemas-microsoft-com:vml" Requires="v">
                      <p:oleObj spid="_x0000_s165669" name="公式" r:id="rId16" imgW="190335" imgH="317225" progId="Equation.3">
                        <p:embed/>
                      </p:oleObj>
                    </mc:Choice>
                    <mc:Fallback>
                      <p:oleObj name="公式" r:id="rId16" imgW="190335" imgH="317225" progId="Equation.3">
                        <p:embed/>
                        <p:pic>
                          <p:nvPicPr>
                            <p:cNvPr id="48" name="Object 25">
                              <a:extLst>
                                <a:ext uri="{FF2B5EF4-FFF2-40B4-BE49-F238E27FC236}">
                                  <a16:creationId xmlns:a16="http://schemas.microsoft.com/office/drawing/2014/main" id="{956B1817-F3EB-4807-939A-8072CAD4C185}"/>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761055" y="5391781"/>
                              <a:ext cx="333301" cy="55550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49" name="Line 26">
              <a:extLst>
                <a:ext uri="{FF2B5EF4-FFF2-40B4-BE49-F238E27FC236}">
                  <a16:creationId xmlns:a16="http://schemas.microsoft.com/office/drawing/2014/main" id="{67A0D3E8-1256-4D28-8AB0-2AA177685735}"/>
                </a:ext>
              </a:extLst>
            </p:cNvPr>
            <p:cNvSpPr>
              <a:spLocks noChangeShapeType="1"/>
            </p:cNvSpPr>
            <p:nvPr/>
          </p:nvSpPr>
          <p:spPr bwMode="auto">
            <a:xfrm rot="60000">
              <a:off x="8180197" y="5031978"/>
              <a:ext cx="2937219" cy="243032"/>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0" name="Line 27">
              <a:extLst>
                <a:ext uri="{FF2B5EF4-FFF2-40B4-BE49-F238E27FC236}">
                  <a16:creationId xmlns:a16="http://schemas.microsoft.com/office/drawing/2014/main" id="{9AB805AD-1A55-4270-8075-9607C38706C5}"/>
                </a:ext>
              </a:extLst>
            </p:cNvPr>
            <p:cNvSpPr>
              <a:spLocks noChangeShapeType="1"/>
            </p:cNvSpPr>
            <p:nvPr/>
          </p:nvSpPr>
          <p:spPr bwMode="auto">
            <a:xfrm flipV="1">
              <a:off x="8228803" y="5316673"/>
              <a:ext cx="2888613" cy="259235"/>
            </a:xfrm>
            <a:prstGeom prst="line">
              <a:avLst/>
            </a:prstGeom>
            <a:noFill/>
            <a:ln w="28575">
              <a:solidFill>
                <a:srgbClr val="FF6600"/>
              </a:solidFill>
              <a:round/>
              <a:headEnd type="none" w="sm" len="lg"/>
              <a:tailEnd type="non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1" name="Freeform 28">
              <a:extLst>
                <a:ext uri="{FF2B5EF4-FFF2-40B4-BE49-F238E27FC236}">
                  <a16:creationId xmlns:a16="http://schemas.microsoft.com/office/drawing/2014/main" id="{7D89C2EE-AB1D-4330-BB32-BA4715509B65}"/>
                </a:ext>
              </a:extLst>
            </p:cNvPr>
            <p:cNvSpPr>
              <a:spLocks/>
            </p:cNvSpPr>
            <p:nvPr/>
          </p:nvSpPr>
          <p:spPr bwMode="auto">
            <a:xfrm>
              <a:off x="7569144" y="5011147"/>
              <a:ext cx="641142" cy="287010"/>
            </a:xfrm>
            <a:custGeom>
              <a:avLst/>
              <a:gdLst>
                <a:gd name="T0" fmla="*/ 0 w 554"/>
                <a:gd name="T1" fmla="*/ 248 h 248"/>
                <a:gd name="T2" fmla="*/ 554 w 554"/>
                <a:gd name="T3" fmla="*/ 0 h 248"/>
                <a:gd name="T4" fmla="*/ 0 60000 65536"/>
                <a:gd name="T5" fmla="*/ 0 60000 65536"/>
                <a:gd name="T6" fmla="*/ 0 w 554"/>
                <a:gd name="T7" fmla="*/ 0 h 248"/>
                <a:gd name="T8" fmla="*/ 554 w 554"/>
                <a:gd name="T9" fmla="*/ 248 h 248"/>
              </a:gdLst>
              <a:ahLst/>
              <a:cxnLst>
                <a:cxn ang="T4">
                  <a:pos x="T0" y="T1"/>
                </a:cxn>
                <a:cxn ang="T5">
                  <a:pos x="T2" y="T3"/>
                </a:cxn>
              </a:cxnLst>
              <a:rect l="T6" t="T7" r="T8" b="T9"/>
              <a:pathLst>
                <a:path w="554" h="248">
                  <a:moveTo>
                    <a:pt x="0" y="248"/>
                  </a:moveTo>
                  <a:lnTo>
                    <a:pt x="554" y="0"/>
                  </a:lnTo>
                </a:path>
              </a:pathLst>
            </a:custGeom>
            <a:noFill/>
            <a:ln w="19050">
              <a:solidFill>
                <a:srgbClr val="FF6600"/>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2" name="Line 29">
              <a:extLst>
                <a:ext uri="{FF2B5EF4-FFF2-40B4-BE49-F238E27FC236}">
                  <a16:creationId xmlns:a16="http://schemas.microsoft.com/office/drawing/2014/main" id="{90F6DF45-08E1-41DB-9FAE-38E6999FDEE2}"/>
                </a:ext>
              </a:extLst>
            </p:cNvPr>
            <p:cNvSpPr>
              <a:spLocks noChangeShapeType="1"/>
            </p:cNvSpPr>
            <p:nvPr/>
          </p:nvSpPr>
          <p:spPr bwMode="auto">
            <a:xfrm>
              <a:off x="7569144" y="5298157"/>
              <a:ext cx="659659" cy="277751"/>
            </a:xfrm>
            <a:prstGeom prst="line">
              <a:avLst/>
            </a:prstGeom>
            <a:noFill/>
            <a:ln w="19050">
              <a:solidFill>
                <a:srgbClr val="FF6600"/>
              </a:solidFill>
              <a:round/>
              <a:headEnd/>
              <a:tailEnd/>
            </a:ln>
            <a:extLst>
              <a:ext uri="{909E8E84-426E-40DD-AFC4-6F175D3DCCD1}">
                <a14:hiddenFill xmlns:a14="http://schemas.microsoft.com/office/drawing/2010/main">
                  <a:noFill/>
                </a14:hiddenFill>
              </a:ext>
            </a:extLst>
          </p:spPr>
          <p:txBody>
            <a:bodyPr wrap="none"/>
            <a:lstStyle/>
            <a:p>
              <a:endParaRPr lang="zh-CN" altLang="en-US"/>
            </a:p>
          </p:txBody>
        </p:sp>
        <p:grpSp>
          <p:nvGrpSpPr>
            <p:cNvPr id="53" name="Group 30">
              <a:extLst>
                <a:ext uri="{FF2B5EF4-FFF2-40B4-BE49-F238E27FC236}">
                  <a16:creationId xmlns:a16="http://schemas.microsoft.com/office/drawing/2014/main" id="{F2ED841D-44A2-4449-A03F-018C0AB051F7}"/>
                </a:ext>
              </a:extLst>
            </p:cNvPr>
            <p:cNvGrpSpPr>
              <a:grpSpLocks/>
            </p:cNvGrpSpPr>
            <p:nvPr/>
          </p:nvGrpSpPr>
          <p:grpSpPr bwMode="auto">
            <a:xfrm>
              <a:off x="8228803" y="5909210"/>
              <a:ext cx="2888613" cy="388852"/>
              <a:chOff x="2160" y="2496"/>
              <a:chExt cx="2496" cy="336"/>
            </a:xfrm>
          </p:grpSpPr>
          <mc:AlternateContent xmlns:mc="http://schemas.openxmlformats.org/markup-compatibility/2006" xmlns:a14="http://schemas.microsoft.com/office/drawing/2010/main">
            <mc:Choice Requires="a14">
              <p:graphicFrame>
                <p:nvGraphicFramePr>
                  <p:cNvPr id="54" name="Object 31">
                    <a:extLst>
                      <a:ext uri="{FF2B5EF4-FFF2-40B4-BE49-F238E27FC236}">
                        <a16:creationId xmlns:a16="http://schemas.microsoft.com/office/drawing/2014/main" id="{1C47769C-98FD-4CE8-8C34-5C1AD3695940}"/>
                      </a:ext>
                    </a:extLst>
                  </p:cNvPr>
                  <p:cNvGraphicFramePr>
                    <a:graphicFrameLocks noChangeAspect="1"/>
                  </p:cNvGraphicFramePr>
                  <p:nvPr/>
                </p:nvGraphicFramePr>
                <p:xfrm>
                  <a:off x="3120" y="2496"/>
                  <a:ext cx="310" cy="336"/>
                </p:xfrm>
                <a:graphic>
                  <a:graphicData uri="http://schemas.openxmlformats.org/presentationml/2006/ole">
                    <mc:AlternateContent>
                      <mc:Choice xmlns:v="urn:schemas-microsoft-com:vml" Requires="v">
                        <p:oleObj name="Equation" r:id="rId10" imgW="164814" imgH="177492" progId="Equation.3">
                          <p:embed/>
                        </p:oleObj>
                      </mc:Choice>
                      <mc:Fallback>
                        <p:oleObj name="Equation" r:id="rId10" imgW="164814" imgH="177492" progId="Equation.3">
                          <p:embed/>
                          <p:pic>
                            <p:nvPicPr>
                              <p:cNvPr id="54" name="Object 31">
                                <a:extLst>
                                  <a:ext uri="{FF2B5EF4-FFF2-40B4-BE49-F238E27FC236}">
                                    <a16:creationId xmlns:a16="http://schemas.microsoft.com/office/drawing/2014/main" id="{1C47769C-98FD-4CE8-8C34-5C1AD3695940}"/>
                                  </a:ext>
                                </a:extLst>
                              </p:cNvPr>
                              <p:cNvPicPr>
                                <a:picLocks noChangeAspect="1" noChangeArrowheads="1"/>
                              </p:cNvPicPr>
                              <p:nvPr/>
                            </p:nvPicPr>
                            <p:blipFill>
                              <a:blip r:embed="rId18">
                                <a:extLst>
                                  <a:ext uri="{28A0092B-C50C-407E-A947-70E740481C1C}">
                                    <a14:useLocalDpi val="0"/>
                                  </a:ext>
                                </a:extLst>
                              </a:blip>
                              <a:srcRect/>
                              <a:stretch>
                                <a:fillRect/>
                              </a:stretch>
                            </p:blipFill>
                            <p:spPr bwMode="auto">
                              <a:xfrm>
                                <a:off x="3120" y="2496"/>
                                <a:ext cx="310" cy="336"/>
                              </a:xfrm>
                              <a:prstGeom prst="rect">
                                <a:avLst/>
                              </a:prstGeom>
                              <a:noFill/>
                              <a:extLst>
                                <a:ext uri="{909E8E84-426E-40DD-AFC4-6F175D3DCCD1}">
                                  <a14:hiddenFill>
                                    <a:solidFill>
                                      <a:srgbClr val="FFFFFF"/>
                                    </a:solidFill>
                                  </a14:hiddenFill>
                                </a:ext>
                              </a:extLst>
                            </p:spPr>
                          </p:pic>
                        </p:oleObj>
                      </mc:Fallback>
                    </mc:AlternateContent>
                  </a:graphicData>
                </a:graphic>
              </p:graphicFrame>
            </mc:Choice>
            <mc:Fallback xmlns="">
              <p:graphicFrame>
                <p:nvGraphicFramePr>
                  <p:cNvPr id="54" name="Object 31">
                    <a:extLst>
                      <a:ext uri="{FF2B5EF4-FFF2-40B4-BE49-F238E27FC236}">
                        <a16:creationId xmlns:a16="http://schemas.microsoft.com/office/drawing/2014/main" id="{1C47769C-98FD-4CE8-8C34-5C1AD3695940}"/>
                      </a:ext>
                    </a:extLst>
                  </p:cNvPr>
                  <p:cNvGraphicFramePr>
                    <a:graphicFrameLocks noChangeAspect="1"/>
                  </p:cNvGraphicFramePr>
                  <p:nvPr/>
                </p:nvGraphicFramePr>
                <p:xfrm>
                  <a:off x="3120" y="2496"/>
                  <a:ext cx="310" cy="336"/>
                </p:xfrm>
                <a:graphic>
                  <a:graphicData uri="http://schemas.openxmlformats.org/presentationml/2006/ole">
                    <mc:AlternateContent>
                      <mc:Choice xmlns:v="urn:schemas-microsoft-com:vml" Requires="v">
                        <p:oleObj spid="_x0000_s165670" name="Equation" r:id="rId20" imgW="164814" imgH="177492" progId="Equation.3">
                          <p:embed/>
                        </p:oleObj>
                      </mc:Choice>
                      <mc:Fallback>
                        <p:oleObj name="Equation" r:id="rId20" imgW="164814" imgH="177492" progId="Equation.3">
                          <p:embed/>
                          <p:pic>
                            <p:nvPicPr>
                              <p:cNvPr id="54" name="Object 31">
                                <a:extLst>
                                  <a:ext uri="{FF2B5EF4-FFF2-40B4-BE49-F238E27FC236}">
                                    <a16:creationId xmlns:a16="http://schemas.microsoft.com/office/drawing/2014/main" id="{1C47769C-98FD-4CE8-8C34-5C1AD3695940}"/>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120" y="2496"/>
                                <a:ext cx="310" cy="33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mc:Fallback>
          </mc:AlternateContent>
          <p:sp>
            <p:nvSpPr>
              <p:cNvPr id="55" name="Line 32">
                <a:extLst>
                  <a:ext uri="{FF2B5EF4-FFF2-40B4-BE49-F238E27FC236}">
                    <a16:creationId xmlns:a16="http://schemas.microsoft.com/office/drawing/2014/main" id="{4AB8AF64-FA89-43C1-BCB3-18FB308DA063}"/>
                  </a:ext>
                </a:extLst>
              </p:cNvPr>
              <p:cNvSpPr>
                <a:spLocks noChangeShapeType="1"/>
              </p:cNvSpPr>
              <p:nvPr/>
            </p:nvSpPr>
            <p:spPr bwMode="auto">
              <a:xfrm>
                <a:off x="3360" y="2688"/>
                <a:ext cx="1296" cy="0"/>
              </a:xfrm>
              <a:prstGeom prst="line">
                <a:avLst/>
              </a:prstGeom>
              <a:noFill/>
              <a:ln w="19050">
                <a:solidFill>
                  <a:srgbClr val="FF3399"/>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56" name="Line 33">
                <a:extLst>
                  <a:ext uri="{FF2B5EF4-FFF2-40B4-BE49-F238E27FC236}">
                    <a16:creationId xmlns:a16="http://schemas.microsoft.com/office/drawing/2014/main" id="{FA395752-3D0F-49AD-A64D-CEB79A5B0CC5}"/>
                  </a:ext>
                </a:extLst>
              </p:cNvPr>
              <p:cNvSpPr>
                <a:spLocks noChangeShapeType="1"/>
              </p:cNvSpPr>
              <p:nvPr/>
            </p:nvSpPr>
            <p:spPr bwMode="auto">
              <a:xfrm flipH="1">
                <a:off x="2160" y="2688"/>
                <a:ext cx="960" cy="0"/>
              </a:xfrm>
              <a:prstGeom prst="line">
                <a:avLst/>
              </a:prstGeom>
              <a:noFill/>
              <a:ln w="19050">
                <a:solidFill>
                  <a:srgbClr val="FF3399"/>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57" name="Freeform 28">
              <a:extLst>
                <a:ext uri="{FF2B5EF4-FFF2-40B4-BE49-F238E27FC236}">
                  <a16:creationId xmlns:a16="http://schemas.microsoft.com/office/drawing/2014/main" id="{CFABE834-9BCF-4E89-928E-908C754C6237}"/>
                </a:ext>
              </a:extLst>
            </p:cNvPr>
            <p:cNvSpPr>
              <a:spLocks/>
            </p:cNvSpPr>
            <p:nvPr/>
          </p:nvSpPr>
          <p:spPr bwMode="auto">
            <a:xfrm>
              <a:off x="7569144" y="4992632"/>
              <a:ext cx="627255" cy="156350"/>
            </a:xfrm>
            <a:custGeom>
              <a:avLst/>
              <a:gdLst>
                <a:gd name="T0" fmla="*/ 0 w 554"/>
                <a:gd name="T1" fmla="*/ 248 h 248"/>
                <a:gd name="T2" fmla="*/ 554 w 554"/>
                <a:gd name="T3" fmla="*/ 0 h 248"/>
                <a:gd name="T4" fmla="*/ 0 60000 65536"/>
                <a:gd name="T5" fmla="*/ 0 60000 65536"/>
                <a:gd name="T6" fmla="*/ 0 w 554"/>
                <a:gd name="T7" fmla="*/ 0 h 248"/>
                <a:gd name="T8" fmla="*/ 554 w 554"/>
                <a:gd name="T9" fmla="*/ 248 h 248"/>
              </a:gdLst>
              <a:ahLst/>
              <a:cxnLst>
                <a:cxn ang="T4">
                  <a:pos x="T0" y="T1"/>
                </a:cxn>
                <a:cxn ang="T5">
                  <a:pos x="T2" y="T3"/>
                </a:cxn>
              </a:cxnLst>
              <a:rect l="T6" t="T7" r="T8" b="T9"/>
              <a:pathLst>
                <a:path w="554" h="248">
                  <a:moveTo>
                    <a:pt x="0" y="248"/>
                  </a:moveTo>
                  <a:lnTo>
                    <a:pt x="554" y="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 name="Freeform 28">
              <a:extLst>
                <a:ext uri="{FF2B5EF4-FFF2-40B4-BE49-F238E27FC236}">
                  <a16:creationId xmlns:a16="http://schemas.microsoft.com/office/drawing/2014/main" id="{33BEB1E5-36C4-4252-8104-076E5ED667A9}"/>
                </a:ext>
              </a:extLst>
            </p:cNvPr>
            <p:cNvSpPr>
              <a:spLocks/>
            </p:cNvSpPr>
            <p:nvPr/>
          </p:nvSpPr>
          <p:spPr bwMode="auto">
            <a:xfrm flipV="1">
              <a:off x="7564591" y="5144816"/>
              <a:ext cx="641141" cy="419171"/>
            </a:xfrm>
            <a:custGeom>
              <a:avLst/>
              <a:gdLst>
                <a:gd name="T0" fmla="*/ 0 w 554"/>
                <a:gd name="T1" fmla="*/ 248 h 248"/>
                <a:gd name="T2" fmla="*/ 554 w 554"/>
                <a:gd name="T3" fmla="*/ 0 h 248"/>
                <a:gd name="T4" fmla="*/ 0 60000 65536"/>
                <a:gd name="T5" fmla="*/ 0 60000 65536"/>
                <a:gd name="T6" fmla="*/ 0 w 554"/>
                <a:gd name="T7" fmla="*/ 0 h 248"/>
                <a:gd name="T8" fmla="*/ 554 w 554"/>
                <a:gd name="T9" fmla="*/ 248 h 248"/>
              </a:gdLst>
              <a:ahLst/>
              <a:cxnLst>
                <a:cxn ang="T4">
                  <a:pos x="T0" y="T1"/>
                </a:cxn>
                <a:cxn ang="T5">
                  <a:pos x="T2" y="T3"/>
                </a:cxn>
              </a:cxnLst>
              <a:rect l="T6" t="T7" r="T8" b="T9"/>
              <a:pathLst>
                <a:path w="554" h="248">
                  <a:moveTo>
                    <a:pt x="0" y="248"/>
                  </a:moveTo>
                  <a:lnTo>
                    <a:pt x="554" y="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mc:AlternateContent xmlns:mc="http://schemas.openxmlformats.org/markup-compatibility/2006" xmlns:a14="http://schemas.microsoft.com/office/drawing/2010/main">
          <mc:Choice Requires="a14">
            <p:graphicFrame>
              <p:nvGraphicFramePr>
                <p:cNvPr id="2" name="对象 1">
                  <a:extLst>
                    <a:ext uri="{FF2B5EF4-FFF2-40B4-BE49-F238E27FC236}">
                      <a16:creationId xmlns:a16="http://schemas.microsoft.com/office/drawing/2014/main" id="{E7C2240D-45EE-4B7C-95CB-69856AEEDC55}"/>
                    </a:ext>
                  </a:extLst>
                </p:cNvPr>
                <p:cNvGraphicFramePr>
                  <a:graphicFrameLocks noChangeAspect="1"/>
                </p:cNvGraphicFramePr>
                <p:nvPr>
                  <p:extLst>
                    <p:ext uri="{D42A27DB-BD31-4B8C-83A1-F6EECF244321}">
                      <p14:modId xmlns:p14="http://schemas.microsoft.com/office/powerpoint/2010/main" val="1837654538"/>
                    </p:ext>
                  </p:extLst>
                </p:nvPr>
              </p:nvGraphicFramePr>
              <p:xfrm>
                <a:off x="7281106" y="5030223"/>
                <a:ext cx="223336" cy="312671"/>
              </p:xfrm>
              <a:graphic>
                <a:graphicData uri="http://schemas.openxmlformats.org/presentationml/2006/ole">
                  <mc:AlternateContent>
                    <mc:Choice xmlns:v="urn:schemas-microsoft-com:vml" Requires="v">
                      <p:oleObj name="Equation" r:id="rId22" imgW="126720" imgH="177480" progId="Equation.DSMT4">
                        <p:embed/>
                      </p:oleObj>
                    </mc:Choice>
                    <mc:Fallback>
                      <p:oleObj name="Equation" r:id="rId22" imgW="126720" imgH="177480" progId="Equation.DSMT4">
                        <p:embed/>
                        <p:pic>
                          <p:nvPicPr>
                            <p:cNvPr id="2" name="对象 1">
                              <a:extLst>
                                <a:ext uri="{FF2B5EF4-FFF2-40B4-BE49-F238E27FC236}">
                                  <a16:creationId xmlns:a16="http://schemas.microsoft.com/office/drawing/2014/main" id="{E7C2240D-45EE-4B7C-95CB-69856AEEDC55}"/>
                                </a:ext>
                              </a:extLst>
                            </p:cNvPr>
                            <p:cNvPicPr/>
                            <p:nvPr/>
                          </p:nvPicPr>
                          <p:blipFill>
                            <a:blip r:embed="rId23"/>
                            <a:stretch>
                              <a:fillRect/>
                            </a:stretch>
                          </p:blipFill>
                          <p:spPr>
                            <a:xfrm>
                              <a:off x="7281106" y="5030223"/>
                              <a:ext cx="223336" cy="312671"/>
                            </a:xfrm>
                            <a:prstGeom prst="rect">
                              <a:avLst/>
                            </a:prstGeom>
                          </p:spPr>
                        </p:pic>
                      </p:oleObj>
                    </mc:Fallback>
                  </mc:AlternateContent>
                </a:graphicData>
              </a:graphic>
            </p:graphicFrame>
          </mc:Choice>
          <mc:Fallback xmlns="">
            <p:graphicFrame>
              <p:nvGraphicFramePr>
                <p:cNvPr id="2" name="对象 1">
                  <a:extLst>
                    <a:ext uri="{FF2B5EF4-FFF2-40B4-BE49-F238E27FC236}">
                      <a16:creationId xmlns:a16="http://schemas.microsoft.com/office/drawing/2014/main" id="{E7C2240D-45EE-4B7C-95CB-69856AEEDC55}"/>
                    </a:ext>
                  </a:extLst>
                </p:cNvPr>
                <p:cNvGraphicFramePr>
                  <a:graphicFrameLocks noChangeAspect="1"/>
                </p:cNvGraphicFramePr>
                <p:nvPr>
                  <p:extLst>
                    <p:ext uri="{D42A27DB-BD31-4B8C-83A1-F6EECF244321}">
                      <p14:modId xmlns:p14="http://schemas.microsoft.com/office/powerpoint/2010/main" val="1837654538"/>
                    </p:ext>
                  </p:extLst>
                </p:nvPr>
              </p:nvGraphicFramePr>
              <p:xfrm>
                <a:off x="7281106" y="5030223"/>
                <a:ext cx="223336" cy="312671"/>
              </p:xfrm>
              <a:graphic>
                <a:graphicData uri="http://schemas.openxmlformats.org/presentationml/2006/ole">
                  <mc:AlternateContent>
                    <mc:Choice xmlns:v="urn:schemas-microsoft-com:vml" Requires="v">
                      <p:oleObj spid="_x0000_s165671" name="Equation" r:id="rId24" imgW="126720" imgH="177480" progId="Equation.DSMT4">
                        <p:embed/>
                      </p:oleObj>
                    </mc:Choice>
                    <mc:Fallback>
                      <p:oleObj name="Equation" r:id="rId24" imgW="126720" imgH="177480" progId="Equation.DSMT4">
                        <p:embed/>
                        <p:pic>
                          <p:nvPicPr>
                            <p:cNvPr id="2" name="对象 1">
                              <a:extLst>
                                <a:ext uri="{FF2B5EF4-FFF2-40B4-BE49-F238E27FC236}">
                                  <a16:creationId xmlns:a16="http://schemas.microsoft.com/office/drawing/2014/main" id="{E7C2240D-45EE-4B7C-95CB-69856AEEDC55}"/>
                                </a:ext>
                              </a:extLst>
                            </p:cNvPr>
                            <p:cNvPicPr/>
                            <p:nvPr/>
                          </p:nvPicPr>
                          <p:blipFill>
                            <a:blip r:embed="rId25"/>
                            <a:stretch>
                              <a:fillRect/>
                            </a:stretch>
                          </p:blipFill>
                          <p:spPr>
                            <a:xfrm>
                              <a:off x="7281106" y="5030223"/>
                              <a:ext cx="223336" cy="312671"/>
                            </a:xfrm>
                            <a:prstGeom prst="rect">
                              <a:avLst/>
                            </a:prstGeom>
                          </p:spPr>
                        </p:pic>
                      </p:oleObj>
                    </mc:Fallback>
                  </mc:AlternateContent>
                </a:graphicData>
              </a:graphic>
            </p:graphicFrame>
          </mc:Fallback>
        </mc:AlternateContent>
        <p:grpSp>
          <p:nvGrpSpPr>
            <p:cNvPr id="63" name="Group 30">
              <a:extLst>
                <a:ext uri="{FF2B5EF4-FFF2-40B4-BE49-F238E27FC236}">
                  <a16:creationId xmlns:a16="http://schemas.microsoft.com/office/drawing/2014/main" id="{17A24065-D2D0-4E28-9F63-A0ADAEDACF73}"/>
                </a:ext>
              </a:extLst>
            </p:cNvPr>
            <p:cNvGrpSpPr>
              <a:grpSpLocks/>
            </p:cNvGrpSpPr>
            <p:nvPr/>
          </p:nvGrpSpPr>
          <p:grpSpPr bwMode="auto">
            <a:xfrm>
              <a:off x="7580115" y="5785454"/>
              <a:ext cx="582019" cy="388852"/>
              <a:chOff x="2750" y="2496"/>
              <a:chExt cx="1175" cy="336"/>
            </a:xfrm>
          </p:grpSpPr>
          <mc:AlternateContent xmlns:mc="http://schemas.openxmlformats.org/markup-compatibility/2006" xmlns:a14="http://schemas.microsoft.com/office/drawing/2010/main">
            <mc:Choice Requires="a14">
              <p:graphicFrame>
                <p:nvGraphicFramePr>
                  <p:cNvPr id="64" name="Object 31">
                    <a:extLst>
                      <a:ext uri="{FF2B5EF4-FFF2-40B4-BE49-F238E27FC236}">
                        <a16:creationId xmlns:a16="http://schemas.microsoft.com/office/drawing/2014/main" id="{AE8E5279-7167-4E4B-95E9-D3A78CC7C1FA}"/>
                      </a:ext>
                    </a:extLst>
                  </p:cNvPr>
                  <p:cNvGraphicFramePr>
                    <a:graphicFrameLocks noChangeAspect="1"/>
                  </p:cNvGraphicFramePr>
                  <p:nvPr/>
                </p:nvGraphicFramePr>
                <p:xfrm>
                  <a:off x="3153" y="2496"/>
                  <a:ext cx="420" cy="336"/>
                </p:xfrm>
                <a:graphic>
                  <a:graphicData uri="http://schemas.openxmlformats.org/presentationml/2006/ole">
                    <mc:AlternateContent>
                      <mc:Choice xmlns:v="urn:schemas-microsoft-com:vml" Requires="v">
                        <p:oleObj name="Equation" r:id="rId26" imgW="88560" imgH="177480" progId="Equation.DSMT4">
                          <p:embed/>
                        </p:oleObj>
                      </mc:Choice>
                      <mc:Fallback>
                        <p:oleObj name="Equation" r:id="rId26" imgW="88560" imgH="177480" progId="Equation.DSMT4">
                          <p:embed/>
                          <p:pic>
                            <p:nvPicPr>
                              <p:cNvPr id="64" name="Object 31">
                                <a:extLst>
                                  <a:ext uri="{FF2B5EF4-FFF2-40B4-BE49-F238E27FC236}">
                                    <a16:creationId xmlns:a16="http://schemas.microsoft.com/office/drawing/2014/main" id="{AE8E5279-7167-4E4B-95E9-D3A78CC7C1FA}"/>
                                  </a:ext>
                                </a:extLst>
                              </p:cNvPr>
                              <p:cNvPicPr>
                                <a:picLocks noChangeAspect="1" noChangeArrowheads="1"/>
                              </p:cNvPicPr>
                              <p:nvPr/>
                            </p:nvPicPr>
                            <p:blipFill>
                              <a:blip r:embed="rId27"/>
                              <a:srcRect/>
                              <a:stretch>
                                <a:fillRect/>
                              </a:stretch>
                            </p:blipFill>
                            <p:spPr bwMode="auto">
                              <a:xfrm>
                                <a:off x="3153" y="2496"/>
                                <a:ext cx="420" cy="336"/>
                              </a:xfrm>
                              <a:prstGeom prst="rect">
                                <a:avLst/>
                              </a:prstGeom>
                              <a:noFill/>
                            </p:spPr>
                          </p:pic>
                        </p:oleObj>
                      </mc:Fallback>
                    </mc:AlternateContent>
                  </a:graphicData>
                </a:graphic>
              </p:graphicFrame>
            </mc:Choice>
            <mc:Fallback xmlns="">
              <p:graphicFrame>
                <p:nvGraphicFramePr>
                  <p:cNvPr id="64" name="Object 31">
                    <a:extLst>
                      <a:ext uri="{FF2B5EF4-FFF2-40B4-BE49-F238E27FC236}">
                        <a16:creationId xmlns:a16="http://schemas.microsoft.com/office/drawing/2014/main" id="{AE8E5279-7167-4E4B-95E9-D3A78CC7C1FA}"/>
                      </a:ext>
                    </a:extLst>
                  </p:cNvPr>
                  <p:cNvGraphicFramePr>
                    <a:graphicFrameLocks noChangeAspect="1"/>
                  </p:cNvGraphicFramePr>
                  <p:nvPr/>
                </p:nvGraphicFramePr>
                <p:xfrm>
                  <a:off x="3153" y="2496"/>
                  <a:ext cx="420" cy="336"/>
                </p:xfrm>
                <a:graphic>
                  <a:graphicData uri="http://schemas.openxmlformats.org/presentationml/2006/ole">
                    <mc:AlternateContent>
                      <mc:Choice xmlns:v="urn:schemas-microsoft-com:vml" Requires="v">
                        <p:oleObj spid="_x0000_s165672" name="Equation" r:id="rId28" imgW="88560" imgH="177480" progId="Equation.DSMT4">
                          <p:embed/>
                        </p:oleObj>
                      </mc:Choice>
                      <mc:Fallback>
                        <p:oleObj name="Equation" r:id="rId28" imgW="88560" imgH="177480" progId="Equation.DSMT4">
                          <p:embed/>
                          <p:pic>
                            <p:nvPicPr>
                              <p:cNvPr id="64" name="Object 31">
                                <a:extLst>
                                  <a:ext uri="{FF2B5EF4-FFF2-40B4-BE49-F238E27FC236}">
                                    <a16:creationId xmlns:a16="http://schemas.microsoft.com/office/drawing/2014/main" id="{AE8E5279-7167-4E4B-95E9-D3A78CC7C1FA}"/>
                                  </a:ext>
                                </a:extLst>
                              </p:cNvPr>
                              <p:cNvPicPr>
                                <a:picLocks noChangeAspect="1" noChangeArrowheads="1"/>
                              </p:cNvPicPr>
                              <p:nvPr/>
                            </p:nvPicPr>
                            <p:blipFill>
                              <a:blip r:embed="rId29"/>
                              <a:srcRect/>
                              <a:stretch>
                                <a:fillRect/>
                              </a:stretch>
                            </p:blipFill>
                            <p:spPr bwMode="auto">
                              <a:xfrm>
                                <a:off x="3153" y="2496"/>
                                <a:ext cx="420" cy="336"/>
                              </a:xfrm>
                              <a:prstGeom prst="rect">
                                <a:avLst/>
                              </a:prstGeom>
                              <a:noFill/>
                            </p:spPr>
                          </p:pic>
                        </p:oleObj>
                      </mc:Fallback>
                    </mc:AlternateContent>
                  </a:graphicData>
                </a:graphic>
              </p:graphicFrame>
            </mc:Fallback>
          </mc:AlternateContent>
          <p:sp>
            <p:nvSpPr>
              <p:cNvPr id="65" name="Line 32">
                <a:extLst>
                  <a:ext uri="{FF2B5EF4-FFF2-40B4-BE49-F238E27FC236}">
                    <a16:creationId xmlns:a16="http://schemas.microsoft.com/office/drawing/2014/main" id="{068EFF0D-0AB8-4BC5-8E74-096BCB0E23D1}"/>
                  </a:ext>
                </a:extLst>
              </p:cNvPr>
              <p:cNvSpPr>
                <a:spLocks noChangeShapeType="1"/>
              </p:cNvSpPr>
              <p:nvPr/>
            </p:nvSpPr>
            <p:spPr bwMode="auto">
              <a:xfrm flipV="1">
                <a:off x="3489" y="2682"/>
                <a:ext cx="436" cy="0"/>
              </a:xfrm>
              <a:prstGeom prst="line">
                <a:avLst/>
              </a:prstGeom>
              <a:noFill/>
              <a:ln w="19050">
                <a:solidFill>
                  <a:srgbClr val="FF3399"/>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sp>
            <p:nvSpPr>
              <p:cNvPr id="66" name="Line 33">
                <a:extLst>
                  <a:ext uri="{FF2B5EF4-FFF2-40B4-BE49-F238E27FC236}">
                    <a16:creationId xmlns:a16="http://schemas.microsoft.com/office/drawing/2014/main" id="{0E6A2EC6-0031-435E-805A-EA873399D3B3}"/>
                  </a:ext>
                </a:extLst>
              </p:cNvPr>
              <p:cNvSpPr>
                <a:spLocks noChangeShapeType="1"/>
              </p:cNvSpPr>
              <p:nvPr/>
            </p:nvSpPr>
            <p:spPr bwMode="auto">
              <a:xfrm flipH="1">
                <a:off x="2750" y="2682"/>
                <a:ext cx="436" cy="0"/>
              </a:xfrm>
              <a:prstGeom prst="line">
                <a:avLst/>
              </a:prstGeom>
              <a:noFill/>
              <a:ln w="19050">
                <a:solidFill>
                  <a:srgbClr val="FF3399"/>
                </a:solidFill>
                <a:round/>
                <a:headEnd/>
                <a:tailEnd type="triangle" w="sm" len="lg"/>
              </a:ln>
              <a:extLst>
                <a:ext uri="{909E8E84-426E-40DD-AFC4-6F175D3DCCD1}">
                  <a14:hiddenFill xmlns:a14="http://schemas.microsoft.com/office/drawing/2010/main">
                    <a:noFill/>
                  </a14:hiddenFill>
                </a:ext>
              </a:extLst>
            </p:spPr>
            <p:txBody>
              <a:bodyPr wrap="none"/>
              <a:lstStyle/>
              <a:p>
                <a:endParaRPr lang="zh-CN" altLang="en-US"/>
              </a:p>
            </p:txBody>
          </p:sp>
        </p:grpSp>
        <p:sp>
          <p:nvSpPr>
            <p:cNvPr id="67" name="Freeform 28">
              <a:extLst>
                <a:ext uri="{FF2B5EF4-FFF2-40B4-BE49-F238E27FC236}">
                  <a16:creationId xmlns:a16="http://schemas.microsoft.com/office/drawing/2014/main" id="{E72702F1-679C-4501-8456-153E35383E6C}"/>
                </a:ext>
              </a:extLst>
            </p:cNvPr>
            <p:cNvSpPr>
              <a:spLocks/>
            </p:cNvSpPr>
            <p:nvPr/>
          </p:nvSpPr>
          <p:spPr bwMode="auto">
            <a:xfrm flipV="1">
              <a:off x="8201445" y="4994290"/>
              <a:ext cx="2915971" cy="526068"/>
            </a:xfrm>
            <a:custGeom>
              <a:avLst/>
              <a:gdLst>
                <a:gd name="T0" fmla="*/ 0 w 554"/>
                <a:gd name="T1" fmla="*/ 248 h 248"/>
                <a:gd name="T2" fmla="*/ 554 w 554"/>
                <a:gd name="T3" fmla="*/ 0 h 248"/>
                <a:gd name="T4" fmla="*/ 0 60000 65536"/>
                <a:gd name="T5" fmla="*/ 0 60000 65536"/>
                <a:gd name="T6" fmla="*/ 0 w 554"/>
                <a:gd name="T7" fmla="*/ 0 h 248"/>
                <a:gd name="T8" fmla="*/ 554 w 554"/>
                <a:gd name="T9" fmla="*/ 248 h 248"/>
              </a:gdLst>
              <a:ahLst/>
              <a:cxnLst>
                <a:cxn ang="T4">
                  <a:pos x="T0" y="T1"/>
                </a:cxn>
                <a:cxn ang="T5">
                  <a:pos x="T2" y="T3"/>
                </a:cxn>
              </a:cxnLst>
              <a:rect l="T6" t="T7" r="T8" b="T9"/>
              <a:pathLst>
                <a:path w="554" h="248">
                  <a:moveTo>
                    <a:pt x="0" y="248"/>
                  </a:moveTo>
                  <a:lnTo>
                    <a:pt x="554" y="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8" name="Freeform 28">
              <a:extLst>
                <a:ext uri="{FF2B5EF4-FFF2-40B4-BE49-F238E27FC236}">
                  <a16:creationId xmlns:a16="http://schemas.microsoft.com/office/drawing/2014/main" id="{29B9C963-A2D2-4698-ACD9-D507E7D05E1B}"/>
                </a:ext>
              </a:extLst>
            </p:cNvPr>
            <p:cNvSpPr>
              <a:spLocks/>
            </p:cNvSpPr>
            <p:nvPr/>
          </p:nvSpPr>
          <p:spPr bwMode="auto">
            <a:xfrm>
              <a:off x="8210284" y="5519960"/>
              <a:ext cx="2895865" cy="45719"/>
            </a:xfrm>
            <a:custGeom>
              <a:avLst/>
              <a:gdLst>
                <a:gd name="T0" fmla="*/ 0 w 554"/>
                <a:gd name="T1" fmla="*/ 248 h 248"/>
                <a:gd name="T2" fmla="*/ 554 w 554"/>
                <a:gd name="T3" fmla="*/ 0 h 248"/>
                <a:gd name="T4" fmla="*/ 0 60000 65536"/>
                <a:gd name="T5" fmla="*/ 0 60000 65536"/>
                <a:gd name="T6" fmla="*/ 0 w 554"/>
                <a:gd name="T7" fmla="*/ 0 h 248"/>
                <a:gd name="T8" fmla="*/ 554 w 554"/>
                <a:gd name="T9" fmla="*/ 248 h 248"/>
              </a:gdLst>
              <a:ahLst/>
              <a:cxnLst>
                <a:cxn ang="T4">
                  <a:pos x="T0" y="T1"/>
                </a:cxn>
                <a:cxn ang="T5">
                  <a:pos x="T2" y="T3"/>
                </a:cxn>
              </a:cxnLst>
              <a:rect l="T6" t="T7" r="T8" b="T9"/>
              <a:pathLst>
                <a:path w="554" h="248">
                  <a:moveTo>
                    <a:pt x="0" y="248"/>
                  </a:moveTo>
                  <a:lnTo>
                    <a:pt x="554" y="0"/>
                  </a:lnTo>
                </a:path>
              </a:pathLst>
            </a:custGeom>
            <a:noFill/>
            <a:ln w="19050">
              <a:solidFill>
                <a:srgbClr val="0000FF"/>
              </a:solidFill>
              <a:round/>
              <a:headEnd/>
              <a:tailEnd/>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mc:AlternateContent xmlns:mc="http://schemas.openxmlformats.org/markup-compatibility/2006" xmlns:a14="http://schemas.microsoft.com/office/drawing/2010/main">
          <mc:Choice Requires="a14">
            <p:sp>
              <p:nvSpPr>
                <p:cNvPr id="5" name="对象 4">
                  <a:extLst>
                    <a:ext uri="{FF2B5EF4-FFF2-40B4-BE49-F238E27FC236}">
                      <a16:creationId xmlns:a16="http://schemas.microsoft.com/office/drawing/2014/main" id="{86022C92-0D54-41CE-AC8D-BFA82FAC75D8}"/>
                    </a:ext>
                  </a:extLst>
                </p:cNvPr>
                <p:cNvSpPr txBox="1"/>
                <p:nvPr/>
              </p:nvSpPr>
              <p:spPr>
                <a:xfrm>
                  <a:off x="7732713" y="4656138"/>
                  <a:ext cx="228600" cy="457200"/>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1</m:t>
                            </m:r>
                          </m:sub>
                        </m:sSub>
                      </m:oMath>
                    </m:oMathPara>
                  </a14:m>
                  <a:endParaRPr lang="zh-CN" altLang="en-US"/>
                </a:p>
              </p:txBody>
            </p:sp>
          </mc:Choice>
          <mc:Fallback xmlns="">
            <p:sp>
              <p:nvSpPr>
                <p:cNvPr id="5" name="对象 4">
                  <a:extLst>
                    <a:ext uri="{FF2B5EF4-FFF2-40B4-BE49-F238E27FC236}">
                      <a16:creationId xmlns:a16="http://schemas.microsoft.com/office/drawing/2014/main" id="{86022C92-0D54-41CE-AC8D-BFA82FAC75D8}"/>
                    </a:ext>
                  </a:extLst>
                </p:cNvPr>
                <p:cNvSpPr txBox="1">
                  <a:spLocks noRot="1" noChangeAspect="1" noMove="1" noResize="1" noEditPoints="1" noAdjustHandles="1" noChangeArrowheads="1" noChangeShapeType="1" noTextEdit="1"/>
                </p:cNvSpPr>
                <p:nvPr/>
              </p:nvSpPr>
              <p:spPr>
                <a:xfrm>
                  <a:off x="7732713" y="4656138"/>
                  <a:ext cx="228600" cy="457200"/>
                </a:xfrm>
                <a:prstGeom prst="rect">
                  <a:avLst/>
                </a:prstGeom>
                <a:blipFill>
                  <a:blip r:embed="rId30"/>
                  <a:stretch>
                    <a:fillRect r="-368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对象 5">
                  <a:extLst>
                    <a:ext uri="{FF2B5EF4-FFF2-40B4-BE49-F238E27FC236}">
                      <a16:creationId xmlns:a16="http://schemas.microsoft.com/office/drawing/2014/main" id="{B7AAA389-DDC7-48AD-98D8-66B47195B096}"/>
                    </a:ext>
                  </a:extLst>
                </p:cNvPr>
                <p:cNvSpPr txBox="1"/>
                <p:nvPr/>
              </p:nvSpPr>
              <p:spPr>
                <a:xfrm>
                  <a:off x="7716838" y="5349875"/>
                  <a:ext cx="326280" cy="388938"/>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i="1">
                                <a:solidFill>
                                  <a:srgbClr val="000000"/>
                                </a:solidFill>
                                <a:latin typeface="Cambria Math" panose="02040503050406030204" pitchFamily="18" charset="0"/>
                              </a:rPr>
                            </m:ctrlPr>
                          </m:sSubPr>
                          <m:e>
                            <m:r>
                              <a:rPr lang="zh-CN" altLang="en-US" i="1">
                                <a:solidFill>
                                  <a:srgbClr val="000000"/>
                                </a:solidFill>
                                <a:latin typeface="Cambria Math" panose="02040503050406030204" pitchFamily="18" charset="0"/>
                              </a:rPr>
                              <m:t>𝑙</m:t>
                            </m:r>
                          </m:e>
                          <m:sub>
                            <m:r>
                              <a:rPr lang="zh-CN" altLang="en-US" i="1">
                                <a:solidFill>
                                  <a:srgbClr val="000000"/>
                                </a:solidFill>
                                <a:latin typeface="Cambria Math" panose="02040503050406030204" pitchFamily="18" charset="0"/>
                              </a:rPr>
                              <m:t>2</m:t>
                            </m:r>
                          </m:sub>
                        </m:sSub>
                      </m:oMath>
                    </m:oMathPara>
                  </a14:m>
                  <a:endParaRPr lang="zh-CN" altLang="en-US" dirty="0"/>
                </a:p>
              </p:txBody>
            </p:sp>
          </mc:Choice>
          <mc:Fallback xmlns="">
            <p:sp>
              <p:nvSpPr>
                <p:cNvPr id="6" name="对象 5">
                  <a:extLst>
                    <a:ext uri="{FF2B5EF4-FFF2-40B4-BE49-F238E27FC236}">
                      <a16:creationId xmlns:a16="http://schemas.microsoft.com/office/drawing/2014/main" id="{B7AAA389-DDC7-48AD-98D8-66B47195B096}"/>
                    </a:ext>
                  </a:extLst>
                </p:cNvPr>
                <p:cNvSpPr txBox="1">
                  <a:spLocks noRot="1" noChangeAspect="1" noMove="1" noResize="1" noEditPoints="1" noAdjustHandles="1" noChangeArrowheads="1" noChangeShapeType="1" noTextEdit="1"/>
                </p:cNvSpPr>
                <p:nvPr/>
              </p:nvSpPr>
              <p:spPr>
                <a:xfrm>
                  <a:off x="7716838" y="5349875"/>
                  <a:ext cx="326280" cy="388938"/>
                </a:xfrm>
                <a:prstGeom prst="rect">
                  <a:avLst/>
                </a:prstGeom>
                <a:blipFill>
                  <a:blip r:embed="rId31"/>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对象 6">
                  <a:extLst>
                    <a:ext uri="{FF2B5EF4-FFF2-40B4-BE49-F238E27FC236}">
                      <a16:creationId xmlns:a16="http://schemas.microsoft.com/office/drawing/2014/main" id="{35D849AA-A554-47B5-83D0-93A8FBF5B31F}"/>
                    </a:ext>
                  </a:extLst>
                </p:cNvPr>
                <p:cNvSpPr txBox="1"/>
                <p:nvPr/>
              </p:nvSpPr>
              <p:spPr>
                <a:xfrm>
                  <a:off x="11143234" y="5345113"/>
                  <a:ext cx="1036874" cy="384175"/>
                </a:xfrm>
                <a:prstGeom prst="rect">
                  <a:avLst/>
                </a:prstGeom>
              </p:spPr>
              <p:txBody>
                <a:bodyPr>
                  <a:noAutofit/>
                </a:bodyPr>
                <a:lstStyle/>
                <a:p>
                  <a:pPr/>
                  <a14:m>
                    <m:oMathPara xmlns:m="http://schemas.openxmlformats.org/officeDocument/2006/math">
                      <m:oMathParaPr>
                        <m:jc m:val="left"/>
                      </m:oMathParaPr>
                      <m:oMath xmlns:m="http://schemas.openxmlformats.org/officeDocument/2006/math">
                        <m:r>
                          <a:rPr lang="zh-CN" altLang="en-US" i="1">
                            <a:solidFill>
                              <a:srgbClr val="FF8040"/>
                            </a:solidFill>
                            <a:latin typeface="Cambria Math" panose="02040503050406030204" pitchFamily="18" charset="0"/>
                          </a:rPr>
                          <m:t>𝑘</m:t>
                        </m:r>
                        <m:r>
                          <a:rPr lang="zh-CN" altLang="en-US" i="1">
                            <a:solidFill>
                              <a:srgbClr val="FF8040"/>
                            </a:solidFill>
                            <a:latin typeface="Cambria Math" panose="02040503050406030204" pitchFamily="18" charset="0"/>
                          </a:rPr>
                          <m:t>=−1</m:t>
                        </m:r>
                      </m:oMath>
                    </m:oMathPara>
                  </a14:m>
                  <a:endParaRPr lang="zh-CN" altLang="en-US" dirty="0"/>
                </a:p>
              </p:txBody>
            </p:sp>
          </mc:Choice>
          <mc:Fallback xmlns="">
            <p:sp>
              <p:nvSpPr>
                <p:cNvPr id="7" name="对象 6">
                  <a:extLst>
                    <a:ext uri="{FF2B5EF4-FFF2-40B4-BE49-F238E27FC236}">
                      <a16:creationId xmlns:a16="http://schemas.microsoft.com/office/drawing/2014/main" id="{35D849AA-A554-47B5-83D0-93A8FBF5B31F}"/>
                    </a:ext>
                  </a:extLst>
                </p:cNvPr>
                <p:cNvSpPr txBox="1">
                  <a:spLocks noRot="1" noChangeAspect="1" noMove="1" noResize="1" noEditPoints="1" noAdjustHandles="1" noChangeArrowheads="1" noChangeShapeType="1" noTextEdit="1"/>
                </p:cNvSpPr>
                <p:nvPr/>
              </p:nvSpPr>
              <p:spPr>
                <a:xfrm>
                  <a:off x="11143234" y="5345113"/>
                  <a:ext cx="1036874" cy="384175"/>
                </a:xfrm>
                <a:prstGeom prst="rect">
                  <a:avLst/>
                </a:prstGeom>
                <a:blipFill>
                  <a:blip r:embed="rId36"/>
                  <a:stretch>
                    <a:fillRect/>
                  </a:stretch>
                </a:blipFill>
              </p:spPr>
              <p:txBody>
                <a:bodyPr/>
                <a:lstStyle/>
                <a:p>
                  <a:r>
                    <a:rPr lang="zh-CN" altLang="en-US">
                      <a:noFill/>
                    </a:rPr>
                    <a:t> </a:t>
                  </a:r>
                </a:p>
              </p:txBody>
            </p:sp>
          </mc:Fallback>
        </mc:AlternateContent>
      </p:grpSp>
      <mc:AlternateContent xmlns:mc="http://schemas.openxmlformats.org/markup-compatibility/2006" xmlns:a14="http://schemas.microsoft.com/office/drawing/2010/main">
        <mc:Choice Requires="a14">
          <p:sp>
            <p:nvSpPr>
              <p:cNvPr id="59" name="对象 58">
                <a:extLst>
                  <a:ext uri="{FF2B5EF4-FFF2-40B4-BE49-F238E27FC236}">
                    <a16:creationId xmlns:a16="http://schemas.microsoft.com/office/drawing/2014/main" id="{F89D2148-AF5C-48BF-B09F-738FB06B598A}"/>
                  </a:ext>
                </a:extLst>
              </p:cNvPr>
              <p:cNvSpPr txBox="1"/>
              <p:nvPr/>
            </p:nvSpPr>
            <p:spPr>
              <a:xfrm>
                <a:off x="11152135" y="5006365"/>
                <a:ext cx="761448" cy="384175"/>
              </a:xfrm>
              <a:prstGeom prst="rect">
                <a:avLst/>
              </a:prstGeom>
            </p:spPr>
            <p:txBody>
              <a:bodyPr>
                <a:normAutofit/>
              </a:bodyPr>
              <a:lstStyle/>
              <a:p>
                <a:pPr/>
                <a14:m>
                  <m:oMathPara xmlns:m="http://schemas.openxmlformats.org/officeDocument/2006/math">
                    <m:oMathParaPr>
                      <m:jc m:val="left"/>
                    </m:oMathParaPr>
                    <m:oMath xmlns:m="http://schemas.openxmlformats.org/officeDocument/2006/math">
                      <m:r>
                        <a:rPr lang="zh-CN" altLang="en-US" i="1" smtClean="0">
                          <a:solidFill>
                            <a:srgbClr val="FF8040"/>
                          </a:solidFill>
                          <a:latin typeface="Cambria Math" panose="02040503050406030204" pitchFamily="18" charset="0"/>
                        </a:rPr>
                        <m:t>𝑘</m:t>
                      </m:r>
                      <m:r>
                        <a:rPr lang="zh-CN" altLang="en-US" i="1" smtClean="0">
                          <a:solidFill>
                            <a:srgbClr val="FF8040"/>
                          </a:solidFill>
                          <a:latin typeface="Cambria Math" panose="02040503050406030204" pitchFamily="18" charset="0"/>
                        </a:rPr>
                        <m:t>=0</m:t>
                      </m:r>
                    </m:oMath>
                  </m:oMathPara>
                </a14:m>
                <a:endParaRPr lang="zh-CN" altLang="en-US" dirty="0"/>
              </a:p>
            </p:txBody>
          </p:sp>
        </mc:Choice>
        <mc:Fallback xmlns="">
          <p:sp>
            <p:nvSpPr>
              <p:cNvPr id="59" name="对象 58">
                <a:extLst>
                  <a:ext uri="{FF2B5EF4-FFF2-40B4-BE49-F238E27FC236}">
                    <a16:creationId xmlns:a16="http://schemas.microsoft.com/office/drawing/2014/main" id="{F89D2148-AF5C-48BF-B09F-738FB06B598A}"/>
                  </a:ext>
                </a:extLst>
              </p:cNvPr>
              <p:cNvSpPr txBox="1">
                <a:spLocks noRot="1" noChangeAspect="1" noMove="1" noResize="1" noEditPoints="1" noAdjustHandles="1" noChangeArrowheads="1" noChangeShapeType="1" noTextEdit="1"/>
              </p:cNvSpPr>
              <p:nvPr/>
            </p:nvSpPr>
            <p:spPr>
              <a:xfrm>
                <a:off x="11152135" y="5006365"/>
                <a:ext cx="761448" cy="384175"/>
              </a:xfrm>
              <a:prstGeom prst="rect">
                <a:avLst/>
              </a:prstGeom>
              <a:blipFill>
                <a:blip r:embed="rId40"/>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631199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left)">
                                      <p:cBhvr>
                                        <p:cTn id="7" dur="20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
                                        </p:tgtEl>
                                        <p:attrNameLst>
                                          <p:attrName>style.visibility</p:attrName>
                                        </p:attrNameLst>
                                      </p:cBhvr>
                                      <p:to>
                                        <p:strVal val="visible"/>
                                      </p:to>
                                    </p:set>
                                    <p:animEffect transition="in" filter="wipe(left)">
                                      <p:cBhvr>
                                        <p:cTn id="12" dur="2000"/>
                                        <p:tgtEl>
                                          <p:spTgt spid="24"/>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5"/>
                                        </p:tgtEl>
                                        <p:attrNameLst>
                                          <p:attrName>style.visibility</p:attrName>
                                        </p:attrNameLst>
                                      </p:cBhvr>
                                      <p:to>
                                        <p:strVal val="visible"/>
                                      </p:to>
                                    </p:set>
                                    <p:anim calcmode="lin" valueType="num">
                                      <p:cBhvr additive="base">
                                        <p:cTn id="17" dur="500" fill="hold"/>
                                        <p:tgtEl>
                                          <p:spTgt spid="25"/>
                                        </p:tgtEl>
                                        <p:attrNameLst>
                                          <p:attrName>ppt_x</p:attrName>
                                        </p:attrNameLst>
                                      </p:cBhvr>
                                      <p:tavLst>
                                        <p:tav tm="0">
                                          <p:val>
                                            <p:strVal val="0-#ppt_w/2"/>
                                          </p:val>
                                        </p:tav>
                                        <p:tav tm="100000">
                                          <p:val>
                                            <p:strVal val="#ppt_x"/>
                                          </p:val>
                                        </p:tav>
                                      </p:tavLst>
                                    </p:anim>
                                    <p:anim calcmode="lin" valueType="num">
                                      <p:cBhvr additive="base">
                                        <p:cTn id="18"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blinds(horizontal)">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dissolve">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 presetClass="entr" presetSubtype="12" fill="hold" nodeType="clickEffect">
                                  <p:stCondLst>
                                    <p:cond delay="0"/>
                                  </p:stCondLst>
                                  <p:childTnLst>
                                    <p:set>
                                      <p:cBhvr>
                                        <p:cTn id="32" dur="1" fill="hold">
                                          <p:stCondLst>
                                            <p:cond delay="0"/>
                                          </p:stCondLst>
                                        </p:cTn>
                                        <p:tgtEl>
                                          <p:spTgt spid="17"/>
                                        </p:tgtEl>
                                        <p:attrNameLst>
                                          <p:attrName>style.visibility</p:attrName>
                                        </p:attrNameLst>
                                      </p:cBhvr>
                                      <p:to>
                                        <p:strVal val="visible"/>
                                      </p:to>
                                    </p:set>
                                    <p:anim calcmode="lin" valueType="num">
                                      <p:cBhvr additive="base">
                                        <p:cTn id="33" dur="500" fill="hold"/>
                                        <p:tgtEl>
                                          <p:spTgt spid="17"/>
                                        </p:tgtEl>
                                        <p:attrNameLst>
                                          <p:attrName>ppt_x</p:attrName>
                                        </p:attrNameLst>
                                      </p:cBhvr>
                                      <p:tavLst>
                                        <p:tav tm="0">
                                          <p:val>
                                            <p:strVal val="0-#ppt_w/2"/>
                                          </p:val>
                                        </p:tav>
                                        <p:tav tm="100000">
                                          <p:val>
                                            <p:strVal val="#ppt_x"/>
                                          </p:val>
                                        </p:tav>
                                      </p:tavLst>
                                    </p:anim>
                                    <p:anim calcmode="lin" valueType="num">
                                      <p:cBhvr additive="base">
                                        <p:cTn id="3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3" fill="hold" nodeType="clickEffect">
                                  <p:stCondLst>
                                    <p:cond delay="0"/>
                                  </p:stCondLst>
                                  <p:childTnLst>
                                    <p:set>
                                      <p:cBhvr>
                                        <p:cTn id="38" dur="1" fill="hold">
                                          <p:stCondLst>
                                            <p:cond delay="0"/>
                                          </p:stCondLst>
                                        </p:cTn>
                                        <p:tgtEl>
                                          <p:spTgt spid="14"/>
                                        </p:tgtEl>
                                        <p:attrNameLst>
                                          <p:attrName>style.visibility</p:attrName>
                                        </p:attrNameLst>
                                      </p:cBhvr>
                                      <p:to>
                                        <p:strVal val="visible"/>
                                      </p:to>
                                    </p:set>
                                    <p:anim calcmode="lin" valueType="num">
                                      <p:cBhvr additive="base">
                                        <p:cTn id="39" dur="500" fill="hold"/>
                                        <p:tgtEl>
                                          <p:spTgt spid="14"/>
                                        </p:tgtEl>
                                        <p:attrNameLst>
                                          <p:attrName>ppt_x</p:attrName>
                                        </p:attrNameLst>
                                      </p:cBhvr>
                                      <p:tavLst>
                                        <p:tav tm="0">
                                          <p:val>
                                            <p:strVal val="1+#ppt_w/2"/>
                                          </p:val>
                                        </p:tav>
                                        <p:tav tm="100000">
                                          <p:val>
                                            <p:strVal val="#ppt_x"/>
                                          </p:val>
                                        </p:tav>
                                      </p:tavLst>
                                    </p:anim>
                                    <p:anim calcmode="lin" valueType="num">
                                      <p:cBhvr additive="base">
                                        <p:cTn id="40" dur="500" fill="hold"/>
                                        <p:tgtEl>
                                          <p:spTgt spid="14"/>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utoUpdateAnimBg="0"/>
      <p:bldP spid="24" grpId="0" autoUpdateAnimBg="0"/>
      <p:bldP spid="2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59" name="文本框 58">
            <a:extLst>
              <a:ext uri="{FF2B5EF4-FFF2-40B4-BE49-F238E27FC236}">
                <a16:creationId xmlns:a16="http://schemas.microsoft.com/office/drawing/2014/main" id="{86E731DF-6908-45FF-A040-F82ED5CCC3CF}"/>
              </a:ext>
            </a:extLst>
          </p:cNvPr>
          <p:cNvSpPr txBox="1"/>
          <p:nvPr/>
        </p:nvSpPr>
        <p:spPr>
          <a:xfrm>
            <a:off x="676274" y="739766"/>
            <a:ext cx="11380259" cy="1077218"/>
          </a:xfrm>
          <a:prstGeom prst="rect">
            <a:avLst/>
          </a:prstGeom>
          <a:noFill/>
        </p:spPr>
        <p:txBody>
          <a:bodyPr wrap="square">
            <a:spAutoFit/>
          </a:bodyPr>
          <a:lstStyle/>
          <a:p>
            <a:r>
              <a:rPr lang="zh-CN" altLang="en-US" sz="3200" dirty="0">
                <a:latin typeface="微软雅黑" panose="020B0503020204020204" pitchFamily="34" charset="-122"/>
                <a:ea typeface="微软雅黑" panose="020B0503020204020204" pitchFamily="34" charset="-122"/>
              </a:rPr>
              <a:t>当缝光源上边缘的线光源经过双缝形成干涉条纹的第</a:t>
            </a:r>
            <a:r>
              <a:rPr lang="en-US" altLang="zh-CN" sz="3200" dirty="0">
                <a:latin typeface="微软雅黑" panose="020B0503020204020204" pitchFamily="34" charset="-122"/>
                <a:ea typeface="微软雅黑" panose="020B0503020204020204" pitchFamily="34" charset="-122"/>
              </a:rPr>
              <a:t>0</a:t>
            </a:r>
            <a:r>
              <a:rPr lang="zh-CN" altLang="en-US" sz="3200" dirty="0">
                <a:latin typeface="微软雅黑" panose="020B0503020204020204" pitchFamily="34" charset="-122"/>
                <a:ea typeface="微软雅黑" panose="020B0503020204020204" pitchFamily="34" charset="-122"/>
              </a:rPr>
              <a:t>级明纹刚好落在下边缘的线光源经过双缝形成干涉条纹的第</a:t>
            </a:r>
            <a:r>
              <a:rPr lang="en-US" altLang="zh-CN" sz="3200" dirty="0">
                <a:latin typeface="微软雅黑" panose="020B0503020204020204" pitchFamily="34" charset="-122"/>
                <a:ea typeface="微软雅黑" panose="020B0503020204020204" pitchFamily="34" charset="-122"/>
              </a:rPr>
              <a:t>-1</a:t>
            </a:r>
            <a:r>
              <a:rPr lang="zh-CN" altLang="en-US" sz="3200" dirty="0">
                <a:latin typeface="微软雅黑" panose="020B0503020204020204" pitchFamily="34" charset="-122"/>
                <a:ea typeface="微软雅黑" panose="020B0503020204020204" pitchFamily="34" charset="-122"/>
              </a:rPr>
              <a:t>级明纹</a:t>
            </a:r>
          </a:p>
        </p:txBody>
      </p:sp>
      <p:sp>
        <p:nvSpPr>
          <p:cNvPr id="61" name="文本框 60">
            <a:extLst>
              <a:ext uri="{FF2B5EF4-FFF2-40B4-BE49-F238E27FC236}">
                <a16:creationId xmlns:a16="http://schemas.microsoft.com/office/drawing/2014/main" id="{264A10ED-DAB6-475C-8CEC-9917F11CE278}"/>
              </a:ext>
            </a:extLst>
          </p:cNvPr>
          <p:cNvSpPr txBox="1"/>
          <p:nvPr/>
        </p:nvSpPr>
        <p:spPr>
          <a:xfrm>
            <a:off x="676274" y="1816984"/>
            <a:ext cx="7967705" cy="584775"/>
          </a:xfrm>
          <a:prstGeom prst="rect">
            <a:avLst/>
          </a:prstGeom>
          <a:noFill/>
        </p:spPr>
        <p:txBody>
          <a:bodyPr wrap="square">
            <a:spAutoFit/>
          </a:bodyPr>
          <a:lstStyle/>
          <a:p>
            <a:r>
              <a:rPr lang="zh-CN" altLang="en-US" sz="3200" dirty="0">
                <a:latin typeface="微软雅黑" panose="020B0503020204020204" pitchFamily="34" charset="-122"/>
                <a:ea typeface="微软雅黑" panose="020B0503020204020204" pitchFamily="34" charset="-122"/>
              </a:rPr>
              <a:t>此时干涉条纹完全模糊，屏幕一片亮</a:t>
            </a:r>
            <a:r>
              <a:rPr lang="en-US" altLang="zh-CN" sz="3200" dirty="0">
                <a:latin typeface="微软雅黑" panose="020B0503020204020204" pitchFamily="34" charset="-122"/>
                <a:ea typeface="微软雅黑" panose="020B0503020204020204" pitchFamily="34" charset="-122"/>
              </a:rPr>
              <a:t>.</a:t>
            </a:r>
            <a:endParaRPr lang="zh-CN" altLang="en-US" sz="3200" dirty="0">
              <a:latin typeface="微软雅黑" panose="020B0503020204020204" pitchFamily="34" charset="-122"/>
              <a:ea typeface="微软雅黑" panose="020B0503020204020204" pitchFamily="34" charset="-122"/>
            </a:endParaRPr>
          </a:p>
        </p:txBody>
      </p:sp>
      <p:sp>
        <p:nvSpPr>
          <p:cNvPr id="7" name="文本框 6">
            <a:extLst>
              <a:ext uri="{FF2B5EF4-FFF2-40B4-BE49-F238E27FC236}">
                <a16:creationId xmlns:a16="http://schemas.microsoft.com/office/drawing/2014/main" id="{6200FB30-1098-4554-91AA-5C34B4E8EBA5}"/>
              </a:ext>
            </a:extLst>
          </p:cNvPr>
          <p:cNvSpPr txBox="1"/>
          <p:nvPr/>
        </p:nvSpPr>
        <p:spPr>
          <a:xfrm>
            <a:off x="811741" y="2651337"/>
            <a:ext cx="2354793" cy="584775"/>
          </a:xfrm>
          <a:prstGeom prst="rect">
            <a:avLst/>
          </a:prstGeom>
          <a:noFill/>
        </p:spPr>
        <p:txBody>
          <a:bodyPr wrap="square">
            <a:spAutoFit/>
          </a:bodyPr>
          <a:lstStyle/>
          <a:p>
            <a:r>
              <a:rPr lang="zh-CN" altLang="en-US" sz="3200" dirty="0">
                <a:latin typeface="微软雅黑" panose="020B0503020204020204" pitchFamily="34" charset="-122"/>
                <a:ea typeface="微软雅黑" panose="020B0503020204020204" pitchFamily="34" charset="-122"/>
              </a:rPr>
              <a:t>下边缘</a:t>
            </a:r>
          </a:p>
        </p:txBody>
      </p:sp>
      <p:sp>
        <p:nvSpPr>
          <p:cNvPr id="9" name="文本框 8">
            <a:extLst>
              <a:ext uri="{FF2B5EF4-FFF2-40B4-BE49-F238E27FC236}">
                <a16:creationId xmlns:a16="http://schemas.microsoft.com/office/drawing/2014/main" id="{F73C3096-76EE-46A4-81E6-5E9A4412F975}"/>
              </a:ext>
            </a:extLst>
          </p:cNvPr>
          <p:cNvSpPr txBox="1"/>
          <p:nvPr/>
        </p:nvSpPr>
        <p:spPr>
          <a:xfrm>
            <a:off x="811741" y="3523175"/>
            <a:ext cx="2151593" cy="584775"/>
          </a:xfrm>
          <a:prstGeom prst="rect">
            <a:avLst/>
          </a:prstGeom>
          <a:noFill/>
        </p:spPr>
        <p:txBody>
          <a:bodyPr wrap="square">
            <a:spAutoFit/>
          </a:bodyPr>
          <a:lstStyle/>
          <a:p>
            <a:r>
              <a:rPr lang="zh-CN" altLang="en-US" sz="3200" dirty="0">
                <a:latin typeface="微软雅黑" panose="020B0503020204020204" pitchFamily="34" charset="-122"/>
                <a:ea typeface="微软雅黑" panose="020B0503020204020204" pitchFamily="34" charset="-122"/>
              </a:rPr>
              <a:t>上边缘</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20867A7-C4E5-4969-B1FA-3D08D2394729}"/>
                  </a:ext>
                </a:extLst>
              </p:cNvPr>
              <p:cNvSpPr txBox="1"/>
              <p:nvPr/>
            </p:nvSpPr>
            <p:spPr>
              <a:xfrm>
                <a:off x="2221511" y="2669645"/>
                <a:ext cx="7285566" cy="584775"/>
              </a:xfrm>
              <a:prstGeom prst="rect">
                <a:avLst/>
              </a:prstGeom>
              <a:noFill/>
            </p:spPr>
            <p:txBody>
              <a:bodyPr wrap="square">
                <a:spAutoFit/>
              </a:bodyPr>
              <a:lstStyle/>
              <a:p>
                <a:r>
                  <a:rPr lang="zh-CN" altLang="zh-CN" sz="3200" b="1" i="1" dirty="0">
                    <a:solidFill>
                      <a:srgbClr val="0000FF"/>
                    </a:solidFill>
                    <a:effectLst/>
                    <a:ea typeface="Times New Roman" panose="02020603050405020304" pitchFamily="18" charset="0"/>
                  </a:rPr>
                  <a:t> </a:t>
                </a:r>
                <a14:m>
                  <m:oMath xmlns:m="http://schemas.openxmlformats.org/officeDocument/2006/math">
                    <m:r>
                      <a:rPr lang="en-US" altLang="zh-CN" sz="3200" i="1">
                        <a:solidFill>
                          <a:srgbClr val="0000FF"/>
                        </a:solidFill>
                        <a:effectLst/>
                        <a:latin typeface="Cambria Math" panose="02040503050406030204" pitchFamily="18" charset="0"/>
                        <a:ea typeface="宋体" panose="02010600030101010101" pitchFamily="2" charset="-122"/>
                      </a:rPr>
                      <m:t>𝛥</m:t>
                    </m:r>
                    <m:r>
                      <a:rPr lang="en-US" altLang="zh-CN" sz="3200" i="1">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3200" i="1">
                            <a:solidFill>
                              <a:srgbClr val="0000FF"/>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0" i="1" smtClean="0">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3200" i="1">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3200" i="1">
                        <a:solidFill>
                          <a:srgbClr val="0000FF"/>
                        </a:solidFill>
                        <a:effectLst/>
                        <a:latin typeface="Cambria Math" panose="02040503050406030204" pitchFamily="18" charset="0"/>
                        <a:ea typeface="宋体" panose="02010600030101010101" pitchFamily="2" charset="-122"/>
                      </a:rPr>
                      <m:t>−</m:t>
                    </m:r>
                    <m:sSub>
                      <m:sSubPr>
                        <m:ctrlPr>
                          <a:rPr lang="zh-CN" altLang="zh-CN" sz="3200" i="1">
                            <a:solidFill>
                              <a:srgbClr val="0000FF"/>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0" i="1" smtClean="0">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3200" i="1">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3200" b="0" i="1" smtClean="0">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m:t>
                    </m:r>
                    <m:r>
                      <a:rPr lang="en-US" altLang="zh-CN" sz="3200" i="1">
                        <a:solidFill>
                          <a:srgbClr val="0000FF"/>
                        </a:solidFill>
                        <a:effectLst/>
                        <a:latin typeface="Cambria Math" panose="02040503050406030204" pitchFamily="18" charset="0"/>
                        <a:ea typeface="宋体" panose="02010600030101010101" pitchFamily="2" charset="-122"/>
                      </a:rPr>
                      <m:t>−</m:t>
                    </m:r>
                    <m:r>
                      <a:rPr lang="en-US" altLang="zh-CN" sz="3200" i="1">
                        <a:solidFill>
                          <a:srgbClr val="0000FF"/>
                        </a:solidFill>
                        <a:latin typeface="Cambria Math" panose="02040503050406030204" pitchFamily="18" charset="0"/>
                        <a:ea typeface="宋体" panose="02010600030101010101" pitchFamily="2" charset="-122"/>
                        <a:cs typeface="Times New Roman" panose="02020603050405020304" pitchFamily="18" charset="0"/>
                      </a:rPr>
                      <m:t>𝜆</m:t>
                    </m:r>
                  </m:oMath>
                </a14:m>
                <a:endParaRPr lang="zh-CN" altLang="en-US" sz="3200" dirty="0">
                  <a:solidFill>
                    <a:srgbClr val="0000FF"/>
                  </a:solidFill>
                </a:endParaRPr>
              </a:p>
            </p:txBody>
          </p:sp>
        </mc:Choice>
        <mc:Fallback xmlns="">
          <p:sp>
            <p:nvSpPr>
              <p:cNvPr id="10" name="文本框 9">
                <a:extLst>
                  <a:ext uri="{FF2B5EF4-FFF2-40B4-BE49-F238E27FC236}">
                    <a16:creationId xmlns:a16="http://schemas.microsoft.com/office/drawing/2014/main" id="{C20867A7-C4E5-4969-B1FA-3D08D2394729}"/>
                  </a:ext>
                </a:extLst>
              </p:cNvPr>
              <p:cNvSpPr txBox="1">
                <a:spLocks noRot="1" noChangeAspect="1" noMove="1" noResize="1" noEditPoints="1" noAdjustHandles="1" noChangeArrowheads="1" noChangeShapeType="1" noTextEdit="1"/>
              </p:cNvSpPr>
              <p:nvPr/>
            </p:nvSpPr>
            <p:spPr>
              <a:xfrm>
                <a:off x="2221511" y="2669645"/>
                <a:ext cx="7285566" cy="58477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C9DEB66B-F1E5-4845-9C17-81D54DDA9B3C}"/>
                  </a:ext>
                </a:extLst>
              </p:cNvPr>
              <p:cNvSpPr txBox="1"/>
              <p:nvPr/>
            </p:nvSpPr>
            <p:spPr>
              <a:xfrm>
                <a:off x="2221511" y="3568017"/>
                <a:ext cx="7285566" cy="584775"/>
              </a:xfrm>
              <a:prstGeom prst="rect">
                <a:avLst/>
              </a:prstGeom>
              <a:noFill/>
            </p:spPr>
            <p:txBody>
              <a:bodyPr wrap="square">
                <a:spAutoFit/>
              </a:bodyPr>
              <a:lstStyle/>
              <a:p>
                <a:r>
                  <a:rPr lang="zh-CN" altLang="zh-CN" sz="3200" b="1" i="1" dirty="0">
                    <a:solidFill>
                      <a:srgbClr val="0000FF"/>
                    </a:solidFill>
                    <a:effectLst/>
                    <a:ea typeface="Times New Roman" panose="02020603050405020304" pitchFamily="18" charset="0"/>
                  </a:rPr>
                  <a:t> </a:t>
                </a:r>
                <a14:m>
                  <m:oMath xmlns:m="http://schemas.openxmlformats.org/officeDocument/2006/math">
                    <m:r>
                      <a:rPr lang="en-US" altLang="zh-CN" sz="3200" i="1">
                        <a:solidFill>
                          <a:srgbClr val="0000FF"/>
                        </a:solidFill>
                        <a:effectLst/>
                        <a:latin typeface="Cambria Math" panose="02040503050406030204" pitchFamily="18" charset="0"/>
                        <a:ea typeface="宋体" panose="02010600030101010101" pitchFamily="2" charset="-122"/>
                      </a:rPr>
                      <m:t>𝛥</m:t>
                    </m:r>
                    <m:r>
                      <a:rPr lang="en-US" altLang="zh-CN" sz="3200" i="1">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m:t>
                    </m:r>
                    <m:sSub>
                      <m:sSubPr>
                        <m:ctrlPr>
                          <a:rPr lang="zh-CN" altLang="zh-CN" sz="3200" i="1">
                            <a:solidFill>
                              <a:srgbClr val="0000FF"/>
                            </a:solidFill>
                            <a:effectLst/>
                            <a:latin typeface="Cambria Math" panose="02040503050406030204" pitchFamily="18" charset="0"/>
                            <a:ea typeface="Cambria Math" panose="02040503050406030204" pitchFamily="18" charset="0"/>
                            <a:cs typeface="Times New Roman" panose="02020603050405020304" pitchFamily="18" charset="0"/>
                          </a:rPr>
                        </m:ctrlPr>
                      </m:sSubPr>
                      <m:e>
                        <m:sSub>
                          <m:sSubPr>
                            <m:ctrlPr>
                              <a:rPr lang="zh-CN" altLang="zh-CN" sz="32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0" i="1" smtClean="0">
                                <a:solidFill>
                                  <a:srgbClr val="0000FF"/>
                                </a:solidFill>
                                <a:latin typeface="Cambria Math" panose="02040503050406030204" pitchFamily="18" charset="0"/>
                                <a:ea typeface="宋体" panose="02010600030101010101" pitchFamily="2" charset="-122"/>
                                <a:cs typeface="Times New Roman" panose="02020603050405020304" pitchFamily="18" charset="0"/>
                              </a:rPr>
                              <m:t>𝑙</m:t>
                            </m:r>
                          </m:e>
                          <m:sub>
                            <m:r>
                              <a:rPr lang="en-US" altLang="zh-CN" sz="3200" i="1">
                                <a:solidFill>
                                  <a:srgbClr val="0000FF"/>
                                </a:solidFill>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3200" i="1">
                            <a:solidFill>
                              <a:srgbClr val="0000FF"/>
                            </a:solidFill>
                            <a:latin typeface="Cambria Math" panose="02040503050406030204" pitchFamily="18" charset="0"/>
                            <a:ea typeface="宋体" panose="02010600030101010101" pitchFamily="2" charset="-122"/>
                          </a:rPr>
                          <m:t>−</m:t>
                        </m:r>
                        <m:sSub>
                          <m:sSubPr>
                            <m:ctrlPr>
                              <a:rPr lang="zh-CN" altLang="zh-CN" sz="3200" i="1">
                                <a:solidFill>
                                  <a:srgbClr val="0000FF"/>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0" i="1" smtClean="0">
                                <a:solidFill>
                                  <a:srgbClr val="0000FF"/>
                                </a:solidFill>
                                <a:latin typeface="Cambria Math" panose="02040503050406030204" pitchFamily="18" charset="0"/>
                                <a:ea typeface="宋体" panose="02010600030101010101" pitchFamily="2" charset="-122"/>
                                <a:cs typeface="Times New Roman" panose="02020603050405020304" pitchFamily="18" charset="0"/>
                              </a:rPr>
                              <m:t>𝑙</m:t>
                            </m:r>
                          </m:e>
                          <m:sub>
                            <m:r>
                              <a:rPr lang="en-US" altLang="zh-CN" sz="3200" i="1">
                                <a:solidFill>
                                  <a:srgbClr val="0000FF"/>
                                </a:solidFill>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3200" b="0" i="1" smtClean="0">
                            <a:solidFill>
                              <a:srgbClr val="0000FF"/>
                            </a:solidFill>
                            <a:latin typeface="Cambria Math" panose="02040503050406030204" pitchFamily="18" charset="0"/>
                            <a:ea typeface="宋体" panose="02010600030101010101" pitchFamily="2" charset="-122"/>
                            <a:cs typeface="Times New Roman" panose="02020603050405020304" pitchFamily="18" charset="0"/>
                          </a:rPr>
                          <m:t>+</m:t>
                        </m:r>
                        <m:r>
                          <a:rPr lang="en-US" altLang="zh-CN" sz="3200" b="0" i="1" smtClean="0">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3200" i="1">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2</m:t>
                        </m:r>
                      </m:sub>
                    </m:sSub>
                    <m:r>
                      <a:rPr lang="en-US" altLang="zh-CN" sz="3200" i="1">
                        <a:solidFill>
                          <a:srgbClr val="0000FF"/>
                        </a:solidFill>
                        <a:effectLst/>
                        <a:latin typeface="Cambria Math" panose="02040503050406030204" pitchFamily="18" charset="0"/>
                        <a:ea typeface="宋体" panose="02010600030101010101" pitchFamily="2" charset="-122"/>
                      </a:rPr>
                      <m:t>−</m:t>
                    </m:r>
                    <m:sSub>
                      <m:sSubPr>
                        <m:ctrlPr>
                          <a:rPr lang="zh-CN" altLang="zh-CN" sz="3200" i="1">
                            <a:solidFill>
                              <a:srgbClr val="0000FF"/>
                            </a:solidFill>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3200" b="0" i="1" smtClean="0">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𝑟</m:t>
                        </m:r>
                      </m:e>
                      <m:sub>
                        <m:r>
                          <a:rPr lang="en-US" altLang="zh-CN" sz="3200" i="1">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1</m:t>
                        </m:r>
                      </m:sub>
                    </m:sSub>
                    <m:r>
                      <a:rPr lang="en-US" altLang="zh-CN" sz="3200" b="0" i="1" smtClean="0">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=0</m:t>
                    </m:r>
                  </m:oMath>
                </a14:m>
                <a:endParaRPr lang="zh-CN" altLang="en-US" sz="3200" dirty="0">
                  <a:solidFill>
                    <a:srgbClr val="0000FF"/>
                  </a:solidFill>
                </a:endParaRPr>
              </a:p>
            </p:txBody>
          </p:sp>
        </mc:Choice>
        <mc:Fallback xmlns="">
          <p:sp>
            <p:nvSpPr>
              <p:cNvPr id="11" name="文本框 10">
                <a:extLst>
                  <a:ext uri="{FF2B5EF4-FFF2-40B4-BE49-F238E27FC236}">
                    <a16:creationId xmlns:a16="http://schemas.microsoft.com/office/drawing/2014/main" id="{C9DEB66B-F1E5-4845-9C17-81D54DDA9B3C}"/>
                  </a:ext>
                </a:extLst>
              </p:cNvPr>
              <p:cNvSpPr txBox="1">
                <a:spLocks noRot="1" noChangeAspect="1" noMove="1" noResize="1" noEditPoints="1" noAdjustHandles="1" noChangeArrowheads="1" noChangeShapeType="1" noTextEdit="1"/>
              </p:cNvSpPr>
              <p:nvPr/>
            </p:nvSpPr>
            <p:spPr>
              <a:xfrm>
                <a:off x="2221511" y="3568017"/>
                <a:ext cx="7285566" cy="58477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98C9083D-CF8F-4BDA-9E65-47C11CACAB53}"/>
                  </a:ext>
                </a:extLst>
              </p:cNvPr>
              <p:cNvSpPr txBox="1"/>
              <p:nvPr/>
            </p:nvSpPr>
            <p:spPr>
              <a:xfrm>
                <a:off x="2963334" y="4350730"/>
                <a:ext cx="3457372" cy="10273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i="1" smtClean="0">
                          <a:solidFill>
                            <a:srgbClr val="0000FF"/>
                          </a:solidFill>
                          <a:latin typeface="Cambria Math" panose="02040503050406030204" pitchFamily="18" charset="0"/>
                        </a:rPr>
                        <m:t>𝑑</m:t>
                      </m:r>
                      <m:f>
                        <m:fPr>
                          <m:ctrlPr>
                            <a:rPr lang="zh-CN" altLang="en-US" sz="3200" i="1">
                              <a:solidFill>
                                <a:srgbClr val="0000FF"/>
                              </a:solidFill>
                              <a:latin typeface="Cambria Math" panose="02040503050406030204" pitchFamily="18" charset="0"/>
                            </a:rPr>
                          </m:ctrlPr>
                        </m:fPr>
                        <m:num>
                          <m:r>
                            <a:rPr lang="en-US" altLang="zh-CN" sz="3200" i="1">
                              <a:solidFill>
                                <a:srgbClr val="0000FF"/>
                              </a:solidFill>
                              <a:latin typeface="Cambria Math" panose="02040503050406030204" pitchFamily="18" charset="0"/>
                            </a:rPr>
                            <m:t>𝑏</m:t>
                          </m:r>
                        </m:num>
                        <m:den>
                          <m:r>
                            <a:rPr lang="en-US" altLang="zh-CN" sz="3200" i="1">
                              <a:solidFill>
                                <a:srgbClr val="0000FF"/>
                              </a:solidFill>
                              <a:latin typeface="Cambria Math" panose="02040503050406030204" pitchFamily="18" charset="0"/>
                            </a:rPr>
                            <m:t>𝑙</m:t>
                          </m:r>
                        </m:den>
                      </m:f>
                      <m:r>
                        <a:rPr lang="en-US" altLang="zh-CN" sz="3200" i="1">
                          <a:solidFill>
                            <a:srgbClr val="0000FF"/>
                          </a:solidFill>
                          <a:effectLst/>
                          <a:latin typeface="Cambria Math" panose="02040503050406030204" pitchFamily="18" charset="0"/>
                          <a:ea typeface="宋体" panose="02010600030101010101" pitchFamily="2" charset="-122"/>
                        </a:rPr>
                        <m:t>−</m:t>
                      </m:r>
                      <m:r>
                        <a:rPr lang="en-US" altLang="zh-CN" sz="3200" i="1">
                          <a:solidFill>
                            <a:srgbClr val="0000FF"/>
                          </a:solidFill>
                          <a:latin typeface="Cambria Math" panose="02040503050406030204" pitchFamily="18" charset="0"/>
                          <a:ea typeface="宋体" panose="02010600030101010101" pitchFamily="2" charset="-122"/>
                          <a:cs typeface="Times New Roman" panose="02020603050405020304" pitchFamily="18" charset="0"/>
                        </a:rPr>
                        <m:t>𝜆</m:t>
                      </m:r>
                      <m:r>
                        <a:rPr lang="en-US" altLang="zh-CN" sz="3200" b="0" i="1" smtClean="0">
                          <a:solidFill>
                            <a:srgbClr val="0000FF"/>
                          </a:solidFill>
                          <a:effectLst/>
                          <a:latin typeface="Cambria Math" panose="02040503050406030204" pitchFamily="18" charset="0"/>
                          <a:ea typeface="宋体" panose="02010600030101010101" pitchFamily="2" charset="-122"/>
                          <a:cs typeface="Times New Roman" panose="02020603050405020304" pitchFamily="18" charset="0"/>
                        </a:rPr>
                        <m:t>=0</m:t>
                      </m:r>
                    </m:oMath>
                  </m:oMathPara>
                </a14:m>
                <a:endParaRPr lang="zh-CN" altLang="en-US" sz="3200" dirty="0">
                  <a:solidFill>
                    <a:srgbClr val="0000FF"/>
                  </a:solidFill>
                </a:endParaRPr>
              </a:p>
            </p:txBody>
          </p:sp>
        </mc:Choice>
        <mc:Fallback xmlns="">
          <p:sp>
            <p:nvSpPr>
              <p:cNvPr id="12" name="文本框 11">
                <a:extLst>
                  <a:ext uri="{FF2B5EF4-FFF2-40B4-BE49-F238E27FC236}">
                    <a16:creationId xmlns:a16="http://schemas.microsoft.com/office/drawing/2014/main" id="{98C9083D-CF8F-4BDA-9E65-47C11CACAB53}"/>
                  </a:ext>
                </a:extLst>
              </p:cNvPr>
              <p:cNvSpPr txBox="1">
                <a:spLocks noRot="1" noChangeAspect="1" noMove="1" noResize="1" noEditPoints="1" noAdjustHandles="1" noChangeArrowheads="1" noChangeShapeType="1" noTextEdit="1"/>
              </p:cNvSpPr>
              <p:nvPr/>
            </p:nvSpPr>
            <p:spPr>
              <a:xfrm>
                <a:off x="2963334" y="4350730"/>
                <a:ext cx="3457372" cy="1027333"/>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6F7A1EFD-3CBA-4D28-9010-6CAD9C60B8FA}"/>
                  </a:ext>
                </a:extLst>
              </p:cNvPr>
              <p:cNvSpPr txBox="1"/>
              <p:nvPr/>
            </p:nvSpPr>
            <p:spPr>
              <a:xfrm>
                <a:off x="4311526" y="5264037"/>
                <a:ext cx="2054877" cy="1027333"/>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3200" b="0" i="1" smtClean="0">
                          <a:solidFill>
                            <a:srgbClr val="0000FF"/>
                          </a:solidFill>
                          <a:latin typeface="Cambria Math" panose="02040503050406030204" pitchFamily="18" charset="0"/>
                        </a:rPr>
                        <m:t>𝑏</m:t>
                      </m:r>
                      <m:r>
                        <a:rPr lang="en-US" altLang="zh-CN" sz="3200" b="0" i="1" smtClean="0">
                          <a:solidFill>
                            <a:srgbClr val="0000FF"/>
                          </a:solidFill>
                          <a:latin typeface="Cambria Math" panose="02040503050406030204" pitchFamily="18" charset="0"/>
                        </a:rPr>
                        <m:t>=</m:t>
                      </m:r>
                      <m:f>
                        <m:fPr>
                          <m:ctrlPr>
                            <a:rPr lang="zh-CN" altLang="en-US" sz="3200" i="1">
                              <a:solidFill>
                                <a:srgbClr val="0000FF"/>
                              </a:solidFill>
                              <a:latin typeface="Cambria Math" panose="02040503050406030204" pitchFamily="18" charset="0"/>
                            </a:rPr>
                          </m:ctrlPr>
                        </m:fPr>
                        <m:num>
                          <m:r>
                            <a:rPr lang="en-US" altLang="zh-CN" sz="3200" i="1">
                              <a:solidFill>
                                <a:srgbClr val="0000FF"/>
                              </a:solidFill>
                              <a:latin typeface="Cambria Math" panose="02040503050406030204" pitchFamily="18" charset="0"/>
                            </a:rPr>
                            <m:t>𝑙</m:t>
                          </m:r>
                        </m:num>
                        <m:den>
                          <m:r>
                            <a:rPr lang="en-US" altLang="zh-CN" sz="3200" i="1">
                              <a:solidFill>
                                <a:srgbClr val="0000FF"/>
                              </a:solidFill>
                              <a:latin typeface="Cambria Math" panose="02040503050406030204" pitchFamily="18" charset="0"/>
                            </a:rPr>
                            <m:t>𝑑</m:t>
                          </m:r>
                        </m:den>
                      </m:f>
                      <m:r>
                        <a:rPr lang="en-US" altLang="zh-CN" sz="3200" i="1">
                          <a:solidFill>
                            <a:srgbClr val="0000FF"/>
                          </a:solidFill>
                          <a:latin typeface="Cambria Math" panose="02040503050406030204" pitchFamily="18" charset="0"/>
                          <a:ea typeface="宋体" panose="02010600030101010101" pitchFamily="2" charset="-122"/>
                          <a:cs typeface="Times New Roman" panose="02020603050405020304" pitchFamily="18" charset="0"/>
                        </a:rPr>
                        <m:t>𝜆</m:t>
                      </m:r>
                    </m:oMath>
                  </m:oMathPara>
                </a14:m>
                <a:endParaRPr lang="zh-CN" altLang="en-US" sz="3200" dirty="0">
                  <a:solidFill>
                    <a:srgbClr val="0000FF"/>
                  </a:solidFill>
                </a:endParaRPr>
              </a:p>
            </p:txBody>
          </p:sp>
        </mc:Choice>
        <mc:Fallback xmlns="">
          <p:sp>
            <p:nvSpPr>
              <p:cNvPr id="13" name="文本框 12">
                <a:extLst>
                  <a:ext uri="{FF2B5EF4-FFF2-40B4-BE49-F238E27FC236}">
                    <a16:creationId xmlns:a16="http://schemas.microsoft.com/office/drawing/2014/main" id="{6F7A1EFD-3CBA-4D28-9010-6CAD9C60B8FA}"/>
                  </a:ext>
                </a:extLst>
              </p:cNvPr>
              <p:cNvSpPr txBox="1">
                <a:spLocks noRot="1" noChangeAspect="1" noMove="1" noResize="1" noEditPoints="1" noAdjustHandles="1" noChangeArrowheads="1" noChangeShapeType="1" noTextEdit="1"/>
              </p:cNvSpPr>
              <p:nvPr/>
            </p:nvSpPr>
            <p:spPr>
              <a:xfrm>
                <a:off x="4311526" y="5264037"/>
                <a:ext cx="2054877" cy="1027333"/>
              </a:xfrm>
              <a:prstGeom prst="rect">
                <a:avLst/>
              </a:prstGeom>
              <a:blipFill>
                <a:blip r:embed="rId6"/>
                <a:stretch>
                  <a:fillRect/>
                </a:stretch>
              </a:blipFill>
            </p:spPr>
            <p:txBody>
              <a:bodyPr/>
              <a:lstStyle/>
              <a:p>
                <a:r>
                  <a:rPr lang="zh-CN" altLang="en-US">
                    <a:noFill/>
                  </a:rPr>
                  <a:t> </a:t>
                </a:r>
              </a:p>
            </p:txBody>
          </p:sp>
        </mc:Fallback>
      </mc:AlternateContent>
      <p:pic>
        <p:nvPicPr>
          <p:cNvPr id="130" name="图片 129">
            <a:extLst>
              <a:ext uri="{FF2B5EF4-FFF2-40B4-BE49-F238E27FC236}">
                <a16:creationId xmlns:a16="http://schemas.microsoft.com/office/drawing/2014/main" id="{21599899-9861-4B54-BEFE-04B7DBBDA8C9}"/>
              </a:ext>
            </a:extLst>
          </p:cNvPr>
          <p:cNvPicPr/>
          <p:nvPr/>
        </p:nvPicPr>
        <p:blipFill>
          <a:blip r:embed="rId7"/>
          <a:stretch>
            <a:fillRect/>
          </a:stretch>
        </p:blipFill>
        <p:spPr>
          <a:xfrm>
            <a:off x="6901801" y="2425772"/>
            <a:ext cx="5210552" cy="2615245"/>
          </a:xfrm>
          <a:prstGeom prst="rect">
            <a:avLst/>
          </a:prstGeom>
        </p:spPr>
      </p:pic>
    </p:spTree>
    <p:extLst>
      <p:ext uri="{BB962C8B-B14F-4D97-AF65-F5344CB8AC3E}">
        <p14:creationId xmlns:p14="http://schemas.microsoft.com/office/powerpoint/2010/main" val="150200290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wipe(left)">
                                      <p:cBhvr>
                                        <p:cTn id="7" dur="500"/>
                                        <p:tgtEl>
                                          <p:spTgt spid="5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
                                        </p:tgtEl>
                                        <p:attrNameLst>
                                          <p:attrName>style.visibility</p:attrName>
                                        </p:attrNameLst>
                                      </p:cBhvr>
                                      <p:to>
                                        <p:strVal val="visible"/>
                                      </p:to>
                                    </p:set>
                                    <p:animEffect transition="in" filter="wipe(left)">
                                      <p:cBhvr>
                                        <p:cTn id="12" dur="500"/>
                                        <p:tgtEl>
                                          <p:spTgt spid="6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61" grpId="0"/>
      <p:bldP spid="7" grpId="0"/>
      <p:bldP spid="9" grpId="0"/>
      <p:bldP spid="10" grpId="0"/>
      <p:bldP spid="11" grpId="0"/>
      <p:bldP spid="12" grpId="0"/>
      <p:bldP spid="13"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CF4E29-A1EF-4550-AFCE-BC30E0A587F9}"/>
              </a:ext>
            </a:extLst>
          </p:cNvPr>
          <p:cNvSpPr txBox="1"/>
          <p:nvPr>
            <p:custDataLst>
              <p:tags r:id="rId2"/>
            </p:custDataLst>
          </p:nvPr>
        </p:nvSpPr>
        <p:spPr>
          <a:xfrm>
            <a:off x="1156727" y="440556"/>
            <a:ext cx="9753600" cy="2143125"/>
          </a:xfrm>
          <a:prstGeom prst="rect">
            <a:avLst/>
          </a:prstGeom>
          <a:noFill/>
        </p:spPr>
        <p:txBody>
          <a:bodyPr vert="horz" wrap="square" rtlCol="0" anchor="ctr" anchorCtr="0">
            <a:noAutofit/>
          </a:bodyPr>
          <a:lstStyle/>
          <a:p>
            <a:r>
              <a:rPr lang="zh-CN" altLang="en-US" sz="2600" dirty="0">
                <a:solidFill>
                  <a:schemeClr val="bg1"/>
                </a:solidFill>
                <a:latin typeface="Microsoft Yahei" panose="020B0503020204020204" pitchFamily="34" charset="-122"/>
                <a:ea typeface="Microsoft Yahei" panose="020B0503020204020204" pitchFamily="34" charset="-122"/>
                <a:sym typeface="Microsoft Yahei" panose="020B0503020204020204" pitchFamily="34" charset="-122"/>
              </a:rPr>
              <a:t>请您编辑题干</a:t>
            </a:r>
          </a:p>
        </p:txBody>
      </p:sp>
      <p:sp>
        <p:nvSpPr>
          <p:cNvPr id="7" name="矩形: 圆角 6">
            <a:extLst>
              <a:ext uri="{FF2B5EF4-FFF2-40B4-BE49-F238E27FC236}">
                <a16:creationId xmlns:a16="http://schemas.microsoft.com/office/drawing/2014/main" id="{18A026F9-6A1D-481F-B71B-C0173FC4907B}"/>
              </a:ext>
            </a:extLst>
          </p:cNvPr>
          <p:cNvSpPr/>
          <p:nvPr>
            <p:custDataLst>
              <p:tags r:id="rId3"/>
            </p:custDataLst>
          </p:nvPr>
        </p:nvSpPr>
        <p:spPr>
          <a:xfrm>
            <a:off x="10723544" y="806316"/>
            <a:ext cx="1195919"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2400" b="1">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p>
        </p:txBody>
      </p:sp>
      <p:sp>
        <p:nvSpPr>
          <p:cNvPr id="16" name="Text Box 4">
            <a:extLst>
              <a:ext uri="{FF2B5EF4-FFF2-40B4-BE49-F238E27FC236}">
                <a16:creationId xmlns:a16="http://schemas.microsoft.com/office/drawing/2014/main" id="{B9929903-D950-49A2-8623-79AA56CCE15F}"/>
              </a:ext>
            </a:extLst>
          </p:cNvPr>
          <p:cNvSpPr txBox="1">
            <a:spLocks noChangeArrowheads="1"/>
          </p:cNvSpPr>
          <p:nvPr/>
        </p:nvSpPr>
        <p:spPr bwMode="auto">
          <a:xfrm>
            <a:off x="190501" y="726440"/>
            <a:ext cx="11820598" cy="61247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lvl="0" defTabSz="914400" eaLnBrk="1" fontAlgn="auto" hangingPunct="1">
              <a:spcBef>
                <a:spcPts val="1200"/>
              </a:spcBef>
              <a:spcAft>
                <a:spcPts val="0"/>
              </a:spcAft>
              <a:buClrTx/>
              <a:buSzTx/>
              <a:buNone/>
              <a:defRPr/>
            </a:pPr>
            <a:r>
              <a:rPr kumimoji="1" lang="zh-CN" altLang="en-US" b="1"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研讨题</a:t>
            </a:r>
            <a:r>
              <a:rPr kumimoji="1" lang="zh-CN" altLang="en-US"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lang="zh-CN" altLang="en-US"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对于杨氏双缝干涉实验：</a:t>
            </a:r>
          </a:p>
          <a:p>
            <a:pPr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）若把双缝前的单缝向上平移，则干涉条纹如何变化？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2</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）若把整个实验装置放在水中，干涉条纹如何变化？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3</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）若在一个缝前放蓝色玻璃片、另一个缝前放红色玻璃片，干涉条纹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4</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）若用白光照射双缝，干涉条纹如何分布？</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5</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）若保持双缝中一个缝的宽度不变，另一个缝的宽度增大，干涉条纹</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0"/>
              </a:spcBef>
              <a:spcAft>
                <a:spcPts val="0"/>
              </a:spcAft>
              <a:buClrTx/>
              <a:buSzTx/>
              <a:buNone/>
              <a:defRPr/>
            </a:pP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如何变化？</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6</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）干涉条纹是严格等宽、等间距的吗？</a:t>
            </a:r>
          </a:p>
          <a:p>
            <a:pPr lvl="0" defTabSz="914400" eaLnBrk="1" fontAlgn="auto" hangingPunct="1">
              <a:spcBef>
                <a:spcPts val="1200"/>
              </a:spcBef>
              <a:spcAft>
                <a:spcPts val="0"/>
              </a:spcAft>
              <a:buClrTx/>
              <a:buSzTx/>
              <a:buNone/>
              <a:defRPr/>
            </a:pP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）如果逐渐增加单缝光源</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S</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的宽度，则在屏</a:t>
            </a:r>
            <a:r>
              <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P</a:t>
            </a:r>
            <a:r>
              <a:rPr lang="zh-CN" altLang="en-US"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上的条纹如何变化？</a:t>
            </a:r>
            <a:endParaRPr lang="en-US" altLang="zh-CN" sz="2800" b="1" kern="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lvl="0" defTabSz="914400" eaLnBrk="1" fontAlgn="auto" hangingPunct="1">
              <a:spcBef>
                <a:spcPts val="1200"/>
              </a:spcBef>
              <a:spcAft>
                <a:spcPts val="0"/>
              </a:spcAft>
              <a:buClrTx/>
              <a:buSzTx/>
              <a:buNone/>
              <a:defRPr/>
            </a:pP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rPr>
              <a:t>）为什么用普通光源只在中央明条纹附近较小的范围内看到干涉条纹？</a:t>
            </a:r>
            <a:endParaRPr lang="en-US" altLang="zh-CN" sz="2800" b="1" kern="0" dirty="0">
              <a:solidFill>
                <a:srgbClr val="FF0000"/>
              </a:solidFill>
              <a:latin typeface="微软雅黑" panose="020B0503020204020204" pitchFamily="34" charset="-122"/>
              <a:ea typeface="微软雅黑" panose="020B0503020204020204" pitchFamily="34" charset="-122"/>
              <a:cs typeface="Times New Roman" panose="02020603050405020304" pitchFamily="18" charset="0"/>
            </a:endParaRPr>
          </a:p>
        </p:txBody>
      </p:sp>
      <p:grpSp>
        <p:nvGrpSpPr>
          <p:cNvPr id="12" name="组合 11">
            <a:extLst>
              <a:ext uri="{FF2B5EF4-FFF2-40B4-BE49-F238E27FC236}">
                <a16:creationId xmlns:a16="http://schemas.microsoft.com/office/drawing/2014/main" id="{C812C1A3-39D6-46AB-A931-19A3712290FA}"/>
              </a:ext>
            </a:extLst>
          </p:cNvPr>
          <p:cNvGrpSpPr/>
          <p:nvPr>
            <p:custDataLst>
              <p:tags r:id="rId4"/>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B1198FF-BA01-4ACA-B718-8EDAD9ECCC98}"/>
                </a:ext>
              </a:extLst>
            </p:cNvPr>
            <p:cNvSpPr/>
            <p:nvPr>
              <p:custDataLst>
                <p:tags r:id="rId6"/>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ColorBlock">
              <a:extLst>
                <a:ext uri="{FF2B5EF4-FFF2-40B4-BE49-F238E27FC236}">
                  <a16:creationId xmlns:a16="http://schemas.microsoft.com/office/drawing/2014/main" id="{809020C1-11EF-41BA-8E03-2AA5826156AF}"/>
                </a:ext>
              </a:extLst>
            </p:cNvPr>
            <p:cNvSpPr/>
            <p:nvPr>
              <p:custDataLst>
                <p:tags r:id="rId7"/>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TypeText">
              <a:extLst>
                <a:ext uri="{FF2B5EF4-FFF2-40B4-BE49-F238E27FC236}">
                  <a16:creationId xmlns:a16="http://schemas.microsoft.com/office/drawing/2014/main" id="{369EDC93-A39A-482F-8D3B-4D96BEFBBFB7}"/>
                </a:ext>
              </a:extLst>
            </p:cNvPr>
            <p:cNvSpPr txBox="1"/>
            <p:nvPr>
              <p:custDataLst>
                <p:tags r:id="rId8"/>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p>
          </p:txBody>
        </p:sp>
        <p:sp>
          <p:nvSpPr>
            <p:cNvPr id="11" name="TipText">
              <a:extLst>
                <a:ext uri="{FF2B5EF4-FFF2-40B4-BE49-F238E27FC236}">
                  <a16:creationId xmlns:a16="http://schemas.microsoft.com/office/drawing/2014/main" id="{6D80D5B1-79FB-41C1-AB69-62ACB82E3788}"/>
                </a:ext>
              </a:extLst>
            </p:cNvPr>
            <p:cNvSpPr txBox="1"/>
            <p:nvPr>
              <p:custDataLst>
                <p:tags r:id="rId9"/>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5" name="图片 4">
            <a:extLst>
              <a:ext uri="{FF2B5EF4-FFF2-40B4-BE49-F238E27FC236}">
                <a16:creationId xmlns:a16="http://schemas.microsoft.com/office/drawing/2014/main" id="{9E2A4E7D-9758-40B4-B164-B70873F58812}"/>
              </a:ext>
            </a:extLst>
          </p:cNvPr>
          <p:cNvPicPr>
            <a:picLocks/>
          </p:cNvPicPr>
          <p:nvPr>
            <p:custDataLst>
              <p:tags r:id="rId5"/>
            </p:custDataLst>
          </p:nvPr>
        </p:nvPicPr>
        <p:blipFill>
          <a:blip r:embed="rId12">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940788726"/>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46" name="矩形 45">
            <a:extLst>
              <a:ext uri="{FF2B5EF4-FFF2-40B4-BE49-F238E27FC236}">
                <a16:creationId xmlns:a16="http://schemas.microsoft.com/office/drawing/2014/main" id="{9F25AC6D-54DF-4A65-9C7D-15C59E9A17D2}"/>
              </a:ext>
            </a:extLst>
          </p:cNvPr>
          <p:cNvSpPr>
            <a:spLocks noChangeArrowheads="1"/>
          </p:cNvSpPr>
          <p:nvPr/>
        </p:nvSpPr>
        <p:spPr bwMode="auto">
          <a:xfrm>
            <a:off x="422672" y="771165"/>
            <a:ext cx="12167172" cy="584775"/>
          </a:xfrm>
          <a:prstGeom prst="rect">
            <a:avLst/>
          </a:prstGeom>
          <a:noFill/>
          <a:ln w="9525">
            <a:noFill/>
            <a:miter lim="800000"/>
            <a:headEnd/>
            <a:tailEnd/>
          </a:ln>
        </p:spPr>
        <p:txBody>
          <a:bodyPr wrap="square">
            <a:spAutoFit/>
          </a:bodyPr>
          <a:lstStyle/>
          <a:p>
            <a:pPr>
              <a:defRPr/>
            </a:pPr>
            <a:r>
              <a:rPr lang="zh-CN" altLang="en-US" sz="3200" b="1" dirty="0">
                <a:latin typeface="微软雅黑" panose="020B0503020204020204" pitchFamily="34" charset="-122"/>
                <a:ea typeface="微软雅黑" panose="020B0503020204020204" pitchFamily="34" charset="-122"/>
              </a:rPr>
              <a:t>（</a:t>
            </a:r>
            <a:r>
              <a:rPr lang="en-US" altLang="zh-CN" sz="3200" b="1" dirty="0">
                <a:latin typeface="微软雅黑" panose="020B0503020204020204" pitchFamily="34" charset="-122"/>
                <a:ea typeface="微软雅黑" panose="020B0503020204020204" pitchFamily="34" charset="-122"/>
              </a:rPr>
              <a:t>8</a:t>
            </a:r>
            <a:r>
              <a:rPr lang="zh-CN" altLang="en-US" sz="3200" b="1" dirty="0">
                <a:latin typeface="微软雅黑" panose="020B0503020204020204" pitchFamily="34" charset="-122"/>
                <a:ea typeface="微软雅黑" panose="020B0503020204020204" pitchFamily="34" charset="-122"/>
              </a:rPr>
              <a:t>）普通光源只在中央明条纹附近较小的范围内看到干涉条纹</a:t>
            </a:r>
          </a:p>
        </p:txBody>
      </p:sp>
      <p:pic>
        <p:nvPicPr>
          <p:cNvPr id="16" name="Picture 2" descr="http://202.114.36.12/gx/image/4.jpg">
            <a:extLst>
              <a:ext uri="{FF2B5EF4-FFF2-40B4-BE49-F238E27FC236}">
                <a16:creationId xmlns:a16="http://schemas.microsoft.com/office/drawing/2014/main" id="{E9F33303-A91D-4089-A6B3-1802B82263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70866" y="1470968"/>
            <a:ext cx="4599491" cy="10661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Text Box 5">
            <a:extLst>
              <a:ext uri="{FF2B5EF4-FFF2-40B4-BE49-F238E27FC236}">
                <a16:creationId xmlns:a16="http://schemas.microsoft.com/office/drawing/2014/main" id="{F2B4D77A-B633-457A-B9E7-3E52233CA0B6}"/>
              </a:ext>
            </a:extLst>
          </p:cNvPr>
          <p:cNvSpPr txBox="1">
            <a:spLocks noChangeArrowheads="1"/>
          </p:cNvSpPr>
          <p:nvPr/>
        </p:nvSpPr>
        <p:spPr bwMode="auto">
          <a:xfrm>
            <a:off x="7155039" y="2788008"/>
            <a:ext cx="4432014"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457200" indent="-457200" eaLnBrk="1" hangingPunct="1">
              <a:buClr>
                <a:srgbClr val="0000FF"/>
              </a:buClr>
              <a:buSzPct val="90000"/>
              <a:buFont typeface="Wingdings" panose="05000000000000000000" pitchFamily="2" charset="2"/>
              <a:buChar char="l"/>
            </a:pPr>
            <a:r>
              <a:rPr kumimoji="1" lang="zh-CN" altLang="en-US" dirty="0">
                <a:latin typeface="楷体_GB2312" pitchFamily="49" charset="-122"/>
                <a:ea typeface="楷体_GB2312" pitchFamily="49" charset="-122"/>
              </a:rPr>
              <a:t>光源</a:t>
            </a:r>
            <a:r>
              <a:rPr kumimoji="1" lang="zh-CN" altLang="en-US" dirty="0">
                <a:solidFill>
                  <a:srgbClr val="FF0000"/>
                </a:solidFill>
                <a:latin typeface="楷体_GB2312" pitchFamily="49" charset="-122"/>
                <a:ea typeface="楷体_GB2312" pitchFamily="49" charset="-122"/>
              </a:rPr>
              <a:t>非单色性</a:t>
            </a:r>
            <a:r>
              <a:rPr kumimoji="1" lang="zh-CN" altLang="en-US" dirty="0">
                <a:latin typeface="楷体_GB2312" pitchFamily="49" charset="-122"/>
                <a:ea typeface="楷体_GB2312" pitchFamily="49" charset="-122"/>
              </a:rPr>
              <a:t>的影响</a:t>
            </a:r>
            <a:endParaRPr kumimoji="1" lang="zh-CN" altLang="en-US" dirty="0">
              <a:solidFill>
                <a:srgbClr val="FF9900"/>
              </a:solidFill>
              <a:latin typeface="楷体_GB2312" pitchFamily="49" charset="-122"/>
              <a:ea typeface="楷体_GB2312" pitchFamily="49" charset="-122"/>
            </a:endParaRPr>
          </a:p>
        </p:txBody>
      </p:sp>
      <p:sp>
        <p:nvSpPr>
          <p:cNvPr id="18" name="Text Box 6">
            <a:extLst>
              <a:ext uri="{FF2B5EF4-FFF2-40B4-BE49-F238E27FC236}">
                <a16:creationId xmlns:a16="http://schemas.microsoft.com/office/drawing/2014/main" id="{45BD93B5-FB72-42C6-B41C-FE61275EBD4B}"/>
              </a:ext>
            </a:extLst>
          </p:cNvPr>
          <p:cNvSpPr txBox="1">
            <a:spLocks noChangeArrowheads="1"/>
          </p:cNvSpPr>
          <p:nvPr/>
        </p:nvSpPr>
        <p:spPr bwMode="auto">
          <a:xfrm>
            <a:off x="1850997" y="2788008"/>
            <a:ext cx="397045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457200" indent="-457200" eaLnBrk="1" hangingPunct="1">
              <a:buClr>
                <a:srgbClr val="0000FF"/>
              </a:buClr>
              <a:buSzPct val="90000"/>
              <a:buFont typeface="Wingdings" panose="05000000000000000000" pitchFamily="2" charset="2"/>
              <a:buChar char="l"/>
            </a:pPr>
            <a:r>
              <a:rPr kumimoji="1" lang="zh-CN" altLang="en-US" dirty="0">
                <a:latin typeface="楷体_GB2312" pitchFamily="49" charset="-122"/>
                <a:ea typeface="楷体_GB2312" pitchFamily="49" charset="-122"/>
              </a:rPr>
              <a:t>光的</a:t>
            </a:r>
            <a:r>
              <a:rPr kumimoji="1" lang="zh-CN" altLang="en-US" dirty="0">
                <a:solidFill>
                  <a:srgbClr val="FF0000"/>
                </a:solidFill>
                <a:latin typeface="楷体_GB2312" pitchFamily="49" charset="-122"/>
                <a:ea typeface="楷体_GB2312" pitchFamily="49" charset="-122"/>
              </a:rPr>
              <a:t>衍射</a:t>
            </a:r>
            <a:r>
              <a:rPr kumimoji="1" lang="zh-CN" altLang="en-US" dirty="0">
                <a:latin typeface="楷体_GB2312" pitchFamily="49" charset="-122"/>
                <a:ea typeface="楷体_GB2312" pitchFamily="49" charset="-122"/>
              </a:rPr>
              <a:t>的影响</a:t>
            </a:r>
            <a:endParaRPr kumimoji="1" lang="zh-CN" altLang="en-US" dirty="0">
              <a:solidFill>
                <a:srgbClr val="FF9900"/>
              </a:solidFill>
              <a:latin typeface="楷体_GB2312" pitchFamily="49" charset="-122"/>
              <a:ea typeface="楷体_GB2312" pitchFamily="49" charset="-122"/>
            </a:endParaRPr>
          </a:p>
        </p:txBody>
      </p:sp>
      <p:grpSp>
        <p:nvGrpSpPr>
          <p:cNvPr id="19" name="Group 73">
            <a:extLst>
              <a:ext uri="{FF2B5EF4-FFF2-40B4-BE49-F238E27FC236}">
                <a16:creationId xmlns:a16="http://schemas.microsoft.com/office/drawing/2014/main" id="{2E079730-DA3B-4E46-9362-08AB87CC580E}"/>
              </a:ext>
            </a:extLst>
          </p:cNvPr>
          <p:cNvGrpSpPr>
            <a:grpSpLocks/>
          </p:cNvGrpSpPr>
          <p:nvPr/>
        </p:nvGrpSpPr>
        <p:grpSpPr bwMode="auto">
          <a:xfrm>
            <a:off x="1659969" y="3718200"/>
            <a:ext cx="4310061" cy="1777215"/>
            <a:chOff x="576" y="199"/>
            <a:chExt cx="3264" cy="1153"/>
          </a:xfrm>
        </p:grpSpPr>
        <p:sp>
          <p:nvSpPr>
            <p:cNvPr id="20" name="Line 74">
              <a:extLst>
                <a:ext uri="{FF2B5EF4-FFF2-40B4-BE49-F238E27FC236}">
                  <a16:creationId xmlns:a16="http://schemas.microsoft.com/office/drawing/2014/main" id="{4763C370-A111-4643-864E-D3FC7C0EA653}"/>
                </a:ext>
              </a:extLst>
            </p:cNvPr>
            <p:cNvSpPr>
              <a:spLocks noChangeShapeType="1"/>
            </p:cNvSpPr>
            <p:nvPr/>
          </p:nvSpPr>
          <p:spPr bwMode="auto">
            <a:xfrm>
              <a:off x="576" y="1344"/>
              <a:ext cx="3264" cy="0"/>
            </a:xfrm>
            <a:prstGeom prst="line">
              <a:avLst/>
            </a:prstGeom>
            <a:noFill/>
            <a:ln w="38100" cap="sq">
              <a:solidFill>
                <a:srgbClr val="008000"/>
              </a:solidFill>
              <a:round/>
              <a:headEnd type="none" w="sm" len="sm"/>
              <a:tailEnd type="none" w="sm" len="sm"/>
            </a:ln>
            <a:extLst>
              <a:ext uri="{909E8E84-426E-40DD-AFC4-6F175D3DCCD1}">
                <a14:hiddenFill xmlns:a14="http://schemas.microsoft.com/office/drawing/2010/main">
                  <a:noFill/>
                </a14:hiddenFill>
              </a:ext>
            </a:extLst>
          </p:spPr>
          <p:txBody>
            <a:bodyPr wrap="none"/>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1" name="Freeform 75">
              <a:extLst>
                <a:ext uri="{FF2B5EF4-FFF2-40B4-BE49-F238E27FC236}">
                  <a16:creationId xmlns:a16="http://schemas.microsoft.com/office/drawing/2014/main" id="{7D824712-7A28-468F-A015-60F89A6FCF76}"/>
                </a:ext>
              </a:extLst>
            </p:cNvPr>
            <p:cNvSpPr>
              <a:spLocks/>
            </p:cNvSpPr>
            <p:nvPr/>
          </p:nvSpPr>
          <p:spPr bwMode="auto">
            <a:xfrm>
              <a:off x="733" y="199"/>
              <a:ext cx="2880" cy="1104"/>
            </a:xfrm>
            <a:custGeom>
              <a:avLst/>
              <a:gdLst>
                <a:gd name="T0" fmla="*/ 0 w 2880"/>
                <a:gd name="T1" fmla="*/ 1104 h 1104"/>
                <a:gd name="T2" fmla="*/ 240 w 2880"/>
                <a:gd name="T3" fmla="*/ 816 h 1104"/>
                <a:gd name="T4" fmla="*/ 480 w 2880"/>
                <a:gd name="T5" fmla="*/ 1104 h 1104"/>
                <a:gd name="T6" fmla="*/ 1440 w 2880"/>
                <a:gd name="T7" fmla="*/ 0 h 1104"/>
                <a:gd name="T8" fmla="*/ 2400 w 2880"/>
                <a:gd name="T9" fmla="*/ 1104 h 1104"/>
                <a:gd name="T10" fmla="*/ 2640 w 2880"/>
                <a:gd name="T11" fmla="*/ 816 h 1104"/>
                <a:gd name="T12" fmla="*/ 2880 w 2880"/>
                <a:gd name="T13" fmla="*/ 1104 h 1104"/>
                <a:gd name="T14" fmla="*/ 0 60000 65536"/>
                <a:gd name="T15" fmla="*/ 0 60000 65536"/>
                <a:gd name="T16" fmla="*/ 0 60000 65536"/>
                <a:gd name="T17" fmla="*/ 0 60000 65536"/>
                <a:gd name="T18" fmla="*/ 0 60000 65536"/>
                <a:gd name="T19" fmla="*/ 0 60000 65536"/>
                <a:gd name="T20" fmla="*/ 0 60000 65536"/>
                <a:gd name="T21" fmla="*/ 0 w 2880"/>
                <a:gd name="T22" fmla="*/ 0 h 1104"/>
                <a:gd name="T23" fmla="*/ 2880 w 2880"/>
                <a:gd name="T24" fmla="*/ 1104 h 110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880" h="1104">
                  <a:moveTo>
                    <a:pt x="0" y="1104"/>
                  </a:moveTo>
                  <a:cubicBezTo>
                    <a:pt x="80" y="960"/>
                    <a:pt x="160" y="816"/>
                    <a:pt x="240" y="816"/>
                  </a:cubicBezTo>
                  <a:cubicBezTo>
                    <a:pt x="320" y="816"/>
                    <a:pt x="328" y="912"/>
                    <a:pt x="480" y="1104"/>
                  </a:cubicBezTo>
                  <a:cubicBezTo>
                    <a:pt x="680" y="968"/>
                    <a:pt x="1120" y="0"/>
                    <a:pt x="1440" y="0"/>
                  </a:cubicBezTo>
                  <a:cubicBezTo>
                    <a:pt x="1760" y="0"/>
                    <a:pt x="2201" y="967"/>
                    <a:pt x="2400" y="1104"/>
                  </a:cubicBezTo>
                  <a:cubicBezTo>
                    <a:pt x="2512" y="976"/>
                    <a:pt x="2560" y="816"/>
                    <a:pt x="2640" y="816"/>
                  </a:cubicBezTo>
                  <a:cubicBezTo>
                    <a:pt x="2720" y="816"/>
                    <a:pt x="2800" y="960"/>
                    <a:pt x="2880" y="1104"/>
                  </a:cubicBezTo>
                </a:path>
              </a:pathLst>
            </a:custGeom>
            <a:noFill/>
            <a:ln w="38100" cap="rnd">
              <a:solidFill>
                <a:schemeClr val="accent1">
                  <a:lumMod val="60000"/>
                  <a:lumOff val="40000"/>
                </a:schemeClr>
              </a:solidFill>
              <a:prstDash val="sysDash"/>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2" name="Freeform 76">
              <a:extLst>
                <a:ext uri="{FF2B5EF4-FFF2-40B4-BE49-F238E27FC236}">
                  <a16:creationId xmlns:a16="http://schemas.microsoft.com/office/drawing/2014/main" id="{0E7F6FE9-D396-4928-A217-6B76CDAB1768}"/>
                </a:ext>
              </a:extLst>
            </p:cNvPr>
            <p:cNvSpPr>
              <a:spLocks/>
            </p:cNvSpPr>
            <p:nvPr/>
          </p:nvSpPr>
          <p:spPr bwMode="auto">
            <a:xfrm>
              <a:off x="2161" y="238"/>
              <a:ext cx="959" cy="1114"/>
            </a:xfrm>
            <a:custGeom>
              <a:avLst/>
              <a:gdLst>
                <a:gd name="T0" fmla="*/ 0 w 960"/>
                <a:gd name="T1" fmla="*/ 0 h 1128"/>
                <a:gd name="T2" fmla="*/ 78 w 960"/>
                <a:gd name="T3" fmla="*/ 1098 h 1128"/>
                <a:gd name="T4" fmla="*/ 123 w 960"/>
                <a:gd name="T5" fmla="*/ 960 h 1128"/>
                <a:gd name="T6" fmla="*/ 174 w 960"/>
                <a:gd name="T7" fmla="*/ 1104 h 1128"/>
                <a:gd name="T8" fmla="*/ 240 w 960"/>
                <a:gd name="T9" fmla="*/ 144 h 1128"/>
                <a:gd name="T10" fmla="*/ 315 w 960"/>
                <a:gd name="T11" fmla="*/ 1101 h 1128"/>
                <a:gd name="T12" fmla="*/ 369 w 960"/>
                <a:gd name="T13" fmla="*/ 993 h 1128"/>
                <a:gd name="T14" fmla="*/ 405 w 960"/>
                <a:gd name="T15" fmla="*/ 1101 h 1128"/>
                <a:gd name="T16" fmla="*/ 480 w 960"/>
                <a:gd name="T17" fmla="*/ 432 h 1128"/>
                <a:gd name="T18" fmla="*/ 555 w 960"/>
                <a:gd name="T19" fmla="*/ 1107 h 1128"/>
                <a:gd name="T20" fmla="*/ 609 w 960"/>
                <a:gd name="T21" fmla="*/ 996 h 1128"/>
                <a:gd name="T22" fmla="*/ 657 w 960"/>
                <a:gd name="T23" fmla="*/ 1107 h 1128"/>
                <a:gd name="T24" fmla="*/ 720 w 960"/>
                <a:gd name="T25" fmla="*/ 816 h 1128"/>
                <a:gd name="T26" fmla="*/ 789 w 960"/>
                <a:gd name="T27" fmla="*/ 1095 h 1128"/>
                <a:gd name="T28" fmla="*/ 834 w 960"/>
                <a:gd name="T29" fmla="*/ 1014 h 1128"/>
                <a:gd name="T30" fmla="*/ 891 w 960"/>
                <a:gd name="T31" fmla="*/ 1095 h 1128"/>
                <a:gd name="T32" fmla="*/ 960 w 960"/>
                <a:gd name="T33" fmla="*/ 1086 h 112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60"/>
                <a:gd name="T52" fmla="*/ 0 h 1128"/>
                <a:gd name="T53" fmla="*/ 960 w 960"/>
                <a:gd name="T54" fmla="*/ 1128 h 1128"/>
                <a:gd name="connsiteX0" fmla="*/ 0 w 10000"/>
                <a:gd name="connsiteY0" fmla="*/ 0 h 10900"/>
                <a:gd name="connsiteX1" fmla="*/ 813 w 10000"/>
                <a:gd name="connsiteY1" fmla="*/ 9734 h 10900"/>
                <a:gd name="connsiteX2" fmla="*/ 1813 w 10000"/>
                <a:gd name="connsiteY2" fmla="*/ 9787 h 10900"/>
                <a:gd name="connsiteX3" fmla="*/ 2500 w 10000"/>
                <a:gd name="connsiteY3" fmla="*/ 1277 h 10900"/>
                <a:gd name="connsiteX4" fmla="*/ 3281 w 10000"/>
                <a:gd name="connsiteY4" fmla="*/ 9761 h 10900"/>
                <a:gd name="connsiteX5" fmla="*/ 3844 w 10000"/>
                <a:gd name="connsiteY5" fmla="*/ 8803 h 10900"/>
                <a:gd name="connsiteX6" fmla="*/ 4219 w 10000"/>
                <a:gd name="connsiteY6" fmla="*/ 9761 h 10900"/>
                <a:gd name="connsiteX7" fmla="*/ 5000 w 10000"/>
                <a:gd name="connsiteY7" fmla="*/ 3830 h 10900"/>
                <a:gd name="connsiteX8" fmla="*/ 5781 w 10000"/>
                <a:gd name="connsiteY8" fmla="*/ 9814 h 10900"/>
                <a:gd name="connsiteX9" fmla="*/ 6344 w 10000"/>
                <a:gd name="connsiteY9" fmla="*/ 8830 h 10900"/>
                <a:gd name="connsiteX10" fmla="*/ 6844 w 10000"/>
                <a:gd name="connsiteY10" fmla="*/ 9814 h 10900"/>
                <a:gd name="connsiteX11" fmla="*/ 7500 w 10000"/>
                <a:gd name="connsiteY11" fmla="*/ 7234 h 10900"/>
                <a:gd name="connsiteX12" fmla="*/ 8219 w 10000"/>
                <a:gd name="connsiteY12" fmla="*/ 9707 h 10900"/>
                <a:gd name="connsiteX13" fmla="*/ 8688 w 10000"/>
                <a:gd name="connsiteY13" fmla="*/ 8989 h 10900"/>
                <a:gd name="connsiteX14" fmla="*/ 9281 w 10000"/>
                <a:gd name="connsiteY14" fmla="*/ 9707 h 10900"/>
                <a:gd name="connsiteX15" fmla="*/ 10000 w 10000"/>
                <a:gd name="connsiteY15" fmla="*/ 9628 h 10900"/>
                <a:gd name="connsiteX0" fmla="*/ 0 w 10000"/>
                <a:gd name="connsiteY0" fmla="*/ 0 h 10900"/>
                <a:gd name="connsiteX1" fmla="*/ 813 w 10000"/>
                <a:gd name="connsiteY1" fmla="*/ 9734 h 10900"/>
                <a:gd name="connsiteX2" fmla="*/ 1813 w 10000"/>
                <a:gd name="connsiteY2" fmla="*/ 9787 h 10900"/>
                <a:gd name="connsiteX3" fmla="*/ 2500 w 10000"/>
                <a:gd name="connsiteY3" fmla="*/ 1277 h 10900"/>
                <a:gd name="connsiteX4" fmla="*/ 3281 w 10000"/>
                <a:gd name="connsiteY4" fmla="*/ 9761 h 10900"/>
                <a:gd name="connsiteX5" fmla="*/ 3844 w 10000"/>
                <a:gd name="connsiteY5" fmla="*/ 8803 h 10900"/>
                <a:gd name="connsiteX6" fmla="*/ 4219 w 10000"/>
                <a:gd name="connsiteY6" fmla="*/ 9761 h 10900"/>
                <a:gd name="connsiteX7" fmla="*/ 5000 w 10000"/>
                <a:gd name="connsiteY7" fmla="*/ 3830 h 10900"/>
                <a:gd name="connsiteX8" fmla="*/ 5781 w 10000"/>
                <a:gd name="connsiteY8" fmla="*/ 9814 h 10900"/>
                <a:gd name="connsiteX9" fmla="*/ 6344 w 10000"/>
                <a:gd name="connsiteY9" fmla="*/ 8830 h 10900"/>
                <a:gd name="connsiteX10" fmla="*/ 6844 w 10000"/>
                <a:gd name="connsiteY10" fmla="*/ 9814 h 10900"/>
                <a:gd name="connsiteX11" fmla="*/ 7500 w 10000"/>
                <a:gd name="connsiteY11" fmla="*/ 7234 h 10900"/>
                <a:gd name="connsiteX12" fmla="*/ 8219 w 10000"/>
                <a:gd name="connsiteY12" fmla="*/ 9707 h 10900"/>
                <a:gd name="connsiteX13" fmla="*/ 8688 w 10000"/>
                <a:gd name="connsiteY13" fmla="*/ 8989 h 10900"/>
                <a:gd name="connsiteX14" fmla="*/ 9281 w 10000"/>
                <a:gd name="connsiteY14" fmla="*/ 9707 h 10900"/>
                <a:gd name="connsiteX15" fmla="*/ 10000 w 10000"/>
                <a:gd name="connsiteY15" fmla="*/ 9628 h 10900"/>
                <a:gd name="connsiteX0" fmla="*/ 0 w 10000"/>
                <a:gd name="connsiteY0" fmla="*/ 0 h 9814"/>
                <a:gd name="connsiteX1" fmla="*/ 1813 w 10000"/>
                <a:gd name="connsiteY1" fmla="*/ 9787 h 9814"/>
                <a:gd name="connsiteX2" fmla="*/ 2500 w 10000"/>
                <a:gd name="connsiteY2" fmla="*/ 1277 h 9814"/>
                <a:gd name="connsiteX3" fmla="*/ 3281 w 10000"/>
                <a:gd name="connsiteY3" fmla="*/ 9761 h 9814"/>
                <a:gd name="connsiteX4" fmla="*/ 3844 w 10000"/>
                <a:gd name="connsiteY4" fmla="*/ 8803 h 9814"/>
                <a:gd name="connsiteX5" fmla="*/ 4219 w 10000"/>
                <a:gd name="connsiteY5" fmla="*/ 9761 h 9814"/>
                <a:gd name="connsiteX6" fmla="*/ 5000 w 10000"/>
                <a:gd name="connsiteY6" fmla="*/ 3830 h 9814"/>
                <a:gd name="connsiteX7" fmla="*/ 5781 w 10000"/>
                <a:gd name="connsiteY7" fmla="*/ 9814 h 9814"/>
                <a:gd name="connsiteX8" fmla="*/ 6344 w 10000"/>
                <a:gd name="connsiteY8" fmla="*/ 8830 h 9814"/>
                <a:gd name="connsiteX9" fmla="*/ 6844 w 10000"/>
                <a:gd name="connsiteY9" fmla="*/ 9814 h 9814"/>
                <a:gd name="connsiteX10" fmla="*/ 7500 w 10000"/>
                <a:gd name="connsiteY10" fmla="*/ 7234 h 9814"/>
                <a:gd name="connsiteX11" fmla="*/ 8219 w 10000"/>
                <a:gd name="connsiteY11" fmla="*/ 9707 h 9814"/>
                <a:gd name="connsiteX12" fmla="*/ 8688 w 10000"/>
                <a:gd name="connsiteY12" fmla="*/ 8989 h 9814"/>
                <a:gd name="connsiteX13" fmla="*/ 9281 w 10000"/>
                <a:gd name="connsiteY13" fmla="*/ 9707 h 9814"/>
                <a:gd name="connsiteX14" fmla="*/ 10000 w 10000"/>
                <a:gd name="connsiteY14" fmla="*/ 9628 h 9814"/>
                <a:gd name="connsiteX0" fmla="*/ 0 w 10000"/>
                <a:gd name="connsiteY0" fmla="*/ 0 h 10000"/>
                <a:gd name="connsiteX1" fmla="*/ 1813 w 10000"/>
                <a:gd name="connsiteY1" fmla="*/ 9972 h 10000"/>
                <a:gd name="connsiteX2" fmla="*/ 2500 w 10000"/>
                <a:gd name="connsiteY2" fmla="*/ 1301 h 10000"/>
                <a:gd name="connsiteX3" fmla="*/ 3281 w 10000"/>
                <a:gd name="connsiteY3" fmla="*/ 9946 h 10000"/>
                <a:gd name="connsiteX4" fmla="*/ 3844 w 10000"/>
                <a:gd name="connsiteY4" fmla="*/ 8970 h 10000"/>
                <a:gd name="connsiteX5" fmla="*/ 4219 w 10000"/>
                <a:gd name="connsiteY5" fmla="*/ 9946 h 10000"/>
                <a:gd name="connsiteX6" fmla="*/ 5000 w 10000"/>
                <a:gd name="connsiteY6" fmla="*/ 3903 h 10000"/>
                <a:gd name="connsiteX7" fmla="*/ 5781 w 10000"/>
                <a:gd name="connsiteY7" fmla="*/ 10000 h 10000"/>
                <a:gd name="connsiteX8" fmla="*/ 6344 w 10000"/>
                <a:gd name="connsiteY8" fmla="*/ 8997 h 10000"/>
                <a:gd name="connsiteX9" fmla="*/ 6844 w 10000"/>
                <a:gd name="connsiteY9" fmla="*/ 10000 h 10000"/>
                <a:gd name="connsiteX10" fmla="*/ 7500 w 10000"/>
                <a:gd name="connsiteY10" fmla="*/ 7371 h 10000"/>
                <a:gd name="connsiteX11" fmla="*/ 8219 w 10000"/>
                <a:gd name="connsiteY11" fmla="*/ 9891 h 10000"/>
                <a:gd name="connsiteX12" fmla="*/ 8688 w 10000"/>
                <a:gd name="connsiteY12" fmla="*/ 9159 h 10000"/>
                <a:gd name="connsiteX13" fmla="*/ 9281 w 10000"/>
                <a:gd name="connsiteY13" fmla="*/ 9891 h 10000"/>
                <a:gd name="connsiteX14" fmla="*/ 10000 w 10000"/>
                <a:gd name="connsiteY14" fmla="*/ 9810 h 10000"/>
                <a:gd name="connsiteX0" fmla="*/ 0 w 10000"/>
                <a:gd name="connsiteY0" fmla="*/ 0 h 10000"/>
                <a:gd name="connsiteX1" fmla="*/ 1813 w 10000"/>
                <a:gd name="connsiteY1" fmla="*/ 9972 h 10000"/>
                <a:gd name="connsiteX2" fmla="*/ 2500 w 10000"/>
                <a:gd name="connsiteY2" fmla="*/ 1301 h 10000"/>
                <a:gd name="connsiteX3" fmla="*/ 3281 w 10000"/>
                <a:gd name="connsiteY3" fmla="*/ 9946 h 10000"/>
                <a:gd name="connsiteX4" fmla="*/ 3844 w 10000"/>
                <a:gd name="connsiteY4" fmla="*/ 8970 h 10000"/>
                <a:gd name="connsiteX5" fmla="*/ 4219 w 10000"/>
                <a:gd name="connsiteY5" fmla="*/ 9946 h 10000"/>
                <a:gd name="connsiteX6" fmla="*/ 5000 w 10000"/>
                <a:gd name="connsiteY6" fmla="*/ 3903 h 10000"/>
                <a:gd name="connsiteX7" fmla="*/ 5781 w 10000"/>
                <a:gd name="connsiteY7" fmla="*/ 10000 h 10000"/>
                <a:gd name="connsiteX8" fmla="*/ 6344 w 10000"/>
                <a:gd name="connsiteY8" fmla="*/ 8997 h 10000"/>
                <a:gd name="connsiteX9" fmla="*/ 6844 w 10000"/>
                <a:gd name="connsiteY9" fmla="*/ 10000 h 10000"/>
                <a:gd name="connsiteX10" fmla="*/ 7500 w 10000"/>
                <a:gd name="connsiteY10" fmla="*/ 7371 h 10000"/>
                <a:gd name="connsiteX11" fmla="*/ 8219 w 10000"/>
                <a:gd name="connsiteY11" fmla="*/ 9891 h 10000"/>
                <a:gd name="connsiteX12" fmla="*/ 8688 w 10000"/>
                <a:gd name="connsiteY12" fmla="*/ 9159 h 10000"/>
                <a:gd name="connsiteX13" fmla="*/ 9281 w 10000"/>
                <a:gd name="connsiteY13" fmla="*/ 9891 h 10000"/>
                <a:gd name="connsiteX14" fmla="*/ 10000 w 10000"/>
                <a:gd name="connsiteY14" fmla="*/ 9810 h 10000"/>
                <a:gd name="connsiteX0" fmla="*/ 0 w 10000"/>
                <a:gd name="connsiteY0" fmla="*/ 0 h 10000"/>
                <a:gd name="connsiteX1" fmla="*/ 1813 w 10000"/>
                <a:gd name="connsiteY1" fmla="*/ 9972 h 10000"/>
                <a:gd name="connsiteX2" fmla="*/ 2500 w 10000"/>
                <a:gd name="connsiteY2" fmla="*/ 1301 h 10000"/>
                <a:gd name="connsiteX3" fmla="*/ 3281 w 10000"/>
                <a:gd name="connsiteY3" fmla="*/ 9946 h 10000"/>
                <a:gd name="connsiteX4" fmla="*/ 3844 w 10000"/>
                <a:gd name="connsiteY4" fmla="*/ 8970 h 10000"/>
                <a:gd name="connsiteX5" fmla="*/ 4219 w 10000"/>
                <a:gd name="connsiteY5" fmla="*/ 9946 h 10000"/>
                <a:gd name="connsiteX6" fmla="*/ 5000 w 10000"/>
                <a:gd name="connsiteY6" fmla="*/ 3903 h 10000"/>
                <a:gd name="connsiteX7" fmla="*/ 5781 w 10000"/>
                <a:gd name="connsiteY7" fmla="*/ 10000 h 10000"/>
                <a:gd name="connsiteX8" fmla="*/ 6344 w 10000"/>
                <a:gd name="connsiteY8" fmla="*/ 8997 h 10000"/>
                <a:gd name="connsiteX9" fmla="*/ 6844 w 10000"/>
                <a:gd name="connsiteY9" fmla="*/ 10000 h 10000"/>
                <a:gd name="connsiteX10" fmla="*/ 7500 w 10000"/>
                <a:gd name="connsiteY10" fmla="*/ 7371 h 10000"/>
                <a:gd name="connsiteX11" fmla="*/ 8219 w 10000"/>
                <a:gd name="connsiteY11" fmla="*/ 9891 h 10000"/>
                <a:gd name="connsiteX12" fmla="*/ 8688 w 10000"/>
                <a:gd name="connsiteY12" fmla="*/ 9159 h 10000"/>
                <a:gd name="connsiteX13" fmla="*/ 9281 w 10000"/>
                <a:gd name="connsiteY13" fmla="*/ 9891 h 10000"/>
                <a:gd name="connsiteX14" fmla="*/ 10000 w 10000"/>
                <a:gd name="connsiteY14" fmla="*/ 9810 h 10000"/>
                <a:gd name="connsiteX0" fmla="*/ 0 w 10000"/>
                <a:gd name="connsiteY0" fmla="*/ 0 h 10000"/>
                <a:gd name="connsiteX1" fmla="*/ 1675 w 10000"/>
                <a:gd name="connsiteY1" fmla="*/ 9972 h 10000"/>
                <a:gd name="connsiteX2" fmla="*/ 2500 w 10000"/>
                <a:gd name="connsiteY2" fmla="*/ 1301 h 10000"/>
                <a:gd name="connsiteX3" fmla="*/ 3281 w 10000"/>
                <a:gd name="connsiteY3" fmla="*/ 9946 h 10000"/>
                <a:gd name="connsiteX4" fmla="*/ 3844 w 10000"/>
                <a:gd name="connsiteY4" fmla="*/ 8970 h 10000"/>
                <a:gd name="connsiteX5" fmla="*/ 4219 w 10000"/>
                <a:gd name="connsiteY5" fmla="*/ 9946 h 10000"/>
                <a:gd name="connsiteX6" fmla="*/ 5000 w 10000"/>
                <a:gd name="connsiteY6" fmla="*/ 3903 h 10000"/>
                <a:gd name="connsiteX7" fmla="*/ 5781 w 10000"/>
                <a:gd name="connsiteY7" fmla="*/ 10000 h 10000"/>
                <a:gd name="connsiteX8" fmla="*/ 6344 w 10000"/>
                <a:gd name="connsiteY8" fmla="*/ 8997 h 10000"/>
                <a:gd name="connsiteX9" fmla="*/ 6844 w 10000"/>
                <a:gd name="connsiteY9" fmla="*/ 10000 h 10000"/>
                <a:gd name="connsiteX10" fmla="*/ 7500 w 10000"/>
                <a:gd name="connsiteY10" fmla="*/ 7371 h 10000"/>
                <a:gd name="connsiteX11" fmla="*/ 8219 w 10000"/>
                <a:gd name="connsiteY11" fmla="*/ 9891 h 10000"/>
                <a:gd name="connsiteX12" fmla="*/ 8688 w 10000"/>
                <a:gd name="connsiteY12" fmla="*/ 9159 h 10000"/>
                <a:gd name="connsiteX13" fmla="*/ 9281 w 10000"/>
                <a:gd name="connsiteY13" fmla="*/ 9891 h 10000"/>
                <a:gd name="connsiteX14" fmla="*/ 10000 w 10000"/>
                <a:gd name="connsiteY14" fmla="*/ 9810 h 10000"/>
                <a:gd name="connsiteX0" fmla="*/ 0 w 10000"/>
                <a:gd name="connsiteY0" fmla="*/ 0 h 10000"/>
                <a:gd name="connsiteX1" fmla="*/ 1675 w 10000"/>
                <a:gd name="connsiteY1" fmla="*/ 9972 h 10000"/>
                <a:gd name="connsiteX2" fmla="*/ 2500 w 10000"/>
                <a:gd name="connsiteY2" fmla="*/ 1301 h 10000"/>
                <a:gd name="connsiteX3" fmla="*/ 3281 w 10000"/>
                <a:gd name="connsiteY3" fmla="*/ 9946 h 10000"/>
                <a:gd name="connsiteX4" fmla="*/ 3844 w 10000"/>
                <a:gd name="connsiteY4" fmla="*/ 8970 h 10000"/>
                <a:gd name="connsiteX5" fmla="*/ 4219 w 10000"/>
                <a:gd name="connsiteY5" fmla="*/ 9946 h 10000"/>
                <a:gd name="connsiteX6" fmla="*/ 5000 w 10000"/>
                <a:gd name="connsiteY6" fmla="*/ 3903 h 10000"/>
                <a:gd name="connsiteX7" fmla="*/ 5781 w 10000"/>
                <a:gd name="connsiteY7" fmla="*/ 10000 h 10000"/>
                <a:gd name="connsiteX8" fmla="*/ 6344 w 10000"/>
                <a:gd name="connsiteY8" fmla="*/ 8997 h 10000"/>
                <a:gd name="connsiteX9" fmla="*/ 6844 w 10000"/>
                <a:gd name="connsiteY9" fmla="*/ 10000 h 10000"/>
                <a:gd name="connsiteX10" fmla="*/ 7500 w 10000"/>
                <a:gd name="connsiteY10" fmla="*/ 7371 h 10000"/>
                <a:gd name="connsiteX11" fmla="*/ 8219 w 10000"/>
                <a:gd name="connsiteY11" fmla="*/ 9891 h 10000"/>
                <a:gd name="connsiteX12" fmla="*/ 8688 w 10000"/>
                <a:gd name="connsiteY12" fmla="*/ 9159 h 10000"/>
                <a:gd name="connsiteX13" fmla="*/ 9281 w 10000"/>
                <a:gd name="connsiteY13" fmla="*/ 9891 h 10000"/>
                <a:gd name="connsiteX14" fmla="*/ 10000 w 10000"/>
                <a:gd name="connsiteY14" fmla="*/ 9810 h 10000"/>
                <a:gd name="connsiteX0" fmla="*/ 0 w 10000"/>
                <a:gd name="connsiteY0" fmla="*/ 0 h 10000"/>
                <a:gd name="connsiteX1" fmla="*/ 1675 w 10000"/>
                <a:gd name="connsiteY1" fmla="*/ 9972 h 10000"/>
                <a:gd name="connsiteX2" fmla="*/ 2500 w 10000"/>
                <a:gd name="connsiteY2" fmla="*/ 1301 h 10000"/>
                <a:gd name="connsiteX3" fmla="*/ 3281 w 10000"/>
                <a:gd name="connsiteY3" fmla="*/ 9946 h 10000"/>
                <a:gd name="connsiteX4" fmla="*/ 3844 w 10000"/>
                <a:gd name="connsiteY4" fmla="*/ 8970 h 10000"/>
                <a:gd name="connsiteX5" fmla="*/ 4219 w 10000"/>
                <a:gd name="connsiteY5" fmla="*/ 9946 h 10000"/>
                <a:gd name="connsiteX6" fmla="*/ 5000 w 10000"/>
                <a:gd name="connsiteY6" fmla="*/ 3903 h 10000"/>
                <a:gd name="connsiteX7" fmla="*/ 5781 w 10000"/>
                <a:gd name="connsiteY7" fmla="*/ 10000 h 10000"/>
                <a:gd name="connsiteX8" fmla="*/ 6344 w 10000"/>
                <a:gd name="connsiteY8" fmla="*/ 8997 h 10000"/>
                <a:gd name="connsiteX9" fmla="*/ 6844 w 10000"/>
                <a:gd name="connsiteY9" fmla="*/ 10000 h 10000"/>
                <a:gd name="connsiteX10" fmla="*/ 7500 w 10000"/>
                <a:gd name="connsiteY10" fmla="*/ 7371 h 10000"/>
                <a:gd name="connsiteX11" fmla="*/ 8219 w 10000"/>
                <a:gd name="connsiteY11" fmla="*/ 9891 h 10000"/>
                <a:gd name="connsiteX12" fmla="*/ 8688 w 10000"/>
                <a:gd name="connsiteY12" fmla="*/ 9159 h 10000"/>
                <a:gd name="connsiteX13" fmla="*/ 9281 w 10000"/>
                <a:gd name="connsiteY13" fmla="*/ 9891 h 10000"/>
                <a:gd name="connsiteX14" fmla="*/ 10000 w 10000"/>
                <a:gd name="connsiteY14" fmla="*/ 9810 h 10000"/>
                <a:gd name="connsiteX0" fmla="*/ 0 w 10000"/>
                <a:gd name="connsiteY0" fmla="*/ 0 h 10871"/>
                <a:gd name="connsiteX1" fmla="*/ 1675 w 10000"/>
                <a:gd name="connsiteY1" fmla="*/ 9972 h 10871"/>
                <a:gd name="connsiteX2" fmla="*/ 2500 w 10000"/>
                <a:gd name="connsiteY2" fmla="*/ 1301 h 10871"/>
                <a:gd name="connsiteX3" fmla="*/ 3281 w 10000"/>
                <a:gd name="connsiteY3" fmla="*/ 9946 h 10871"/>
                <a:gd name="connsiteX4" fmla="*/ 4219 w 10000"/>
                <a:gd name="connsiteY4" fmla="*/ 9946 h 10871"/>
                <a:gd name="connsiteX5" fmla="*/ 5000 w 10000"/>
                <a:gd name="connsiteY5" fmla="*/ 3903 h 10871"/>
                <a:gd name="connsiteX6" fmla="*/ 5781 w 10000"/>
                <a:gd name="connsiteY6" fmla="*/ 10000 h 10871"/>
                <a:gd name="connsiteX7" fmla="*/ 6344 w 10000"/>
                <a:gd name="connsiteY7" fmla="*/ 8997 h 10871"/>
                <a:gd name="connsiteX8" fmla="*/ 6844 w 10000"/>
                <a:gd name="connsiteY8" fmla="*/ 10000 h 10871"/>
                <a:gd name="connsiteX9" fmla="*/ 7500 w 10000"/>
                <a:gd name="connsiteY9" fmla="*/ 7371 h 10871"/>
                <a:gd name="connsiteX10" fmla="*/ 8219 w 10000"/>
                <a:gd name="connsiteY10" fmla="*/ 9891 h 10871"/>
                <a:gd name="connsiteX11" fmla="*/ 8688 w 10000"/>
                <a:gd name="connsiteY11" fmla="*/ 9159 h 10871"/>
                <a:gd name="connsiteX12" fmla="*/ 9281 w 10000"/>
                <a:gd name="connsiteY12" fmla="*/ 9891 h 10871"/>
                <a:gd name="connsiteX13" fmla="*/ 10000 w 10000"/>
                <a:gd name="connsiteY13" fmla="*/ 9810 h 10871"/>
                <a:gd name="connsiteX0" fmla="*/ 0 w 10000"/>
                <a:gd name="connsiteY0" fmla="*/ 0 h 10000"/>
                <a:gd name="connsiteX1" fmla="*/ 1675 w 10000"/>
                <a:gd name="connsiteY1" fmla="*/ 9972 h 10000"/>
                <a:gd name="connsiteX2" fmla="*/ 2500 w 10000"/>
                <a:gd name="connsiteY2" fmla="*/ 1301 h 10000"/>
                <a:gd name="connsiteX3" fmla="*/ 4219 w 10000"/>
                <a:gd name="connsiteY3" fmla="*/ 9946 h 10000"/>
                <a:gd name="connsiteX4" fmla="*/ 5000 w 10000"/>
                <a:gd name="connsiteY4" fmla="*/ 3903 h 10000"/>
                <a:gd name="connsiteX5" fmla="*/ 5781 w 10000"/>
                <a:gd name="connsiteY5" fmla="*/ 10000 h 10000"/>
                <a:gd name="connsiteX6" fmla="*/ 6344 w 10000"/>
                <a:gd name="connsiteY6" fmla="*/ 8997 h 10000"/>
                <a:gd name="connsiteX7" fmla="*/ 6844 w 10000"/>
                <a:gd name="connsiteY7" fmla="*/ 10000 h 10000"/>
                <a:gd name="connsiteX8" fmla="*/ 7500 w 10000"/>
                <a:gd name="connsiteY8" fmla="*/ 7371 h 10000"/>
                <a:gd name="connsiteX9" fmla="*/ 8219 w 10000"/>
                <a:gd name="connsiteY9" fmla="*/ 9891 h 10000"/>
                <a:gd name="connsiteX10" fmla="*/ 8688 w 10000"/>
                <a:gd name="connsiteY10" fmla="*/ 9159 h 10000"/>
                <a:gd name="connsiteX11" fmla="*/ 9281 w 10000"/>
                <a:gd name="connsiteY11" fmla="*/ 9891 h 10000"/>
                <a:gd name="connsiteX12" fmla="*/ 10000 w 10000"/>
                <a:gd name="connsiteY12" fmla="*/ 9810 h 10000"/>
                <a:gd name="connsiteX0" fmla="*/ 0 w 10000"/>
                <a:gd name="connsiteY0" fmla="*/ 0 h 10000"/>
                <a:gd name="connsiteX1" fmla="*/ 1675 w 10000"/>
                <a:gd name="connsiteY1" fmla="*/ 9972 h 10000"/>
                <a:gd name="connsiteX2" fmla="*/ 2500 w 10000"/>
                <a:gd name="connsiteY2" fmla="*/ 1301 h 10000"/>
                <a:gd name="connsiteX3" fmla="*/ 3843 w 10000"/>
                <a:gd name="connsiteY3" fmla="*/ 9955 h 10000"/>
                <a:gd name="connsiteX4" fmla="*/ 5000 w 10000"/>
                <a:gd name="connsiteY4" fmla="*/ 3903 h 10000"/>
                <a:gd name="connsiteX5" fmla="*/ 5781 w 10000"/>
                <a:gd name="connsiteY5" fmla="*/ 10000 h 10000"/>
                <a:gd name="connsiteX6" fmla="*/ 6344 w 10000"/>
                <a:gd name="connsiteY6" fmla="*/ 8997 h 10000"/>
                <a:gd name="connsiteX7" fmla="*/ 6844 w 10000"/>
                <a:gd name="connsiteY7" fmla="*/ 10000 h 10000"/>
                <a:gd name="connsiteX8" fmla="*/ 7500 w 10000"/>
                <a:gd name="connsiteY8" fmla="*/ 7371 h 10000"/>
                <a:gd name="connsiteX9" fmla="*/ 8219 w 10000"/>
                <a:gd name="connsiteY9" fmla="*/ 9891 h 10000"/>
                <a:gd name="connsiteX10" fmla="*/ 8688 w 10000"/>
                <a:gd name="connsiteY10" fmla="*/ 9159 h 10000"/>
                <a:gd name="connsiteX11" fmla="*/ 9281 w 10000"/>
                <a:gd name="connsiteY11" fmla="*/ 9891 h 10000"/>
                <a:gd name="connsiteX12" fmla="*/ 10000 w 10000"/>
                <a:gd name="connsiteY12" fmla="*/ 9810 h 10000"/>
                <a:gd name="connsiteX0" fmla="*/ 0 w 10000"/>
                <a:gd name="connsiteY0" fmla="*/ 0 h 10000"/>
                <a:gd name="connsiteX1" fmla="*/ 1675 w 10000"/>
                <a:gd name="connsiteY1" fmla="*/ 9972 h 10000"/>
                <a:gd name="connsiteX2" fmla="*/ 2500 w 10000"/>
                <a:gd name="connsiteY2" fmla="*/ 1301 h 10000"/>
                <a:gd name="connsiteX3" fmla="*/ 3843 w 10000"/>
                <a:gd name="connsiteY3" fmla="*/ 9955 h 10000"/>
                <a:gd name="connsiteX4" fmla="*/ 5000 w 10000"/>
                <a:gd name="connsiteY4" fmla="*/ 3903 h 10000"/>
                <a:gd name="connsiteX5" fmla="*/ 5781 w 10000"/>
                <a:gd name="connsiteY5" fmla="*/ 10000 h 10000"/>
                <a:gd name="connsiteX6" fmla="*/ 6344 w 10000"/>
                <a:gd name="connsiteY6" fmla="*/ 8997 h 10000"/>
                <a:gd name="connsiteX7" fmla="*/ 6844 w 10000"/>
                <a:gd name="connsiteY7" fmla="*/ 10000 h 10000"/>
                <a:gd name="connsiteX8" fmla="*/ 7500 w 10000"/>
                <a:gd name="connsiteY8" fmla="*/ 7371 h 10000"/>
                <a:gd name="connsiteX9" fmla="*/ 8219 w 10000"/>
                <a:gd name="connsiteY9" fmla="*/ 9891 h 10000"/>
                <a:gd name="connsiteX10" fmla="*/ 8688 w 10000"/>
                <a:gd name="connsiteY10" fmla="*/ 9159 h 10000"/>
                <a:gd name="connsiteX11" fmla="*/ 9281 w 10000"/>
                <a:gd name="connsiteY11" fmla="*/ 9891 h 10000"/>
                <a:gd name="connsiteX12" fmla="*/ 10000 w 10000"/>
                <a:gd name="connsiteY12" fmla="*/ 9810 h 10000"/>
                <a:gd name="connsiteX0" fmla="*/ 0 w 10000"/>
                <a:gd name="connsiteY0" fmla="*/ 0 h 10000"/>
                <a:gd name="connsiteX1" fmla="*/ 1675 w 10000"/>
                <a:gd name="connsiteY1" fmla="*/ 9972 h 10000"/>
                <a:gd name="connsiteX2" fmla="*/ 2500 w 10000"/>
                <a:gd name="connsiteY2" fmla="*/ 1301 h 10000"/>
                <a:gd name="connsiteX3" fmla="*/ 3843 w 10000"/>
                <a:gd name="connsiteY3" fmla="*/ 9955 h 10000"/>
                <a:gd name="connsiteX4" fmla="*/ 5000 w 10000"/>
                <a:gd name="connsiteY4" fmla="*/ 3903 h 10000"/>
                <a:gd name="connsiteX5" fmla="*/ 5781 w 10000"/>
                <a:gd name="connsiteY5" fmla="*/ 10000 h 10000"/>
                <a:gd name="connsiteX6" fmla="*/ 6344 w 10000"/>
                <a:gd name="connsiteY6" fmla="*/ 8997 h 10000"/>
                <a:gd name="connsiteX7" fmla="*/ 6844 w 10000"/>
                <a:gd name="connsiteY7" fmla="*/ 10000 h 10000"/>
                <a:gd name="connsiteX8" fmla="*/ 7500 w 10000"/>
                <a:gd name="connsiteY8" fmla="*/ 7371 h 10000"/>
                <a:gd name="connsiteX9" fmla="*/ 8219 w 10000"/>
                <a:gd name="connsiteY9" fmla="*/ 9891 h 10000"/>
                <a:gd name="connsiteX10" fmla="*/ 8688 w 10000"/>
                <a:gd name="connsiteY10" fmla="*/ 9159 h 10000"/>
                <a:gd name="connsiteX11" fmla="*/ 9281 w 10000"/>
                <a:gd name="connsiteY11" fmla="*/ 9891 h 10000"/>
                <a:gd name="connsiteX12" fmla="*/ 10000 w 10000"/>
                <a:gd name="connsiteY12" fmla="*/ 9810 h 10000"/>
                <a:gd name="connsiteX0" fmla="*/ 0 w 10000"/>
                <a:gd name="connsiteY0" fmla="*/ 0 h 10565"/>
                <a:gd name="connsiteX1" fmla="*/ 1675 w 10000"/>
                <a:gd name="connsiteY1" fmla="*/ 9972 h 10565"/>
                <a:gd name="connsiteX2" fmla="*/ 2500 w 10000"/>
                <a:gd name="connsiteY2" fmla="*/ 1301 h 10565"/>
                <a:gd name="connsiteX3" fmla="*/ 3843 w 10000"/>
                <a:gd name="connsiteY3" fmla="*/ 9955 h 10565"/>
                <a:gd name="connsiteX4" fmla="*/ 5000 w 10000"/>
                <a:gd name="connsiteY4" fmla="*/ 3903 h 10565"/>
                <a:gd name="connsiteX5" fmla="*/ 5781 w 10000"/>
                <a:gd name="connsiteY5" fmla="*/ 10000 h 10565"/>
                <a:gd name="connsiteX6" fmla="*/ 6844 w 10000"/>
                <a:gd name="connsiteY6" fmla="*/ 10000 h 10565"/>
                <a:gd name="connsiteX7" fmla="*/ 7500 w 10000"/>
                <a:gd name="connsiteY7" fmla="*/ 7371 h 10565"/>
                <a:gd name="connsiteX8" fmla="*/ 8219 w 10000"/>
                <a:gd name="connsiteY8" fmla="*/ 9891 h 10565"/>
                <a:gd name="connsiteX9" fmla="*/ 8688 w 10000"/>
                <a:gd name="connsiteY9" fmla="*/ 9159 h 10565"/>
                <a:gd name="connsiteX10" fmla="*/ 9281 w 10000"/>
                <a:gd name="connsiteY10" fmla="*/ 9891 h 10565"/>
                <a:gd name="connsiteX11" fmla="*/ 10000 w 10000"/>
                <a:gd name="connsiteY11" fmla="*/ 9810 h 10565"/>
                <a:gd name="connsiteX0" fmla="*/ 0 w 10000"/>
                <a:gd name="connsiteY0" fmla="*/ 0 h 10070"/>
                <a:gd name="connsiteX1" fmla="*/ 1675 w 10000"/>
                <a:gd name="connsiteY1" fmla="*/ 9972 h 10070"/>
                <a:gd name="connsiteX2" fmla="*/ 2500 w 10000"/>
                <a:gd name="connsiteY2" fmla="*/ 1301 h 10070"/>
                <a:gd name="connsiteX3" fmla="*/ 3843 w 10000"/>
                <a:gd name="connsiteY3" fmla="*/ 9955 h 10070"/>
                <a:gd name="connsiteX4" fmla="*/ 5000 w 10000"/>
                <a:gd name="connsiteY4" fmla="*/ 3903 h 10070"/>
                <a:gd name="connsiteX5" fmla="*/ 6844 w 10000"/>
                <a:gd name="connsiteY5" fmla="*/ 10000 h 10070"/>
                <a:gd name="connsiteX6" fmla="*/ 7500 w 10000"/>
                <a:gd name="connsiteY6" fmla="*/ 7371 h 10070"/>
                <a:gd name="connsiteX7" fmla="*/ 8219 w 10000"/>
                <a:gd name="connsiteY7" fmla="*/ 9891 h 10070"/>
                <a:gd name="connsiteX8" fmla="*/ 8688 w 10000"/>
                <a:gd name="connsiteY8" fmla="*/ 9159 h 10070"/>
                <a:gd name="connsiteX9" fmla="*/ 9281 w 10000"/>
                <a:gd name="connsiteY9" fmla="*/ 9891 h 10070"/>
                <a:gd name="connsiteX10" fmla="*/ 10000 w 10000"/>
                <a:gd name="connsiteY10" fmla="*/ 9810 h 10070"/>
                <a:gd name="connsiteX0" fmla="*/ 0 w 10000"/>
                <a:gd name="connsiteY0" fmla="*/ 0 h 10009"/>
                <a:gd name="connsiteX1" fmla="*/ 1675 w 10000"/>
                <a:gd name="connsiteY1" fmla="*/ 9972 h 10009"/>
                <a:gd name="connsiteX2" fmla="*/ 2500 w 10000"/>
                <a:gd name="connsiteY2" fmla="*/ 1301 h 10009"/>
                <a:gd name="connsiteX3" fmla="*/ 3843 w 10000"/>
                <a:gd name="connsiteY3" fmla="*/ 9955 h 10009"/>
                <a:gd name="connsiteX4" fmla="*/ 5000 w 10000"/>
                <a:gd name="connsiteY4" fmla="*/ 3903 h 10009"/>
                <a:gd name="connsiteX5" fmla="*/ 6710 w 10000"/>
                <a:gd name="connsiteY5" fmla="*/ 9938 h 10009"/>
                <a:gd name="connsiteX6" fmla="*/ 7500 w 10000"/>
                <a:gd name="connsiteY6" fmla="*/ 7371 h 10009"/>
                <a:gd name="connsiteX7" fmla="*/ 8219 w 10000"/>
                <a:gd name="connsiteY7" fmla="*/ 9891 h 10009"/>
                <a:gd name="connsiteX8" fmla="*/ 8688 w 10000"/>
                <a:gd name="connsiteY8" fmla="*/ 9159 h 10009"/>
                <a:gd name="connsiteX9" fmla="*/ 9281 w 10000"/>
                <a:gd name="connsiteY9" fmla="*/ 9891 h 10009"/>
                <a:gd name="connsiteX10" fmla="*/ 10000 w 10000"/>
                <a:gd name="connsiteY10" fmla="*/ 9810 h 10009"/>
                <a:gd name="connsiteX0" fmla="*/ 0 w 10000"/>
                <a:gd name="connsiteY0" fmla="*/ 0 h 10009"/>
                <a:gd name="connsiteX1" fmla="*/ 1675 w 10000"/>
                <a:gd name="connsiteY1" fmla="*/ 9972 h 10009"/>
                <a:gd name="connsiteX2" fmla="*/ 2500 w 10000"/>
                <a:gd name="connsiteY2" fmla="*/ 1301 h 10009"/>
                <a:gd name="connsiteX3" fmla="*/ 3843 w 10000"/>
                <a:gd name="connsiteY3" fmla="*/ 9955 h 10009"/>
                <a:gd name="connsiteX4" fmla="*/ 5000 w 10000"/>
                <a:gd name="connsiteY4" fmla="*/ 3903 h 10009"/>
                <a:gd name="connsiteX5" fmla="*/ 6710 w 10000"/>
                <a:gd name="connsiteY5" fmla="*/ 9938 h 10009"/>
                <a:gd name="connsiteX6" fmla="*/ 7500 w 10000"/>
                <a:gd name="connsiteY6" fmla="*/ 7371 h 10009"/>
                <a:gd name="connsiteX7" fmla="*/ 8219 w 10000"/>
                <a:gd name="connsiteY7" fmla="*/ 9891 h 10009"/>
                <a:gd name="connsiteX8" fmla="*/ 8688 w 10000"/>
                <a:gd name="connsiteY8" fmla="*/ 9159 h 10009"/>
                <a:gd name="connsiteX9" fmla="*/ 9281 w 10000"/>
                <a:gd name="connsiteY9" fmla="*/ 9891 h 10009"/>
                <a:gd name="connsiteX10" fmla="*/ 10000 w 10000"/>
                <a:gd name="connsiteY10" fmla="*/ 9810 h 10009"/>
                <a:gd name="connsiteX0" fmla="*/ 0 w 10000"/>
                <a:gd name="connsiteY0" fmla="*/ 0 h 9972"/>
                <a:gd name="connsiteX1" fmla="*/ 1675 w 10000"/>
                <a:gd name="connsiteY1" fmla="*/ 9972 h 9972"/>
                <a:gd name="connsiteX2" fmla="*/ 2500 w 10000"/>
                <a:gd name="connsiteY2" fmla="*/ 1301 h 9972"/>
                <a:gd name="connsiteX3" fmla="*/ 3843 w 10000"/>
                <a:gd name="connsiteY3" fmla="*/ 9955 h 9972"/>
                <a:gd name="connsiteX4" fmla="*/ 5000 w 10000"/>
                <a:gd name="connsiteY4" fmla="*/ 3903 h 9972"/>
                <a:gd name="connsiteX5" fmla="*/ 6710 w 10000"/>
                <a:gd name="connsiteY5" fmla="*/ 9938 h 9972"/>
                <a:gd name="connsiteX6" fmla="*/ 7500 w 10000"/>
                <a:gd name="connsiteY6" fmla="*/ 7371 h 9972"/>
                <a:gd name="connsiteX7" fmla="*/ 8219 w 10000"/>
                <a:gd name="connsiteY7" fmla="*/ 9891 h 9972"/>
                <a:gd name="connsiteX8" fmla="*/ 8688 w 10000"/>
                <a:gd name="connsiteY8" fmla="*/ 9159 h 9972"/>
                <a:gd name="connsiteX9" fmla="*/ 9281 w 10000"/>
                <a:gd name="connsiteY9" fmla="*/ 9891 h 9972"/>
                <a:gd name="connsiteX10" fmla="*/ 10000 w 10000"/>
                <a:gd name="connsiteY10" fmla="*/ 9810 h 9972"/>
                <a:gd name="connsiteX0" fmla="*/ 0 w 10000"/>
                <a:gd name="connsiteY0" fmla="*/ 0 h 10000"/>
                <a:gd name="connsiteX1" fmla="*/ 1675 w 10000"/>
                <a:gd name="connsiteY1" fmla="*/ 10000 h 10000"/>
                <a:gd name="connsiteX2" fmla="*/ 2500 w 10000"/>
                <a:gd name="connsiteY2" fmla="*/ 1305 h 10000"/>
                <a:gd name="connsiteX3" fmla="*/ 3843 w 10000"/>
                <a:gd name="connsiteY3" fmla="*/ 9983 h 10000"/>
                <a:gd name="connsiteX4" fmla="*/ 5000 w 10000"/>
                <a:gd name="connsiteY4" fmla="*/ 3914 h 10000"/>
                <a:gd name="connsiteX5" fmla="*/ 6710 w 10000"/>
                <a:gd name="connsiteY5" fmla="*/ 9966 h 10000"/>
                <a:gd name="connsiteX6" fmla="*/ 7500 w 10000"/>
                <a:gd name="connsiteY6" fmla="*/ 7392 h 10000"/>
                <a:gd name="connsiteX7" fmla="*/ 8219 w 10000"/>
                <a:gd name="connsiteY7" fmla="*/ 9919 h 10000"/>
                <a:gd name="connsiteX8" fmla="*/ 8688 w 10000"/>
                <a:gd name="connsiteY8" fmla="*/ 9185 h 10000"/>
                <a:gd name="connsiteX9" fmla="*/ 9281 w 10000"/>
                <a:gd name="connsiteY9" fmla="*/ 9919 h 10000"/>
                <a:gd name="connsiteX10" fmla="*/ 10000 w 10000"/>
                <a:gd name="connsiteY10" fmla="*/ 9838 h 10000"/>
                <a:gd name="connsiteX0" fmla="*/ 0 w 10000"/>
                <a:gd name="connsiteY0" fmla="*/ 0 h 10000"/>
                <a:gd name="connsiteX1" fmla="*/ 1675 w 10000"/>
                <a:gd name="connsiteY1" fmla="*/ 10000 h 10000"/>
                <a:gd name="connsiteX2" fmla="*/ 2500 w 10000"/>
                <a:gd name="connsiteY2" fmla="*/ 1305 h 10000"/>
                <a:gd name="connsiteX3" fmla="*/ 3843 w 10000"/>
                <a:gd name="connsiteY3" fmla="*/ 9983 h 10000"/>
                <a:gd name="connsiteX4" fmla="*/ 5000 w 10000"/>
                <a:gd name="connsiteY4" fmla="*/ 3914 h 10000"/>
                <a:gd name="connsiteX5" fmla="*/ 6710 w 10000"/>
                <a:gd name="connsiteY5" fmla="*/ 9966 h 10000"/>
                <a:gd name="connsiteX6" fmla="*/ 7500 w 10000"/>
                <a:gd name="connsiteY6" fmla="*/ 7392 h 10000"/>
                <a:gd name="connsiteX7" fmla="*/ 8219 w 10000"/>
                <a:gd name="connsiteY7" fmla="*/ 9919 h 10000"/>
                <a:gd name="connsiteX8" fmla="*/ 8688 w 10000"/>
                <a:gd name="connsiteY8" fmla="*/ 9185 h 10000"/>
                <a:gd name="connsiteX9" fmla="*/ 9281 w 10000"/>
                <a:gd name="connsiteY9" fmla="*/ 9919 h 10000"/>
                <a:gd name="connsiteX10" fmla="*/ 10000 w 10000"/>
                <a:gd name="connsiteY10" fmla="*/ 9838 h 10000"/>
                <a:gd name="connsiteX0" fmla="*/ 0 w 10000"/>
                <a:gd name="connsiteY0" fmla="*/ 0 h 10000"/>
                <a:gd name="connsiteX1" fmla="*/ 1675 w 10000"/>
                <a:gd name="connsiteY1" fmla="*/ 10000 h 10000"/>
                <a:gd name="connsiteX2" fmla="*/ 2500 w 10000"/>
                <a:gd name="connsiteY2" fmla="*/ 1305 h 10000"/>
                <a:gd name="connsiteX3" fmla="*/ 3843 w 10000"/>
                <a:gd name="connsiteY3" fmla="*/ 9983 h 10000"/>
                <a:gd name="connsiteX4" fmla="*/ 5000 w 10000"/>
                <a:gd name="connsiteY4" fmla="*/ 3914 h 10000"/>
                <a:gd name="connsiteX5" fmla="*/ 6710 w 10000"/>
                <a:gd name="connsiteY5" fmla="*/ 9966 h 10000"/>
                <a:gd name="connsiteX6" fmla="*/ 7500 w 10000"/>
                <a:gd name="connsiteY6" fmla="*/ 7392 h 10000"/>
                <a:gd name="connsiteX7" fmla="*/ 8219 w 10000"/>
                <a:gd name="connsiteY7" fmla="*/ 9919 h 10000"/>
                <a:gd name="connsiteX8" fmla="*/ 8688 w 10000"/>
                <a:gd name="connsiteY8" fmla="*/ 9185 h 10000"/>
                <a:gd name="connsiteX9" fmla="*/ 9281 w 10000"/>
                <a:gd name="connsiteY9" fmla="*/ 9919 h 10000"/>
                <a:gd name="connsiteX10" fmla="*/ 10000 w 10000"/>
                <a:gd name="connsiteY10" fmla="*/ 9838 h 10000"/>
                <a:gd name="connsiteX0" fmla="*/ 0 w 10000"/>
                <a:gd name="connsiteY0" fmla="*/ 0 h 10109"/>
                <a:gd name="connsiteX1" fmla="*/ 1675 w 10000"/>
                <a:gd name="connsiteY1" fmla="*/ 10000 h 10109"/>
                <a:gd name="connsiteX2" fmla="*/ 2500 w 10000"/>
                <a:gd name="connsiteY2" fmla="*/ 1305 h 10109"/>
                <a:gd name="connsiteX3" fmla="*/ 3843 w 10000"/>
                <a:gd name="connsiteY3" fmla="*/ 9983 h 10109"/>
                <a:gd name="connsiteX4" fmla="*/ 5000 w 10000"/>
                <a:gd name="connsiteY4" fmla="*/ 3914 h 10109"/>
                <a:gd name="connsiteX5" fmla="*/ 6710 w 10000"/>
                <a:gd name="connsiteY5" fmla="*/ 9966 h 10109"/>
                <a:gd name="connsiteX6" fmla="*/ 7500 w 10000"/>
                <a:gd name="connsiteY6" fmla="*/ 7392 h 10109"/>
                <a:gd name="connsiteX7" fmla="*/ 8219 w 10000"/>
                <a:gd name="connsiteY7" fmla="*/ 9919 h 10109"/>
                <a:gd name="connsiteX8" fmla="*/ 9281 w 10000"/>
                <a:gd name="connsiteY8" fmla="*/ 9919 h 10109"/>
                <a:gd name="connsiteX9" fmla="*/ 10000 w 10000"/>
                <a:gd name="connsiteY9" fmla="*/ 9838 h 10109"/>
                <a:gd name="connsiteX0" fmla="*/ 0 w 10000"/>
                <a:gd name="connsiteY0" fmla="*/ 0 h 10053"/>
                <a:gd name="connsiteX1" fmla="*/ 1675 w 10000"/>
                <a:gd name="connsiteY1" fmla="*/ 10000 h 10053"/>
                <a:gd name="connsiteX2" fmla="*/ 2500 w 10000"/>
                <a:gd name="connsiteY2" fmla="*/ 1305 h 10053"/>
                <a:gd name="connsiteX3" fmla="*/ 3843 w 10000"/>
                <a:gd name="connsiteY3" fmla="*/ 9983 h 10053"/>
                <a:gd name="connsiteX4" fmla="*/ 5000 w 10000"/>
                <a:gd name="connsiteY4" fmla="*/ 3914 h 10053"/>
                <a:gd name="connsiteX5" fmla="*/ 6710 w 10000"/>
                <a:gd name="connsiteY5" fmla="*/ 9966 h 10053"/>
                <a:gd name="connsiteX6" fmla="*/ 7500 w 10000"/>
                <a:gd name="connsiteY6" fmla="*/ 7392 h 10053"/>
                <a:gd name="connsiteX7" fmla="*/ 8219 w 10000"/>
                <a:gd name="connsiteY7" fmla="*/ 9919 h 10053"/>
                <a:gd name="connsiteX8" fmla="*/ 9481 w 10000"/>
                <a:gd name="connsiteY8" fmla="*/ 9720 h 10053"/>
                <a:gd name="connsiteX9" fmla="*/ 10000 w 10000"/>
                <a:gd name="connsiteY9" fmla="*/ 9838 h 10053"/>
                <a:gd name="connsiteX0" fmla="*/ 0 w 10000"/>
                <a:gd name="connsiteY0" fmla="*/ 0 h 10000"/>
                <a:gd name="connsiteX1" fmla="*/ 1675 w 10000"/>
                <a:gd name="connsiteY1" fmla="*/ 10000 h 10000"/>
                <a:gd name="connsiteX2" fmla="*/ 2500 w 10000"/>
                <a:gd name="connsiteY2" fmla="*/ 1305 h 10000"/>
                <a:gd name="connsiteX3" fmla="*/ 3843 w 10000"/>
                <a:gd name="connsiteY3" fmla="*/ 9983 h 10000"/>
                <a:gd name="connsiteX4" fmla="*/ 5000 w 10000"/>
                <a:gd name="connsiteY4" fmla="*/ 3914 h 10000"/>
                <a:gd name="connsiteX5" fmla="*/ 6710 w 10000"/>
                <a:gd name="connsiteY5" fmla="*/ 9966 h 10000"/>
                <a:gd name="connsiteX6" fmla="*/ 7500 w 10000"/>
                <a:gd name="connsiteY6" fmla="*/ 7392 h 10000"/>
                <a:gd name="connsiteX7" fmla="*/ 8453 w 10000"/>
                <a:gd name="connsiteY7" fmla="*/ 9832 h 10000"/>
                <a:gd name="connsiteX8" fmla="*/ 9481 w 10000"/>
                <a:gd name="connsiteY8" fmla="*/ 9720 h 10000"/>
                <a:gd name="connsiteX9" fmla="*/ 10000 w 10000"/>
                <a:gd name="connsiteY9" fmla="*/ 9838 h 10000"/>
                <a:gd name="connsiteX0" fmla="*/ 0 w 10000"/>
                <a:gd name="connsiteY0" fmla="*/ 0 h 10000"/>
                <a:gd name="connsiteX1" fmla="*/ 1675 w 10000"/>
                <a:gd name="connsiteY1" fmla="*/ 10000 h 10000"/>
                <a:gd name="connsiteX2" fmla="*/ 2500 w 10000"/>
                <a:gd name="connsiteY2" fmla="*/ 1305 h 10000"/>
                <a:gd name="connsiteX3" fmla="*/ 3843 w 10000"/>
                <a:gd name="connsiteY3" fmla="*/ 9983 h 10000"/>
                <a:gd name="connsiteX4" fmla="*/ 5000 w 10000"/>
                <a:gd name="connsiteY4" fmla="*/ 3914 h 10000"/>
                <a:gd name="connsiteX5" fmla="*/ 6710 w 10000"/>
                <a:gd name="connsiteY5" fmla="*/ 9966 h 10000"/>
                <a:gd name="connsiteX6" fmla="*/ 7500 w 10000"/>
                <a:gd name="connsiteY6" fmla="*/ 7392 h 10000"/>
                <a:gd name="connsiteX7" fmla="*/ 8453 w 10000"/>
                <a:gd name="connsiteY7" fmla="*/ 9832 h 10000"/>
                <a:gd name="connsiteX8" fmla="*/ 9481 w 10000"/>
                <a:gd name="connsiteY8" fmla="*/ 9720 h 10000"/>
                <a:gd name="connsiteX9" fmla="*/ 10000 w 10000"/>
                <a:gd name="connsiteY9" fmla="*/ 9838 h 10000"/>
                <a:gd name="connsiteX0" fmla="*/ 0 w 9987"/>
                <a:gd name="connsiteY0" fmla="*/ 0 h 10019"/>
                <a:gd name="connsiteX1" fmla="*/ 1662 w 9987"/>
                <a:gd name="connsiteY1" fmla="*/ 10019 h 10019"/>
                <a:gd name="connsiteX2" fmla="*/ 2487 w 9987"/>
                <a:gd name="connsiteY2" fmla="*/ 1324 h 10019"/>
                <a:gd name="connsiteX3" fmla="*/ 3830 w 9987"/>
                <a:gd name="connsiteY3" fmla="*/ 10002 h 10019"/>
                <a:gd name="connsiteX4" fmla="*/ 4987 w 9987"/>
                <a:gd name="connsiteY4" fmla="*/ 3933 h 10019"/>
                <a:gd name="connsiteX5" fmla="*/ 6697 w 9987"/>
                <a:gd name="connsiteY5" fmla="*/ 9985 h 10019"/>
                <a:gd name="connsiteX6" fmla="*/ 7487 w 9987"/>
                <a:gd name="connsiteY6" fmla="*/ 7411 h 10019"/>
                <a:gd name="connsiteX7" fmla="*/ 8440 w 9987"/>
                <a:gd name="connsiteY7" fmla="*/ 9851 h 10019"/>
                <a:gd name="connsiteX8" fmla="*/ 9468 w 9987"/>
                <a:gd name="connsiteY8" fmla="*/ 9739 h 10019"/>
                <a:gd name="connsiteX9" fmla="*/ 9987 w 9987"/>
                <a:gd name="connsiteY9" fmla="*/ 9857 h 10019"/>
                <a:gd name="connsiteX0" fmla="*/ 0 w 10000"/>
                <a:gd name="connsiteY0" fmla="*/ 0 h 10000"/>
                <a:gd name="connsiteX1" fmla="*/ 1664 w 10000"/>
                <a:gd name="connsiteY1" fmla="*/ 10000 h 10000"/>
                <a:gd name="connsiteX2" fmla="*/ 2490 w 10000"/>
                <a:gd name="connsiteY2" fmla="*/ 1321 h 10000"/>
                <a:gd name="connsiteX3" fmla="*/ 3835 w 10000"/>
                <a:gd name="connsiteY3" fmla="*/ 9983 h 10000"/>
                <a:gd name="connsiteX4" fmla="*/ 4993 w 10000"/>
                <a:gd name="connsiteY4" fmla="*/ 3926 h 10000"/>
                <a:gd name="connsiteX5" fmla="*/ 6706 w 10000"/>
                <a:gd name="connsiteY5" fmla="*/ 9966 h 10000"/>
                <a:gd name="connsiteX6" fmla="*/ 7497 w 10000"/>
                <a:gd name="connsiteY6" fmla="*/ 7397 h 10000"/>
                <a:gd name="connsiteX7" fmla="*/ 8451 w 10000"/>
                <a:gd name="connsiteY7" fmla="*/ 9832 h 10000"/>
                <a:gd name="connsiteX8" fmla="*/ 9480 w 10000"/>
                <a:gd name="connsiteY8" fmla="*/ 9721 h 10000"/>
                <a:gd name="connsiteX9" fmla="*/ 10000 w 10000"/>
                <a:gd name="connsiteY9" fmla="*/ 9838 h 10000"/>
                <a:gd name="connsiteX0" fmla="*/ 0 w 10000"/>
                <a:gd name="connsiteY0" fmla="*/ 0 h 10000"/>
                <a:gd name="connsiteX1" fmla="*/ 1664 w 10000"/>
                <a:gd name="connsiteY1" fmla="*/ 10000 h 10000"/>
                <a:gd name="connsiteX2" fmla="*/ 2490 w 10000"/>
                <a:gd name="connsiteY2" fmla="*/ 1321 h 10000"/>
                <a:gd name="connsiteX3" fmla="*/ 3835 w 10000"/>
                <a:gd name="connsiteY3" fmla="*/ 9983 h 10000"/>
                <a:gd name="connsiteX4" fmla="*/ 4993 w 10000"/>
                <a:gd name="connsiteY4" fmla="*/ 3926 h 10000"/>
                <a:gd name="connsiteX5" fmla="*/ 6706 w 10000"/>
                <a:gd name="connsiteY5" fmla="*/ 9966 h 10000"/>
                <a:gd name="connsiteX6" fmla="*/ 7497 w 10000"/>
                <a:gd name="connsiteY6" fmla="*/ 7397 h 10000"/>
                <a:gd name="connsiteX7" fmla="*/ 8451 w 10000"/>
                <a:gd name="connsiteY7" fmla="*/ 9832 h 10000"/>
                <a:gd name="connsiteX8" fmla="*/ 9430 w 10000"/>
                <a:gd name="connsiteY8" fmla="*/ 9181 h 10000"/>
                <a:gd name="connsiteX9" fmla="*/ 10000 w 10000"/>
                <a:gd name="connsiteY9" fmla="*/ 9838 h 10000"/>
                <a:gd name="connsiteX0" fmla="*/ 0 w 10000"/>
                <a:gd name="connsiteY0" fmla="*/ 0 h 9983"/>
                <a:gd name="connsiteX1" fmla="*/ 1463 w 10000"/>
                <a:gd name="connsiteY1" fmla="*/ 9981 h 9983"/>
                <a:gd name="connsiteX2" fmla="*/ 2490 w 10000"/>
                <a:gd name="connsiteY2" fmla="*/ 1321 h 9983"/>
                <a:gd name="connsiteX3" fmla="*/ 3835 w 10000"/>
                <a:gd name="connsiteY3" fmla="*/ 9983 h 9983"/>
                <a:gd name="connsiteX4" fmla="*/ 4993 w 10000"/>
                <a:gd name="connsiteY4" fmla="*/ 3926 h 9983"/>
                <a:gd name="connsiteX5" fmla="*/ 6706 w 10000"/>
                <a:gd name="connsiteY5" fmla="*/ 9966 h 9983"/>
                <a:gd name="connsiteX6" fmla="*/ 7497 w 10000"/>
                <a:gd name="connsiteY6" fmla="*/ 7397 h 9983"/>
                <a:gd name="connsiteX7" fmla="*/ 8451 w 10000"/>
                <a:gd name="connsiteY7" fmla="*/ 9832 h 9983"/>
                <a:gd name="connsiteX8" fmla="*/ 9430 w 10000"/>
                <a:gd name="connsiteY8" fmla="*/ 9181 h 9983"/>
                <a:gd name="connsiteX9" fmla="*/ 10000 w 10000"/>
                <a:gd name="connsiteY9" fmla="*/ 9838 h 9983"/>
                <a:gd name="connsiteX0" fmla="*/ 0 w 10000"/>
                <a:gd name="connsiteY0" fmla="*/ 0 h 10093"/>
                <a:gd name="connsiteX1" fmla="*/ 1463 w 10000"/>
                <a:gd name="connsiteY1" fmla="*/ 9998 h 10093"/>
                <a:gd name="connsiteX2" fmla="*/ 2490 w 10000"/>
                <a:gd name="connsiteY2" fmla="*/ 1323 h 10093"/>
                <a:gd name="connsiteX3" fmla="*/ 3910 w 10000"/>
                <a:gd name="connsiteY3" fmla="*/ 10093 h 10093"/>
                <a:gd name="connsiteX4" fmla="*/ 4993 w 10000"/>
                <a:gd name="connsiteY4" fmla="*/ 3933 h 10093"/>
                <a:gd name="connsiteX5" fmla="*/ 6706 w 10000"/>
                <a:gd name="connsiteY5" fmla="*/ 9983 h 10093"/>
                <a:gd name="connsiteX6" fmla="*/ 7497 w 10000"/>
                <a:gd name="connsiteY6" fmla="*/ 7410 h 10093"/>
                <a:gd name="connsiteX7" fmla="*/ 8451 w 10000"/>
                <a:gd name="connsiteY7" fmla="*/ 9849 h 10093"/>
                <a:gd name="connsiteX8" fmla="*/ 9430 w 10000"/>
                <a:gd name="connsiteY8" fmla="*/ 9197 h 10093"/>
                <a:gd name="connsiteX9" fmla="*/ 10000 w 10000"/>
                <a:gd name="connsiteY9" fmla="*/ 9855 h 10093"/>
                <a:gd name="connsiteX0" fmla="*/ 0 w 10000"/>
                <a:gd name="connsiteY0" fmla="*/ 0 h 10093"/>
                <a:gd name="connsiteX1" fmla="*/ 1463 w 10000"/>
                <a:gd name="connsiteY1" fmla="*/ 9998 h 10093"/>
                <a:gd name="connsiteX2" fmla="*/ 2565 w 10000"/>
                <a:gd name="connsiteY2" fmla="*/ 1192 h 10093"/>
                <a:gd name="connsiteX3" fmla="*/ 3910 w 10000"/>
                <a:gd name="connsiteY3" fmla="*/ 10093 h 10093"/>
                <a:gd name="connsiteX4" fmla="*/ 4993 w 10000"/>
                <a:gd name="connsiteY4" fmla="*/ 3933 h 10093"/>
                <a:gd name="connsiteX5" fmla="*/ 6706 w 10000"/>
                <a:gd name="connsiteY5" fmla="*/ 9983 h 10093"/>
                <a:gd name="connsiteX6" fmla="*/ 7497 w 10000"/>
                <a:gd name="connsiteY6" fmla="*/ 7410 h 10093"/>
                <a:gd name="connsiteX7" fmla="*/ 8451 w 10000"/>
                <a:gd name="connsiteY7" fmla="*/ 9849 h 10093"/>
                <a:gd name="connsiteX8" fmla="*/ 9430 w 10000"/>
                <a:gd name="connsiteY8" fmla="*/ 9197 h 10093"/>
                <a:gd name="connsiteX9" fmla="*/ 10000 w 10000"/>
                <a:gd name="connsiteY9" fmla="*/ 9855 h 10093"/>
                <a:gd name="connsiteX0" fmla="*/ 0 w 10000"/>
                <a:gd name="connsiteY0" fmla="*/ 0 h 10093"/>
                <a:gd name="connsiteX1" fmla="*/ 1463 w 10000"/>
                <a:gd name="connsiteY1" fmla="*/ 9998 h 10093"/>
                <a:gd name="connsiteX2" fmla="*/ 2565 w 10000"/>
                <a:gd name="connsiteY2" fmla="*/ 1192 h 10093"/>
                <a:gd name="connsiteX3" fmla="*/ 3910 w 10000"/>
                <a:gd name="connsiteY3" fmla="*/ 10093 h 10093"/>
                <a:gd name="connsiteX4" fmla="*/ 4993 w 10000"/>
                <a:gd name="connsiteY4" fmla="*/ 3933 h 10093"/>
                <a:gd name="connsiteX5" fmla="*/ 6706 w 10000"/>
                <a:gd name="connsiteY5" fmla="*/ 9983 h 10093"/>
                <a:gd name="connsiteX6" fmla="*/ 7673 w 10000"/>
                <a:gd name="connsiteY6" fmla="*/ 7373 h 10093"/>
                <a:gd name="connsiteX7" fmla="*/ 8451 w 10000"/>
                <a:gd name="connsiteY7" fmla="*/ 9849 h 10093"/>
                <a:gd name="connsiteX8" fmla="*/ 9430 w 10000"/>
                <a:gd name="connsiteY8" fmla="*/ 9197 h 10093"/>
                <a:gd name="connsiteX9" fmla="*/ 10000 w 10000"/>
                <a:gd name="connsiteY9" fmla="*/ 9855 h 1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000" h="10093">
                  <a:moveTo>
                    <a:pt x="0" y="0"/>
                  </a:moveTo>
                  <a:cubicBezTo>
                    <a:pt x="805" y="-42"/>
                    <a:pt x="681" y="9920"/>
                    <a:pt x="1463" y="9998"/>
                  </a:cubicBezTo>
                  <a:cubicBezTo>
                    <a:pt x="2010" y="9971"/>
                    <a:pt x="2157" y="1176"/>
                    <a:pt x="2565" y="1192"/>
                  </a:cubicBezTo>
                  <a:cubicBezTo>
                    <a:pt x="2973" y="1208"/>
                    <a:pt x="3204" y="10022"/>
                    <a:pt x="3910" y="10093"/>
                  </a:cubicBezTo>
                  <a:cubicBezTo>
                    <a:pt x="4668" y="10004"/>
                    <a:pt x="4743" y="3933"/>
                    <a:pt x="4993" y="3933"/>
                  </a:cubicBezTo>
                  <a:cubicBezTo>
                    <a:pt x="5494" y="3940"/>
                    <a:pt x="5971" y="9839"/>
                    <a:pt x="6706" y="9983"/>
                  </a:cubicBezTo>
                  <a:cubicBezTo>
                    <a:pt x="7358" y="9953"/>
                    <a:pt x="7382" y="7395"/>
                    <a:pt x="7673" y="7373"/>
                  </a:cubicBezTo>
                  <a:cubicBezTo>
                    <a:pt x="7963" y="7351"/>
                    <a:pt x="8158" y="9545"/>
                    <a:pt x="8451" y="9849"/>
                  </a:cubicBezTo>
                  <a:cubicBezTo>
                    <a:pt x="8744" y="10153"/>
                    <a:pt x="9133" y="9211"/>
                    <a:pt x="9430" y="9197"/>
                  </a:cubicBezTo>
                  <a:cubicBezTo>
                    <a:pt x="9650" y="9305"/>
                    <a:pt x="9854" y="9873"/>
                    <a:pt x="10000" y="9855"/>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3" name="Freeform 77">
              <a:extLst>
                <a:ext uri="{FF2B5EF4-FFF2-40B4-BE49-F238E27FC236}">
                  <a16:creationId xmlns:a16="http://schemas.microsoft.com/office/drawing/2014/main" id="{A0C13B21-7188-4FC8-8718-FC78F312DD94}"/>
                </a:ext>
              </a:extLst>
            </p:cNvPr>
            <p:cNvSpPr>
              <a:spLocks/>
            </p:cNvSpPr>
            <p:nvPr/>
          </p:nvSpPr>
          <p:spPr bwMode="auto">
            <a:xfrm>
              <a:off x="1216" y="240"/>
              <a:ext cx="944" cy="1111"/>
            </a:xfrm>
            <a:custGeom>
              <a:avLst/>
              <a:gdLst>
                <a:gd name="T0" fmla="*/ 960 w 960"/>
                <a:gd name="T1" fmla="*/ 0 h 1136"/>
                <a:gd name="T2" fmla="*/ 897 w 960"/>
                <a:gd name="T3" fmla="*/ 1098 h 1136"/>
                <a:gd name="T4" fmla="*/ 846 w 960"/>
                <a:gd name="T5" fmla="*/ 975 h 1136"/>
                <a:gd name="T6" fmla="*/ 804 w 960"/>
                <a:gd name="T7" fmla="*/ 1098 h 1136"/>
                <a:gd name="T8" fmla="*/ 720 w 960"/>
                <a:gd name="T9" fmla="*/ 144 h 1136"/>
                <a:gd name="T10" fmla="*/ 642 w 960"/>
                <a:gd name="T11" fmla="*/ 1104 h 1136"/>
                <a:gd name="T12" fmla="*/ 597 w 960"/>
                <a:gd name="T13" fmla="*/ 984 h 1136"/>
                <a:gd name="T14" fmla="*/ 549 w 960"/>
                <a:gd name="T15" fmla="*/ 1104 h 1136"/>
                <a:gd name="T16" fmla="*/ 480 w 960"/>
                <a:gd name="T17" fmla="*/ 432 h 1136"/>
                <a:gd name="T18" fmla="*/ 411 w 960"/>
                <a:gd name="T19" fmla="*/ 1101 h 1136"/>
                <a:gd name="T20" fmla="*/ 357 w 960"/>
                <a:gd name="T21" fmla="*/ 1002 h 1136"/>
                <a:gd name="T22" fmla="*/ 321 w 960"/>
                <a:gd name="T23" fmla="*/ 1104 h 1136"/>
                <a:gd name="T24" fmla="*/ 240 w 960"/>
                <a:gd name="T25" fmla="*/ 816 h 1136"/>
                <a:gd name="T26" fmla="*/ 171 w 960"/>
                <a:gd name="T27" fmla="*/ 1101 h 1136"/>
                <a:gd name="T28" fmla="*/ 111 w 960"/>
                <a:gd name="T29" fmla="*/ 1023 h 1136"/>
                <a:gd name="T30" fmla="*/ 66 w 960"/>
                <a:gd name="T31" fmla="*/ 1104 h 1136"/>
                <a:gd name="T32" fmla="*/ 0 w 960"/>
                <a:gd name="T33" fmla="*/ 1104 h 11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960"/>
                <a:gd name="T52" fmla="*/ 0 h 1136"/>
                <a:gd name="T53" fmla="*/ 960 w 960"/>
                <a:gd name="T54" fmla="*/ 1136 h 1136"/>
                <a:gd name="connsiteX0" fmla="*/ 10000 w 10000"/>
                <a:gd name="connsiteY0" fmla="*/ 0 h 10622"/>
                <a:gd name="connsiteX1" fmla="*/ 9344 w 10000"/>
                <a:gd name="connsiteY1" fmla="*/ 9665 h 10622"/>
                <a:gd name="connsiteX2" fmla="*/ 8813 w 10000"/>
                <a:gd name="connsiteY2" fmla="*/ 8583 h 10622"/>
                <a:gd name="connsiteX3" fmla="*/ 8375 w 10000"/>
                <a:gd name="connsiteY3" fmla="*/ 9665 h 10622"/>
                <a:gd name="connsiteX4" fmla="*/ 7500 w 10000"/>
                <a:gd name="connsiteY4" fmla="*/ 1268 h 10622"/>
                <a:gd name="connsiteX5" fmla="*/ 6688 w 10000"/>
                <a:gd name="connsiteY5" fmla="*/ 9718 h 10622"/>
                <a:gd name="connsiteX6" fmla="*/ 5719 w 10000"/>
                <a:gd name="connsiteY6" fmla="*/ 9718 h 10622"/>
                <a:gd name="connsiteX7" fmla="*/ 5000 w 10000"/>
                <a:gd name="connsiteY7" fmla="*/ 3803 h 10622"/>
                <a:gd name="connsiteX8" fmla="*/ 4281 w 10000"/>
                <a:gd name="connsiteY8" fmla="*/ 9692 h 10622"/>
                <a:gd name="connsiteX9" fmla="*/ 3719 w 10000"/>
                <a:gd name="connsiteY9" fmla="*/ 8820 h 10622"/>
                <a:gd name="connsiteX10" fmla="*/ 3344 w 10000"/>
                <a:gd name="connsiteY10" fmla="*/ 9718 h 10622"/>
                <a:gd name="connsiteX11" fmla="*/ 2500 w 10000"/>
                <a:gd name="connsiteY11" fmla="*/ 7183 h 10622"/>
                <a:gd name="connsiteX12" fmla="*/ 1781 w 10000"/>
                <a:gd name="connsiteY12" fmla="*/ 9692 h 10622"/>
                <a:gd name="connsiteX13" fmla="*/ 1156 w 10000"/>
                <a:gd name="connsiteY13" fmla="*/ 9005 h 10622"/>
                <a:gd name="connsiteX14" fmla="*/ 688 w 10000"/>
                <a:gd name="connsiteY14" fmla="*/ 9718 h 10622"/>
                <a:gd name="connsiteX15" fmla="*/ 0 w 10000"/>
                <a:gd name="connsiteY15" fmla="*/ 9718 h 10622"/>
                <a:gd name="connsiteX0" fmla="*/ 10000 w 10000"/>
                <a:gd name="connsiteY0" fmla="*/ 0 h 10622"/>
                <a:gd name="connsiteX1" fmla="*/ 9344 w 10000"/>
                <a:gd name="connsiteY1" fmla="*/ 9665 h 10622"/>
                <a:gd name="connsiteX2" fmla="*/ 8813 w 10000"/>
                <a:gd name="connsiteY2" fmla="*/ 8583 h 10622"/>
                <a:gd name="connsiteX3" fmla="*/ 8375 w 10000"/>
                <a:gd name="connsiteY3" fmla="*/ 9665 h 10622"/>
                <a:gd name="connsiteX4" fmla="*/ 7500 w 10000"/>
                <a:gd name="connsiteY4" fmla="*/ 1268 h 10622"/>
                <a:gd name="connsiteX5" fmla="*/ 6688 w 10000"/>
                <a:gd name="connsiteY5" fmla="*/ 9718 h 10622"/>
                <a:gd name="connsiteX6" fmla="*/ 5719 w 10000"/>
                <a:gd name="connsiteY6" fmla="*/ 9718 h 10622"/>
                <a:gd name="connsiteX7" fmla="*/ 5000 w 10000"/>
                <a:gd name="connsiteY7" fmla="*/ 3803 h 10622"/>
                <a:gd name="connsiteX8" fmla="*/ 4281 w 10000"/>
                <a:gd name="connsiteY8" fmla="*/ 9692 h 10622"/>
                <a:gd name="connsiteX9" fmla="*/ 3344 w 10000"/>
                <a:gd name="connsiteY9" fmla="*/ 9718 h 10622"/>
                <a:gd name="connsiteX10" fmla="*/ 2500 w 10000"/>
                <a:gd name="connsiteY10" fmla="*/ 7183 h 10622"/>
                <a:gd name="connsiteX11" fmla="*/ 1781 w 10000"/>
                <a:gd name="connsiteY11" fmla="*/ 9692 h 10622"/>
                <a:gd name="connsiteX12" fmla="*/ 1156 w 10000"/>
                <a:gd name="connsiteY12" fmla="*/ 9005 h 10622"/>
                <a:gd name="connsiteX13" fmla="*/ 688 w 10000"/>
                <a:gd name="connsiteY13" fmla="*/ 9718 h 10622"/>
                <a:gd name="connsiteX14" fmla="*/ 0 w 10000"/>
                <a:gd name="connsiteY14" fmla="*/ 9718 h 10622"/>
                <a:gd name="connsiteX0" fmla="*/ 10000 w 10000"/>
                <a:gd name="connsiteY0" fmla="*/ 0 h 10248"/>
                <a:gd name="connsiteX1" fmla="*/ 9344 w 10000"/>
                <a:gd name="connsiteY1" fmla="*/ 9665 h 10248"/>
                <a:gd name="connsiteX2" fmla="*/ 8813 w 10000"/>
                <a:gd name="connsiteY2" fmla="*/ 8583 h 10248"/>
                <a:gd name="connsiteX3" fmla="*/ 8375 w 10000"/>
                <a:gd name="connsiteY3" fmla="*/ 9665 h 10248"/>
                <a:gd name="connsiteX4" fmla="*/ 7500 w 10000"/>
                <a:gd name="connsiteY4" fmla="*/ 1268 h 10248"/>
                <a:gd name="connsiteX5" fmla="*/ 5719 w 10000"/>
                <a:gd name="connsiteY5" fmla="*/ 9718 h 10248"/>
                <a:gd name="connsiteX6" fmla="*/ 5000 w 10000"/>
                <a:gd name="connsiteY6" fmla="*/ 3803 h 10248"/>
                <a:gd name="connsiteX7" fmla="*/ 4281 w 10000"/>
                <a:gd name="connsiteY7" fmla="*/ 9692 h 10248"/>
                <a:gd name="connsiteX8" fmla="*/ 3344 w 10000"/>
                <a:gd name="connsiteY8" fmla="*/ 9718 h 10248"/>
                <a:gd name="connsiteX9" fmla="*/ 2500 w 10000"/>
                <a:gd name="connsiteY9" fmla="*/ 7183 h 10248"/>
                <a:gd name="connsiteX10" fmla="*/ 1781 w 10000"/>
                <a:gd name="connsiteY10" fmla="*/ 9692 h 10248"/>
                <a:gd name="connsiteX11" fmla="*/ 1156 w 10000"/>
                <a:gd name="connsiteY11" fmla="*/ 9005 h 10248"/>
                <a:gd name="connsiteX12" fmla="*/ 688 w 10000"/>
                <a:gd name="connsiteY12" fmla="*/ 9718 h 10248"/>
                <a:gd name="connsiteX13" fmla="*/ 0 w 10000"/>
                <a:gd name="connsiteY13" fmla="*/ 9718 h 10248"/>
                <a:gd name="connsiteX0" fmla="*/ 10000 w 10000"/>
                <a:gd name="connsiteY0" fmla="*/ 0 h 10248"/>
                <a:gd name="connsiteX1" fmla="*/ 9344 w 10000"/>
                <a:gd name="connsiteY1" fmla="*/ 9665 h 10248"/>
                <a:gd name="connsiteX2" fmla="*/ 8813 w 10000"/>
                <a:gd name="connsiteY2" fmla="*/ 8583 h 10248"/>
                <a:gd name="connsiteX3" fmla="*/ 8375 w 10000"/>
                <a:gd name="connsiteY3" fmla="*/ 9665 h 10248"/>
                <a:gd name="connsiteX4" fmla="*/ 7500 w 10000"/>
                <a:gd name="connsiteY4" fmla="*/ 1268 h 10248"/>
                <a:gd name="connsiteX5" fmla="*/ 6245 w 10000"/>
                <a:gd name="connsiteY5" fmla="*/ 9772 h 10248"/>
                <a:gd name="connsiteX6" fmla="*/ 5000 w 10000"/>
                <a:gd name="connsiteY6" fmla="*/ 3803 h 10248"/>
                <a:gd name="connsiteX7" fmla="*/ 4281 w 10000"/>
                <a:gd name="connsiteY7" fmla="*/ 9692 h 10248"/>
                <a:gd name="connsiteX8" fmla="*/ 3344 w 10000"/>
                <a:gd name="connsiteY8" fmla="*/ 9718 h 10248"/>
                <a:gd name="connsiteX9" fmla="*/ 2500 w 10000"/>
                <a:gd name="connsiteY9" fmla="*/ 7183 h 10248"/>
                <a:gd name="connsiteX10" fmla="*/ 1781 w 10000"/>
                <a:gd name="connsiteY10" fmla="*/ 9692 h 10248"/>
                <a:gd name="connsiteX11" fmla="*/ 1156 w 10000"/>
                <a:gd name="connsiteY11" fmla="*/ 9005 h 10248"/>
                <a:gd name="connsiteX12" fmla="*/ 688 w 10000"/>
                <a:gd name="connsiteY12" fmla="*/ 9718 h 10248"/>
                <a:gd name="connsiteX13" fmla="*/ 0 w 10000"/>
                <a:gd name="connsiteY13" fmla="*/ 9718 h 10248"/>
                <a:gd name="connsiteX0" fmla="*/ 10000 w 10000"/>
                <a:gd name="connsiteY0" fmla="*/ 0 h 10248"/>
                <a:gd name="connsiteX1" fmla="*/ 9344 w 10000"/>
                <a:gd name="connsiteY1" fmla="*/ 9665 h 10248"/>
                <a:gd name="connsiteX2" fmla="*/ 8813 w 10000"/>
                <a:gd name="connsiteY2" fmla="*/ 8583 h 10248"/>
                <a:gd name="connsiteX3" fmla="*/ 8375 w 10000"/>
                <a:gd name="connsiteY3" fmla="*/ 9665 h 10248"/>
                <a:gd name="connsiteX4" fmla="*/ 7500 w 10000"/>
                <a:gd name="connsiteY4" fmla="*/ 1268 h 10248"/>
                <a:gd name="connsiteX5" fmla="*/ 6245 w 10000"/>
                <a:gd name="connsiteY5" fmla="*/ 9772 h 10248"/>
                <a:gd name="connsiteX6" fmla="*/ 5000 w 10000"/>
                <a:gd name="connsiteY6" fmla="*/ 3803 h 10248"/>
                <a:gd name="connsiteX7" fmla="*/ 4281 w 10000"/>
                <a:gd name="connsiteY7" fmla="*/ 9692 h 10248"/>
                <a:gd name="connsiteX8" fmla="*/ 3344 w 10000"/>
                <a:gd name="connsiteY8" fmla="*/ 9718 h 10248"/>
                <a:gd name="connsiteX9" fmla="*/ 2500 w 10000"/>
                <a:gd name="connsiteY9" fmla="*/ 7183 h 10248"/>
                <a:gd name="connsiteX10" fmla="*/ 1781 w 10000"/>
                <a:gd name="connsiteY10" fmla="*/ 9692 h 10248"/>
                <a:gd name="connsiteX11" fmla="*/ 1156 w 10000"/>
                <a:gd name="connsiteY11" fmla="*/ 9005 h 10248"/>
                <a:gd name="connsiteX12" fmla="*/ 688 w 10000"/>
                <a:gd name="connsiteY12" fmla="*/ 9718 h 10248"/>
                <a:gd name="connsiteX13" fmla="*/ 0 w 10000"/>
                <a:gd name="connsiteY13" fmla="*/ 9718 h 10248"/>
                <a:gd name="connsiteX0" fmla="*/ 10000 w 10000"/>
                <a:gd name="connsiteY0" fmla="*/ 0 h 10248"/>
                <a:gd name="connsiteX1" fmla="*/ 9344 w 10000"/>
                <a:gd name="connsiteY1" fmla="*/ 9665 h 10248"/>
                <a:gd name="connsiteX2" fmla="*/ 8813 w 10000"/>
                <a:gd name="connsiteY2" fmla="*/ 8583 h 10248"/>
                <a:gd name="connsiteX3" fmla="*/ 8375 w 10000"/>
                <a:gd name="connsiteY3" fmla="*/ 9665 h 10248"/>
                <a:gd name="connsiteX4" fmla="*/ 7500 w 10000"/>
                <a:gd name="connsiteY4" fmla="*/ 1268 h 10248"/>
                <a:gd name="connsiteX5" fmla="*/ 6245 w 10000"/>
                <a:gd name="connsiteY5" fmla="*/ 9772 h 10248"/>
                <a:gd name="connsiteX6" fmla="*/ 5000 w 10000"/>
                <a:gd name="connsiteY6" fmla="*/ 3803 h 10248"/>
                <a:gd name="connsiteX7" fmla="*/ 4281 w 10000"/>
                <a:gd name="connsiteY7" fmla="*/ 9692 h 10248"/>
                <a:gd name="connsiteX8" fmla="*/ 3344 w 10000"/>
                <a:gd name="connsiteY8" fmla="*/ 9718 h 10248"/>
                <a:gd name="connsiteX9" fmla="*/ 2500 w 10000"/>
                <a:gd name="connsiteY9" fmla="*/ 7183 h 10248"/>
                <a:gd name="connsiteX10" fmla="*/ 1781 w 10000"/>
                <a:gd name="connsiteY10" fmla="*/ 9692 h 10248"/>
                <a:gd name="connsiteX11" fmla="*/ 1156 w 10000"/>
                <a:gd name="connsiteY11" fmla="*/ 9005 h 10248"/>
                <a:gd name="connsiteX12" fmla="*/ 688 w 10000"/>
                <a:gd name="connsiteY12" fmla="*/ 9718 h 10248"/>
                <a:gd name="connsiteX13" fmla="*/ 0 w 10000"/>
                <a:gd name="connsiteY13" fmla="*/ 9718 h 10248"/>
                <a:gd name="connsiteX0" fmla="*/ 10000 w 10000"/>
                <a:gd name="connsiteY0" fmla="*/ 0 h 10248"/>
                <a:gd name="connsiteX1" fmla="*/ 9344 w 10000"/>
                <a:gd name="connsiteY1" fmla="*/ 9665 h 10248"/>
                <a:gd name="connsiteX2" fmla="*/ 8813 w 10000"/>
                <a:gd name="connsiteY2" fmla="*/ 8583 h 10248"/>
                <a:gd name="connsiteX3" fmla="*/ 8375 w 10000"/>
                <a:gd name="connsiteY3" fmla="*/ 9665 h 10248"/>
                <a:gd name="connsiteX4" fmla="*/ 7500 w 10000"/>
                <a:gd name="connsiteY4" fmla="*/ 1268 h 10248"/>
                <a:gd name="connsiteX5" fmla="*/ 6245 w 10000"/>
                <a:gd name="connsiteY5" fmla="*/ 9772 h 10248"/>
                <a:gd name="connsiteX6" fmla="*/ 5000 w 10000"/>
                <a:gd name="connsiteY6" fmla="*/ 3803 h 10248"/>
                <a:gd name="connsiteX7" fmla="*/ 4281 w 10000"/>
                <a:gd name="connsiteY7" fmla="*/ 9692 h 10248"/>
                <a:gd name="connsiteX8" fmla="*/ 3344 w 10000"/>
                <a:gd name="connsiteY8" fmla="*/ 9718 h 10248"/>
                <a:gd name="connsiteX9" fmla="*/ 2500 w 10000"/>
                <a:gd name="connsiteY9" fmla="*/ 7183 h 10248"/>
                <a:gd name="connsiteX10" fmla="*/ 1781 w 10000"/>
                <a:gd name="connsiteY10" fmla="*/ 9692 h 10248"/>
                <a:gd name="connsiteX11" fmla="*/ 1156 w 10000"/>
                <a:gd name="connsiteY11" fmla="*/ 9005 h 10248"/>
                <a:gd name="connsiteX12" fmla="*/ 688 w 10000"/>
                <a:gd name="connsiteY12" fmla="*/ 9718 h 10248"/>
                <a:gd name="connsiteX13" fmla="*/ 0 w 10000"/>
                <a:gd name="connsiteY13" fmla="*/ 9718 h 10248"/>
                <a:gd name="connsiteX0" fmla="*/ 10000 w 10000"/>
                <a:gd name="connsiteY0" fmla="*/ 0 h 10248"/>
                <a:gd name="connsiteX1" fmla="*/ 9344 w 10000"/>
                <a:gd name="connsiteY1" fmla="*/ 9665 h 10248"/>
                <a:gd name="connsiteX2" fmla="*/ 8813 w 10000"/>
                <a:gd name="connsiteY2" fmla="*/ 8583 h 10248"/>
                <a:gd name="connsiteX3" fmla="*/ 8375 w 10000"/>
                <a:gd name="connsiteY3" fmla="*/ 9665 h 10248"/>
                <a:gd name="connsiteX4" fmla="*/ 7500 w 10000"/>
                <a:gd name="connsiteY4" fmla="*/ 1268 h 10248"/>
                <a:gd name="connsiteX5" fmla="*/ 6245 w 10000"/>
                <a:gd name="connsiteY5" fmla="*/ 9772 h 10248"/>
                <a:gd name="connsiteX6" fmla="*/ 5000 w 10000"/>
                <a:gd name="connsiteY6" fmla="*/ 3803 h 10248"/>
                <a:gd name="connsiteX7" fmla="*/ 4281 w 10000"/>
                <a:gd name="connsiteY7" fmla="*/ 9692 h 10248"/>
                <a:gd name="connsiteX8" fmla="*/ 3344 w 10000"/>
                <a:gd name="connsiteY8" fmla="*/ 9718 h 10248"/>
                <a:gd name="connsiteX9" fmla="*/ 2500 w 10000"/>
                <a:gd name="connsiteY9" fmla="*/ 7183 h 10248"/>
                <a:gd name="connsiteX10" fmla="*/ 1781 w 10000"/>
                <a:gd name="connsiteY10" fmla="*/ 9692 h 10248"/>
                <a:gd name="connsiteX11" fmla="*/ 1156 w 10000"/>
                <a:gd name="connsiteY11" fmla="*/ 9005 h 10248"/>
                <a:gd name="connsiteX12" fmla="*/ 688 w 10000"/>
                <a:gd name="connsiteY12" fmla="*/ 9718 h 10248"/>
                <a:gd name="connsiteX13" fmla="*/ 0 w 10000"/>
                <a:gd name="connsiteY13" fmla="*/ 9718 h 10248"/>
                <a:gd name="connsiteX0" fmla="*/ 10000 w 10000"/>
                <a:gd name="connsiteY0" fmla="*/ 0 h 9786"/>
                <a:gd name="connsiteX1" fmla="*/ 9344 w 10000"/>
                <a:gd name="connsiteY1" fmla="*/ 9665 h 9786"/>
                <a:gd name="connsiteX2" fmla="*/ 8813 w 10000"/>
                <a:gd name="connsiteY2" fmla="*/ 8583 h 9786"/>
                <a:gd name="connsiteX3" fmla="*/ 8375 w 10000"/>
                <a:gd name="connsiteY3" fmla="*/ 9665 h 9786"/>
                <a:gd name="connsiteX4" fmla="*/ 7500 w 10000"/>
                <a:gd name="connsiteY4" fmla="*/ 1268 h 9786"/>
                <a:gd name="connsiteX5" fmla="*/ 6245 w 10000"/>
                <a:gd name="connsiteY5" fmla="*/ 9772 h 9786"/>
                <a:gd name="connsiteX6" fmla="*/ 5000 w 10000"/>
                <a:gd name="connsiteY6" fmla="*/ 3803 h 9786"/>
                <a:gd name="connsiteX7" fmla="*/ 3344 w 10000"/>
                <a:gd name="connsiteY7" fmla="*/ 9718 h 9786"/>
                <a:gd name="connsiteX8" fmla="*/ 2500 w 10000"/>
                <a:gd name="connsiteY8" fmla="*/ 7183 h 9786"/>
                <a:gd name="connsiteX9" fmla="*/ 1781 w 10000"/>
                <a:gd name="connsiteY9" fmla="*/ 9692 h 9786"/>
                <a:gd name="connsiteX10" fmla="*/ 1156 w 10000"/>
                <a:gd name="connsiteY10" fmla="*/ 9005 h 9786"/>
                <a:gd name="connsiteX11" fmla="*/ 688 w 10000"/>
                <a:gd name="connsiteY11" fmla="*/ 9718 h 9786"/>
                <a:gd name="connsiteX12" fmla="*/ 0 w 10000"/>
                <a:gd name="connsiteY12" fmla="*/ 9718 h 9786"/>
                <a:gd name="connsiteX0" fmla="*/ 10000 w 10000"/>
                <a:gd name="connsiteY0" fmla="*/ 0 h 9992"/>
                <a:gd name="connsiteX1" fmla="*/ 9344 w 10000"/>
                <a:gd name="connsiteY1" fmla="*/ 9876 h 9992"/>
                <a:gd name="connsiteX2" fmla="*/ 8813 w 10000"/>
                <a:gd name="connsiteY2" fmla="*/ 8771 h 9992"/>
                <a:gd name="connsiteX3" fmla="*/ 8375 w 10000"/>
                <a:gd name="connsiteY3" fmla="*/ 9876 h 9992"/>
                <a:gd name="connsiteX4" fmla="*/ 7500 w 10000"/>
                <a:gd name="connsiteY4" fmla="*/ 1296 h 9992"/>
                <a:gd name="connsiteX5" fmla="*/ 6245 w 10000"/>
                <a:gd name="connsiteY5" fmla="*/ 9986 h 9992"/>
                <a:gd name="connsiteX6" fmla="*/ 5000 w 10000"/>
                <a:gd name="connsiteY6" fmla="*/ 3886 h 9992"/>
                <a:gd name="connsiteX7" fmla="*/ 3569 w 10000"/>
                <a:gd name="connsiteY7" fmla="*/ 9922 h 9992"/>
                <a:gd name="connsiteX8" fmla="*/ 2500 w 10000"/>
                <a:gd name="connsiteY8" fmla="*/ 7340 h 9992"/>
                <a:gd name="connsiteX9" fmla="*/ 1781 w 10000"/>
                <a:gd name="connsiteY9" fmla="*/ 9904 h 9992"/>
                <a:gd name="connsiteX10" fmla="*/ 1156 w 10000"/>
                <a:gd name="connsiteY10" fmla="*/ 9202 h 9992"/>
                <a:gd name="connsiteX11" fmla="*/ 688 w 10000"/>
                <a:gd name="connsiteY11" fmla="*/ 9931 h 9992"/>
                <a:gd name="connsiteX12" fmla="*/ 0 w 10000"/>
                <a:gd name="connsiteY12" fmla="*/ 9931 h 9992"/>
                <a:gd name="connsiteX0" fmla="*/ 10000 w 10000"/>
                <a:gd name="connsiteY0" fmla="*/ 0 h 9994"/>
                <a:gd name="connsiteX1" fmla="*/ 9344 w 10000"/>
                <a:gd name="connsiteY1" fmla="*/ 9884 h 9994"/>
                <a:gd name="connsiteX2" fmla="*/ 8813 w 10000"/>
                <a:gd name="connsiteY2" fmla="*/ 8778 h 9994"/>
                <a:gd name="connsiteX3" fmla="*/ 8375 w 10000"/>
                <a:gd name="connsiteY3" fmla="*/ 9884 h 9994"/>
                <a:gd name="connsiteX4" fmla="*/ 7500 w 10000"/>
                <a:gd name="connsiteY4" fmla="*/ 1297 h 9994"/>
                <a:gd name="connsiteX5" fmla="*/ 6245 w 10000"/>
                <a:gd name="connsiteY5" fmla="*/ 9994 h 9994"/>
                <a:gd name="connsiteX6" fmla="*/ 5000 w 10000"/>
                <a:gd name="connsiteY6" fmla="*/ 3889 h 9994"/>
                <a:gd name="connsiteX7" fmla="*/ 3569 w 10000"/>
                <a:gd name="connsiteY7" fmla="*/ 9930 h 9994"/>
                <a:gd name="connsiteX8" fmla="*/ 2500 w 10000"/>
                <a:gd name="connsiteY8" fmla="*/ 7346 h 9994"/>
                <a:gd name="connsiteX9" fmla="*/ 1781 w 10000"/>
                <a:gd name="connsiteY9" fmla="*/ 9912 h 9994"/>
                <a:gd name="connsiteX10" fmla="*/ 1156 w 10000"/>
                <a:gd name="connsiteY10" fmla="*/ 9209 h 9994"/>
                <a:gd name="connsiteX11" fmla="*/ 688 w 10000"/>
                <a:gd name="connsiteY11" fmla="*/ 9939 h 9994"/>
                <a:gd name="connsiteX12" fmla="*/ 0 w 10000"/>
                <a:gd name="connsiteY12" fmla="*/ 9939 h 9994"/>
                <a:gd name="connsiteX0" fmla="*/ 10000 w 10000"/>
                <a:gd name="connsiteY0" fmla="*/ 0 h 9997"/>
                <a:gd name="connsiteX1" fmla="*/ 9344 w 10000"/>
                <a:gd name="connsiteY1" fmla="*/ 9890 h 9997"/>
                <a:gd name="connsiteX2" fmla="*/ 8813 w 10000"/>
                <a:gd name="connsiteY2" fmla="*/ 8783 h 9997"/>
                <a:gd name="connsiteX3" fmla="*/ 8375 w 10000"/>
                <a:gd name="connsiteY3" fmla="*/ 9890 h 9997"/>
                <a:gd name="connsiteX4" fmla="*/ 7500 w 10000"/>
                <a:gd name="connsiteY4" fmla="*/ 1298 h 9997"/>
                <a:gd name="connsiteX5" fmla="*/ 6383 w 10000"/>
                <a:gd name="connsiteY5" fmla="*/ 9954 h 9997"/>
                <a:gd name="connsiteX6" fmla="*/ 5000 w 10000"/>
                <a:gd name="connsiteY6" fmla="*/ 3891 h 9997"/>
                <a:gd name="connsiteX7" fmla="*/ 3569 w 10000"/>
                <a:gd name="connsiteY7" fmla="*/ 9936 h 9997"/>
                <a:gd name="connsiteX8" fmla="*/ 2500 w 10000"/>
                <a:gd name="connsiteY8" fmla="*/ 7350 h 9997"/>
                <a:gd name="connsiteX9" fmla="*/ 1781 w 10000"/>
                <a:gd name="connsiteY9" fmla="*/ 9918 h 9997"/>
                <a:gd name="connsiteX10" fmla="*/ 1156 w 10000"/>
                <a:gd name="connsiteY10" fmla="*/ 9215 h 9997"/>
                <a:gd name="connsiteX11" fmla="*/ 688 w 10000"/>
                <a:gd name="connsiteY11" fmla="*/ 9945 h 9997"/>
                <a:gd name="connsiteX12" fmla="*/ 0 w 10000"/>
                <a:gd name="connsiteY12" fmla="*/ 9945 h 9997"/>
                <a:gd name="connsiteX0" fmla="*/ 10000 w 10000"/>
                <a:gd name="connsiteY0" fmla="*/ 0 h 11050"/>
                <a:gd name="connsiteX1" fmla="*/ 9344 w 10000"/>
                <a:gd name="connsiteY1" fmla="*/ 9893 h 11050"/>
                <a:gd name="connsiteX2" fmla="*/ 8375 w 10000"/>
                <a:gd name="connsiteY2" fmla="*/ 9893 h 11050"/>
                <a:gd name="connsiteX3" fmla="*/ 7500 w 10000"/>
                <a:gd name="connsiteY3" fmla="*/ 1298 h 11050"/>
                <a:gd name="connsiteX4" fmla="*/ 6383 w 10000"/>
                <a:gd name="connsiteY4" fmla="*/ 9957 h 11050"/>
                <a:gd name="connsiteX5" fmla="*/ 5000 w 10000"/>
                <a:gd name="connsiteY5" fmla="*/ 3892 h 11050"/>
                <a:gd name="connsiteX6" fmla="*/ 3569 w 10000"/>
                <a:gd name="connsiteY6" fmla="*/ 9939 h 11050"/>
                <a:gd name="connsiteX7" fmla="*/ 2500 w 10000"/>
                <a:gd name="connsiteY7" fmla="*/ 7352 h 11050"/>
                <a:gd name="connsiteX8" fmla="*/ 1781 w 10000"/>
                <a:gd name="connsiteY8" fmla="*/ 9921 h 11050"/>
                <a:gd name="connsiteX9" fmla="*/ 1156 w 10000"/>
                <a:gd name="connsiteY9" fmla="*/ 9218 h 11050"/>
                <a:gd name="connsiteX10" fmla="*/ 688 w 10000"/>
                <a:gd name="connsiteY10" fmla="*/ 9948 h 11050"/>
                <a:gd name="connsiteX11" fmla="*/ 0 w 10000"/>
                <a:gd name="connsiteY11" fmla="*/ 9948 h 11050"/>
                <a:gd name="connsiteX0" fmla="*/ 10000 w 10000"/>
                <a:gd name="connsiteY0" fmla="*/ 0 h 10000"/>
                <a:gd name="connsiteX1" fmla="*/ 9344 w 10000"/>
                <a:gd name="connsiteY1" fmla="*/ 9893 h 10000"/>
                <a:gd name="connsiteX2" fmla="*/ 7500 w 10000"/>
                <a:gd name="connsiteY2" fmla="*/ 1298 h 10000"/>
                <a:gd name="connsiteX3" fmla="*/ 6383 w 10000"/>
                <a:gd name="connsiteY3" fmla="*/ 9957 h 10000"/>
                <a:gd name="connsiteX4" fmla="*/ 5000 w 10000"/>
                <a:gd name="connsiteY4" fmla="*/ 3892 h 10000"/>
                <a:gd name="connsiteX5" fmla="*/ 3569 w 10000"/>
                <a:gd name="connsiteY5" fmla="*/ 9939 h 10000"/>
                <a:gd name="connsiteX6" fmla="*/ 2500 w 10000"/>
                <a:gd name="connsiteY6" fmla="*/ 7352 h 10000"/>
                <a:gd name="connsiteX7" fmla="*/ 1781 w 10000"/>
                <a:gd name="connsiteY7" fmla="*/ 9921 h 10000"/>
                <a:gd name="connsiteX8" fmla="*/ 1156 w 10000"/>
                <a:gd name="connsiteY8" fmla="*/ 9218 h 10000"/>
                <a:gd name="connsiteX9" fmla="*/ 688 w 10000"/>
                <a:gd name="connsiteY9" fmla="*/ 9948 h 10000"/>
                <a:gd name="connsiteX10" fmla="*/ 0 w 10000"/>
                <a:gd name="connsiteY10" fmla="*/ 9948 h 10000"/>
                <a:gd name="connsiteX0" fmla="*/ 10000 w 10000"/>
                <a:gd name="connsiteY0" fmla="*/ 0 h 10000"/>
                <a:gd name="connsiteX1" fmla="*/ 9169 w 10000"/>
                <a:gd name="connsiteY1" fmla="*/ 9921 h 10000"/>
                <a:gd name="connsiteX2" fmla="*/ 7500 w 10000"/>
                <a:gd name="connsiteY2" fmla="*/ 1298 h 10000"/>
                <a:gd name="connsiteX3" fmla="*/ 6383 w 10000"/>
                <a:gd name="connsiteY3" fmla="*/ 9957 h 10000"/>
                <a:gd name="connsiteX4" fmla="*/ 5000 w 10000"/>
                <a:gd name="connsiteY4" fmla="*/ 3892 h 10000"/>
                <a:gd name="connsiteX5" fmla="*/ 3569 w 10000"/>
                <a:gd name="connsiteY5" fmla="*/ 9939 h 10000"/>
                <a:gd name="connsiteX6" fmla="*/ 2500 w 10000"/>
                <a:gd name="connsiteY6" fmla="*/ 7352 h 10000"/>
                <a:gd name="connsiteX7" fmla="*/ 1781 w 10000"/>
                <a:gd name="connsiteY7" fmla="*/ 9921 h 10000"/>
                <a:gd name="connsiteX8" fmla="*/ 1156 w 10000"/>
                <a:gd name="connsiteY8" fmla="*/ 9218 h 10000"/>
                <a:gd name="connsiteX9" fmla="*/ 688 w 10000"/>
                <a:gd name="connsiteY9" fmla="*/ 9948 h 10000"/>
                <a:gd name="connsiteX10" fmla="*/ 0 w 10000"/>
                <a:gd name="connsiteY10" fmla="*/ 9948 h 10000"/>
                <a:gd name="connsiteX0" fmla="*/ 10000 w 10000"/>
                <a:gd name="connsiteY0" fmla="*/ 0 h 10000"/>
                <a:gd name="connsiteX1" fmla="*/ 9169 w 10000"/>
                <a:gd name="connsiteY1" fmla="*/ 9921 h 10000"/>
                <a:gd name="connsiteX2" fmla="*/ 7500 w 10000"/>
                <a:gd name="connsiteY2" fmla="*/ 1298 h 10000"/>
                <a:gd name="connsiteX3" fmla="*/ 6383 w 10000"/>
                <a:gd name="connsiteY3" fmla="*/ 9957 h 10000"/>
                <a:gd name="connsiteX4" fmla="*/ 5000 w 10000"/>
                <a:gd name="connsiteY4" fmla="*/ 3892 h 10000"/>
                <a:gd name="connsiteX5" fmla="*/ 3569 w 10000"/>
                <a:gd name="connsiteY5" fmla="*/ 9939 h 10000"/>
                <a:gd name="connsiteX6" fmla="*/ 2500 w 10000"/>
                <a:gd name="connsiteY6" fmla="*/ 7352 h 10000"/>
                <a:gd name="connsiteX7" fmla="*/ 1781 w 10000"/>
                <a:gd name="connsiteY7" fmla="*/ 9921 h 10000"/>
                <a:gd name="connsiteX8" fmla="*/ 1156 w 10000"/>
                <a:gd name="connsiteY8" fmla="*/ 9218 h 10000"/>
                <a:gd name="connsiteX9" fmla="*/ 688 w 10000"/>
                <a:gd name="connsiteY9" fmla="*/ 9948 h 10000"/>
                <a:gd name="connsiteX10" fmla="*/ 0 w 10000"/>
                <a:gd name="connsiteY10" fmla="*/ 9948 h 10000"/>
                <a:gd name="connsiteX0" fmla="*/ 10000 w 10000"/>
                <a:gd name="connsiteY0" fmla="*/ 0 h 10000"/>
                <a:gd name="connsiteX1" fmla="*/ 9169 w 10000"/>
                <a:gd name="connsiteY1" fmla="*/ 9921 h 10000"/>
                <a:gd name="connsiteX2" fmla="*/ 7500 w 10000"/>
                <a:gd name="connsiteY2" fmla="*/ 1298 h 10000"/>
                <a:gd name="connsiteX3" fmla="*/ 6383 w 10000"/>
                <a:gd name="connsiteY3" fmla="*/ 9957 h 10000"/>
                <a:gd name="connsiteX4" fmla="*/ 5000 w 10000"/>
                <a:gd name="connsiteY4" fmla="*/ 3892 h 10000"/>
                <a:gd name="connsiteX5" fmla="*/ 3569 w 10000"/>
                <a:gd name="connsiteY5" fmla="*/ 9939 h 10000"/>
                <a:gd name="connsiteX6" fmla="*/ 2500 w 10000"/>
                <a:gd name="connsiteY6" fmla="*/ 7352 h 10000"/>
                <a:gd name="connsiteX7" fmla="*/ 1781 w 10000"/>
                <a:gd name="connsiteY7" fmla="*/ 9921 h 10000"/>
                <a:gd name="connsiteX8" fmla="*/ 1156 w 10000"/>
                <a:gd name="connsiteY8" fmla="*/ 9218 h 10000"/>
                <a:gd name="connsiteX9" fmla="*/ 688 w 10000"/>
                <a:gd name="connsiteY9" fmla="*/ 9948 h 10000"/>
                <a:gd name="connsiteX10" fmla="*/ 0 w 10000"/>
                <a:gd name="connsiteY10" fmla="*/ 9948 h 10000"/>
                <a:gd name="connsiteX0" fmla="*/ 10000 w 10000"/>
                <a:gd name="connsiteY0" fmla="*/ 0 h 10000"/>
                <a:gd name="connsiteX1" fmla="*/ 9169 w 10000"/>
                <a:gd name="connsiteY1" fmla="*/ 9921 h 10000"/>
                <a:gd name="connsiteX2" fmla="*/ 7500 w 10000"/>
                <a:gd name="connsiteY2" fmla="*/ 1298 h 10000"/>
                <a:gd name="connsiteX3" fmla="*/ 6383 w 10000"/>
                <a:gd name="connsiteY3" fmla="*/ 9957 h 10000"/>
                <a:gd name="connsiteX4" fmla="*/ 5000 w 10000"/>
                <a:gd name="connsiteY4" fmla="*/ 3892 h 10000"/>
                <a:gd name="connsiteX5" fmla="*/ 3569 w 10000"/>
                <a:gd name="connsiteY5" fmla="*/ 9939 h 10000"/>
                <a:gd name="connsiteX6" fmla="*/ 2500 w 10000"/>
                <a:gd name="connsiteY6" fmla="*/ 7352 h 10000"/>
                <a:gd name="connsiteX7" fmla="*/ 1781 w 10000"/>
                <a:gd name="connsiteY7" fmla="*/ 9921 h 10000"/>
                <a:gd name="connsiteX8" fmla="*/ 1156 w 10000"/>
                <a:gd name="connsiteY8" fmla="*/ 9218 h 10000"/>
                <a:gd name="connsiteX9" fmla="*/ 688 w 10000"/>
                <a:gd name="connsiteY9" fmla="*/ 9948 h 10000"/>
                <a:gd name="connsiteX10" fmla="*/ 0 w 10000"/>
                <a:gd name="connsiteY10" fmla="*/ 9948 h 10000"/>
                <a:gd name="connsiteX0" fmla="*/ 10000 w 10000"/>
                <a:gd name="connsiteY0" fmla="*/ 0 h 10000"/>
                <a:gd name="connsiteX1" fmla="*/ 9169 w 10000"/>
                <a:gd name="connsiteY1" fmla="*/ 9921 h 10000"/>
                <a:gd name="connsiteX2" fmla="*/ 7500 w 10000"/>
                <a:gd name="connsiteY2" fmla="*/ 1298 h 10000"/>
                <a:gd name="connsiteX3" fmla="*/ 6383 w 10000"/>
                <a:gd name="connsiteY3" fmla="*/ 9957 h 10000"/>
                <a:gd name="connsiteX4" fmla="*/ 5000 w 10000"/>
                <a:gd name="connsiteY4" fmla="*/ 3892 h 10000"/>
                <a:gd name="connsiteX5" fmla="*/ 3569 w 10000"/>
                <a:gd name="connsiteY5" fmla="*/ 9939 h 10000"/>
                <a:gd name="connsiteX6" fmla="*/ 2500 w 10000"/>
                <a:gd name="connsiteY6" fmla="*/ 7352 h 10000"/>
                <a:gd name="connsiteX7" fmla="*/ 1781 w 10000"/>
                <a:gd name="connsiteY7" fmla="*/ 9921 h 10000"/>
                <a:gd name="connsiteX8" fmla="*/ 1156 w 10000"/>
                <a:gd name="connsiteY8" fmla="*/ 9218 h 10000"/>
                <a:gd name="connsiteX9" fmla="*/ 688 w 10000"/>
                <a:gd name="connsiteY9" fmla="*/ 9948 h 10000"/>
                <a:gd name="connsiteX10" fmla="*/ 0 w 10000"/>
                <a:gd name="connsiteY10" fmla="*/ 9948 h 10000"/>
                <a:gd name="connsiteX0" fmla="*/ 10000 w 10000"/>
                <a:gd name="connsiteY0" fmla="*/ 0 h 10000"/>
                <a:gd name="connsiteX1" fmla="*/ 8944 w 10000"/>
                <a:gd name="connsiteY1" fmla="*/ 9902 h 10000"/>
                <a:gd name="connsiteX2" fmla="*/ 7500 w 10000"/>
                <a:gd name="connsiteY2" fmla="*/ 1298 h 10000"/>
                <a:gd name="connsiteX3" fmla="*/ 6383 w 10000"/>
                <a:gd name="connsiteY3" fmla="*/ 9957 h 10000"/>
                <a:gd name="connsiteX4" fmla="*/ 5000 w 10000"/>
                <a:gd name="connsiteY4" fmla="*/ 3892 h 10000"/>
                <a:gd name="connsiteX5" fmla="*/ 3569 w 10000"/>
                <a:gd name="connsiteY5" fmla="*/ 9939 h 10000"/>
                <a:gd name="connsiteX6" fmla="*/ 2500 w 10000"/>
                <a:gd name="connsiteY6" fmla="*/ 7352 h 10000"/>
                <a:gd name="connsiteX7" fmla="*/ 1781 w 10000"/>
                <a:gd name="connsiteY7" fmla="*/ 9921 h 10000"/>
                <a:gd name="connsiteX8" fmla="*/ 1156 w 10000"/>
                <a:gd name="connsiteY8" fmla="*/ 9218 h 10000"/>
                <a:gd name="connsiteX9" fmla="*/ 688 w 10000"/>
                <a:gd name="connsiteY9" fmla="*/ 9948 h 10000"/>
                <a:gd name="connsiteX10" fmla="*/ 0 w 10000"/>
                <a:gd name="connsiteY10" fmla="*/ 9948 h 10000"/>
                <a:gd name="connsiteX0" fmla="*/ 10000 w 10000"/>
                <a:gd name="connsiteY0" fmla="*/ 0 h 10000"/>
                <a:gd name="connsiteX1" fmla="*/ 8819 w 10000"/>
                <a:gd name="connsiteY1" fmla="*/ 9846 h 10000"/>
                <a:gd name="connsiteX2" fmla="*/ 7500 w 10000"/>
                <a:gd name="connsiteY2" fmla="*/ 1298 h 10000"/>
                <a:gd name="connsiteX3" fmla="*/ 6383 w 10000"/>
                <a:gd name="connsiteY3" fmla="*/ 9957 h 10000"/>
                <a:gd name="connsiteX4" fmla="*/ 5000 w 10000"/>
                <a:gd name="connsiteY4" fmla="*/ 3892 h 10000"/>
                <a:gd name="connsiteX5" fmla="*/ 3569 w 10000"/>
                <a:gd name="connsiteY5" fmla="*/ 9939 h 10000"/>
                <a:gd name="connsiteX6" fmla="*/ 2500 w 10000"/>
                <a:gd name="connsiteY6" fmla="*/ 7352 h 10000"/>
                <a:gd name="connsiteX7" fmla="*/ 1781 w 10000"/>
                <a:gd name="connsiteY7" fmla="*/ 9921 h 10000"/>
                <a:gd name="connsiteX8" fmla="*/ 1156 w 10000"/>
                <a:gd name="connsiteY8" fmla="*/ 9218 h 10000"/>
                <a:gd name="connsiteX9" fmla="*/ 688 w 10000"/>
                <a:gd name="connsiteY9" fmla="*/ 9948 h 10000"/>
                <a:gd name="connsiteX10" fmla="*/ 0 w 10000"/>
                <a:gd name="connsiteY10" fmla="*/ 9948 h 10000"/>
                <a:gd name="connsiteX0" fmla="*/ 9837 w 9837"/>
                <a:gd name="connsiteY0" fmla="*/ 0 h 9981"/>
                <a:gd name="connsiteX1" fmla="*/ 8656 w 9837"/>
                <a:gd name="connsiteY1" fmla="*/ 9846 h 9981"/>
                <a:gd name="connsiteX2" fmla="*/ 7337 w 9837"/>
                <a:gd name="connsiteY2" fmla="*/ 1298 h 9981"/>
                <a:gd name="connsiteX3" fmla="*/ 6220 w 9837"/>
                <a:gd name="connsiteY3" fmla="*/ 9957 h 9981"/>
                <a:gd name="connsiteX4" fmla="*/ 4837 w 9837"/>
                <a:gd name="connsiteY4" fmla="*/ 3892 h 9981"/>
                <a:gd name="connsiteX5" fmla="*/ 3406 w 9837"/>
                <a:gd name="connsiteY5" fmla="*/ 9939 h 9981"/>
                <a:gd name="connsiteX6" fmla="*/ 2337 w 9837"/>
                <a:gd name="connsiteY6" fmla="*/ 7352 h 9981"/>
                <a:gd name="connsiteX7" fmla="*/ 1618 w 9837"/>
                <a:gd name="connsiteY7" fmla="*/ 9921 h 9981"/>
                <a:gd name="connsiteX8" fmla="*/ 993 w 9837"/>
                <a:gd name="connsiteY8" fmla="*/ 9218 h 9981"/>
                <a:gd name="connsiteX9" fmla="*/ 525 w 9837"/>
                <a:gd name="connsiteY9" fmla="*/ 9948 h 9981"/>
                <a:gd name="connsiteX10" fmla="*/ 0 w 9837"/>
                <a:gd name="connsiteY10" fmla="*/ 9735 h 9981"/>
                <a:gd name="connsiteX0" fmla="*/ 10000 w 10000"/>
                <a:gd name="connsiteY0" fmla="*/ 0 h 10000"/>
                <a:gd name="connsiteX1" fmla="*/ 8799 w 10000"/>
                <a:gd name="connsiteY1" fmla="*/ 9865 h 10000"/>
                <a:gd name="connsiteX2" fmla="*/ 7459 w 10000"/>
                <a:gd name="connsiteY2" fmla="*/ 1300 h 10000"/>
                <a:gd name="connsiteX3" fmla="*/ 6272 w 10000"/>
                <a:gd name="connsiteY3" fmla="*/ 9976 h 10000"/>
                <a:gd name="connsiteX4" fmla="*/ 4917 w 10000"/>
                <a:gd name="connsiteY4" fmla="*/ 3899 h 10000"/>
                <a:gd name="connsiteX5" fmla="*/ 3462 w 10000"/>
                <a:gd name="connsiteY5" fmla="*/ 9958 h 10000"/>
                <a:gd name="connsiteX6" fmla="*/ 2376 w 10000"/>
                <a:gd name="connsiteY6" fmla="*/ 7366 h 10000"/>
                <a:gd name="connsiteX7" fmla="*/ 1645 w 10000"/>
                <a:gd name="connsiteY7" fmla="*/ 9940 h 10000"/>
                <a:gd name="connsiteX8" fmla="*/ 1009 w 10000"/>
                <a:gd name="connsiteY8" fmla="*/ 9236 h 10000"/>
                <a:gd name="connsiteX9" fmla="*/ 534 w 10000"/>
                <a:gd name="connsiteY9" fmla="*/ 9967 h 10000"/>
                <a:gd name="connsiteX10" fmla="*/ 0 w 10000"/>
                <a:gd name="connsiteY10" fmla="*/ 9754 h 10000"/>
                <a:gd name="connsiteX0" fmla="*/ 10000 w 10000"/>
                <a:gd name="connsiteY0" fmla="*/ 0 h 10000"/>
                <a:gd name="connsiteX1" fmla="*/ 8799 w 10000"/>
                <a:gd name="connsiteY1" fmla="*/ 9865 h 10000"/>
                <a:gd name="connsiteX2" fmla="*/ 7459 w 10000"/>
                <a:gd name="connsiteY2" fmla="*/ 1300 h 10000"/>
                <a:gd name="connsiteX3" fmla="*/ 6374 w 10000"/>
                <a:gd name="connsiteY3" fmla="*/ 9976 h 10000"/>
                <a:gd name="connsiteX4" fmla="*/ 4917 w 10000"/>
                <a:gd name="connsiteY4" fmla="*/ 3899 h 10000"/>
                <a:gd name="connsiteX5" fmla="*/ 3462 w 10000"/>
                <a:gd name="connsiteY5" fmla="*/ 9958 h 10000"/>
                <a:gd name="connsiteX6" fmla="*/ 2376 w 10000"/>
                <a:gd name="connsiteY6" fmla="*/ 7366 h 10000"/>
                <a:gd name="connsiteX7" fmla="*/ 1645 w 10000"/>
                <a:gd name="connsiteY7" fmla="*/ 9940 h 10000"/>
                <a:gd name="connsiteX8" fmla="*/ 1009 w 10000"/>
                <a:gd name="connsiteY8" fmla="*/ 9236 h 10000"/>
                <a:gd name="connsiteX9" fmla="*/ 534 w 10000"/>
                <a:gd name="connsiteY9" fmla="*/ 9967 h 10000"/>
                <a:gd name="connsiteX10" fmla="*/ 0 w 10000"/>
                <a:gd name="connsiteY10" fmla="*/ 9754 h 10000"/>
                <a:gd name="connsiteX0" fmla="*/ 10000 w 10000"/>
                <a:gd name="connsiteY0" fmla="*/ 0 h 10022"/>
                <a:gd name="connsiteX1" fmla="*/ 8799 w 10000"/>
                <a:gd name="connsiteY1" fmla="*/ 9865 h 10022"/>
                <a:gd name="connsiteX2" fmla="*/ 7459 w 10000"/>
                <a:gd name="connsiteY2" fmla="*/ 1300 h 10022"/>
                <a:gd name="connsiteX3" fmla="*/ 6374 w 10000"/>
                <a:gd name="connsiteY3" fmla="*/ 9976 h 10022"/>
                <a:gd name="connsiteX4" fmla="*/ 4688 w 10000"/>
                <a:gd name="connsiteY4" fmla="*/ 4066 h 10022"/>
                <a:gd name="connsiteX5" fmla="*/ 3462 w 10000"/>
                <a:gd name="connsiteY5" fmla="*/ 9958 h 10022"/>
                <a:gd name="connsiteX6" fmla="*/ 2376 w 10000"/>
                <a:gd name="connsiteY6" fmla="*/ 7366 h 10022"/>
                <a:gd name="connsiteX7" fmla="*/ 1645 w 10000"/>
                <a:gd name="connsiteY7" fmla="*/ 9940 h 10022"/>
                <a:gd name="connsiteX8" fmla="*/ 1009 w 10000"/>
                <a:gd name="connsiteY8" fmla="*/ 9236 h 10022"/>
                <a:gd name="connsiteX9" fmla="*/ 534 w 10000"/>
                <a:gd name="connsiteY9" fmla="*/ 9967 h 10022"/>
                <a:gd name="connsiteX10" fmla="*/ 0 w 10000"/>
                <a:gd name="connsiteY10" fmla="*/ 9754 h 10022"/>
                <a:gd name="connsiteX0" fmla="*/ 10000 w 10000"/>
                <a:gd name="connsiteY0" fmla="*/ 0 h 10069"/>
                <a:gd name="connsiteX1" fmla="*/ 8799 w 10000"/>
                <a:gd name="connsiteY1" fmla="*/ 9865 h 10069"/>
                <a:gd name="connsiteX2" fmla="*/ 7459 w 10000"/>
                <a:gd name="connsiteY2" fmla="*/ 1300 h 10069"/>
                <a:gd name="connsiteX3" fmla="*/ 6094 w 10000"/>
                <a:gd name="connsiteY3" fmla="*/ 10069 h 10069"/>
                <a:gd name="connsiteX4" fmla="*/ 4688 w 10000"/>
                <a:gd name="connsiteY4" fmla="*/ 4066 h 10069"/>
                <a:gd name="connsiteX5" fmla="*/ 3462 w 10000"/>
                <a:gd name="connsiteY5" fmla="*/ 9958 h 10069"/>
                <a:gd name="connsiteX6" fmla="*/ 2376 w 10000"/>
                <a:gd name="connsiteY6" fmla="*/ 7366 h 10069"/>
                <a:gd name="connsiteX7" fmla="*/ 1645 w 10000"/>
                <a:gd name="connsiteY7" fmla="*/ 9940 h 10069"/>
                <a:gd name="connsiteX8" fmla="*/ 1009 w 10000"/>
                <a:gd name="connsiteY8" fmla="*/ 9236 h 10069"/>
                <a:gd name="connsiteX9" fmla="*/ 534 w 10000"/>
                <a:gd name="connsiteY9" fmla="*/ 9967 h 10069"/>
                <a:gd name="connsiteX10" fmla="*/ 0 w 10000"/>
                <a:gd name="connsiteY10" fmla="*/ 9754 h 10069"/>
                <a:gd name="connsiteX0" fmla="*/ 10000 w 10000"/>
                <a:gd name="connsiteY0" fmla="*/ 0 h 10032"/>
                <a:gd name="connsiteX1" fmla="*/ 8799 w 10000"/>
                <a:gd name="connsiteY1" fmla="*/ 9865 h 10032"/>
                <a:gd name="connsiteX2" fmla="*/ 7459 w 10000"/>
                <a:gd name="connsiteY2" fmla="*/ 1300 h 10032"/>
                <a:gd name="connsiteX3" fmla="*/ 6247 w 10000"/>
                <a:gd name="connsiteY3" fmla="*/ 10032 h 10032"/>
                <a:gd name="connsiteX4" fmla="*/ 4688 w 10000"/>
                <a:gd name="connsiteY4" fmla="*/ 4066 h 10032"/>
                <a:gd name="connsiteX5" fmla="*/ 3462 w 10000"/>
                <a:gd name="connsiteY5" fmla="*/ 9958 h 10032"/>
                <a:gd name="connsiteX6" fmla="*/ 2376 w 10000"/>
                <a:gd name="connsiteY6" fmla="*/ 7366 h 10032"/>
                <a:gd name="connsiteX7" fmla="*/ 1645 w 10000"/>
                <a:gd name="connsiteY7" fmla="*/ 9940 h 10032"/>
                <a:gd name="connsiteX8" fmla="*/ 1009 w 10000"/>
                <a:gd name="connsiteY8" fmla="*/ 9236 h 10032"/>
                <a:gd name="connsiteX9" fmla="*/ 534 w 10000"/>
                <a:gd name="connsiteY9" fmla="*/ 9967 h 10032"/>
                <a:gd name="connsiteX10" fmla="*/ 0 w 10000"/>
                <a:gd name="connsiteY10" fmla="*/ 9754 h 100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000" h="10032">
                  <a:moveTo>
                    <a:pt x="10000" y="0"/>
                  </a:moveTo>
                  <a:cubicBezTo>
                    <a:pt x="9183" y="-13"/>
                    <a:pt x="9574" y="9891"/>
                    <a:pt x="8799" y="9865"/>
                  </a:cubicBezTo>
                  <a:cubicBezTo>
                    <a:pt x="8096" y="9914"/>
                    <a:pt x="7884" y="1272"/>
                    <a:pt x="7459" y="1300"/>
                  </a:cubicBezTo>
                  <a:cubicBezTo>
                    <a:pt x="7034" y="1328"/>
                    <a:pt x="6823" y="9933"/>
                    <a:pt x="6247" y="10032"/>
                  </a:cubicBezTo>
                  <a:cubicBezTo>
                    <a:pt x="5555" y="9907"/>
                    <a:pt x="5152" y="4078"/>
                    <a:pt x="4688" y="4066"/>
                  </a:cubicBezTo>
                  <a:cubicBezTo>
                    <a:pt x="4224" y="4054"/>
                    <a:pt x="3847" y="9408"/>
                    <a:pt x="3462" y="9958"/>
                  </a:cubicBezTo>
                  <a:cubicBezTo>
                    <a:pt x="3077" y="10508"/>
                    <a:pt x="2679" y="7369"/>
                    <a:pt x="2376" y="7366"/>
                  </a:cubicBezTo>
                  <a:cubicBezTo>
                    <a:pt x="2073" y="7363"/>
                    <a:pt x="1878" y="9624"/>
                    <a:pt x="1645" y="9940"/>
                  </a:cubicBezTo>
                  <a:cubicBezTo>
                    <a:pt x="1412" y="10255"/>
                    <a:pt x="1189" y="9236"/>
                    <a:pt x="1009" y="9236"/>
                  </a:cubicBezTo>
                  <a:cubicBezTo>
                    <a:pt x="830" y="9236"/>
                    <a:pt x="724" y="9850"/>
                    <a:pt x="534" y="9967"/>
                  </a:cubicBezTo>
                  <a:cubicBezTo>
                    <a:pt x="343" y="10084"/>
                    <a:pt x="148" y="9754"/>
                    <a:pt x="0" y="9754"/>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4" name="Freeform 78">
              <a:extLst>
                <a:ext uri="{FF2B5EF4-FFF2-40B4-BE49-F238E27FC236}">
                  <a16:creationId xmlns:a16="http://schemas.microsoft.com/office/drawing/2014/main" id="{26B70295-A9FD-436C-8460-087E3D209232}"/>
                </a:ext>
              </a:extLst>
            </p:cNvPr>
            <p:cNvSpPr>
              <a:spLocks/>
            </p:cNvSpPr>
            <p:nvPr/>
          </p:nvSpPr>
          <p:spPr bwMode="auto">
            <a:xfrm>
              <a:off x="734" y="1048"/>
              <a:ext cx="442" cy="291"/>
            </a:xfrm>
            <a:custGeom>
              <a:avLst/>
              <a:gdLst>
                <a:gd name="T0" fmla="*/ 442 w 442"/>
                <a:gd name="T1" fmla="*/ 293 h 316"/>
                <a:gd name="T2" fmla="*/ 406 w 442"/>
                <a:gd name="T3" fmla="*/ 269 h 316"/>
                <a:gd name="T4" fmla="*/ 370 w 442"/>
                <a:gd name="T5" fmla="*/ 289 h 316"/>
                <a:gd name="T6" fmla="*/ 342 w 442"/>
                <a:gd name="T7" fmla="*/ 117 h 316"/>
                <a:gd name="T8" fmla="*/ 314 w 442"/>
                <a:gd name="T9" fmla="*/ 297 h 316"/>
                <a:gd name="T10" fmla="*/ 290 w 442"/>
                <a:gd name="T11" fmla="*/ 235 h 316"/>
                <a:gd name="T12" fmla="*/ 261 w 442"/>
                <a:gd name="T13" fmla="*/ 298 h 316"/>
                <a:gd name="T14" fmla="*/ 222 w 442"/>
                <a:gd name="T15" fmla="*/ 1 h 316"/>
                <a:gd name="T16" fmla="*/ 182 w 442"/>
                <a:gd name="T17" fmla="*/ 293 h 316"/>
                <a:gd name="T18" fmla="*/ 156 w 442"/>
                <a:gd name="T19" fmla="*/ 243 h 316"/>
                <a:gd name="T20" fmla="*/ 126 w 442"/>
                <a:gd name="T21" fmla="*/ 295 h 316"/>
                <a:gd name="T22" fmla="*/ 100 w 442"/>
                <a:gd name="T23" fmla="*/ 117 h 316"/>
                <a:gd name="T24" fmla="*/ 74 w 442"/>
                <a:gd name="T25" fmla="*/ 291 h 316"/>
                <a:gd name="T26" fmla="*/ 44 w 442"/>
                <a:gd name="T27" fmla="*/ 267 h 316"/>
                <a:gd name="T28" fmla="*/ 20 w 442"/>
                <a:gd name="T29" fmla="*/ 293 h 316"/>
                <a:gd name="T30" fmla="*/ 0 w 442"/>
                <a:gd name="T31" fmla="*/ 263 h 31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42"/>
                <a:gd name="T49" fmla="*/ 0 h 316"/>
                <a:gd name="T50" fmla="*/ 442 w 442"/>
                <a:gd name="T51" fmla="*/ 316 h 316"/>
                <a:gd name="connsiteX0" fmla="*/ 10000 w 10000"/>
                <a:gd name="connsiteY0" fmla="*/ 9241 h 10211"/>
                <a:gd name="connsiteX1" fmla="*/ 9186 w 10000"/>
                <a:gd name="connsiteY1" fmla="*/ 8482 h 10211"/>
                <a:gd name="connsiteX2" fmla="*/ 8371 w 10000"/>
                <a:gd name="connsiteY2" fmla="*/ 9115 h 10211"/>
                <a:gd name="connsiteX3" fmla="*/ 7738 w 10000"/>
                <a:gd name="connsiteY3" fmla="*/ 3672 h 10211"/>
                <a:gd name="connsiteX4" fmla="*/ 7104 w 10000"/>
                <a:gd name="connsiteY4" fmla="*/ 9368 h 10211"/>
                <a:gd name="connsiteX5" fmla="*/ 6561 w 10000"/>
                <a:gd name="connsiteY5" fmla="*/ 7406 h 10211"/>
                <a:gd name="connsiteX6" fmla="*/ 5905 w 10000"/>
                <a:gd name="connsiteY6" fmla="*/ 9399 h 10211"/>
                <a:gd name="connsiteX7" fmla="*/ 5023 w 10000"/>
                <a:gd name="connsiteY7" fmla="*/ 1 h 10211"/>
                <a:gd name="connsiteX8" fmla="*/ 4118 w 10000"/>
                <a:gd name="connsiteY8" fmla="*/ 9241 h 10211"/>
                <a:gd name="connsiteX9" fmla="*/ 2851 w 10000"/>
                <a:gd name="connsiteY9" fmla="*/ 9304 h 10211"/>
                <a:gd name="connsiteX10" fmla="*/ 2262 w 10000"/>
                <a:gd name="connsiteY10" fmla="*/ 3672 h 10211"/>
                <a:gd name="connsiteX11" fmla="*/ 1674 w 10000"/>
                <a:gd name="connsiteY11" fmla="*/ 9178 h 10211"/>
                <a:gd name="connsiteX12" fmla="*/ 995 w 10000"/>
                <a:gd name="connsiteY12" fmla="*/ 8418 h 10211"/>
                <a:gd name="connsiteX13" fmla="*/ 452 w 10000"/>
                <a:gd name="connsiteY13" fmla="*/ 9241 h 10211"/>
                <a:gd name="connsiteX14" fmla="*/ 0 w 10000"/>
                <a:gd name="connsiteY14" fmla="*/ 8292 h 10211"/>
                <a:gd name="connsiteX0" fmla="*/ 10000 w 10000"/>
                <a:gd name="connsiteY0" fmla="*/ 9241 h 9402"/>
                <a:gd name="connsiteX1" fmla="*/ 9186 w 10000"/>
                <a:gd name="connsiteY1" fmla="*/ 8482 h 9402"/>
                <a:gd name="connsiteX2" fmla="*/ 8371 w 10000"/>
                <a:gd name="connsiteY2" fmla="*/ 9115 h 9402"/>
                <a:gd name="connsiteX3" fmla="*/ 7738 w 10000"/>
                <a:gd name="connsiteY3" fmla="*/ 3672 h 9402"/>
                <a:gd name="connsiteX4" fmla="*/ 7104 w 10000"/>
                <a:gd name="connsiteY4" fmla="*/ 9368 h 9402"/>
                <a:gd name="connsiteX5" fmla="*/ 6561 w 10000"/>
                <a:gd name="connsiteY5" fmla="*/ 7406 h 9402"/>
                <a:gd name="connsiteX6" fmla="*/ 5905 w 10000"/>
                <a:gd name="connsiteY6" fmla="*/ 9399 h 9402"/>
                <a:gd name="connsiteX7" fmla="*/ 5023 w 10000"/>
                <a:gd name="connsiteY7" fmla="*/ 1 h 9402"/>
                <a:gd name="connsiteX8" fmla="*/ 4118 w 10000"/>
                <a:gd name="connsiteY8" fmla="*/ 9241 h 9402"/>
                <a:gd name="connsiteX9" fmla="*/ 2262 w 10000"/>
                <a:gd name="connsiteY9" fmla="*/ 3672 h 9402"/>
                <a:gd name="connsiteX10" fmla="*/ 1674 w 10000"/>
                <a:gd name="connsiteY10" fmla="*/ 9178 h 9402"/>
                <a:gd name="connsiteX11" fmla="*/ 995 w 10000"/>
                <a:gd name="connsiteY11" fmla="*/ 8418 h 9402"/>
                <a:gd name="connsiteX12" fmla="*/ 452 w 10000"/>
                <a:gd name="connsiteY12" fmla="*/ 9241 h 9402"/>
                <a:gd name="connsiteX13" fmla="*/ 0 w 10000"/>
                <a:gd name="connsiteY13" fmla="*/ 8292 h 9402"/>
                <a:gd name="connsiteX0" fmla="*/ 10000 w 10000"/>
                <a:gd name="connsiteY0" fmla="*/ 9829 h 10000"/>
                <a:gd name="connsiteX1" fmla="*/ 9186 w 10000"/>
                <a:gd name="connsiteY1" fmla="*/ 9021 h 10000"/>
                <a:gd name="connsiteX2" fmla="*/ 8371 w 10000"/>
                <a:gd name="connsiteY2" fmla="*/ 9695 h 10000"/>
                <a:gd name="connsiteX3" fmla="*/ 7738 w 10000"/>
                <a:gd name="connsiteY3" fmla="*/ 3906 h 10000"/>
                <a:gd name="connsiteX4" fmla="*/ 7104 w 10000"/>
                <a:gd name="connsiteY4" fmla="*/ 9964 h 10000"/>
                <a:gd name="connsiteX5" fmla="*/ 6561 w 10000"/>
                <a:gd name="connsiteY5" fmla="*/ 7877 h 10000"/>
                <a:gd name="connsiteX6" fmla="*/ 5905 w 10000"/>
                <a:gd name="connsiteY6" fmla="*/ 9997 h 10000"/>
                <a:gd name="connsiteX7" fmla="*/ 5023 w 10000"/>
                <a:gd name="connsiteY7" fmla="*/ 1 h 10000"/>
                <a:gd name="connsiteX8" fmla="*/ 3601 w 10000"/>
                <a:gd name="connsiteY8" fmla="*/ 9690 h 10000"/>
                <a:gd name="connsiteX9" fmla="*/ 2262 w 10000"/>
                <a:gd name="connsiteY9" fmla="*/ 3906 h 10000"/>
                <a:gd name="connsiteX10" fmla="*/ 1674 w 10000"/>
                <a:gd name="connsiteY10" fmla="*/ 9762 h 10000"/>
                <a:gd name="connsiteX11" fmla="*/ 995 w 10000"/>
                <a:gd name="connsiteY11" fmla="*/ 8953 h 10000"/>
                <a:gd name="connsiteX12" fmla="*/ 452 w 10000"/>
                <a:gd name="connsiteY12" fmla="*/ 9829 h 10000"/>
                <a:gd name="connsiteX13" fmla="*/ 0 w 10000"/>
                <a:gd name="connsiteY13" fmla="*/ 8819 h 10000"/>
                <a:gd name="connsiteX0" fmla="*/ 10000 w 10000"/>
                <a:gd name="connsiteY0" fmla="*/ 9829 h 10000"/>
                <a:gd name="connsiteX1" fmla="*/ 9186 w 10000"/>
                <a:gd name="connsiteY1" fmla="*/ 9021 h 10000"/>
                <a:gd name="connsiteX2" fmla="*/ 8371 w 10000"/>
                <a:gd name="connsiteY2" fmla="*/ 9695 h 10000"/>
                <a:gd name="connsiteX3" fmla="*/ 7738 w 10000"/>
                <a:gd name="connsiteY3" fmla="*/ 3906 h 10000"/>
                <a:gd name="connsiteX4" fmla="*/ 7104 w 10000"/>
                <a:gd name="connsiteY4" fmla="*/ 9964 h 10000"/>
                <a:gd name="connsiteX5" fmla="*/ 6561 w 10000"/>
                <a:gd name="connsiteY5" fmla="*/ 7877 h 10000"/>
                <a:gd name="connsiteX6" fmla="*/ 5905 w 10000"/>
                <a:gd name="connsiteY6" fmla="*/ 9997 h 10000"/>
                <a:gd name="connsiteX7" fmla="*/ 5023 w 10000"/>
                <a:gd name="connsiteY7" fmla="*/ 1 h 10000"/>
                <a:gd name="connsiteX8" fmla="*/ 3601 w 10000"/>
                <a:gd name="connsiteY8" fmla="*/ 9690 h 10000"/>
                <a:gd name="connsiteX9" fmla="*/ 2262 w 10000"/>
                <a:gd name="connsiteY9" fmla="*/ 3906 h 10000"/>
                <a:gd name="connsiteX10" fmla="*/ 1674 w 10000"/>
                <a:gd name="connsiteY10" fmla="*/ 9762 h 10000"/>
                <a:gd name="connsiteX11" fmla="*/ 995 w 10000"/>
                <a:gd name="connsiteY11" fmla="*/ 8953 h 10000"/>
                <a:gd name="connsiteX12" fmla="*/ 452 w 10000"/>
                <a:gd name="connsiteY12" fmla="*/ 9829 h 10000"/>
                <a:gd name="connsiteX13" fmla="*/ 0 w 10000"/>
                <a:gd name="connsiteY13" fmla="*/ 8819 h 10000"/>
                <a:gd name="connsiteX0" fmla="*/ 10000 w 10000"/>
                <a:gd name="connsiteY0" fmla="*/ 9829 h 10000"/>
                <a:gd name="connsiteX1" fmla="*/ 9186 w 10000"/>
                <a:gd name="connsiteY1" fmla="*/ 9021 h 10000"/>
                <a:gd name="connsiteX2" fmla="*/ 8371 w 10000"/>
                <a:gd name="connsiteY2" fmla="*/ 9695 h 10000"/>
                <a:gd name="connsiteX3" fmla="*/ 7738 w 10000"/>
                <a:gd name="connsiteY3" fmla="*/ 3906 h 10000"/>
                <a:gd name="connsiteX4" fmla="*/ 7104 w 10000"/>
                <a:gd name="connsiteY4" fmla="*/ 9964 h 10000"/>
                <a:gd name="connsiteX5" fmla="*/ 6561 w 10000"/>
                <a:gd name="connsiteY5" fmla="*/ 7877 h 10000"/>
                <a:gd name="connsiteX6" fmla="*/ 5905 w 10000"/>
                <a:gd name="connsiteY6" fmla="*/ 9997 h 10000"/>
                <a:gd name="connsiteX7" fmla="*/ 5023 w 10000"/>
                <a:gd name="connsiteY7" fmla="*/ 1 h 10000"/>
                <a:gd name="connsiteX8" fmla="*/ 3601 w 10000"/>
                <a:gd name="connsiteY8" fmla="*/ 9690 h 10000"/>
                <a:gd name="connsiteX9" fmla="*/ 2262 w 10000"/>
                <a:gd name="connsiteY9" fmla="*/ 3906 h 10000"/>
                <a:gd name="connsiteX10" fmla="*/ 1674 w 10000"/>
                <a:gd name="connsiteY10" fmla="*/ 9762 h 10000"/>
                <a:gd name="connsiteX11" fmla="*/ 995 w 10000"/>
                <a:gd name="connsiteY11" fmla="*/ 8953 h 10000"/>
                <a:gd name="connsiteX12" fmla="*/ 452 w 10000"/>
                <a:gd name="connsiteY12" fmla="*/ 9829 h 10000"/>
                <a:gd name="connsiteX13" fmla="*/ 0 w 10000"/>
                <a:gd name="connsiteY13" fmla="*/ 8819 h 10000"/>
                <a:gd name="connsiteX0" fmla="*/ 10000 w 10000"/>
                <a:gd name="connsiteY0" fmla="*/ 9829 h 10000"/>
                <a:gd name="connsiteX1" fmla="*/ 9186 w 10000"/>
                <a:gd name="connsiteY1" fmla="*/ 9021 h 10000"/>
                <a:gd name="connsiteX2" fmla="*/ 8371 w 10000"/>
                <a:gd name="connsiteY2" fmla="*/ 9695 h 10000"/>
                <a:gd name="connsiteX3" fmla="*/ 7738 w 10000"/>
                <a:gd name="connsiteY3" fmla="*/ 3906 h 10000"/>
                <a:gd name="connsiteX4" fmla="*/ 7104 w 10000"/>
                <a:gd name="connsiteY4" fmla="*/ 9964 h 10000"/>
                <a:gd name="connsiteX5" fmla="*/ 6561 w 10000"/>
                <a:gd name="connsiteY5" fmla="*/ 7877 h 10000"/>
                <a:gd name="connsiteX6" fmla="*/ 5905 w 10000"/>
                <a:gd name="connsiteY6" fmla="*/ 9997 h 10000"/>
                <a:gd name="connsiteX7" fmla="*/ 5023 w 10000"/>
                <a:gd name="connsiteY7" fmla="*/ 1 h 10000"/>
                <a:gd name="connsiteX8" fmla="*/ 3601 w 10000"/>
                <a:gd name="connsiteY8" fmla="*/ 9690 h 10000"/>
                <a:gd name="connsiteX9" fmla="*/ 2262 w 10000"/>
                <a:gd name="connsiteY9" fmla="*/ 3906 h 10000"/>
                <a:gd name="connsiteX10" fmla="*/ 1674 w 10000"/>
                <a:gd name="connsiteY10" fmla="*/ 9762 h 10000"/>
                <a:gd name="connsiteX11" fmla="*/ 995 w 10000"/>
                <a:gd name="connsiteY11" fmla="*/ 8953 h 10000"/>
                <a:gd name="connsiteX12" fmla="*/ 452 w 10000"/>
                <a:gd name="connsiteY12" fmla="*/ 9829 h 10000"/>
                <a:gd name="connsiteX13" fmla="*/ 0 w 10000"/>
                <a:gd name="connsiteY13" fmla="*/ 8819 h 10000"/>
                <a:gd name="connsiteX0" fmla="*/ 10000 w 10000"/>
                <a:gd name="connsiteY0" fmla="*/ 9829 h 10258"/>
                <a:gd name="connsiteX1" fmla="*/ 9186 w 10000"/>
                <a:gd name="connsiteY1" fmla="*/ 9021 h 10258"/>
                <a:gd name="connsiteX2" fmla="*/ 8371 w 10000"/>
                <a:gd name="connsiteY2" fmla="*/ 9695 h 10258"/>
                <a:gd name="connsiteX3" fmla="*/ 7738 w 10000"/>
                <a:gd name="connsiteY3" fmla="*/ 3906 h 10258"/>
                <a:gd name="connsiteX4" fmla="*/ 7104 w 10000"/>
                <a:gd name="connsiteY4" fmla="*/ 9964 h 10258"/>
                <a:gd name="connsiteX5" fmla="*/ 6561 w 10000"/>
                <a:gd name="connsiteY5" fmla="*/ 7877 h 10258"/>
                <a:gd name="connsiteX6" fmla="*/ 5905 w 10000"/>
                <a:gd name="connsiteY6" fmla="*/ 9997 h 10258"/>
                <a:gd name="connsiteX7" fmla="*/ 5023 w 10000"/>
                <a:gd name="connsiteY7" fmla="*/ 1 h 10258"/>
                <a:gd name="connsiteX8" fmla="*/ 3601 w 10000"/>
                <a:gd name="connsiteY8" fmla="*/ 9690 h 10258"/>
                <a:gd name="connsiteX9" fmla="*/ 2262 w 10000"/>
                <a:gd name="connsiteY9" fmla="*/ 3906 h 10258"/>
                <a:gd name="connsiteX10" fmla="*/ 1674 w 10000"/>
                <a:gd name="connsiteY10" fmla="*/ 9762 h 10258"/>
                <a:gd name="connsiteX11" fmla="*/ 452 w 10000"/>
                <a:gd name="connsiteY11" fmla="*/ 9829 h 10258"/>
                <a:gd name="connsiteX12" fmla="*/ 0 w 10000"/>
                <a:gd name="connsiteY12" fmla="*/ 8819 h 10258"/>
                <a:gd name="connsiteX0" fmla="*/ 10000 w 10000"/>
                <a:gd name="connsiteY0" fmla="*/ 9829 h 9997"/>
                <a:gd name="connsiteX1" fmla="*/ 9186 w 10000"/>
                <a:gd name="connsiteY1" fmla="*/ 9021 h 9997"/>
                <a:gd name="connsiteX2" fmla="*/ 8371 w 10000"/>
                <a:gd name="connsiteY2" fmla="*/ 9695 h 9997"/>
                <a:gd name="connsiteX3" fmla="*/ 7738 w 10000"/>
                <a:gd name="connsiteY3" fmla="*/ 3906 h 9997"/>
                <a:gd name="connsiteX4" fmla="*/ 7104 w 10000"/>
                <a:gd name="connsiteY4" fmla="*/ 9964 h 9997"/>
                <a:gd name="connsiteX5" fmla="*/ 6561 w 10000"/>
                <a:gd name="connsiteY5" fmla="*/ 7877 h 9997"/>
                <a:gd name="connsiteX6" fmla="*/ 5905 w 10000"/>
                <a:gd name="connsiteY6" fmla="*/ 9997 h 9997"/>
                <a:gd name="connsiteX7" fmla="*/ 5023 w 10000"/>
                <a:gd name="connsiteY7" fmla="*/ 1 h 9997"/>
                <a:gd name="connsiteX8" fmla="*/ 3601 w 10000"/>
                <a:gd name="connsiteY8" fmla="*/ 9690 h 9997"/>
                <a:gd name="connsiteX9" fmla="*/ 2262 w 10000"/>
                <a:gd name="connsiteY9" fmla="*/ 3906 h 9997"/>
                <a:gd name="connsiteX10" fmla="*/ 1674 w 10000"/>
                <a:gd name="connsiteY10" fmla="*/ 9762 h 9997"/>
                <a:gd name="connsiteX11" fmla="*/ 0 w 10000"/>
                <a:gd name="connsiteY11" fmla="*/ 8819 h 9997"/>
                <a:gd name="connsiteX0" fmla="*/ 10000 w 10000"/>
                <a:gd name="connsiteY0" fmla="*/ 9832 h 10000"/>
                <a:gd name="connsiteX1" fmla="*/ 9186 w 10000"/>
                <a:gd name="connsiteY1" fmla="*/ 9024 h 10000"/>
                <a:gd name="connsiteX2" fmla="*/ 8371 w 10000"/>
                <a:gd name="connsiteY2" fmla="*/ 9698 h 10000"/>
                <a:gd name="connsiteX3" fmla="*/ 7738 w 10000"/>
                <a:gd name="connsiteY3" fmla="*/ 3907 h 10000"/>
                <a:gd name="connsiteX4" fmla="*/ 7104 w 10000"/>
                <a:gd name="connsiteY4" fmla="*/ 9967 h 10000"/>
                <a:gd name="connsiteX5" fmla="*/ 6561 w 10000"/>
                <a:gd name="connsiteY5" fmla="*/ 7879 h 10000"/>
                <a:gd name="connsiteX6" fmla="*/ 5905 w 10000"/>
                <a:gd name="connsiteY6" fmla="*/ 10000 h 10000"/>
                <a:gd name="connsiteX7" fmla="*/ 5023 w 10000"/>
                <a:gd name="connsiteY7" fmla="*/ 1 h 10000"/>
                <a:gd name="connsiteX8" fmla="*/ 3601 w 10000"/>
                <a:gd name="connsiteY8" fmla="*/ 9693 h 10000"/>
                <a:gd name="connsiteX9" fmla="*/ 2262 w 10000"/>
                <a:gd name="connsiteY9" fmla="*/ 3907 h 10000"/>
                <a:gd name="connsiteX10" fmla="*/ 1239 w 10000"/>
                <a:gd name="connsiteY10" fmla="*/ 9765 h 10000"/>
                <a:gd name="connsiteX11" fmla="*/ 0 w 10000"/>
                <a:gd name="connsiteY11" fmla="*/ 8822 h 10000"/>
                <a:gd name="connsiteX0" fmla="*/ 10000 w 10000"/>
                <a:gd name="connsiteY0" fmla="*/ 9832 h 10000"/>
                <a:gd name="connsiteX1" fmla="*/ 9186 w 10000"/>
                <a:gd name="connsiteY1" fmla="*/ 9024 h 10000"/>
                <a:gd name="connsiteX2" fmla="*/ 8371 w 10000"/>
                <a:gd name="connsiteY2" fmla="*/ 9698 h 10000"/>
                <a:gd name="connsiteX3" fmla="*/ 7738 w 10000"/>
                <a:gd name="connsiteY3" fmla="*/ 3907 h 10000"/>
                <a:gd name="connsiteX4" fmla="*/ 7104 w 10000"/>
                <a:gd name="connsiteY4" fmla="*/ 9967 h 10000"/>
                <a:gd name="connsiteX5" fmla="*/ 6561 w 10000"/>
                <a:gd name="connsiteY5" fmla="*/ 7879 h 10000"/>
                <a:gd name="connsiteX6" fmla="*/ 5905 w 10000"/>
                <a:gd name="connsiteY6" fmla="*/ 10000 h 10000"/>
                <a:gd name="connsiteX7" fmla="*/ 5023 w 10000"/>
                <a:gd name="connsiteY7" fmla="*/ 1 h 10000"/>
                <a:gd name="connsiteX8" fmla="*/ 3601 w 10000"/>
                <a:gd name="connsiteY8" fmla="*/ 9693 h 10000"/>
                <a:gd name="connsiteX9" fmla="*/ 2262 w 10000"/>
                <a:gd name="connsiteY9" fmla="*/ 3907 h 10000"/>
                <a:gd name="connsiteX10" fmla="*/ 1239 w 10000"/>
                <a:gd name="connsiteY10" fmla="*/ 9765 h 10000"/>
                <a:gd name="connsiteX11" fmla="*/ 0 w 10000"/>
                <a:gd name="connsiteY11" fmla="*/ 8822 h 10000"/>
                <a:gd name="connsiteX0" fmla="*/ 10000 w 10000"/>
                <a:gd name="connsiteY0" fmla="*/ 9832 h 11004"/>
                <a:gd name="connsiteX1" fmla="*/ 9186 w 10000"/>
                <a:gd name="connsiteY1" fmla="*/ 9024 h 11004"/>
                <a:gd name="connsiteX2" fmla="*/ 8371 w 10000"/>
                <a:gd name="connsiteY2" fmla="*/ 9698 h 11004"/>
                <a:gd name="connsiteX3" fmla="*/ 7738 w 10000"/>
                <a:gd name="connsiteY3" fmla="*/ 3907 h 11004"/>
                <a:gd name="connsiteX4" fmla="*/ 7104 w 10000"/>
                <a:gd name="connsiteY4" fmla="*/ 9967 h 11004"/>
                <a:gd name="connsiteX5" fmla="*/ 5905 w 10000"/>
                <a:gd name="connsiteY5" fmla="*/ 10000 h 11004"/>
                <a:gd name="connsiteX6" fmla="*/ 5023 w 10000"/>
                <a:gd name="connsiteY6" fmla="*/ 1 h 11004"/>
                <a:gd name="connsiteX7" fmla="*/ 3601 w 10000"/>
                <a:gd name="connsiteY7" fmla="*/ 9693 h 11004"/>
                <a:gd name="connsiteX8" fmla="*/ 2262 w 10000"/>
                <a:gd name="connsiteY8" fmla="*/ 3907 h 11004"/>
                <a:gd name="connsiteX9" fmla="*/ 1239 w 10000"/>
                <a:gd name="connsiteY9" fmla="*/ 9765 h 11004"/>
                <a:gd name="connsiteX10" fmla="*/ 0 w 10000"/>
                <a:gd name="connsiteY10" fmla="*/ 8822 h 11004"/>
                <a:gd name="connsiteX0" fmla="*/ 10000 w 10000"/>
                <a:gd name="connsiteY0" fmla="*/ 9832 h 11004"/>
                <a:gd name="connsiteX1" fmla="*/ 9186 w 10000"/>
                <a:gd name="connsiteY1" fmla="*/ 9024 h 11004"/>
                <a:gd name="connsiteX2" fmla="*/ 8371 w 10000"/>
                <a:gd name="connsiteY2" fmla="*/ 9698 h 11004"/>
                <a:gd name="connsiteX3" fmla="*/ 7738 w 10000"/>
                <a:gd name="connsiteY3" fmla="*/ 3907 h 11004"/>
                <a:gd name="connsiteX4" fmla="*/ 7104 w 10000"/>
                <a:gd name="connsiteY4" fmla="*/ 9967 h 11004"/>
                <a:gd name="connsiteX5" fmla="*/ 5905 w 10000"/>
                <a:gd name="connsiteY5" fmla="*/ 10000 h 11004"/>
                <a:gd name="connsiteX6" fmla="*/ 5023 w 10000"/>
                <a:gd name="connsiteY6" fmla="*/ 1 h 11004"/>
                <a:gd name="connsiteX7" fmla="*/ 3601 w 10000"/>
                <a:gd name="connsiteY7" fmla="*/ 9693 h 11004"/>
                <a:gd name="connsiteX8" fmla="*/ 2262 w 10000"/>
                <a:gd name="connsiteY8" fmla="*/ 3907 h 11004"/>
                <a:gd name="connsiteX9" fmla="*/ 1239 w 10000"/>
                <a:gd name="connsiteY9" fmla="*/ 9765 h 11004"/>
                <a:gd name="connsiteX10" fmla="*/ 0 w 10000"/>
                <a:gd name="connsiteY10" fmla="*/ 8822 h 11004"/>
                <a:gd name="connsiteX0" fmla="*/ 10000 w 10000"/>
                <a:gd name="connsiteY0" fmla="*/ 9832 h 9967"/>
                <a:gd name="connsiteX1" fmla="*/ 9186 w 10000"/>
                <a:gd name="connsiteY1" fmla="*/ 9024 h 9967"/>
                <a:gd name="connsiteX2" fmla="*/ 8371 w 10000"/>
                <a:gd name="connsiteY2" fmla="*/ 9698 h 9967"/>
                <a:gd name="connsiteX3" fmla="*/ 7738 w 10000"/>
                <a:gd name="connsiteY3" fmla="*/ 3907 h 9967"/>
                <a:gd name="connsiteX4" fmla="*/ 7104 w 10000"/>
                <a:gd name="connsiteY4" fmla="*/ 9967 h 9967"/>
                <a:gd name="connsiteX5" fmla="*/ 5023 w 10000"/>
                <a:gd name="connsiteY5" fmla="*/ 1 h 9967"/>
                <a:gd name="connsiteX6" fmla="*/ 3601 w 10000"/>
                <a:gd name="connsiteY6" fmla="*/ 9693 h 9967"/>
                <a:gd name="connsiteX7" fmla="*/ 2262 w 10000"/>
                <a:gd name="connsiteY7" fmla="*/ 3907 h 9967"/>
                <a:gd name="connsiteX8" fmla="*/ 1239 w 10000"/>
                <a:gd name="connsiteY8" fmla="*/ 9765 h 9967"/>
                <a:gd name="connsiteX9" fmla="*/ 0 w 10000"/>
                <a:gd name="connsiteY9" fmla="*/ 8822 h 9967"/>
                <a:gd name="connsiteX0" fmla="*/ 10000 w 10000"/>
                <a:gd name="connsiteY0" fmla="*/ 9865 h 10000"/>
                <a:gd name="connsiteX1" fmla="*/ 9186 w 10000"/>
                <a:gd name="connsiteY1" fmla="*/ 9054 h 10000"/>
                <a:gd name="connsiteX2" fmla="*/ 8371 w 10000"/>
                <a:gd name="connsiteY2" fmla="*/ 9730 h 10000"/>
                <a:gd name="connsiteX3" fmla="*/ 7738 w 10000"/>
                <a:gd name="connsiteY3" fmla="*/ 3920 h 10000"/>
                <a:gd name="connsiteX4" fmla="*/ 6614 w 10000"/>
                <a:gd name="connsiteY4" fmla="*/ 10000 h 10000"/>
                <a:gd name="connsiteX5" fmla="*/ 5023 w 10000"/>
                <a:gd name="connsiteY5" fmla="*/ 1 h 10000"/>
                <a:gd name="connsiteX6" fmla="*/ 3601 w 10000"/>
                <a:gd name="connsiteY6" fmla="*/ 9725 h 10000"/>
                <a:gd name="connsiteX7" fmla="*/ 2262 w 10000"/>
                <a:gd name="connsiteY7" fmla="*/ 3920 h 10000"/>
                <a:gd name="connsiteX8" fmla="*/ 1239 w 10000"/>
                <a:gd name="connsiteY8" fmla="*/ 9797 h 10000"/>
                <a:gd name="connsiteX9" fmla="*/ 0 w 10000"/>
                <a:gd name="connsiteY9" fmla="*/ 8851 h 10000"/>
                <a:gd name="connsiteX0" fmla="*/ 10000 w 10000"/>
                <a:gd name="connsiteY0" fmla="*/ 9865 h 10000"/>
                <a:gd name="connsiteX1" fmla="*/ 9186 w 10000"/>
                <a:gd name="connsiteY1" fmla="*/ 9054 h 10000"/>
                <a:gd name="connsiteX2" fmla="*/ 8371 w 10000"/>
                <a:gd name="connsiteY2" fmla="*/ 9730 h 10000"/>
                <a:gd name="connsiteX3" fmla="*/ 7738 w 10000"/>
                <a:gd name="connsiteY3" fmla="*/ 3920 h 10000"/>
                <a:gd name="connsiteX4" fmla="*/ 6614 w 10000"/>
                <a:gd name="connsiteY4" fmla="*/ 10000 h 10000"/>
                <a:gd name="connsiteX5" fmla="*/ 5023 w 10000"/>
                <a:gd name="connsiteY5" fmla="*/ 1 h 10000"/>
                <a:gd name="connsiteX6" fmla="*/ 3601 w 10000"/>
                <a:gd name="connsiteY6" fmla="*/ 9725 h 10000"/>
                <a:gd name="connsiteX7" fmla="*/ 2262 w 10000"/>
                <a:gd name="connsiteY7" fmla="*/ 3920 h 10000"/>
                <a:gd name="connsiteX8" fmla="*/ 1239 w 10000"/>
                <a:gd name="connsiteY8" fmla="*/ 9797 h 10000"/>
                <a:gd name="connsiteX9" fmla="*/ 0 w 10000"/>
                <a:gd name="connsiteY9" fmla="*/ 8851 h 10000"/>
                <a:gd name="connsiteX0" fmla="*/ 10000 w 10000"/>
                <a:gd name="connsiteY0" fmla="*/ 9865 h 10000"/>
                <a:gd name="connsiteX1" fmla="*/ 9186 w 10000"/>
                <a:gd name="connsiteY1" fmla="*/ 9054 h 10000"/>
                <a:gd name="connsiteX2" fmla="*/ 8371 w 10000"/>
                <a:gd name="connsiteY2" fmla="*/ 9730 h 10000"/>
                <a:gd name="connsiteX3" fmla="*/ 7738 w 10000"/>
                <a:gd name="connsiteY3" fmla="*/ 3920 h 10000"/>
                <a:gd name="connsiteX4" fmla="*/ 6614 w 10000"/>
                <a:gd name="connsiteY4" fmla="*/ 10000 h 10000"/>
                <a:gd name="connsiteX5" fmla="*/ 5023 w 10000"/>
                <a:gd name="connsiteY5" fmla="*/ 1 h 10000"/>
                <a:gd name="connsiteX6" fmla="*/ 3601 w 10000"/>
                <a:gd name="connsiteY6" fmla="*/ 9725 h 10000"/>
                <a:gd name="connsiteX7" fmla="*/ 2262 w 10000"/>
                <a:gd name="connsiteY7" fmla="*/ 3920 h 10000"/>
                <a:gd name="connsiteX8" fmla="*/ 1239 w 10000"/>
                <a:gd name="connsiteY8" fmla="*/ 9797 h 10000"/>
                <a:gd name="connsiteX9" fmla="*/ 0 w 10000"/>
                <a:gd name="connsiteY9" fmla="*/ 8851 h 10000"/>
                <a:gd name="connsiteX0" fmla="*/ 10000 w 10000"/>
                <a:gd name="connsiteY0" fmla="*/ 9865 h 9981"/>
                <a:gd name="connsiteX1" fmla="*/ 9186 w 10000"/>
                <a:gd name="connsiteY1" fmla="*/ 9054 h 9981"/>
                <a:gd name="connsiteX2" fmla="*/ 8371 w 10000"/>
                <a:gd name="connsiteY2" fmla="*/ 9730 h 9981"/>
                <a:gd name="connsiteX3" fmla="*/ 7738 w 10000"/>
                <a:gd name="connsiteY3" fmla="*/ 3920 h 9981"/>
                <a:gd name="connsiteX4" fmla="*/ 6614 w 10000"/>
                <a:gd name="connsiteY4" fmla="*/ 9617 h 9981"/>
                <a:gd name="connsiteX5" fmla="*/ 5023 w 10000"/>
                <a:gd name="connsiteY5" fmla="*/ 1 h 9981"/>
                <a:gd name="connsiteX6" fmla="*/ 3601 w 10000"/>
                <a:gd name="connsiteY6" fmla="*/ 9725 h 9981"/>
                <a:gd name="connsiteX7" fmla="*/ 2262 w 10000"/>
                <a:gd name="connsiteY7" fmla="*/ 3920 h 9981"/>
                <a:gd name="connsiteX8" fmla="*/ 1239 w 10000"/>
                <a:gd name="connsiteY8" fmla="*/ 9797 h 9981"/>
                <a:gd name="connsiteX9" fmla="*/ 0 w 10000"/>
                <a:gd name="connsiteY9" fmla="*/ 8851 h 9981"/>
                <a:gd name="connsiteX0" fmla="*/ 10000 w 10000"/>
                <a:gd name="connsiteY0" fmla="*/ 9884 h 9884"/>
                <a:gd name="connsiteX1" fmla="*/ 9186 w 10000"/>
                <a:gd name="connsiteY1" fmla="*/ 9071 h 9884"/>
                <a:gd name="connsiteX2" fmla="*/ 7738 w 10000"/>
                <a:gd name="connsiteY2" fmla="*/ 3927 h 9884"/>
                <a:gd name="connsiteX3" fmla="*/ 6614 w 10000"/>
                <a:gd name="connsiteY3" fmla="*/ 9635 h 9884"/>
                <a:gd name="connsiteX4" fmla="*/ 5023 w 10000"/>
                <a:gd name="connsiteY4" fmla="*/ 1 h 9884"/>
                <a:gd name="connsiteX5" fmla="*/ 3601 w 10000"/>
                <a:gd name="connsiteY5" fmla="*/ 9744 h 9884"/>
                <a:gd name="connsiteX6" fmla="*/ 2262 w 10000"/>
                <a:gd name="connsiteY6" fmla="*/ 3927 h 9884"/>
                <a:gd name="connsiteX7" fmla="*/ 1239 w 10000"/>
                <a:gd name="connsiteY7" fmla="*/ 9816 h 9884"/>
                <a:gd name="connsiteX8" fmla="*/ 0 w 10000"/>
                <a:gd name="connsiteY8" fmla="*/ 8868 h 9884"/>
                <a:gd name="connsiteX0" fmla="*/ 10000 w 10000"/>
                <a:gd name="connsiteY0" fmla="*/ 9859 h 9975"/>
                <a:gd name="connsiteX1" fmla="*/ 9186 w 10000"/>
                <a:gd name="connsiteY1" fmla="*/ 9177 h 9975"/>
                <a:gd name="connsiteX2" fmla="*/ 7738 w 10000"/>
                <a:gd name="connsiteY2" fmla="*/ 3973 h 9975"/>
                <a:gd name="connsiteX3" fmla="*/ 6614 w 10000"/>
                <a:gd name="connsiteY3" fmla="*/ 9748 h 9975"/>
                <a:gd name="connsiteX4" fmla="*/ 5023 w 10000"/>
                <a:gd name="connsiteY4" fmla="*/ 1 h 9975"/>
                <a:gd name="connsiteX5" fmla="*/ 3601 w 10000"/>
                <a:gd name="connsiteY5" fmla="*/ 9858 h 9975"/>
                <a:gd name="connsiteX6" fmla="*/ 2262 w 10000"/>
                <a:gd name="connsiteY6" fmla="*/ 3973 h 9975"/>
                <a:gd name="connsiteX7" fmla="*/ 1239 w 10000"/>
                <a:gd name="connsiteY7" fmla="*/ 9931 h 9975"/>
                <a:gd name="connsiteX8" fmla="*/ 0 w 10000"/>
                <a:gd name="connsiteY8" fmla="*/ 8972 h 9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9975">
                  <a:moveTo>
                    <a:pt x="10000" y="9859"/>
                  </a:moveTo>
                  <a:cubicBezTo>
                    <a:pt x="9412" y="9379"/>
                    <a:pt x="9563" y="10158"/>
                    <a:pt x="9186" y="9177"/>
                  </a:cubicBezTo>
                  <a:cubicBezTo>
                    <a:pt x="8809" y="8196"/>
                    <a:pt x="8167" y="3878"/>
                    <a:pt x="7738" y="3973"/>
                  </a:cubicBezTo>
                  <a:cubicBezTo>
                    <a:pt x="7445" y="3954"/>
                    <a:pt x="7457" y="9571"/>
                    <a:pt x="6614" y="9748"/>
                  </a:cubicBezTo>
                  <a:cubicBezTo>
                    <a:pt x="5672" y="9686"/>
                    <a:pt x="5607" y="48"/>
                    <a:pt x="5023" y="1"/>
                  </a:cubicBezTo>
                  <a:cubicBezTo>
                    <a:pt x="4729" y="-33"/>
                    <a:pt x="4503" y="10005"/>
                    <a:pt x="3601" y="9858"/>
                  </a:cubicBezTo>
                  <a:cubicBezTo>
                    <a:pt x="3087" y="10238"/>
                    <a:pt x="2656" y="3961"/>
                    <a:pt x="2262" y="3973"/>
                  </a:cubicBezTo>
                  <a:cubicBezTo>
                    <a:pt x="1868" y="3985"/>
                    <a:pt x="1834" y="9662"/>
                    <a:pt x="1239" y="9931"/>
                  </a:cubicBezTo>
                  <a:cubicBezTo>
                    <a:pt x="644" y="10199"/>
                    <a:pt x="349" y="9171"/>
                    <a:pt x="0" y="8972"/>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25" name="Freeform 79">
              <a:extLst>
                <a:ext uri="{FF2B5EF4-FFF2-40B4-BE49-F238E27FC236}">
                  <a16:creationId xmlns:a16="http://schemas.microsoft.com/office/drawing/2014/main" id="{78A2FADF-6F0D-4CF0-B954-3F2A211C6F07}"/>
                </a:ext>
              </a:extLst>
            </p:cNvPr>
            <p:cNvSpPr>
              <a:spLocks/>
            </p:cNvSpPr>
            <p:nvPr/>
          </p:nvSpPr>
          <p:spPr bwMode="auto">
            <a:xfrm>
              <a:off x="3134" y="1041"/>
              <a:ext cx="444" cy="305"/>
            </a:xfrm>
            <a:custGeom>
              <a:avLst/>
              <a:gdLst>
                <a:gd name="T0" fmla="*/ 0 w 444"/>
                <a:gd name="T1" fmla="*/ 289 h 309"/>
                <a:gd name="T2" fmla="*/ 44 w 444"/>
                <a:gd name="T3" fmla="*/ 261 h 309"/>
                <a:gd name="T4" fmla="*/ 72 w 444"/>
                <a:gd name="T5" fmla="*/ 285 h 309"/>
                <a:gd name="T6" fmla="*/ 108 w 444"/>
                <a:gd name="T7" fmla="*/ 117 h 309"/>
                <a:gd name="T8" fmla="*/ 124 w 444"/>
                <a:gd name="T9" fmla="*/ 287 h 309"/>
                <a:gd name="T10" fmla="*/ 144 w 444"/>
                <a:gd name="T11" fmla="*/ 229 h 309"/>
                <a:gd name="T12" fmla="*/ 178 w 444"/>
                <a:gd name="T13" fmla="*/ 285 h 309"/>
                <a:gd name="T14" fmla="*/ 224 w 444"/>
                <a:gd name="T15" fmla="*/ 1 h 309"/>
                <a:gd name="T16" fmla="*/ 272 w 444"/>
                <a:gd name="T17" fmla="*/ 289 h 309"/>
                <a:gd name="T18" fmla="*/ 300 w 444"/>
                <a:gd name="T19" fmla="*/ 239 h 309"/>
                <a:gd name="T20" fmla="*/ 328 w 444"/>
                <a:gd name="T21" fmla="*/ 285 h 309"/>
                <a:gd name="T22" fmla="*/ 350 w 444"/>
                <a:gd name="T23" fmla="*/ 105 h 309"/>
                <a:gd name="T24" fmla="*/ 374 w 444"/>
                <a:gd name="T25" fmla="*/ 281 h 309"/>
                <a:gd name="T26" fmla="*/ 406 w 444"/>
                <a:gd name="T27" fmla="*/ 257 h 309"/>
                <a:gd name="T28" fmla="*/ 428 w 444"/>
                <a:gd name="T29" fmla="*/ 281 h 309"/>
                <a:gd name="T30" fmla="*/ 444 w 444"/>
                <a:gd name="T31" fmla="*/ 251 h 30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444"/>
                <a:gd name="T49" fmla="*/ 0 h 309"/>
                <a:gd name="T50" fmla="*/ 444 w 444"/>
                <a:gd name="T51" fmla="*/ 309 h 309"/>
                <a:gd name="connsiteX0" fmla="*/ 0 w 10000"/>
                <a:gd name="connsiteY0" fmla="*/ 9322 h 9406"/>
                <a:gd name="connsiteX1" fmla="*/ 991 w 10000"/>
                <a:gd name="connsiteY1" fmla="*/ 8416 h 9406"/>
                <a:gd name="connsiteX2" fmla="*/ 1622 w 10000"/>
                <a:gd name="connsiteY2" fmla="*/ 9192 h 9406"/>
                <a:gd name="connsiteX3" fmla="*/ 2432 w 10000"/>
                <a:gd name="connsiteY3" fmla="*/ 3755 h 9406"/>
                <a:gd name="connsiteX4" fmla="*/ 2793 w 10000"/>
                <a:gd name="connsiteY4" fmla="*/ 9257 h 9406"/>
                <a:gd name="connsiteX5" fmla="*/ 3243 w 10000"/>
                <a:gd name="connsiteY5" fmla="*/ 7380 h 9406"/>
                <a:gd name="connsiteX6" fmla="*/ 4009 w 10000"/>
                <a:gd name="connsiteY6" fmla="*/ 9192 h 9406"/>
                <a:gd name="connsiteX7" fmla="*/ 5045 w 10000"/>
                <a:gd name="connsiteY7" fmla="*/ 1 h 9406"/>
                <a:gd name="connsiteX8" fmla="*/ 6126 w 10000"/>
                <a:gd name="connsiteY8" fmla="*/ 9322 h 9406"/>
                <a:gd name="connsiteX9" fmla="*/ 6757 w 10000"/>
                <a:gd name="connsiteY9" fmla="*/ 7704 h 9406"/>
                <a:gd name="connsiteX10" fmla="*/ 7387 w 10000"/>
                <a:gd name="connsiteY10" fmla="*/ 9192 h 9406"/>
                <a:gd name="connsiteX11" fmla="*/ 7883 w 10000"/>
                <a:gd name="connsiteY11" fmla="*/ 3367 h 9406"/>
                <a:gd name="connsiteX12" fmla="*/ 8423 w 10000"/>
                <a:gd name="connsiteY12" fmla="*/ 9063 h 9406"/>
                <a:gd name="connsiteX13" fmla="*/ 9144 w 10000"/>
                <a:gd name="connsiteY13" fmla="*/ 8286 h 9406"/>
                <a:gd name="connsiteX14" fmla="*/ 9640 w 10000"/>
                <a:gd name="connsiteY14" fmla="*/ 9063 h 9406"/>
                <a:gd name="connsiteX15" fmla="*/ 10000 w 10000"/>
                <a:gd name="connsiteY15" fmla="*/ 8092 h 9406"/>
                <a:gd name="connsiteX0" fmla="*/ 0 w 10000"/>
                <a:gd name="connsiteY0" fmla="*/ 9911 h 10793"/>
                <a:gd name="connsiteX1" fmla="*/ 991 w 10000"/>
                <a:gd name="connsiteY1" fmla="*/ 8947 h 10793"/>
                <a:gd name="connsiteX2" fmla="*/ 1622 w 10000"/>
                <a:gd name="connsiteY2" fmla="*/ 9772 h 10793"/>
                <a:gd name="connsiteX3" fmla="*/ 2432 w 10000"/>
                <a:gd name="connsiteY3" fmla="*/ 3992 h 10793"/>
                <a:gd name="connsiteX4" fmla="*/ 2793 w 10000"/>
                <a:gd name="connsiteY4" fmla="*/ 9842 h 10793"/>
                <a:gd name="connsiteX5" fmla="*/ 4009 w 10000"/>
                <a:gd name="connsiteY5" fmla="*/ 9772 h 10793"/>
                <a:gd name="connsiteX6" fmla="*/ 5045 w 10000"/>
                <a:gd name="connsiteY6" fmla="*/ 1 h 10793"/>
                <a:gd name="connsiteX7" fmla="*/ 6126 w 10000"/>
                <a:gd name="connsiteY7" fmla="*/ 9911 h 10793"/>
                <a:gd name="connsiteX8" fmla="*/ 6757 w 10000"/>
                <a:gd name="connsiteY8" fmla="*/ 8191 h 10793"/>
                <a:gd name="connsiteX9" fmla="*/ 7387 w 10000"/>
                <a:gd name="connsiteY9" fmla="*/ 9772 h 10793"/>
                <a:gd name="connsiteX10" fmla="*/ 7883 w 10000"/>
                <a:gd name="connsiteY10" fmla="*/ 3580 h 10793"/>
                <a:gd name="connsiteX11" fmla="*/ 8423 w 10000"/>
                <a:gd name="connsiteY11" fmla="*/ 9635 h 10793"/>
                <a:gd name="connsiteX12" fmla="*/ 9144 w 10000"/>
                <a:gd name="connsiteY12" fmla="*/ 8809 h 10793"/>
                <a:gd name="connsiteX13" fmla="*/ 9640 w 10000"/>
                <a:gd name="connsiteY13" fmla="*/ 9635 h 10793"/>
                <a:gd name="connsiteX14" fmla="*/ 10000 w 10000"/>
                <a:gd name="connsiteY14" fmla="*/ 8603 h 10793"/>
                <a:gd name="connsiteX0" fmla="*/ 0 w 10000"/>
                <a:gd name="connsiteY0" fmla="*/ 9911 h 10793"/>
                <a:gd name="connsiteX1" fmla="*/ 991 w 10000"/>
                <a:gd name="connsiteY1" fmla="*/ 8947 h 10793"/>
                <a:gd name="connsiteX2" fmla="*/ 1622 w 10000"/>
                <a:gd name="connsiteY2" fmla="*/ 9772 h 10793"/>
                <a:gd name="connsiteX3" fmla="*/ 2432 w 10000"/>
                <a:gd name="connsiteY3" fmla="*/ 3992 h 10793"/>
                <a:gd name="connsiteX4" fmla="*/ 2793 w 10000"/>
                <a:gd name="connsiteY4" fmla="*/ 9842 h 10793"/>
                <a:gd name="connsiteX5" fmla="*/ 4009 w 10000"/>
                <a:gd name="connsiteY5" fmla="*/ 9772 h 10793"/>
                <a:gd name="connsiteX6" fmla="*/ 5045 w 10000"/>
                <a:gd name="connsiteY6" fmla="*/ 1 h 10793"/>
                <a:gd name="connsiteX7" fmla="*/ 6126 w 10000"/>
                <a:gd name="connsiteY7" fmla="*/ 9911 h 10793"/>
                <a:gd name="connsiteX8" fmla="*/ 6757 w 10000"/>
                <a:gd name="connsiteY8" fmla="*/ 8191 h 10793"/>
                <a:gd name="connsiteX9" fmla="*/ 7387 w 10000"/>
                <a:gd name="connsiteY9" fmla="*/ 9772 h 10793"/>
                <a:gd name="connsiteX10" fmla="*/ 7883 w 10000"/>
                <a:gd name="connsiteY10" fmla="*/ 3580 h 10793"/>
                <a:gd name="connsiteX11" fmla="*/ 8423 w 10000"/>
                <a:gd name="connsiteY11" fmla="*/ 9635 h 10793"/>
                <a:gd name="connsiteX12" fmla="*/ 9144 w 10000"/>
                <a:gd name="connsiteY12" fmla="*/ 8809 h 10793"/>
                <a:gd name="connsiteX13" fmla="*/ 9640 w 10000"/>
                <a:gd name="connsiteY13" fmla="*/ 9635 h 10793"/>
                <a:gd name="connsiteX14" fmla="*/ 10000 w 10000"/>
                <a:gd name="connsiteY14" fmla="*/ 8603 h 10793"/>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4009 w 10000"/>
                <a:gd name="connsiteY4" fmla="*/ 9772 h 10000"/>
                <a:gd name="connsiteX5" fmla="*/ 5045 w 10000"/>
                <a:gd name="connsiteY5" fmla="*/ 1 h 10000"/>
                <a:gd name="connsiteX6" fmla="*/ 6126 w 10000"/>
                <a:gd name="connsiteY6" fmla="*/ 9911 h 10000"/>
                <a:gd name="connsiteX7" fmla="*/ 6757 w 10000"/>
                <a:gd name="connsiteY7" fmla="*/ 8191 h 10000"/>
                <a:gd name="connsiteX8" fmla="*/ 7387 w 10000"/>
                <a:gd name="connsiteY8" fmla="*/ 9772 h 10000"/>
                <a:gd name="connsiteX9" fmla="*/ 7883 w 10000"/>
                <a:gd name="connsiteY9" fmla="*/ 3580 h 10000"/>
                <a:gd name="connsiteX10" fmla="*/ 8423 w 10000"/>
                <a:gd name="connsiteY10" fmla="*/ 9635 h 10000"/>
                <a:gd name="connsiteX11" fmla="*/ 9144 w 10000"/>
                <a:gd name="connsiteY11" fmla="*/ 8809 h 10000"/>
                <a:gd name="connsiteX12" fmla="*/ 9640 w 10000"/>
                <a:gd name="connsiteY12" fmla="*/ 9635 h 10000"/>
                <a:gd name="connsiteX13" fmla="*/ 10000 w 10000"/>
                <a:gd name="connsiteY13"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126 w 10000"/>
                <a:gd name="connsiteY6" fmla="*/ 9911 h 10000"/>
                <a:gd name="connsiteX7" fmla="*/ 6757 w 10000"/>
                <a:gd name="connsiteY7" fmla="*/ 8191 h 10000"/>
                <a:gd name="connsiteX8" fmla="*/ 7387 w 10000"/>
                <a:gd name="connsiteY8" fmla="*/ 9772 h 10000"/>
                <a:gd name="connsiteX9" fmla="*/ 7883 w 10000"/>
                <a:gd name="connsiteY9" fmla="*/ 3580 h 10000"/>
                <a:gd name="connsiteX10" fmla="*/ 8423 w 10000"/>
                <a:gd name="connsiteY10" fmla="*/ 9635 h 10000"/>
                <a:gd name="connsiteX11" fmla="*/ 9144 w 10000"/>
                <a:gd name="connsiteY11" fmla="*/ 8809 h 10000"/>
                <a:gd name="connsiteX12" fmla="*/ 9640 w 10000"/>
                <a:gd name="connsiteY12" fmla="*/ 9635 h 10000"/>
                <a:gd name="connsiteX13" fmla="*/ 10000 w 10000"/>
                <a:gd name="connsiteY13"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126 w 10000"/>
                <a:gd name="connsiteY6" fmla="*/ 9911 h 10000"/>
                <a:gd name="connsiteX7" fmla="*/ 6757 w 10000"/>
                <a:gd name="connsiteY7" fmla="*/ 8191 h 10000"/>
                <a:gd name="connsiteX8" fmla="*/ 7387 w 10000"/>
                <a:gd name="connsiteY8" fmla="*/ 9772 h 10000"/>
                <a:gd name="connsiteX9" fmla="*/ 7883 w 10000"/>
                <a:gd name="connsiteY9" fmla="*/ 3580 h 10000"/>
                <a:gd name="connsiteX10" fmla="*/ 8423 w 10000"/>
                <a:gd name="connsiteY10" fmla="*/ 9635 h 10000"/>
                <a:gd name="connsiteX11" fmla="*/ 9144 w 10000"/>
                <a:gd name="connsiteY11" fmla="*/ 8809 h 10000"/>
                <a:gd name="connsiteX12" fmla="*/ 9640 w 10000"/>
                <a:gd name="connsiteY12" fmla="*/ 9635 h 10000"/>
                <a:gd name="connsiteX13" fmla="*/ 10000 w 10000"/>
                <a:gd name="connsiteY13"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126 w 10000"/>
                <a:gd name="connsiteY6" fmla="*/ 9911 h 10000"/>
                <a:gd name="connsiteX7" fmla="*/ 6757 w 10000"/>
                <a:gd name="connsiteY7" fmla="*/ 8191 h 10000"/>
                <a:gd name="connsiteX8" fmla="*/ 7387 w 10000"/>
                <a:gd name="connsiteY8" fmla="*/ 9772 h 10000"/>
                <a:gd name="connsiteX9" fmla="*/ 7883 w 10000"/>
                <a:gd name="connsiteY9" fmla="*/ 3580 h 10000"/>
                <a:gd name="connsiteX10" fmla="*/ 8423 w 10000"/>
                <a:gd name="connsiteY10" fmla="*/ 9635 h 10000"/>
                <a:gd name="connsiteX11" fmla="*/ 9144 w 10000"/>
                <a:gd name="connsiteY11" fmla="*/ 8809 h 10000"/>
                <a:gd name="connsiteX12" fmla="*/ 9640 w 10000"/>
                <a:gd name="connsiteY12" fmla="*/ 9635 h 10000"/>
                <a:gd name="connsiteX13" fmla="*/ 10000 w 10000"/>
                <a:gd name="connsiteY13" fmla="*/ 8603 h 10000"/>
                <a:gd name="connsiteX0" fmla="*/ 0 w 10000"/>
                <a:gd name="connsiteY0" fmla="*/ 9911 h 10872"/>
                <a:gd name="connsiteX1" fmla="*/ 991 w 10000"/>
                <a:gd name="connsiteY1" fmla="*/ 8947 h 10872"/>
                <a:gd name="connsiteX2" fmla="*/ 1622 w 10000"/>
                <a:gd name="connsiteY2" fmla="*/ 9772 h 10872"/>
                <a:gd name="connsiteX3" fmla="*/ 2432 w 10000"/>
                <a:gd name="connsiteY3" fmla="*/ 3992 h 10872"/>
                <a:gd name="connsiteX4" fmla="*/ 3792 w 10000"/>
                <a:gd name="connsiteY4" fmla="*/ 9701 h 10872"/>
                <a:gd name="connsiteX5" fmla="*/ 5045 w 10000"/>
                <a:gd name="connsiteY5" fmla="*/ 1 h 10872"/>
                <a:gd name="connsiteX6" fmla="*/ 6126 w 10000"/>
                <a:gd name="connsiteY6" fmla="*/ 9911 h 10872"/>
                <a:gd name="connsiteX7" fmla="*/ 7387 w 10000"/>
                <a:gd name="connsiteY7" fmla="*/ 9772 h 10872"/>
                <a:gd name="connsiteX8" fmla="*/ 7883 w 10000"/>
                <a:gd name="connsiteY8" fmla="*/ 3580 h 10872"/>
                <a:gd name="connsiteX9" fmla="*/ 8423 w 10000"/>
                <a:gd name="connsiteY9" fmla="*/ 9635 h 10872"/>
                <a:gd name="connsiteX10" fmla="*/ 9144 w 10000"/>
                <a:gd name="connsiteY10" fmla="*/ 8809 h 10872"/>
                <a:gd name="connsiteX11" fmla="*/ 9640 w 10000"/>
                <a:gd name="connsiteY11" fmla="*/ 9635 h 10872"/>
                <a:gd name="connsiteX12" fmla="*/ 10000 w 10000"/>
                <a:gd name="connsiteY12" fmla="*/ 8603 h 10872"/>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7387 w 10000"/>
                <a:gd name="connsiteY6" fmla="*/ 9772 h 10000"/>
                <a:gd name="connsiteX7" fmla="*/ 7883 w 10000"/>
                <a:gd name="connsiteY7" fmla="*/ 3580 h 10000"/>
                <a:gd name="connsiteX8" fmla="*/ 8423 w 10000"/>
                <a:gd name="connsiteY8" fmla="*/ 9635 h 10000"/>
                <a:gd name="connsiteX9" fmla="*/ 9144 w 10000"/>
                <a:gd name="connsiteY9" fmla="*/ 8809 h 10000"/>
                <a:gd name="connsiteX10" fmla="*/ 9640 w 10000"/>
                <a:gd name="connsiteY10" fmla="*/ 9635 h 10000"/>
                <a:gd name="connsiteX11" fmla="*/ 10000 w 10000"/>
                <a:gd name="connsiteY11"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683 w 10000"/>
                <a:gd name="connsiteY6" fmla="*/ 9595 h 10000"/>
                <a:gd name="connsiteX7" fmla="*/ 7883 w 10000"/>
                <a:gd name="connsiteY7" fmla="*/ 3580 h 10000"/>
                <a:gd name="connsiteX8" fmla="*/ 8423 w 10000"/>
                <a:gd name="connsiteY8" fmla="*/ 9635 h 10000"/>
                <a:gd name="connsiteX9" fmla="*/ 9144 w 10000"/>
                <a:gd name="connsiteY9" fmla="*/ 8809 h 10000"/>
                <a:gd name="connsiteX10" fmla="*/ 9640 w 10000"/>
                <a:gd name="connsiteY10" fmla="*/ 9635 h 10000"/>
                <a:gd name="connsiteX11" fmla="*/ 10000 w 10000"/>
                <a:gd name="connsiteY11"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683 w 10000"/>
                <a:gd name="connsiteY6" fmla="*/ 9595 h 10000"/>
                <a:gd name="connsiteX7" fmla="*/ 7883 w 10000"/>
                <a:gd name="connsiteY7" fmla="*/ 3580 h 10000"/>
                <a:gd name="connsiteX8" fmla="*/ 8423 w 10000"/>
                <a:gd name="connsiteY8" fmla="*/ 9635 h 10000"/>
                <a:gd name="connsiteX9" fmla="*/ 9144 w 10000"/>
                <a:gd name="connsiteY9" fmla="*/ 8809 h 10000"/>
                <a:gd name="connsiteX10" fmla="*/ 9640 w 10000"/>
                <a:gd name="connsiteY10" fmla="*/ 9635 h 10000"/>
                <a:gd name="connsiteX11" fmla="*/ 10000 w 10000"/>
                <a:gd name="connsiteY11" fmla="*/ 8603 h 10000"/>
                <a:gd name="connsiteX0" fmla="*/ 0 w 10000"/>
                <a:gd name="connsiteY0" fmla="*/ 9911 h 10124"/>
                <a:gd name="connsiteX1" fmla="*/ 991 w 10000"/>
                <a:gd name="connsiteY1" fmla="*/ 8947 h 10124"/>
                <a:gd name="connsiteX2" fmla="*/ 1622 w 10000"/>
                <a:gd name="connsiteY2" fmla="*/ 9772 h 10124"/>
                <a:gd name="connsiteX3" fmla="*/ 2432 w 10000"/>
                <a:gd name="connsiteY3" fmla="*/ 3992 h 10124"/>
                <a:gd name="connsiteX4" fmla="*/ 3792 w 10000"/>
                <a:gd name="connsiteY4" fmla="*/ 9701 h 10124"/>
                <a:gd name="connsiteX5" fmla="*/ 5045 w 10000"/>
                <a:gd name="connsiteY5" fmla="*/ 1 h 10124"/>
                <a:gd name="connsiteX6" fmla="*/ 6683 w 10000"/>
                <a:gd name="connsiteY6" fmla="*/ 9595 h 10124"/>
                <a:gd name="connsiteX7" fmla="*/ 7883 w 10000"/>
                <a:gd name="connsiteY7" fmla="*/ 3580 h 10124"/>
                <a:gd name="connsiteX8" fmla="*/ 8423 w 10000"/>
                <a:gd name="connsiteY8" fmla="*/ 9635 h 10124"/>
                <a:gd name="connsiteX9" fmla="*/ 9640 w 10000"/>
                <a:gd name="connsiteY9" fmla="*/ 9635 h 10124"/>
                <a:gd name="connsiteX10" fmla="*/ 10000 w 10000"/>
                <a:gd name="connsiteY10" fmla="*/ 8603 h 10124"/>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683 w 10000"/>
                <a:gd name="connsiteY6" fmla="*/ 9595 h 10000"/>
                <a:gd name="connsiteX7" fmla="*/ 7883 w 10000"/>
                <a:gd name="connsiteY7" fmla="*/ 3580 h 10000"/>
                <a:gd name="connsiteX8" fmla="*/ 9640 w 10000"/>
                <a:gd name="connsiteY8" fmla="*/ 9635 h 10000"/>
                <a:gd name="connsiteX9" fmla="*/ 10000 w 10000"/>
                <a:gd name="connsiteY9"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683 w 10000"/>
                <a:gd name="connsiteY6" fmla="*/ 9595 h 10000"/>
                <a:gd name="connsiteX7" fmla="*/ 7883 w 10000"/>
                <a:gd name="connsiteY7" fmla="*/ 3580 h 10000"/>
                <a:gd name="connsiteX8" fmla="*/ 9315 w 10000"/>
                <a:gd name="connsiteY8" fmla="*/ 9670 h 10000"/>
                <a:gd name="connsiteX9" fmla="*/ 10000 w 10000"/>
                <a:gd name="connsiteY9"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683 w 10000"/>
                <a:gd name="connsiteY6" fmla="*/ 9595 h 10000"/>
                <a:gd name="connsiteX7" fmla="*/ 7883 w 10000"/>
                <a:gd name="connsiteY7" fmla="*/ 3580 h 10000"/>
                <a:gd name="connsiteX8" fmla="*/ 9315 w 10000"/>
                <a:gd name="connsiteY8" fmla="*/ 9670 h 10000"/>
                <a:gd name="connsiteX9" fmla="*/ 10000 w 10000"/>
                <a:gd name="connsiteY9"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683 w 10000"/>
                <a:gd name="connsiteY6" fmla="*/ 9595 h 10000"/>
                <a:gd name="connsiteX7" fmla="*/ 7883 w 10000"/>
                <a:gd name="connsiteY7" fmla="*/ 3580 h 10000"/>
                <a:gd name="connsiteX8" fmla="*/ 9315 w 10000"/>
                <a:gd name="connsiteY8" fmla="*/ 9670 h 10000"/>
                <a:gd name="connsiteX9" fmla="*/ 10000 w 10000"/>
                <a:gd name="connsiteY9" fmla="*/ 8603 h 10000"/>
                <a:gd name="connsiteX0" fmla="*/ 0 w 10000"/>
                <a:gd name="connsiteY0" fmla="*/ 9911 h 10000"/>
                <a:gd name="connsiteX1" fmla="*/ 991 w 10000"/>
                <a:gd name="connsiteY1" fmla="*/ 8947 h 10000"/>
                <a:gd name="connsiteX2" fmla="*/ 1622 w 10000"/>
                <a:gd name="connsiteY2" fmla="*/ 9772 h 10000"/>
                <a:gd name="connsiteX3" fmla="*/ 2432 w 10000"/>
                <a:gd name="connsiteY3" fmla="*/ 3992 h 10000"/>
                <a:gd name="connsiteX4" fmla="*/ 3792 w 10000"/>
                <a:gd name="connsiteY4" fmla="*/ 9701 h 10000"/>
                <a:gd name="connsiteX5" fmla="*/ 5045 w 10000"/>
                <a:gd name="connsiteY5" fmla="*/ 1 h 10000"/>
                <a:gd name="connsiteX6" fmla="*/ 6683 w 10000"/>
                <a:gd name="connsiteY6" fmla="*/ 9595 h 10000"/>
                <a:gd name="connsiteX7" fmla="*/ 7883 w 10000"/>
                <a:gd name="connsiteY7" fmla="*/ 3580 h 10000"/>
                <a:gd name="connsiteX8" fmla="*/ 9315 w 10000"/>
                <a:gd name="connsiteY8" fmla="*/ 9670 h 10000"/>
                <a:gd name="connsiteX9" fmla="*/ 10000 w 10000"/>
                <a:gd name="connsiteY9" fmla="*/ 8603 h 10000"/>
                <a:gd name="connsiteX0" fmla="*/ 0 w 10000"/>
                <a:gd name="connsiteY0" fmla="*/ 9911 h 10242"/>
                <a:gd name="connsiteX1" fmla="*/ 1622 w 10000"/>
                <a:gd name="connsiteY1" fmla="*/ 9772 h 10242"/>
                <a:gd name="connsiteX2" fmla="*/ 2432 w 10000"/>
                <a:gd name="connsiteY2" fmla="*/ 3992 h 10242"/>
                <a:gd name="connsiteX3" fmla="*/ 3792 w 10000"/>
                <a:gd name="connsiteY3" fmla="*/ 9701 h 10242"/>
                <a:gd name="connsiteX4" fmla="*/ 5045 w 10000"/>
                <a:gd name="connsiteY4" fmla="*/ 1 h 10242"/>
                <a:gd name="connsiteX5" fmla="*/ 6683 w 10000"/>
                <a:gd name="connsiteY5" fmla="*/ 9595 h 10242"/>
                <a:gd name="connsiteX6" fmla="*/ 7883 w 10000"/>
                <a:gd name="connsiteY6" fmla="*/ 3580 h 10242"/>
                <a:gd name="connsiteX7" fmla="*/ 9315 w 10000"/>
                <a:gd name="connsiteY7" fmla="*/ 9670 h 10242"/>
                <a:gd name="connsiteX8" fmla="*/ 10000 w 10000"/>
                <a:gd name="connsiteY8" fmla="*/ 8603 h 10242"/>
                <a:gd name="connsiteX0" fmla="*/ 0 w 10000"/>
                <a:gd name="connsiteY0" fmla="*/ 9911 h 10124"/>
                <a:gd name="connsiteX1" fmla="*/ 1405 w 10000"/>
                <a:gd name="connsiteY1" fmla="*/ 9595 h 10124"/>
                <a:gd name="connsiteX2" fmla="*/ 2432 w 10000"/>
                <a:gd name="connsiteY2" fmla="*/ 3992 h 10124"/>
                <a:gd name="connsiteX3" fmla="*/ 3792 w 10000"/>
                <a:gd name="connsiteY3" fmla="*/ 9701 h 10124"/>
                <a:gd name="connsiteX4" fmla="*/ 5045 w 10000"/>
                <a:gd name="connsiteY4" fmla="*/ 1 h 10124"/>
                <a:gd name="connsiteX5" fmla="*/ 6683 w 10000"/>
                <a:gd name="connsiteY5" fmla="*/ 9595 h 10124"/>
                <a:gd name="connsiteX6" fmla="*/ 7883 w 10000"/>
                <a:gd name="connsiteY6" fmla="*/ 3580 h 10124"/>
                <a:gd name="connsiteX7" fmla="*/ 9315 w 10000"/>
                <a:gd name="connsiteY7" fmla="*/ 9670 h 10124"/>
                <a:gd name="connsiteX8" fmla="*/ 10000 w 10000"/>
                <a:gd name="connsiteY8" fmla="*/ 8603 h 10124"/>
                <a:gd name="connsiteX0" fmla="*/ 0 w 10000"/>
                <a:gd name="connsiteY0" fmla="*/ 9911 h 10124"/>
                <a:gd name="connsiteX1" fmla="*/ 1405 w 10000"/>
                <a:gd name="connsiteY1" fmla="*/ 9595 h 10124"/>
                <a:gd name="connsiteX2" fmla="*/ 2432 w 10000"/>
                <a:gd name="connsiteY2" fmla="*/ 3992 h 10124"/>
                <a:gd name="connsiteX3" fmla="*/ 3792 w 10000"/>
                <a:gd name="connsiteY3" fmla="*/ 9701 h 10124"/>
                <a:gd name="connsiteX4" fmla="*/ 5045 w 10000"/>
                <a:gd name="connsiteY4" fmla="*/ 1 h 10124"/>
                <a:gd name="connsiteX5" fmla="*/ 6683 w 10000"/>
                <a:gd name="connsiteY5" fmla="*/ 9595 h 10124"/>
                <a:gd name="connsiteX6" fmla="*/ 7883 w 10000"/>
                <a:gd name="connsiteY6" fmla="*/ 3580 h 10124"/>
                <a:gd name="connsiteX7" fmla="*/ 9315 w 10000"/>
                <a:gd name="connsiteY7" fmla="*/ 9670 h 10124"/>
                <a:gd name="connsiteX8" fmla="*/ 10000 w 10000"/>
                <a:gd name="connsiteY8" fmla="*/ 8603 h 10124"/>
                <a:gd name="connsiteX0" fmla="*/ 0 w 10000"/>
                <a:gd name="connsiteY0" fmla="*/ 9628 h 10035"/>
                <a:gd name="connsiteX1" fmla="*/ 1405 w 10000"/>
                <a:gd name="connsiteY1" fmla="*/ 9595 h 10035"/>
                <a:gd name="connsiteX2" fmla="*/ 2432 w 10000"/>
                <a:gd name="connsiteY2" fmla="*/ 3992 h 10035"/>
                <a:gd name="connsiteX3" fmla="*/ 3792 w 10000"/>
                <a:gd name="connsiteY3" fmla="*/ 9701 h 10035"/>
                <a:gd name="connsiteX4" fmla="*/ 5045 w 10000"/>
                <a:gd name="connsiteY4" fmla="*/ 1 h 10035"/>
                <a:gd name="connsiteX5" fmla="*/ 6683 w 10000"/>
                <a:gd name="connsiteY5" fmla="*/ 9595 h 10035"/>
                <a:gd name="connsiteX6" fmla="*/ 7883 w 10000"/>
                <a:gd name="connsiteY6" fmla="*/ 3580 h 10035"/>
                <a:gd name="connsiteX7" fmla="*/ 9315 w 10000"/>
                <a:gd name="connsiteY7" fmla="*/ 9670 h 10035"/>
                <a:gd name="connsiteX8" fmla="*/ 10000 w 10000"/>
                <a:gd name="connsiteY8" fmla="*/ 8603 h 10035"/>
                <a:gd name="connsiteX0" fmla="*/ 0 w 10000"/>
                <a:gd name="connsiteY0" fmla="*/ 9628 h 10035"/>
                <a:gd name="connsiteX1" fmla="*/ 1378 w 10000"/>
                <a:gd name="connsiteY1" fmla="*/ 9595 h 10035"/>
                <a:gd name="connsiteX2" fmla="*/ 2432 w 10000"/>
                <a:gd name="connsiteY2" fmla="*/ 3992 h 10035"/>
                <a:gd name="connsiteX3" fmla="*/ 3792 w 10000"/>
                <a:gd name="connsiteY3" fmla="*/ 9701 h 10035"/>
                <a:gd name="connsiteX4" fmla="*/ 5045 w 10000"/>
                <a:gd name="connsiteY4" fmla="*/ 1 h 10035"/>
                <a:gd name="connsiteX5" fmla="*/ 6683 w 10000"/>
                <a:gd name="connsiteY5" fmla="*/ 9595 h 10035"/>
                <a:gd name="connsiteX6" fmla="*/ 7883 w 10000"/>
                <a:gd name="connsiteY6" fmla="*/ 3580 h 10035"/>
                <a:gd name="connsiteX7" fmla="*/ 9315 w 10000"/>
                <a:gd name="connsiteY7" fmla="*/ 9670 h 10035"/>
                <a:gd name="connsiteX8" fmla="*/ 10000 w 10000"/>
                <a:gd name="connsiteY8" fmla="*/ 8603 h 10035"/>
                <a:gd name="connsiteX0" fmla="*/ 0 w 10000"/>
                <a:gd name="connsiteY0" fmla="*/ 10087 h 10494"/>
                <a:gd name="connsiteX1" fmla="*/ 1378 w 10000"/>
                <a:gd name="connsiteY1" fmla="*/ 10054 h 10494"/>
                <a:gd name="connsiteX2" fmla="*/ 2432 w 10000"/>
                <a:gd name="connsiteY2" fmla="*/ 4451 h 10494"/>
                <a:gd name="connsiteX3" fmla="*/ 3792 w 10000"/>
                <a:gd name="connsiteY3" fmla="*/ 10160 h 10494"/>
                <a:gd name="connsiteX4" fmla="*/ 5126 w 10000"/>
                <a:gd name="connsiteY4" fmla="*/ 0 h 10494"/>
                <a:gd name="connsiteX5" fmla="*/ 6683 w 10000"/>
                <a:gd name="connsiteY5" fmla="*/ 10054 h 10494"/>
                <a:gd name="connsiteX6" fmla="*/ 7883 w 10000"/>
                <a:gd name="connsiteY6" fmla="*/ 4039 h 10494"/>
                <a:gd name="connsiteX7" fmla="*/ 9315 w 10000"/>
                <a:gd name="connsiteY7" fmla="*/ 10129 h 10494"/>
                <a:gd name="connsiteX8" fmla="*/ 10000 w 10000"/>
                <a:gd name="connsiteY8" fmla="*/ 9062 h 10494"/>
                <a:gd name="connsiteX0" fmla="*/ 0 w 10000"/>
                <a:gd name="connsiteY0" fmla="*/ 10087 h 10494"/>
                <a:gd name="connsiteX1" fmla="*/ 1378 w 10000"/>
                <a:gd name="connsiteY1" fmla="*/ 10054 h 10494"/>
                <a:gd name="connsiteX2" fmla="*/ 2432 w 10000"/>
                <a:gd name="connsiteY2" fmla="*/ 4451 h 10494"/>
                <a:gd name="connsiteX3" fmla="*/ 3792 w 10000"/>
                <a:gd name="connsiteY3" fmla="*/ 10160 h 10494"/>
                <a:gd name="connsiteX4" fmla="*/ 5126 w 10000"/>
                <a:gd name="connsiteY4" fmla="*/ 0 h 10494"/>
                <a:gd name="connsiteX5" fmla="*/ 6683 w 10000"/>
                <a:gd name="connsiteY5" fmla="*/ 10054 h 10494"/>
                <a:gd name="connsiteX6" fmla="*/ 7883 w 10000"/>
                <a:gd name="connsiteY6" fmla="*/ 4039 h 10494"/>
                <a:gd name="connsiteX7" fmla="*/ 9315 w 10000"/>
                <a:gd name="connsiteY7" fmla="*/ 10129 h 10494"/>
                <a:gd name="connsiteX8" fmla="*/ 10000 w 10000"/>
                <a:gd name="connsiteY8" fmla="*/ 9062 h 104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000" h="10494">
                  <a:moveTo>
                    <a:pt x="0" y="10087"/>
                  </a:moveTo>
                  <a:cubicBezTo>
                    <a:pt x="338" y="10058"/>
                    <a:pt x="973" y="11041"/>
                    <a:pt x="1378" y="10054"/>
                  </a:cubicBezTo>
                  <a:cubicBezTo>
                    <a:pt x="1612" y="8698"/>
                    <a:pt x="2095" y="4383"/>
                    <a:pt x="2432" y="4451"/>
                  </a:cubicBezTo>
                  <a:cubicBezTo>
                    <a:pt x="2830" y="4451"/>
                    <a:pt x="3113" y="10436"/>
                    <a:pt x="3792" y="10160"/>
                  </a:cubicBezTo>
                  <a:cubicBezTo>
                    <a:pt x="4796" y="10309"/>
                    <a:pt x="4319" y="89"/>
                    <a:pt x="5126" y="0"/>
                  </a:cubicBezTo>
                  <a:cubicBezTo>
                    <a:pt x="5933" y="-89"/>
                    <a:pt x="6224" y="9381"/>
                    <a:pt x="6683" y="10054"/>
                  </a:cubicBezTo>
                  <a:cubicBezTo>
                    <a:pt x="7142" y="10727"/>
                    <a:pt x="7444" y="4027"/>
                    <a:pt x="7883" y="4039"/>
                  </a:cubicBezTo>
                  <a:cubicBezTo>
                    <a:pt x="8322" y="4051"/>
                    <a:pt x="8718" y="10212"/>
                    <a:pt x="9315" y="10129"/>
                  </a:cubicBezTo>
                  <a:cubicBezTo>
                    <a:pt x="9450" y="10094"/>
                    <a:pt x="9775" y="9165"/>
                    <a:pt x="10000" y="9062"/>
                  </a:cubicBezTo>
                </a:path>
              </a:pathLst>
            </a:custGeom>
            <a:noFill/>
            <a:ln w="38100" cap="sq">
              <a:solidFill>
                <a:srgbClr val="FF0000"/>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pic>
        <p:nvPicPr>
          <p:cNvPr id="26" name="Picture 2">
            <a:extLst>
              <a:ext uri="{FF2B5EF4-FFF2-40B4-BE49-F238E27FC236}">
                <a16:creationId xmlns:a16="http://schemas.microsoft.com/office/drawing/2014/main" id="{5E435F6C-EA1F-47AC-B770-60EA7F4D81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78926" y="3429000"/>
            <a:ext cx="3000375" cy="304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791179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blinds(horizontal)">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500"/>
                                        <p:tgtEl>
                                          <p:spTgt spid="1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26"/>
                                        </p:tgtEl>
                                        <p:attrNameLst>
                                          <p:attrName>style.visibility</p:attrName>
                                        </p:attrNameLst>
                                      </p:cBhvr>
                                      <p:to>
                                        <p:strVal val="visible"/>
                                      </p:to>
                                    </p:set>
                                    <p:animEffect transition="in" filter="blinds(horizontal)">
                                      <p:cBhvr>
                                        <p:cTn id="22"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utoUpdateAnimBg="0"/>
      <p:bldP spid="1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eaLnBrk="1" hangingPunct="1">
              <a:lnSpc>
                <a:spcPct val="100000"/>
              </a:lnSpc>
              <a:spcBef>
                <a:spcPct val="50000"/>
              </a:spcBef>
              <a:buNone/>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八</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时</a:t>
            </a:r>
            <a:r>
              <a:rPr lang="zh-CN" altLang="en-US" sz="4000" b="1" dirty="0">
                <a:solidFill>
                  <a:srgbClr val="C00000"/>
                </a:solidFill>
                <a:latin typeface="微软雅黑" panose="020B0503020204020204" pitchFamily="34" charset="-122"/>
                <a:ea typeface="微软雅黑" panose="020B0503020204020204" pitchFamily="34" charset="-122"/>
              </a:rPr>
              <a:t>间相干性</a:t>
            </a:r>
            <a:endPar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 name="Text Box 13">
            <a:extLst>
              <a:ext uri="{FF2B5EF4-FFF2-40B4-BE49-F238E27FC236}">
                <a16:creationId xmlns:a16="http://schemas.microsoft.com/office/drawing/2014/main" id="{2ED577F7-A1F9-4D10-BF9F-768144366305}"/>
              </a:ext>
            </a:extLst>
          </p:cNvPr>
          <p:cNvSpPr txBox="1">
            <a:spLocks noChangeArrowheads="1"/>
          </p:cNvSpPr>
          <p:nvPr/>
        </p:nvSpPr>
        <p:spPr bwMode="auto">
          <a:xfrm>
            <a:off x="785140" y="1545791"/>
            <a:ext cx="78593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1. </a:t>
            </a:r>
            <a:r>
              <a:rPr kumimoji="1" lang="zh-CN" altLang="en-US" sz="3200" dirty="0">
                <a:latin typeface="微软雅黑" panose="020B0503020204020204" pitchFamily="34" charset="-122"/>
                <a:ea typeface="微软雅黑" panose="020B0503020204020204" pitchFamily="34" charset="-122"/>
              </a:rPr>
              <a:t>定义：</a:t>
            </a:r>
            <a:endParaRPr kumimoji="1" lang="en-US" altLang="zh-CN" sz="3200" dirty="0">
              <a:latin typeface="微软雅黑" panose="020B0503020204020204" pitchFamily="34" charset="-122"/>
              <a:ea typeface="微软雅黑" panose="020B0503020204020204" pitchFamily="34" charset="-122"/>
            </a:endParaRPr>
          </a:p>
        </p:txBody>
      </p:sp>
      <p:sp>
        <p:nvSpPr>
          <p:cNvPr id="90" name="Text Box 81">
            <a:extLst>
              <a:ext uri="{FF2B5EF4-FFF2-40B4-BE49-F238E27FC236}">
                <a16:creationId xmlns:a16="http://schemas.microsoft.com/office/drawing/2014/main" id="{284AC49E-7714-4074-B069-23D2E8120978}"/>
              </a:ext>
            </a:extLst>
          </p:cNvPr>
          <p:cNvSpPr txBox="1">
            <a:spLocks noChangeArrowheads="1"/>
          </p:cNvSpPr>
          <p:nvPr/>
        </p:nvSpPr>
        <p:spPr bwMode="auto">
          <a:xfrm>
            <a:off x="2660953" y="1687144"/>
            <a:ext cx="9318293"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indent="0" defTabSz="914400" eaLnBrk="1" hangingPunct="1">
              <a:buClr>
                <a:srgbClr val="0000FF"/>
              </a:buClr>
              <a:buSzPct val="90000"/>
            </a:pPr>
            <a:r>
              <a:rPr kumimoji="1" lang="zh-CN" altLang="en-US" dirty="0">
                <a:latin typeface="楷体_GB2312" pitchFamily="49" charset="-122"/>
                <a:ea typeface="楷体_GB2312" pitchFamily="49" charset="-122"/>
              </a:rPr>
              <a:t>只有当同一波列分成的两部分经不同的路径能再次相遇时，才能发生干涉，</a:t>
            </a:r>
            <a:r>
              <a:rPr kumimoji="1" lang="en-US" altLang="zh-CN" dirty="0">
                <a:latin typeface="楷体_GB2312" pitchFamily="49" charset="-122"/>
                <a:ea typeface="楷体_GB2312" pitchFamily="49" charset="-122"/>
              </a:rPr>
              <a:t> </a:t>
            </a:r>
            <a:r>
              <a:rPr kumimoji="1" lang="zh-CN" altLang="en-US" dirty="0">
                <a:latin typeface="楷体_GB2312" pitchFamily="49" charset="-122"/>
                <a:ea typeface="楷体_GB2312" pitchFamily="49" charset="-122"/>
              </a:rPr>
              <a:t>这一属性称作光的时间相干性。</a:t>
            </a:r>
            <a:endParaRPr kumimoji="1" lang="en-US" altLang="zh-CN" dirty="0">
              <a:latin typeface="楷体_GB2312" pitchFamily="49" charset="-122"/>
              <a:ea typeface="楷体_GB2312" pitchFamily="49" charset="-122"/>
            </a:endParaRPr>
          </a:p>
        </p:txBody>
      </p:sp>
      <p:grpSp>
        <p:nvGrpSpPr>
          <p:cNvPr id="59" name="Group 54">
            <a:extLst>
              <a:ext uri="{FF2B5EF4-FFF2-40B4-BE49-F238E27FC236}">
                <a16:creationId xmlns:a16="http://schemas.microsoft.com/office/drawing/2014/main" id="{52D325B4-518F-4EAE-A55E-B207EF5C15AF}"/>
              </a:ext>
            </a:extLst>
          </p:cNvPr>
          <p:cNvGrpSpPr>
            <a:grpSpLocks/>
          </p:cNvGrpSpPr>
          <p:nvPr/>
        </p:nvGrpSpPr>
        <p:grpSpPr bwMode="auto">
          <a:xfrm>
            <a:off x="2758281" y="3034856"/>
            <a:ext cx="3525838" cy="2363787"/>
            <a:chOff x="1111" y="1558"/>
            <a:chExt cx="1951" cy="1316"/>
          </a:xfrm>
        </p:grpSpPr>
        <p:sp>
          <p:nvSpPr>
            <p:cNvPr id="60" name="Rectangle 51">
              <a:extLst>
                <a:ext uri="{FF2B5EF4-FFF2-40B4-BE49-F238E27FC236}">
                  <a16:creationId xmlns:a16="http://schemas.microsoft.com/office/drawing/2014/main" id="{5041B94B-9D7C-4A91-9CA1-9B9E842FC987}"/>
                </a:ext>
              </a:extLst>
            </p:cNvPr>
            <p:cNvSpPr>
              <a:spLocks noChangeArrowheads="1"/>
            </p:cNvSpPr>
            <p:nvPr/>
          </p:nvSpPr>
          <p:spPr bwMode="auto">
            <a:xfrm>
              <a:off x="1111" y="1558"/>
              <a:ext cx="1951" cy="1316"/>
            </a:xfrm>
            <a:prstGeom prst="rect">
              <a:avLst/>
            </a:prstGeom>
            <a:solidFill>
              <a:srgbClr val="000000"/>
            </a:solidFill>
            <a:ln w="9525">
              <a:solidFill>
                <a:srgbClr val="FFFFFF"/>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61" name="Group 5">
              <a:extLst>
                <a:ext uri="{FF2B5EF4-FFF2-40B4-BE49-F238E27FC236}">
                  <a16:creationId xmlns:a16="http://schemas.microsoft.com/office/drawing/2014/main" id="{BACA111F-18B5-4C72-8061-989932322709}"/>
                </a:ext>
              </a:extLst>
            </p:cNvPr>
            <p:cNvGrpSpPr>
              <a:grpSpLocks/>
            </p:cNvGrpSpPr>
            <p:nvPr/>
          </p:nvGrpSpPr>
          <p:grpSpPr bwMode="auto">
            <a:xfrm>
              <a:off x="1130" y="1588"/>
              <a:ext cx="1872" cy="1248"/>
              <a:chOff x="336" y="768"/>
              <a:chExt cx="1920" cy="1344"/>
            </a:xfrm>
          </p:grpSpPr>
          <p:grpSp>
            <p:nvGrpSpPr>
              <p:cNvPr id="62" name="Group 6">
                <a:extLst>
                  <a:ext uri="{FF2B5EF4-FFF2-40B4-BE49-F238E27FC236}">
                    <a16:creationId xmlns:a16="http://schemas.microsoft.com/office/drawing/2014/main" id="{892D5DC0-2AFC-47C8-B2B6-866631976DA9}"/>
                  </a:ext>
                </a:extLst>
              </p:cNvPr>
              <p:cNvGrpSpPr>
                <a:grpSpLocks/>
              </p:cNvGrpSpPr>
              <p:nvPr/>
            </p:nvGrpSpPr>
            <p:grpSpPr bwMode="auto">
              <a:xfrm>
                <a:off x="336" y="768"/>
                <a:ext cx="624" cy="1344"/>
                <a:chOff x="336" y="768"/>
                <a:chExt cx="624" cy="1344"/>
              </a:xfrm>
            </p:grpSpPr>
            <p:sp>
              <p:nvSpPr>
                <p:cNvPr id="79" name="Line 7">
                  <a:extLst>
                    <a:ext uri="{FF2B5EF4-FFF2-40B4-BE49-F238E27FC236}">
                      <a16:creationId xmlns:a16="http://schemas.microsoft.com/office/drawing/2014/main" id="{BFF823D6-D972-4A23-87D1-B7F336D82D34}"/>
                    </a:ext>
                  </a:extLst>
                </p:cNvPr>
                <p:cNvSpPr>
                  <a:spLocks noChangeShapeType="1"/>
                </p:cNvSpPr>
                <p:nvPr/>
              </p:nvSpPr>
              <p:spPr bwMode="auto">
                <a:xfrm>
                  <a:off x="576" y="912"/>
                  <a:ext cx="0" cy="48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0" name="Line 8">
                  <a:extLst>
                    <a:ext uri="{FF2B5EF4-FFF2-40B4-BE49-F238E27FC236}">
                      <a16:creationId xmlns:a16="http://schemas.microsoft.com/office/drawing/2014/main" id="{A64D4F5D-E279-4406-8F02-A707FABB5349}"/>
                    </a:ext>
                  </a:extLst>
                </p:cNvPr>
                <p:cNvSpPr>
                  <a:spLocks noChangeShapeType="1"/>
                </p:cNvSpPr>
                <p:nvPr/>
              </p:nvSpPr>
              <p:spPr bwMode="auto">
                <a:xfrm>
                  <a:off x="576" y="1440"/>
                  <a:ext cx="0" cy="48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1" name="Line 9">
                  <a:extLst>
                    <a:ext uri="{FF2B5EF4-FFF2-40B4-BE49-F238E27FC236}">
                      <a16:creationId xmlns:a16="http://schemas.microsoft.com/office/drawing/2014/main" id="{C3508A7D-29A7-4245-8031-632B9936CBEE}"/>
                    </a:ext>
                  </a:extLst>
                </p:cNvPr>
                <p:cNvSpPr>
                  <a:spLocks noChangeShapeType="1"/>
                </p:cNvSpPr>
                <p:nvPr/>
              </p:nvSpPr>
              <p:spPr bwMode="auto">
                <a:xfrm>
                  <a:off x="960" y="768"/>
                  <a:ext cx="0" cy="48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2" name="Line 10">
                  <a:extLst>
                    <a:ext uri="{FF2B5EF4-FFF2-40B4-BE49-F238E27FC236}">
                      <a16:creationId xmlns:a16="http://schemas.microsoft.com/office/drawing/2014/main" id="{7E20538B-0CA0-4305-909B-CEE20D6D324A}"/>
                    </a:ext>
                  </a:extLst>
                </p:cNvPr>
                <p:cNvSpPr>
                  <a:spLocks noChangeShapeType="1"/>
                </p:cNvSpPr>
                <p:nvPr/>
              </p:nvSpPr>
              <p:spPr bwMode="auto">
                <a:xfrm>
                  <a:off x="960" y="1632"/>
                  <a:ext cx="0" cy="48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3" name="Line 11">
                  <a:extLst>
                    <a:ext uri="{FF2B5EF4-FFF2-40B4-BE49-F238E27FC236}">
                      <a16:creationId xmlns:a16="http://schemas.microsoft.com/office/drawing/2014/main" id="{C199D00D-6ACA-4478-B217-19AF8870F614}"/>
                    </a:ext>
                  </a:extLst>
                </p:cNvPr>
                <p:cNvSpPr>
                  <a:spLocks noChangeShapeType="1"/>
                </p:cNvSpPr>
                <p:nvPr/>
              </p:nvSpPr>
              <p:spPr bwMode="auto">
                <a:xfrm>
                  <a:off x="960" y="1296"/>
                  <a:ext cx="0" cy="288"/>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84" name="Text Box 12">
                  <a:extLst>
                    <a:ext uri="{FF2B5EF4-FFF2-40B4-BE49-F238E27FC236}">
                      <a16:creationId xmlns:a16="http://schemas.microsoft.com/office/drawing/2014/main" id="{339B9A20-7995-404B-953E-C27BE68796EA}"/>
                    </a:ext>
                  </a:extLst>
                </p:cNvPr>
                <p:cNvSpPr txBox="1">
                  <a:spLocks noChangeArrowheads="1"/>
                </p:cNvSpPr>
                <p:nvPr/>
              </p:nvSpPr>
              <p:spPr bwMode="auto">
                <a:xfrm>
                  <a:off x="336" y="1296"/>
                  <a:ext cx="192"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S</a:t>
                  </a:r>
                </a:p>
              </p:txBody>
            </p:sp>
            <p:sp>
              <p:nvSpPr>
                <p:cNvPr id="85" name="Text Box 13">
                  <a:extLst>
                    <a:ext uri="{FF2B5EF4-FFF2-40B4-BE49-F238E27FC236}">
                      <a16:creationId xmlns:a16="http://schemas.microsoft.com/office/drawing/2014/main" id="{B3757718-42C0-415A-BA59-92498FB1A3C7}"/>
                    </a:ext>
                  </a:extLst>
                </p:cNvPr>
                <p:cNvSpPr txBox="1">
                  <a:spLocks noChangeArrowheads="1"/>
                </p:cNvSpPr>
                <p:nvPr/>
              </p:nvSpPr>
              <p:spPr bwMode="auto">
                <a:xfrm>
                  <a:off x="714" y="1017"/>
                  <a:ext cx="246" cy="2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S</a:t>
                  </a:r>
                  <a:r>
                    <a:rPr kumimoji="1" lang="en-US" altLang="zh-CN" sz="16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1</a:t>
                  </a:r>
                </a:p>
              </p:txBody>
            </p:sp>
            <p:sp>
              <p:nvSpPr>
                <p:cNvPr id="86" name="Text Box 14">
                  <a:extLst>
                    <a:ext uri="{FF2B5EF4-FFF2-40B4-BE49-F238E27FC236}">
                      <a16:creationId xmlns:a16="http://schemas.microsoft.com/office/drawing/2014/main" id="{6CF9CB84-0908-4098-9605-2DA31A951931}"/>
                    </a:ext>
                  </a:extLst>
                </p:cNvPr>
                <p:cNvSpPr txBox="1">
                  <a:spLocks noChangeArrowheads="1"/>
                </p:cNvSpPr>
                <p:nvPr/>
              </p:nvSpPr>
              <p:spPr bwMode="auto">
                <a:xfrm>
                  <a:off x="714" y="1584"/>
                  <a:ext cx="246"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S</a:t>
                  </a:r>
                  <a:r>
                    <a:rPr kumimoji="1" lang="en-US" altLang="zh-CN" sz="16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2</a:t>
                  </a:r>
                </a:p>
              </p:txBody>
            </p:sp>
          </p:grpSp>
          <p:sp>
            <p:nvSpPr>
              <p:cNvPr id="69" name="Freeform 15">
                <a:extLst>
                  <a:ext uri="{FF2B5EF4-FFF2-40B4-BE49-F238E27FC236}">
                    <a16:creationId xmlns:a16="http://schemas.microsoft.com/office/drawing/2014/main" id="{8379A662-DB6A-4692-B22B-6248CA3C14DF}"/>
                  </a:ext>
                </a:extLst>
              </p:cNvPr>
              <p:cNvSpPr>
                <a:spLocks/>
              </p:cNvSpPr>
              <p:nvPr/>
            </p:nvSpPr>
            <p:spPr bwMode="auto">
              <a:xfrm rot="-1290086">
                <a:off x="624" y="1296"/>
                <a:ext cx="288"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0" name="Freeform 16">
                <a:extLst>
                  <a:ext uri="{FF2B5EF4-FFF2-40B4-BE49-F238E27FC236}">
                    <a16:creationId xmlns:a16="http://schemas.microsoft.com/office/drawing/2014/main" id="{609D2D46-89D3-4A21-BB7B-6E11C6D3200C}"/>
                  </a:ext>
                </a:extLst>
              </p:cNvPr>
              <p:cNvSpPr>
                <a:spLocks/>
              </p:cNvSpPr>
              <p:nvPr/>
            </p:nvSpPr>
            <p:spPr bwMode="auto">
              <a:xfrm rot="-533752">
                <a:off x="1104" y="1104"/>
                <a:ext cx="384" cy="96"/>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FF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1" name="Line 17">
                <a:extLst>
                  <a:ext uri="{FF2B5EF4-FFF2-40B4-BE49-F238E27FC236}">
                    <a16:creationId xmlns:a16="http://schemas.microsoft.com/office/drawing/2014/main" id="{7C78FEF9-BC04-4918-BFFB-4931052ED8CB}"/>
                  </a:ext>
                </a:extLst>
              </p:cNvPr>
              <p:cNvSpPr>
                <a:spLocks noChangeShapeType="1"/>
              </p:cNvSpPr>
              <p:nvPr/>
            </p:nvSpPr>
            <p:spPr bwMode="auto">
              <a:xfrm flipV="1">
                <a:off x="576" y="1248"/>
                <a:ext cx="384" cy="192"/>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2" name="Line 18">
                <a:extLst>
                  <a:ext uri="{FF2B5EF4-FFF2-40B4-BE49-F238E27FC236}">
                    <a16:creationId xmlns:a16="http://schemas.microsoft.com/office/drawing/2014/main" id="{11FB6E93-C739-4499-9B86-2259A7BEAD4F}"/>
                  </a:ext>
                </a:extLst>
              </p:cNvPr>
              <p:cNvSpPr>
                <a:spLocks noChangeShapeType="1"/>
              </p:cNvSpPr>
              <p:nvPr/>
            </p:nvSpPr>
            <p:spPr bwMode="auto">
              <a:xfrm>
                <a:off x="576" y="1440"/>
                <a:ext cx="384" cy="192"/>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3" name="Line 19">
                <a:extLst>
                  <a:ext uri="{FF2B5EF4-FFF2-40B4-BE49-F238E27FC236}">
                    <a16:creationId xmlns:a16="http://schemas.microsoft.com/office/drawing/2014/main" id="{757ECA66-D863-41F5-A28D-FD35FA4E57F8}"/>
                  </a:ext>
                </a:extLst>
              </p:cNvPr>
              <p:cNvSpPr>
                <a:spLocks noChangeShapeType="1"/>
              </p:cNvSpPr>
              <p:nvPr/>
            </p:nvSpPr>
            <p:spPr bwMode="auto">
              <a:xfrm flipV="1">
                <a:off x="960" y="960"/>
                <a:ext cx="1296" cy="28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4" name="Line 20">
                <a:extLst>
                  <a:ext uri="{FF2B5EF4-FFF2-40B4-BE49-F238E27FC236}">
                    <a16:creationId xmlns:a16="http://schemas.microsoft.com/office/drawing/2014/main" id="{C8B64104-B629-418A-AA77-B77E325E8B7C}"/>
                  </a:ext>
                </a:extLst>
              </p:cNvPr>
              <p:cNvSpPr>
                <a:spLocks noChangeShapeType="1"/>
              </p:cNvSpPr>
              <p:nvPr/>
            </p:nvSpPr>
            <p:spPr bwMode="auto">
              <a:xfrm flipV="1">
                <a:off x="960" y="864"/>
                <a:ext cx="1296" cy="76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5" name="Freeform 21">
                <a:extLst>
                  <a:ext uri="{FF2B5EF4-FFF2-40B4-BE49-F238E27FC236}">
                    <a16:creationId xmlns:a16="http://schemas.microsoft.com/office/drawing/2014/main" id="{EF47704E-7C32-4E5B-BDCA-4FEA790FA6C4}"/>
                  </a:ext>
                </a:extLst>
              </p:cNvPr>
              <p:cNvSpPr>
                <a:spLocks/>
              </p:cNvSpPr>
              <p:nvPr/>
            </p:nvSpPr>
            <p:spPr bwMode="auto">
              <a:xfrm rot="1481408">
                <a:off x="624" y="1488"/>
                <a:ext cx="288"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6" name="Freeform 22">
                <a:extLst>
                  <a:ext uri="{FF2B5EF4-FFF2-40B4-BE49-F238E27FC236}">
                    <a16:creationId xmlns:a16="http://schemas.microsoft.com/office/drawing/2014/main" id="{C427E967-05CB-488C-94C1-09E04A6512CF}"/>
                  </a:ext>
                </a:extLst>
              </p:cNvPr>
              <p:cNvSpPr>
                <a:spLocks/>
              </p:cNvSpPr>
              <p:nvPr/>
            </p:nvSpPr>
            <p:spPr bwMode="auto">
              <a:xfrm rot="-1510711">
                <a:off x="1056" y="1392"/>
                <a:ext cx="384" cy="96"/>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FF99"/>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7" name="Freeform 23">
                <a:extLst>
                  <a:ext uri="{FF2B5EF4-FFF2-40B4-BE49-F238E27FC236}">
                    <a16:creationId xmlns:a16="http://schemas.microsoft.com/office/drawing/2014/main" id="{7092CD45-90D7-4561-B9BA-B4ED76C50FFB}"/>
                  </a:ext>
                </a:extLst>
              </p:cNvPr>
              <p:cNvSpPr>
                <a:spLocks/>
              </p:cNvSpPr>
              <p:nvPr/>
            </p:nvSpPr>
            <p:spPr bwMode="auto">
              <a:xfrm rot="-533752">
                <a:off x="1776" y="960"/>
                <a:ext cx="384" cy="96"/>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CC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78" name="Freeform 24">
                <a:extLst>
                  <a:ext uri="{FF2B5EF4-FFF2-40B4-BE49-F238E27FC236}">
                    <a16:creationId xmlns:a16="http://schemas.microsoft.com/office/drawing/2014/main" id="{756FBBE5-B612-4ED1-AF10-43733353BB74}"/>
                  </a:ext>
                </a:extLst>
              </p:cNvPr>
              <p:cNvSpPr>
                <a:spLocks/>
              </p:cNvSpPr>
              <p:nvPr/>
            </p:nvSpPr>
            <p:spPr bwMode="auto">
              <a:xfrm rot="-1510711">
                <a:off x="1776" y="1008"/>
                <a:ext cx="384" cy="96"/>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CC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grpSp>
        <p:nvGrpSpPr>
          <p:cNvPr id="87" name="Group 53">
            <a:extLst>
              <a:ext uri="{FF2B5EF4-FFF2-40B4-BE49-F238E27FC236}">
                <a16:creationId xmlns:a16="http://schemas.microsoft.com/office/drawing/2014/main" id="{EEF503DD-A610-4217-B8BA-2FF9BB6C76D3}"/>
              </a:ext>
            </a:extLst>
          </p:cNvPr>
          <p:cNvGrpSpPr>
            <a:grpSpLocks/>
          </p:cNvGrpSpPr>
          <p:nvPr/>
        </p:nvGrpSpPr>
        <p:grpSpPr bwMode="auto">
          <a:xfrm>
            <a:off x="7309523" y="2985643"/>
            <a:ext cx="3525838" cy="2413000"/>
            <a:chOff x="3397" y="1480"/>
            <a:chExt cx="1951" cy="1344"/>
          </a:xfrm>
        </p:grpSpPr>
        <p:sp>
          <p:nvSpPr>
            <p:cNvPr id="88" name="Rectangle 52">
              <a:extLst>
                <a:ext uri="{FF2B5EF4-FFF2-40B4-BE49-F238E27FC236}">
                  <a16:creationId xmlns:a16="http://schemas.microsoft.com/office/drawing/2014/main" id="{37BAC6DA-287E-43A5-806F-69B29F0F57C8}"/>
                </a:ext>
              </a:extLst>
            </p:cNvPr>
            <p:cNvSpPr>
              <a:spLocks noChangeArrowheads="1"/>
            </p:cNvSpPr>
            <p:nvPr/>
          </p:nvSpPr>
          <p:spPr bwMode="auto">
            <a:xfrm>
              <a:off x="3397" y="1482"/>
              <a:ext cx="1951" cy="1340"/>
            </a:xfrm>
            <a:prstGeom prst="rect">
              <a:avLst/>
            </a:prstGeom>
            <a:solidFill>
              <a:srgbClr val="000000"/>
            </a:solidFill>
            <a:ln w="9525">
              <a:solidFill>
                <a:srgbClr val="FFFFFF"/>
              </a:solidFill>
              <a:miter lim="800000"/>
              <a:headEnd/>
              <a:tailEnd/>
            </a:ln>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nvGrpSpPr>
            <p:cNvPr id="89" name="Group 25">
              <a:extLst>
                <a:ext uri="{FF2B5EF4-FFF2-40B4-BE49-F238E27FC236}">
                  <a16:creationId xmlns:a16="http://schemas.microsoft.com/office/drawing/2014/main" id="{C18AE754-7E6C-4B23-A088-F36F00693A34}"/>
                </a:ext>
              </a:extLst>
            </p:cNvPr>
            <p:cNvGrpSpPr>
              <a:grpSpLocks/>
            </p:cNvGrpSpPr>
            <p:nvPr/>
          </p:nvGrpSpPr>
          <p:grpSpPr bwMode="auto">
            <a:xfrm>
              <a:off x="3561" y="1480"/>
              <a:ext cx="1632" cy="1344"/>
              <a:chOff x="3312" y="624"/>
              <a:chExt cx="1728" cy="1488"/>
            </a:xfrm>
          </p:grpSpPr>
          <p:grpSp>
            <p:nvGrpSpPr>
              <p:cNvPr id="91" name="Group 26">
                <a:extLst>
                  <a:ext uri="{FF2B5EF4-FFF2-40B4-BE49-F238E27FC236}">
                    <a16:creationId xmlns:a16="http://schemas.microsoft.com/office/drawing/2014/main" id="{97538AFE-859E-483D-9663-DA0B931831A1}"/>
                  </a:ext>
                </a:extLst>
              </p:cNvPr>
              <p:cNvGrpSpPr>
                <a:grpSpLocks/>
              </p:cNvGrpSpPr>
              <p:nvPr/>
            </p:nvGrpSpPr>
            <p:grpSpPr bwMode="auto">
              <a:xfrm>
                <a:off x="3312" y="768"/>
                <a:ext cx="624" cy="1344"/>
                <a:chOff x="3312" y="768"/>
                <a:chExt cx="624" cy="1344"/>
              </a:xfrm>
            </p:grpSpPr>
            <p:sp>
              <p:nvSpPr>
                <p:cNvPr id="104" name="Line 27">
                  <a:extLst>
                    <a:ext uri="{FF2B5EF4-FFF2-40B4-BE49-F238E27FC236}">
                      <a16:creationId xmlns:a16="http://schemas.microsoft.com/office/drawing/2014/main" id="{D2252E2B-AC93-41E0-BE9C-75F8EEAC6714}"/>
                    </a:ext>
                  </a:extLst>
                </p:cNvPr>
                <p:cNvSpPr>
                  <a:spLocks noChangeShapeType="1"/>
                </p:cNvSpPr>
                <p:nvPr/>
              </p:nvSpPr>
              <p:spPr bwMode="auto">
                <a:xfrm>
                  <a:off x="3552" y="912"/>
                  <a:ext cx="0" cy="48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5" name="Line 28">
                  <a:extLst>
                    <a:ext uri="{FF2B5EF4-FFF2-40B4-BE49-F238E27FC236}">
                      <a16:creationId xmlns:a16="http://schemas.microsoft.com/office/drawing/2014/main" id="{0F526C54-11F9-4C0A-98EC-65D7578CEC8C}"/>
                    </a:ext>
                  </a:extLst>
                </p:cNvPr>
                <p:cNvSpPr>
                  <a:spLocks noChangeShapeType="1"/>
                </p:cNvSpPr>
                <p:nvPr/>
              </p:nvSpPr>
              <p:spPr bwMode="auto">
                <a:xfrm>
                  <a:off x="3552" y="1440"/>
                  <a:ext cx="0" cy="48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6" name="Line 29">
                  <a:extLst>
                    <a:ext uri="{FF2B5EF4-FFF2-40B4-BE49-F238E27FC236}">
                      <a16:creationId xmlns:a16="http://schemas.microsoft.com/office/drawing/2014/main" id="{10B6D7AA-3492-4411-95D2-5D544892519F}"/>
                    </a:ext>
                  </a:extLst>
                </p:cNvPr>
                <p:cNvSpPr>
                  <a:spLocks noChangeShapeType="1"/>
                </p:cNvSpPr>
                <p:nvPr/>
              </p:nvSpPr>
              <p:spPr bwMode="auto">
                <a:xfrm>
                  <a:off x="3936" y="768"/>
                  <a:ext cx="0" cy="48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7" name="Line 30">
                  <a:extLst>
                    <a:ext uri="{FF2B5EF4-FFF2-40B4-BE49-F238E27FC236}">
                      <a16:creationId xmlns:a16="http://schemas.microsoft.com/office/drawing/2014/main" id="{EB70A6E5-54F7-40D7-A6CA-8B3D60F4538A}"/>
                    </a:ext>
                  </a:extLst>
                </p:cNvPr>
                <p:cNvSpPr>
                  <a:spLocks noChangeShapeType="1"/>
                </p:cNvSpPr>
                <p:nvPr/>
              </p:nvSpPr>
              <p:spPr bwMode="auto">
                <a:xfrm>
                  <a:off x="3936" y="1632"/>
                  <a:ext cx="0" cy="480"/>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8" name="Line 31">
                  <a:extLst>
                    <a:ext uri="{FF2B5EF4-FFF2-40B4-BE49-F238E27FC236}">
                      <a16:creationId xmlns:a16="http://schemas.microsoft.com/office/drawing/2014/main" id="{D7E72243-6AC1-4E21-9408-3DA3989983DF}"/>
                    </a:ext>
                  </a:extLst>
                </p:cNvPr>
                <p:cNvSpPr>
                  <a:spLocks noChangeShapeType="1"/>
                </p:cNvSpPr>
                <p:nvPr/>
              </p:nvSpPr>
              <p:spPr bwMode="auto">
                <a:xfrm>
                  <a:off x="3936" y="1296"/>
                  <a:ext cx="0" cy="288"/>
                </a:xfrm>
                <a:prstGeom prst="line">
                  <a:avLst/>
                </a:prstGeom>
                <a:noFill/>
                <a:ln w="25400">
                  <a:solidFill>
                    <a:srgbClr val="FF9900"/>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9" name="Text Box 32">
                  <a:extLst>
                    <a:ext uri="{FF2B5EF4-FFF2-40B4-BE49-F238E27FC236}">
                      <a16:creationId xmlns:a16="http://schemas.microsoft.com/office/drawing/2014/main" id="{40911D27-603F-4914-ADB7-3531CE132FAE}"/>
                    </a:ext>
                  </a:extLst>
                </p:cNvPr>
                <p:cNvSpPr txBox="1">
                  <a:spLocks noChangeArrowheads="1"/>
                </p:cNvSpPr>
                <p:nvPr/>
              </p:nvSpPr>
              <p:spPr bwMode="auto">
                <a:xfrm>
                  <a:off x="3312" y="1296"/>
                  <a:ext cx="198" cy="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S</a:t>
                  </a:r>
                </a:p>
              </p:txBody>
            </p:sp>
            <p:sp>
              <p:nvSpPr>
                <p:cNvPr id="110" name="Text Box 33">
                  <a:extLst>
                    <a:ext uri="{FF2B5EF4-FFF2-40B4-BE49-F238E27FC236}">
                      <a16:creationId xmlns:a16="http://schemas.microsoft.com/office/drawing/2014/main" id="{819912CA-9A95-456F-9ECD-84B89D09A660}"/>
                    </a:ext>
                  </a:extLst>
                </p:cNvPr>
                <p:cNvSpPr txBox="1">
                  <a:spLocks noChangeArrowheads="1"/>
                </p:cNvSpPr>
                <p:nvPr/>
              </p:nvSpPr>
              <p:spPr bwMode="auto">
                <a:xfrm>
                  <a:off x="3692" y="1017"/>
                  <a:ext cx="244"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S</a:t>
                  </a:r>
                  <a:r>
                    <a:rPr kumimoji="1" lang="en-US" altLang="zh-CN" sz="16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1</a:t>
                  </a:r>
                </a:p>
              </p:txBody>
            </p:sp>
            <p:sp>
              <p:nvSpPr>
                <p:cNvPr id="111" name="Text Box 34">
                  <a:extLst>
                    <a:ext uri="{FF2B5EF4-FFF2-40B4-BE49-F238E27FC236}">
                      <a16:creationId xmlns:a16="http://schemas.microsoft.com/office/drawing/2014/main" id="{FB50D068-A4FF-423A-BB9D-5DE68FA98FDE}"/>
                    </a:ext>
                  </a:extLst>
                </p:cNvPr>
                <p:cNvSpPr txBox="1">
                  <a:spLocks noChangeArrowheads="1"/>
                </p:cNvSpPr>
                <p:nvPr/>
              </p:nvSpPr>
              <p:spPr bwMode="auto">
                <a:xfrm>
                  <a:off x="3692" y="1584"/>
                  <a:ext cx="244" cy="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zh-CN" sz="1600" b="1" i="0" u="none" strike="noStrike" kern="0" cap="none" spc="0" normalizeH="0" baseline="0" noProof="0">
                      <a:ln>
                        <a:noFill/>
                      </a:ln>
                      <a:solidFill>
                        <a:srgbClr val="FFFFFF"/>
                      </a:solidFill>
                      <a:effectLst/>
                      <a:uLnTx/>
                      <a:uFillTx/>
                      <a:latin typeface="Times New Roman" panose="02020603050405020304" pitchFamily="18" charset="0"/>
                      <a:ea typeface="宋体" panose="02010600030101010101" pitchFamily="2" charset="-122"/>
                    </a:rPr>
                    <a:t>S</a:t>
                  </a:r>
                  <a:r>
                    <a:rPr kumimoji="1" lang="en-US" altLang="zh-CN" sz="1600" b="1" i="0" u="none" strike="noStrike" kern="0" cap="none" spc="0" normalizeH="0" baseline="-25000" noProof="0">
                      <a:ln>
                        <a:noFill/>
                      </a:ln>
                      <a:solidFill>
                        <a:srgbClr val="FFFFFF"/>
                      </a:solidFill>
                      <a:effectLst/>
                      <a:uLnTx/>
                      <a:uFillTx/>
                      <a:latin typeface="Times New Roman" panose="02020603050405020304" pitchFamily="18" charset="0"/>
                      <a:ea typeface="宋体" panose="02010600030101010101" pitchFamily="2" charset="-122"/>
                    </a:rPr>
                    <a:t>2</a:t>
                  </a:r>
                </a:p>
              </p:txBody>
            </p:sp>
          </p:grpSp>
          <p:sp>
            <p:nvSpPr>
              <p:cNvPr id="92" name="Freeform 35">
                <a:extLst>
                  <a:ext uri="{FF2B5EF4-FFF2-40B4-BE49-F238E27FC236}">
                    <a16:creationId xmlns:a16="http://schemas.microsoft.com/office/drawing/2014/main" id="{248396D0-D27A-42A3-B290-BAF118498BC5}"/>
                  </a:ext>
                </a:extLst>
              </p:cNvPr>
              <p:cNvSpPr>
                <a:spLocks/>
              </p:cNvSpPr>
              <p:nvPr/>
            </p:nvSpPr>
            <p:spPr bwMode="auto">
              <a:xfrm rot="-1290086">
                <a:off x="3600" y="1296"/>
                <a:ext cx="288"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3" name="Line 36">
                <a:extLst>
                  <a:ext uri="{FF2B5EF4-FFF2-40B4-BE49-F238E27FC236}">
                    <a16:creationId xmlns:a16="http://schemas.microsoft.com/office/drawing/2014/main" id="{F93E6A1B-67AD-41F6-BBF6-384640FD41C2}"/>
                  </a:ext>
                </a:extLst>
              </p:cNvPr>
              <p:cNvSpPr>
                <a:spLocks noChangeShapeType="1"/>
              </p:cNvSpPr>
              <p:nvPr/>
            </p:nvSpPr>
            <p:spPr bwMode="auto">
              <a:xfrm flipV="1">
                <a:off x="3552" y="1248"/>
                <a:ext cx="384" cy="192"/>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4" name="Line 37">
                <a:extLst>
                  <a:ext uri="{FF2B5EF4-FFF2-40B4-BE49-F238E27FC236}">
                    <a16:creationId xmlns:a16="http://schemas.microsoft.com/office/drawing/2014/main" id="{43141DF5-6AF7-4B70-8E28-D08875783D70}"/>
                  </a:ext>
                </a:extLst>
              </p:cNvPr>
              <p:cNvSpPr>
                <a:spLocks noChangeShapeType="1"/>
              </p:cNvSpPr>
              <p:nvPr/>
            </p:nvSpPr>
            <p:spPr bwMode="auto">
              <a:xfrm>
                <a:off x="3552" y="1440"/>
                <a:ext cx="384" cy="192"/>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5" name="Freeform 38">
                <a:extLst>
                  <a:ext uri="{FF2B5EF4-FFF2-40B4-BE49-F238E27FC236}">
                    <a16:creationId xmlns:a16="http://schemas.microsoft.com/office/drawing/2014/main" id="{EB266E7E-044A-455E-90B4-0C128BE84827}"/>
                  </a:ext>
                </a:extLst>
              </p:cNvPr>
              <p:cNvSpPr>
                <a:spLocks/>
              </p:cNvSpPr>
              <p:nvPr/>
            </p:nvSpPr>
            <p:spPr bwMode="auto">
              <a:xfrm rot="1481408">
                <a:off x="3600" y="1488"/>
                <a:ext cx="288"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6" name="Line 39">
                <a:extLst>
                  <a:ext uri="{FF2B5EF4-FFF2-40B4-BE49-F238E27FC236}">
                    <a16:creationId xmlns:a16="http://schemas.microsoft.com/office/drawing/2014/main" id="{172C4E0C-789A-48AB-B7DC-5E09C6448DA7}"/>
                  </a:ext>
                </a:extLst>
              </p:cNvPr>
              <p:cNvSpPr>
                <a:spLocks noChangeShapeType="1"/>
              </p:cNvSpPr>
              <p:nvPr/>
            </p:nvSpPr>
            <p:spPr bwMode="auto">
              <a:xfrm flipV="1">
                <a:off x="3936" y="624"/>
                <a:ext cx="1104" cy="624"/>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7" name="Line 40">
                <a:extLst>
                  <a:ext uri="{FF2B5EF4-FFF2-40B4-BE49-F238E27FC236}">
                    <a16:creationId xmlns:a16="http://schemas.microsoft.com/office/drawing/2014/main" id="{D35B807A-F9B2-43B6-81C4-1F6408497F30}"/>
                  </a:ext>
                </a:extLst>
              </p:cNvPr>
              <p:cNvSpPr>
                <a:spLocks noChangeShapeType="1"/>
              </p:cNvSpPr>
              <p:nvPr/>
            </p:nvSpPr>
            <p:spPr bwMode="auto">
              <a:xfrm flipV="1">
                <a:off x="3936" y="624"/>
                <a:ext cx="960" cy="1008"/>
              </a:xfrm>
              <a:prstGeom prst="line">
                <a:avLst/>
              </a:prstGeom>
              <a:noFill/>
              <a:ln w="9525">
                <a:solidFill>
                  <a:srgbClr val="FFFFFF"/>
                </a:solidFill>
                <a:round/>
                <a:headEnd/>
                <a:tailEnd/>
              </a:ln>
              <a:extLst>
                <a:ext uri="{909E8E84-426E-40DD-AFC4-6F175D3DCCD1}">
                  <a14:hiddenFill xmlns:a14="http://schemas.microsoft.com/office/drawing/2010/main">
                    <a:noFill/>
                  </a14:hiddenFill>
                </a:ext>
              </a:ex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8" name="Freeform 41">
                <a:extLst>
                  <a:ext uri="{FF2B5EF4-FFF2-40B4-BE49-F238E27FC236}">
                    <a16:creationId xmlns:a16="http://schemas.microsoft.com/office/drawing/2014/main" id="{29CC2E44-8020-4A81-87DF-4A0CAF2320E6}"/>
                  </a:ext>
                </a:extLst>
              </p:cNvPr>
              <p:cNvSpPr>
                <a:spLocks/>
              </p:cNvSpPr>
              <p:nvPr/>
            </p:nvSpPr>
            <p:spPr bwMode="auto">
              <a:xfrm rot="-2161129">
                <a:off x="3936" y="1488"/>
                <a:ext cx="240" cy="54"/>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FF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99" name="Freeform 42">
                <a:extLst>
                  <a:ext uri="{FF2B5EF4-FFF2-40B4-BE49-F238E27FC236}">
                    <a16:creationId xmlns:a16="http://schemas.microsoft.com/office/drawing/2014/main" id="{3FDBEB68-9716-4813-803E-91D6A7F1C35D}"/>
                  </a:ext>
                </a:extLst>
              </p:cNvPr>
              <p:cNvSpPr>
                <a:spLocks/>
              </p:cNvSpPr>
              <p:nvPr/>
            </p:nvSpPr>
            <p:spPr bwMode="auto">
              <a:xfrm rot="-1510711">
                <a:off x="4021" y="1104"/>
                <a:ext cx="203"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FF66"/>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0" name="Freeform 43">
                <a:extLst>
                  <a:ext uri="{FF2B5EF4-FFF2-40B4-BE49-F238E27FC236}">
                    <a16:creationId xmlns:a16="http://schemas.microsoft.com/office/drawing/2014/main" id="{E5F2EA27-50C3-4D3E-BF44-1582086B1F16}"/>
                  </a:ext>
                </a:extLst>
              </p:cNvPr>
              <p:cNvSpPr>
                <a:spLocks/>
              </p:cNvSpPr>
              <p:nvPr/>
            </p:nvSpPr>
            <p:spPr bwMode="auto">
              <a:xfrm rot="-1795138">
                <a:off x="4364" y="912"/>
                <a:ext cx="244"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CC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1" name="Freeform 44">
                <a:extLst>
                  <a:ext uri="{FF2B5EF4-FFF2-40B4-BE49-F238E27FC236}">
                    <a16:creationId xmlns:a16="http://schemas.microsoft.com/office/drawing/2014/main" id="{1BC93DBE-A4DF-4E58-A5DE-6326DB8995E8}"/>
                  </a:ext>
                </a:extLst>
              </p:cNvPr>
              <p:cNvSpPr>
                <a:spLocks/>
              </p:cNvSpPr>
              <p:nvPr/>
            </p:nvSpPr>
            <p:spPr bwMode="auto">
              <a:xfrm rot="-2658961">
                <a:off x="4172" y="1248"/>
                <a:ext cx="244"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CC99FF"/>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2" name="Freeform 45">
                <a:extLst>
                  <a:ext uri="{FF2B5EF4-FFF2-40B4-BE49-F238E27FC236}">
                    <a16:creationId xmlns:a16="http://schemas.microsoft.com/office/drawing/2014/main" id="{1CE1AE76-838B-42F0-8FB2-D1A22F47EF18}"/>
                  </a:ext>
                </a:extLst>
              </p:cNvPr>
              <p:cNvSpPr>
                <a:spLocks/>
              </p:cNvSpPr>
              <p:nvPr/>
            </p:nvSpPr>
            <p:spPr bwMode="auto">
              <a:xfrm rot="-1795138">
                <a:off x="4700" y="720"/>
                <a:ext cx="244"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sp>
            <p:nvSpPr>
              <p:cNvPr id="103" name="Freeform 46">
                <a:extLst>
                  <a:ext uri="{FF2B5EF4-FFF2-40B4-BE49-F238E27FC236}">
                    <a16:creationId xmlns:a16="http://schemas.microsoft.com/office/drawing/2014/main" id="{091F8432-FA35-4D98-9D78-9BD2F3CDD1BE}"/>
                  </a:ext>
                </a:extLst>
              </p:cNvPr>
              <p:cNvSpPr>
                <a:spLocks/>
              </p:cNvSpPr>
              <p:nvPr/>
            </p:nvSpPr>
            <p:spPr bwMode="auto">
              <a:xfrm rot="-2658961">
                <a:off x="4416" y="1008"/>
                <a:ext cx="244" cy="48"/>
              </a:xfrm>
              <a:custGeom>
                <a:avLst/>
                <a:gdLst>
                  <a:gd name="T0" fmla="*/ 0 w 864"/>
                  <a:gd name="T1" fmla="*/ 0 h 536"/>
                  <a:gd name="T2" fmla="*/ 0 w 864"/>
                  <a:gd name="T3" fmla="*/ 0 h 536"/>
                  <a:gd name="T4" fmla="*/ 0 w 864"/>
                  <a:gd name="T5" fmla="*/ 0 h 536"/>
                  <a:gd name="T6" fmla="*/ 0 w 864"/>
                  <a:gd name="T7" fmla="*/ 0 h 536"/>
                  <a:gd name="T8" fmla="*/ 0 w 864"/>
                  <a:gd name="T9" fmla="*/ 0 h 536"/>
                  <a:gd name="T10" fmla="*/ 0 w 864"/>
                  <a:gd name="T11" fmla="*/ 0 h 536"/>
                  <a:gd name="T12" fmla="*/ 0 w 864"/>
                  <a:gd name="T13" fmla="*/ 0 h 536"/>
                  <a:gd name="T14" fmla="*/ 0 w 864"/>
                  <a:gd name="T15" fmla="*/ 0 h 536"/>
                  <a:gd name="T16" fmla="*/ 0 w 864"/>
                  <a:gd name="T17" fmla="*/ 0 h 536"/>
                  <a:gd name="T18" fmla="*/ 0 w 864"/>
                  <a:gd name="T19" fmla="*/ 0 h 536"/>
                  <a:gd name="T20" fmla="*/ 0 w 864"/>
                  <a:gd name="T21" fmla="*/ 0 h 536"/>
                  <a:gd name="T22" fmla="*/ 0 w 864"/>
                  <a:gd name="T23" fmla="*/ 0 h 536"/>
                  <a:gd name="T24" fmla="*/ 0 w 864"/>
                  <a:gd name="T25" fmla="*/ 0 h 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864"/>
                  <a:gd name="T40" fmla="*/ 0 h 536"/>
                  <a:gd name="T41" fmla="*/ 864 w 864"/>
                  <a:gd name="T42" fmla="*/ 536 h 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864" h="536">
                    <a:moveTo>
                      <a:pt x="0" y="288"/>
                    </a:moveTo>
                    <a:cubicBezTo>
                      <a:pt x="16" y="168"/>
                      <a:pt x="32" y="48"/>
                      <a:pt x="48" y="48"/>
                    </a:cubicBezTo>
                    <a:cubicBezTo>
                      <a:pt x="64" y="48"/>
                      <a:pt x="80" y="208"/>
                      <a:pt x="96" y="288"/>
                    </a:cubicBezTo>
                    <a:cubicBezTo>
                      <a:pt x="112" y="368"/>
                      <a:pt x="128" y="536"/>
                      <a:pt x="144" y="528"/>
                    </a:cubicBezTo>
                    <a:cubicBezTo>
                      <a:pt x="160" y="520"/>
                      <a:pt x="176" y="320"/>
                      <a:pt x="192" y="240"/>
                    </a:cubicBezTo>
                    <a:cubicBezTo>
                      <a:pt x="208" y="160"/>
                      <a:pt x="224" y="0"/>
                      <a:pt x="240" y="48"/>
                    </a:cubicBezTo>
                    <a:cubicBezTo>
                      <a:pt x="256" y="96"/>
                      <a:pt x="264" y="528"/>
                      <a:pt x="288" y="528"/>
                    </a:cubicBezTo>
                    <a:cubicBezTo>
                      <a:pt x="312" y="528"/>
                      <a:pt x="352" y="48"/>
                      <a:pt x="384" y="48"/>
                    </a:cubicBezTo>
                    <a:cubicBezTo>
                      <a:pt x="416" y="48"/>
                      <a:pt x="448" y="528"/>
                      <a:pt x="480" y="528"/>
                    </a:cubicBezTo>
                    <a:cubicBezTo>
                      <a:pt x="512" y="528"/>
                      <a:pt x="544" y="48"/>
                      <a:pt x="576" y="48"/>
                    </a:cubicBezTo>
                    <a:cubicBezTo>
                      <a:pt x="608" y="48"/>
                      <a:pt x="640" y="528"/>
                      <a:pt x="672" y="528"/>
                    </a:cubicBezTo>
                    <a:cubicBezTo>
                      <a:pt x="704" y="528"/>
                      <a:pt x="736" y="48"/>
                      <a:pt x="768" y="48"/>
                    </a:cubicBezTo>
                    <a:cubicBezTo>
                      <a:pt x="800" y="48"/>
                      <a:pt x="832" y="288"/>
                      <a:pt x="864" y="528"/>
                    </a:cubicBezTo>
                  </a:path>
                </a:pathLst>
              </a:custGeom>
              <a:noFill/>
              <a:ln w="9525">
                <a:solidFill>
                  <a:srgbClr val="FF99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panose="020B0604020202020204" pitchFamily="34" charset="0"/>
                  <a:ea typeface="宋体" panose="02010600030101010101" pitchFamily="2" charset="-122"/>
                </a:endParaRPr>
              </a:p>
            </p:txBody>
          </p:sp>
        </p:grpSp>
      </p:grpSp>
      <p:sp>
        <p:nvSpPr>
          <p:cNvPr id="112" name="Text Box 48">
            <a:extLst>
              <a:ext uri="{FF2B5EF4-FFF2-40B4-BE49-F238E27FC236}">
                <a16:creationId xmlns:a16="http://schemas.microsoft.com/office/drawing/2014/main" id="{E67D6C49-8AF6-4763-A01F-1AD8F9780574}"/>
              </a:ext>
            </a:extLst>
          </p:cNvPr>
          <p:cNvSpPr txBox="1">
            <a:spLocks noChangeArrowheads="1"/>
          </p:cNvSpPr>
          <p:nvPr/>
        </p:nvSpPr>
        <p:spPr bwMode="auto">
          <a:xfrm>
            <a:off x="2736716" y="5499187"/>
            <a:ext cx="3432613" cy="523220"/>
          </a:xfrm>
          <a:prstGeom prst="rect">
            <a:avLst/>
          </a:prstGeom>
          <a:noFill/>
          <a:ln w="9525">
            <a:solidFill>
              <a:srgbClr val="FFFFFF"/>
            </a:solidFill>
            <a:miter lim="800000"/>
            <a:headEnd/>
            <a:tailEnd/>
          </a:ln>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可以看到干涉现象</a:t>
            </a:r>
          </a:p>
        </p:txBody>
      </p:sp>
      <p:sp>
        <p:nvSpPr>
          <p:cNvPr id="113" name="Text Box 49">
            <a:extLst>
              <a:ext uri="{FF2B5EF4-FFF2-40B4-BE49-F238E27FC236}">
                <a16:creationId xmlns:a16="http://schemas.microsoft.com/office/drawing/2014/main" id="{D2421206-0BCE-4E80-8FDF-16B90319765F}"/>
              </a:ext>
            </a:extLst>
          </p:cNvPr>
          <p:cNvSpPr txBox="1">
            <a:spLocks noChangeArrowheads="1"/>
          </p:cNvSpPr>
          <p:nvPr/>
        </p:nvSpPr>
        <p:spPr bwMode="auto">
          <a:xfrm>
            <a:off x="7645030" y="5527762"/>
            <a:ext cx="3029455" cy="523220"/>
          </a:xfrm>
          <a:prstGeom prst="rect">
            <a:avLst/>
          </a:prstGeom>
          <a:noFill/>
          <a:ln w="9525">
            <a:solidFill>
              <a:srgbClr val="FFFFFF"/>
            </a:solidFill>
            <a:miter lim="800000"/>
            <a:headEnd/>
            <a:tailEnd/>
          </a:ln>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zh-CN" altLang="en-US" b="1" i="0" u="none" strike="noStrike" kern="0" cap="none" spc="0" normalizeH="0" baseline="0" noProof="0" dirty="0">
                <a:ln>
                  <a:noFill/>
                </a:ln>
                <a:solidFill>
                  <a:srgbClr val="0000FF"/>
                </a:solidFill>
                <a:effectLst/>
                <a:uLnTx/>
                <a:uFillTx/>
                <a:latin typeface="Times New Roman" panose="02020603050405020304" pitchFamily="18" charset="0"/>
                <a:ea typeface="楷体_GB2312" pitchFamily="49" charset="-122"/>
              </a:rPr>
              <a:t>看不到干涉现象</a:t>
            </a:r>
          </a:p>
        </p:txBody>
      </p:sp>
    </p:spTree>
    <p:extLst>
      <p:ext uri="{BB962C8B-B14F-4D97-AF65-F5344CB8AC3E}">
        <p14:creationId xmlns:p14="http://schemas.microsoft.com/office/powerpoint/2010/main" val="280147014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left)">
                                      <p:cBhvr>
                                        <p:cTn id="7" dur="20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blinds(horizontal)">
                                      <p:cBhvr>
                                        <p:cTn id="12" dur="500"/>
                                        <p:tgtEl>
                                          <p:spTgt spid="5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12"/>
                                        </p:tgtEl>
                                        <p:attrNameLst>
                                          <p:attrName>style.visibility</p:attrName>
                                        </p:attrNameLst>
                                      </p:cBhvr>
                                      <p:to>
                                        <p:strVal val="visible"/>
                                      </p:to>
                                    </p:set>
                                    <p:animEffect transition="in" filter="dissolve">
                                      <p:cBhvr>
                                        <p:cTn id="17" dur="500"/>
                                        <p:tgtEl>
                                          <p:spTgt spid="112"/>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blinds(horizontal)">
                                      <p:cBhvr>
                                        <p:cTn id="22" dur="500"/>
                                        <p:tgtEl>
                                          <p:spTgt spid="87"/>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113"/>
                                        </p:tgtEl>
                                        <p:attrNameLst>
                                          <p:attrName>style.visibility</p:attrName>
                                        </p:attrNameLst>
                                      </p:cBhvr>
                                      <p:to>
                                        <p:strVal val="visible"/>
                                      </p:to>
                                    </p:set>
                                    <p:animEffect transition="in" filter="dissolve">
                                      <p:cBhvr>
                                        <p:cTn id="27" dur="500"/>
                                        <p:tgtEl>
                                          <p:spTgt spid="1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utoUpdateAnimBg="0"/>
      <p:bldP spid="112" grpId="0" animBg="1" autoUpdateAnimBg="0"/>
      <p:bldP spid="113" grpId="0" animBg="1" autoUpdateAnimBg="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0" eaLnBrk="1" hangingPunct="1">
              <a:lnSpc>
                <a:spcPct val="100000"/>
              </a:lnSpc>
              <a:spcBef>
                <a:spcPct val="50000"/>
              </a:spcBef>
              <a:buNone/>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八</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时</a:t>
            </a:r>
            <a:r>
              <a:rPr lang="zh-CN" altLang="en-US" sz="4000" b="1" dirty="0">
                <a:solidFill>
                  <a:srgbClr val="C00000"/>
                </a:solidFill>
                <a:latin typeface="微软雅黑" panose="020B0503020204020204" pitchFamily="34" charset="-122"/>
                <a:ea typeface="微软雅黑" panose="020B0503020204020204" pitchFamily="34" charset="-122"/>
              </a:rPr>
              <a:t>间相干性</a:t>
            </a:r>
            <a:endPar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endParaRPr>
          </a:p>
        </p:txBody>
      </p:sp>
      <p:sp>
        <p:nvSpPr>
          <p:cNvPr id="10" name="Text Box 13">
            <a:extLst>
              <a:ext uri="{FF2B5EF4-FFF2-40B4-BE49-F238E27FC236}">
                <a16:creationId xmlns:a16="http://schemas.microsoft.com/office/drawing/2014/main" id="{2ED577F7-A1F9-4D10-BF9F-768144366305}"/>
              </a:ext>
            </a:extLst>
          </p:cNvPr>
          <p:cNvSpPr txBox="1">
            <a:spLocks noChangeArrowheads="1"/>
          </p:cNvSpPr>
          <p:nvPr/>
        </p:nvSpPr>
        <p:spPr bwMode="auto">
          <a:xfrm>
            <a:off x="785140" y="1545791"/>
            <a:ext cx="78593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2. </a:t>
            </a:r>
            <a:r>
              <a:rPr kumimoji="1" lang="zh-CN" altLang="en-US" sz="3200" dirty="0">
                <a:latin typeface="微软雅黑" panose="020B0503020204020204" pitchFamily="34" charset="-122"/>
                <a:ea typeface="微软雅黑" panose="020B0503020204020204" pitchFamily="34" charset="-122"/>
              </a:rPr>
              <a:t>相干长度：</a:t>
            </a:r>
            <a:endParaRPr kumimoji="1" lang="en-US" altLang="zh-CN" sz="3200" dirty="0">
              <a:latin typeface="微软雅黑" panose="020B0503020204020204" pitchFamily="34" charset="-122"/>
              <a:ea typeface="微软雅黑" panose="020B0503020204020204" pitchFamily="34" charset="-122"/>
            </a:endParaRPr>
          </a:p>
        </p:txBody>
      </p:sp>
      <p:sp>
        <p:nvSpPr>
          <p:cNvPr id="90" name="Text Box 81">
            <a:extLst>
              <a:ext uri="{FF2B5EF4-FFF2-40B4-BE49-F238E27FC236}">
                <a16:creationId xmlns:a16="http://schemas.microsoft.com/office/drawing/2014/main" id="{284AC49E-7714-4074-B069-23D2E8120978}"/>
              </a:ext>
            </a:extLst>
          </p:cNvPr>
          <p:cNvSpPr txBox="1">
            <a:spLocks noChangeArrowheads="1"/>
          </p:cNvSpPr>
          <p:nvPr/>
        </p:nvSpPr>
        <p:spPr bwMode="auto">
          <a:xfrm>
            <a:off x="3730805" y="1634654"/>
            <a:ext cx="67141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indent="0" defTabSz="914400" eaLnBrk="1" hangingPunct="1">
              <a:buClr>
                <a:srgbClr val="0000FF"/>
              </a:buClr>
              <a:buSzPct val="90000"/>
            </a:pPr>
            <a:r>
              <a:rPr kumimoji="1" lang="zh-CN" altLang="en-US" dirty="0">
                <a:latin typeface="楷体_GB2312" pitchFamily="49" charset="-122"/>
                <a:ea typeface="楷体_GB2312" pitchFamily="49" charset="-122"/>
              </a:rPr>
              <a:t>能够发生干涉的最大光程差</a:t>
            </a:r>
            <a:endParaRPr kumimoji="1" lang="en-US" altLang="zh-CN" dirty="0">
              <a:latin typeface="楷体_GB2312" pitchFamily="49" charset="-122"/>
              <a:ea typeface="楷体_GB2312" pitchFamily="49" charset="-122"/>
            </a:endParaRPr>
          </a:p>
        </p:txBody>
      </p:sp>
      <p:pic>
        <p:nvPicPr>
          <p:cNvPr id="56" name="Picture 57" descr="C:\Users\Administrator\Desktop\image007.gif">
            <a:extLst>
              <a:ext uri="{FF2B5EF4-FFF2-40B4-BE49-F238E27FC236}">
                <a16:creationId xmlns:a16="http://schemas.microsoft.com/office/drawing/2014/main" id="{D7A22B72-BE98-4C6D-9377-728A020BD1B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7606" y="2341426"/>
            <a:ext cx="5546898" cy="289331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pic>
      <p:sp>
        <p:nvSpPr>
          <p:cNvPr id="57" name="Text Box 13">
            <a:extLst>
              <a:ext uri="{FF2B5EF4-FFF2-40B4-BE49-F238E27FC236}">
                <a16:creationId xmlns:a16="http://schemas.microsoft.com/office/drawing/2014/main" id="{EFF91DB1-49F8-4571-8522-30307E62AD1C}"/>
              </a:ext>
            </a:extLst>
          </p:cNvPr>
          <p:cNvSpPr txBox="1">
            <a:spLocks noChangeArrowheads="1"/>
          </p:cNvSpPr>
          <p:nvPr/>
        </p:nvSpPr>
        <p:spPr bwMode="auto">
          <a:xfrm>
            <a:off x="785139" y="5261786"/>
            <a:ext cx="785932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3. </a:t>
            </a:r>
            <a:r>
              <a:rPr kumimoji="1" lang="zh-CN" altLang="en-US" sz="3200" dirty="0">
                <a:latin typeface="微软雅黑" panose="020B0503020204020204" pitchFamily="34" charset="-122"/>
                <a:ea typeface="微软雅黑" panose="020B0503020204020204" pitchFamily="34" charset="-122"/>
              </a:rPr>
              <a:t>相干时间：</a:t>
            </a:r>
            <a:endParaRPr kumimoji="1" lang="en-US" altLang="zh-CN" sz="3200" dirty="0">
              <a:latin typeface="微软雅黑" panose="020B0503020204020204" pitchFamily="34" charset="-122"/>
              <a:ea typeface="微软雅黑" panose="020B0503020204020204" pitchFamily="34" charset="-122"/>
            </a:endParaRPr>
          </a:p>
        </p:txBody>
      </p:sp>
      <p:graphicFrame>
        <p:nvGraphicFramePr>
          <p:cNvPr id="2" name="对象 1">
            <a:extLst>
              <a:ext uri="{FF2B5EF4-FFF2-40B4-BE49-F238E27FC236}">
                <a16:creationId xmlns:a16="http://schemas.microsoft.com/office/drawing/2014/main" id="{59D3C2D7-2653-4874-8C85-3EF73CB6C32C}"/>
              </a:ext>
            </a:extLst>
          </p:cNvPr>
          <p:cNvGraphicFramePr>
            <a:graphicFrameLocks noChangeAspect="1"/>
          </p:cNvGraphicFramePr>
          <p:nvPr>
            <p:extLst>
              <p:ext uri="{D42A27DB-BD31-4B8C-83A1-F6EECF244321}">
                <p14:modId xmlns:p14="http://schemas.microsoft.com/office/powerpoint/2010/main" val="4082356465"/>
              </p:ext>
            </p:extLst>
          </p:nvPr>
        </p:nvGraphicFramePr>
        <p:xfrm>
          <a:off x="8427955" y="2945113"/>
          <a:ext cx="1728787" cy="1097115"/>
        </p:xfrm>
        <a:graphic>
          <a:graphicData uri="http://schemas.openxmlformats.org/presentationml/2006/ole">
            <mc:AlternateContent xmlns:mc="http://schemas.openxmlformats.org/markup-compatibility/2006">
              <mc:Choice xmlns:v="urn:schemas-microsoft-com:vml" Requires="v">
                <p:oleObj name="Equation" r:id="rId4" imgW="660240" imgH="419040" progId="Equation.DSMT4">
                  <p:embed/>
                </p:oleObj>
              </mc:Choice>
              <mc:Fallback>
                <p:oleObj name="Equation" r:id="rId4" imgW="660240" imgH="419040" progId="Equation.DSMT4">
                  <p:embed/>
                  <p:pic>
                    <p:nvPicPr>
                      <p:cNvPr id="0" name=""/>
                      <p:cNvPicPr/>
                      <p:nvPr/>
                    </p:nvPicPr>
                    <p:blipFill>
                      <a:blip r:embed="rId5"/>
                      <a:stretch>
                        <a:fillRect/>
                      </a:stretch>
                    </p:blipFill>
                    <p:spPr>
                      <a:xfrm>
                        <a:off x="8427955" y="2945113"/>
                        <a:ext cx="1728787" cy="1097115"/>
                      </a:xfrm>
                      <a:prstGeom prst="rect">
                        <a:avLst/>
                      </a:prstGeom>
                    </p:spPr>
                  </p:pic>
                </p:oleObj>
              </mc:Fallback>
            </mc:AlternateContent>
          </a:graphicData>
        </a:graphic>
      </p:graphicFrame>
      <p:sp>
        <p:nvSpPr>
          <p:cNvPr id="63" name="Text Box 81">
            <a:extLst>
              <a:ext uri="{FF2B5EF4-FFF2-40B4-BE49-F238E27FC236}">
                <a16:creationId xmlns:a16="http://schemas.microsoft.com/office/drawing/2014/main" id="{5FA8E512-63FF-412F-9A48-8F7231B7E5C2}"/>
              </a:ext>
            </a:extLst>
          </p:cNvPr>
          <p:cNvSpPr txBox="1">
            <a:spLocks noChangeArrowheads="1"/>
          </p:cNvSpPr>
          <p:nvPr/>
        </p:nvSpPr>
        <p:spPr bwMode="auto">
          <a:xfrm>
            <a:off x="3617439" y="5297686"/>
            <a:ext cx="6915094"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indent="0" defTabSz="914400" eaLnBrk="1" hangingPunct="1">
              <a:buClr>
                <a:srgbClr val="0000FF"/>
              </a:buClr>
              <a:buSzPct val="90000"/>
            </a:pPr>
            <a:r>
              <a:rPr kumimoji="1" lang="zh-CN" altLang="en-US" dirty="0">
                <a:latin typeface="楷体_GB2312" pitchFamily="49" charset="-122"/>
                <a:ea typeface="楷体_GB2312" pitchFamily="49" charset="-122"/>
              </a:rPr>
              <a:t>同一光源在不同时刻发出的光的干涉性，</a:t>
            </a:r>
            <a:endParaRPr kumimoji="1" lang="en-US" altLang="zh-CN" dirty="0">
              <a:latin typeface="楷体_GB2312" pitchFamily="49" charset="-122"/>
              <a:ea typeface="楷体_GB2312" pitchFamily="49" charset="-122"/>
            </a:endParaRPr>
          </a:p>
          <a:p>
            <a:pPr marL="0" indent="0" defTabSz="914400" eaLnBrk="1" hangingPunct="1">
              <a:buClr>
                <a:srgbClr val="0000FF"/>
              </a:buClr>
              <a:buSzPct val="90000"/>
            </a:pPr>
            <a:r>
              <a:rPr kumimoji="1" lang="zh-CN" altLang="en-US" dirty="0">
                <a:latin typeface="楷体_GB2312" pitchFamily="49" charset="-122"/>
                <a:ea typeface="楷体_GB2312" pitchFamily="49" charset="-122"/>
              </a:rPr>
              <a:t>只有在相干时间内发出的光才是相干的！</a:t>
            </a:r>
            <a:endParaRPr kumimoji="1" lang="en-US" altLang="zh-CN" dirty="0">
              <a:latin typeface="楷体_GB2312" pitchFamily="49" charset="-122"/>
              <a:ea typeface="楷体_GB2312" pitchFamily="49" charset="-122"/>
            </a:endParaRPr>
          </a:p>
        </p:txBody>
      </p:sp>
      <p:graphicFrame>
        <p:nvGraphicFramePr>
          <p:cNvPr id="4" name="对象 3">
            <a:extLst>
              <a:ext uri="{FF2B5EF4-FFF2-40B4-BE49-F238E27FC236}">
                <a16:creationId xmlns:a16="http://schemas.microsoft.com/office/drawing/2014/main" id="{6D9AD15B-5DF3-42B1-8CA4-A763D7BB20BB}"/>
              </a:ext>
            </a:extLst>
          </p:cNvPr>
          <p:cNvGraphicFramePr>
            <a:graphicFrameLocks noChangeAspect="1"/>
          </p:cNvGraphicFramePr>
          <p:nvPr>
            <p:extLst>
              <p:ext uri="{D42A27DB-BD31-4B8C-83A1-F6EECF244321}">
                <p14:modId xmlns:p14="http://schemas.microsoft.com/office/powerpoint/2010/main" val="2512191571"/>
              </p:ext>
            </p:extLst>
          </p:nvPr>
        </p:nvGraphicFramePr>
        <p:xfrm>
          <a:off x="8427955" y="4042228"/>
          <a:ext cx="2016979" cy="1116542"/>
        </p:xfrm>
        <a:graphic>
          <a:graphicData uri="http://schemas.openxmlformats.org/presentationml/2006/ole">
            <mc:AlternateContent xmlns:mc="http://schemas.openxmlformats.org/markup-compatibility/2006">
              <mc:Choice xmlns:v="urn:schemas-microsoft-com:vml" Requires="v">
                <p:oleObj name="Equation" r:id="rId6" imgW="711000" imgH="393480" progId="Equation.DSMT4">
                  <p:embed/>
                </p:oleObj>
              </mc:Choice>
              <mc:Fallback>
                <p:oleObj name="Equation" r:id="rId6" imgW="711000" imgH="393480" progId="Equation.DSMT4">
                  <p:embed/>
                  <p:pic>
                    <p:nvPicPr>
                      <p:cNvPr id="0" name=""/>
                      <p:cNvPicPr/>
                      <p:nvPr/>
                    </p:nvPicPr>
                    <p:blipFill>
                      <a:blip r:embed="rId7"/>
                      <a:stretch>
                        <a:fillRect/>
                      </a:stretch>
                    </p:blipFill>
                    <p:spPr>
                      <a:xfrm>
                        <a:off x="8427955" y="4042228"/>
                        <a:ext cx="2016979" cy="1116542"/>
                      </a:xfrm>
                      <a:prstGeom prst="rect">
                        <a:avLst/>
                      </a:prstGeom>
                    </p:spPr>
                  </p:pic>
                </p:oleObj>
              </mc:Fallback>
            </mc:AlternateContent>
          </a:graphicData>
        </a:graphic>
      </p:graphicFrame>
      <p:graphicFrame>
        <p:nvGraphicFramePr>
          <p:cNvPr id="13" name="Object 169">
            <a:extLst>
              <a:ext uri="{FF2B5EF4-FFF2-40B4-BE49-F238E27FC236}">
                <a16:creationId xmlns:a16="http://schemas.microsoft.com/office/drawing/2014/main" id="{F1738FE7-02FE-416B-8276-B305CE0FB47D}"/>
              </a:ext>
            </a:extLst>
          </p:cNvPr>
          <p:cNvGraphicFramePr>
            <a:graphicFrameLocks noChangeAspect="1"/>
          </p:cNvGraphicFramePr>
          <p:nvPr>
            <p:extLst>
              <p:ext uri="{D42A27DB-BD31-4B8C-83A1-F6EECF244321}">
                <p14:modId xmlns:p14="http://schemas.microsoft.com/office/powerpoint/2010/main" val="1202760225"/>
              </p:ext>
            </p:extLst>
          </p:nvPr>
        </p:nvGraphicFramePr>
        <p:xfrm>
          <a:off x="7010566" y="2175525"/>
          <a:ext cx="4595812" cy="1013417"/>
        </p:xfrm>
        <a:graphic>
          <a:graphicData uri="http://schemas.openxmlformats.org/presentationml/2006/ole">
            <mc:AlternateContent xmlns:mc="http://schemas.openxmlformats.org/markup-compatibility/2006">
              <mc:Choice xmlns:v="urn:schemas-microsoft-com:vml" Requires="v">
                <p:oleObj name="Equation" r:id="rId8" imgW="2108160" imgH="431640" progId="Equation.DSMT4">
                  <p:embed/>
                </p:oleObj>
              </mc:Choice>
              <mc:Fallback>
                <p:oleObj name="Equation" r:id="rId8" imgW="2108160" imgH="431640" progId="Equation.DSMT4">
                  <p:embed/>
                  <p:pic>
                    <p:nvPicPr>
                      <p:cNvPr id="13" name="Object 169">
                        <a:extLst>
                          <a:ext uri="{FF2B5EF4-FFF2-40B4-BE49-F238E27FC236}">
                            <a16:creationId xmlns:a16="http://schemas.microsoft.com/office/drawing/2014/main" id="{61D26339-81E3-4AEC-BF0C-3F82D15678C8}"/>
                          </a:ext>
                        </a:extLst>
                      </p:cNvPr>
                      <p:cNvPicPr>
                        <a:picLocks noChangeAspect="1" noChangeArrowheads="1"/>
                      </p:cNvPicPr>
                      <p:nvPr/>
                    </p:nvPicPr>
                    <p:blipFill>
                      <a:blip r:embed="rId9"/>
                      <a:srcRect/>
                      <a:stretch>
                        <a:fillRect/>
                      </a:stretch>
                    </p:blipFill>
                    <p:spPr bwMode="auto">
                      <a:xfrm>
                        <a:off x="7010566" y="2175525"/>
                        <a:ext cx="4595812" cy="1013417"/>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40600402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left)">
                                      <p:cBhvr>
                                        <p:cTn id="7" dur="20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56"/>
                                        </p:tgtEl>
                                        <p:attrNameLst>
                                          <p:attrName>style.visibility</p:attrName>
                                        </p:attrNameLst>
                                      </p:cBhvr>
                                      <p:to>
                                        <p:strVal val="visible"/>
                                      </p:to>
                                    </p:set>
                                    <p:animEffect transition="in" filter="blinds(horizontal)">
                                      <p:cBhvr>
                                        <p:cTn id="12" dur="500"/>
                                        <p:tgtEl>
                                          <p:spTgt spid="5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7"/>
                                        </p:tgtEl>
                                        <p:attrNameLst>
                                          <p:attrName>style.visibility</p:attrName>
                                        </p:attrNameLst>
                                      </p:cBhvr>
                                      <p:to>
                                        <p:strVal val="visible"/>
                                      </p:to>
                                    </p:set>
                                    <p:animEffect transition="in" filter="wipe(left)">
                                      <p:cBhvr>
                                        <p:cTn id="22" dur="500"/>
                                        <p:tgtEl>
                                          <p:spTgt spid="5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3">
                                            <p:txEl>
                                              <p:pRg st="0" end="0"/>
                                            </p:txEl>
                                          </p:spTgt>
                                        </p:tgtEl>
                                        <p:attrNameLst>
                                          <p:attrName>style.visibility</p:attrName>
                                        </p:attrNameLst>
                                      </p:cBhvr>
                                      <p:to>
                                        <p:strVal val="visible"/>
                                      </p:to>
                                    </p:set>
                                    <p:animEffect transition="in" filter="wipe(left)">
                                      <p:cBhvr>
                                        <p:cTn id="32" dur="2000"/>
                                        <p:tgtEl>
                                          <p:spTgt spid="63">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63">
                                            <p:txEl>
                                              <p:pRg st="1" end="1"/>
                                            </p:txEl>
                                          </p:spTgt>
                                        </p:tgtEl>
                                        <p:attrNameLst>
                                          <p:attrName>style.visibility</p:attrName>
                                        </p:attrNameLst>
                                      </p:cBhvr>
                                      <p:to>
                                        <p:strVal val="visible"/>
                                      </p:to>
                                    </p:set>
                                    <p:animEffect transition="in" filter="wipe(left)">
                                      <p:cBhvr>
                                        <p:cTn id="37" dur="2000"/>
                                        <p:tgtEl>
                                          <p:spTgt spid="63">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dissolve">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utoUpdateAnimBg="0"/>
      <p:bldP spid="57" grpId="0"/>
      <p:bldP spid="63" grpId="0" build="p" autoUpdateAnimBg="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87388" y="571500"/>
            <a:ext cx="11017224" cy="2029520"/>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在双缝干涉实验中，如果逐渐增加缝光源</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的宽度，则在屏</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上的干涉条纹如何变化（      ）</a:t>
            </a:r>
          </a:p>
        </p:txBody>
      </p:sp>
      <p:sp>
        <p:nvSpPr>
          <p:cNvPr id="4" name="文本框 3"/>
          <p:cNvSpPr txBox="1"/>
          <p:nvPr>
            <p:custDataLst>
              <p:tags r:id="rId3"/>
            </p:custDataLst>
          </p:nvPr>
        </p:nvSpPr>
        <p:spPr>
          <a:xfrm>
            <a:off x="1410413" y="2590576"/>
            <a:ext cx="6485788"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条纹会更亮，干涉条纹变得更清楚</a:t>
            </a:r>
          </a:p>
        </p:txBody>
      </p:sp>
      <p:sp>
        <p:nvSpPr>
          <p:cNvPr id="5" name="文本框 4"/>
          <p:cNvSpPr txBox="1"/>
          <p:nvPr>
            <p:custDataLst>
              <p:tags r:id="rId4"/>
            </p:custDataLst>
          </p:nvPr>
        </p:nvSpPr>
        <p:spPr>
          <a:xfrm>
            <a:off x="1410412" y="344782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条纹会更亮，干涉条纹变得模糊不清</a:t>
            </a:r>
          </a:p>
        </p:txBody>
      </p:sp>
      <p:sp>
        <p:nvSpPr>
          <p:cNvPr id="8" name="椭圆 7"/>
          <p:cNvSpPr>
            <a:spLocks noChangeAspect="1"/>
          </p:cNvSpPr>
          <p:nvPr>
            <p:custDataLst>
              <p:tags r:id="rId5"/>
            </p:custDataLst>
          </p:nvPr>
        </p:nvSpPr>
        <p:spPr bwMode="auto">
          <a:xfrm>
            <a:off x="623392" y="265486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6"/>
            </p:custDataLst>
          </p:nvPr>
        </p:nvSpPr>
        <p:spPr bwMode="auto">
          <a:xfrm>
            <a:off x="623392" y="351211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7"/>
            </p:custDataLst>
          </p:nvPr>
        </p:nvSpPr>
        <p:spPr bwMode="auto">
          <a:xfrm>
            <a:off x="10272464" y="6215063"/>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pic>
        <p:nvPicPr>
          <p:cNvPr id="19" name="图片 18">
            <a:extLst>
              <a:ext uri="{FF2B5EF4-FFF2-40B4-BE49-F238E27FC236}">
                <a16:creationId xmlns:a16="http://schemas.microsoft.com/office/drawing/2014/main" id="{9A8B693B-D086-462C-8523-E4B84C7C60B8}"/>
              </a:ext>
            </a:extLst>
          </p:cNvPr>
          <p:cNvPicPr>
            <a:picLocks noChangeAspect="1"/>
          </p:cNvPicPr>
          <p:nvPr/>
        </p:nvPicPr>
        <p:blipFill>
          <a:blip r:embed="rId20"/>
          <a:stretch>
            <a:fillRect/>
          </a:stretch>
        </p:blipFill>
        <p:spPr>
          <a:xfrm>
            <a:off x="7367463" y="2420888"/>
            <a:ext cx="4824537" cy="2527126"/>
          </a:xfrm>
          <a:prstGeom prst="rect">
            <a:avLst/>
          </a:prstGeom>
        </p:spPr>
      </p:pic>
      <p:sp>
        <p:nvSpPr>
          <p:cNvPr id="20" name="文本框 19">
            <a:extLst>
              <a:ext uri="{FF2B5EF4-FFF2-40B4-BE49-F238E27FC236}">
                <a16:creationId xmlns:a16="http://schemas.microsoft.com/office/drawing/2014/main" id="{26CCAB71-9493-431C-BF50-C248E593BEA0}"/>
              </a:ext>
            </a:extLst>
          </p:cNvPr>
          <p:cNvSpPr txBox="1"/>
          <p:nvPr>
            <p:custDataLst>
              <p:tags r:id="rId8"/>
            </p:custDataLst>
          </p:nvPr>
        </p:nvSpPr>
        <p:spPr>
          <a:xfrm>
            <a:off x="1410412" y="430507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条纹亮度不变，干涉条纹变得更清楚</a:t>
            </a:r>
          </a:p>
        </p:txBody>
      </p:sp>
      <p:sp>
        <p:nvSpPr>
          <p:cNvPr id="21" name="椭圆 20">
            <a:extLst>
              <a:ext uri="{FF2B5EF4-FFF2-40B4-BE49-F238E27FC236}">
                <a16:creationId xmlns:a16="http://schemas.microsoft.com/office/drawing/2014/main" id="{DFD05007-DF38-4718-A3C6-DA8A8013BF7E}"/>
              </a:ext>
            </a:extLst>
          </p:cNvPr>
          <p:cNvSpPr>
            <a:spLocks noChangeAspect="1"/>
          </p:cNvSpPr>
          <p:nvPr>
            <p:custDataLst>
              <p:tags r:id="rId9"/>
            </p:custDataLst>
          </p:nvPr>
        </p:nvSpPr>
        <p:spPr>
          <a:xfrm>
            <a:off x="623392" y="436936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1"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22" name="文本框 21">
            <a:extLst>
              <a:ext uri="{FF2B5EF4-FFF2-40B4-BE49-F238E27FC236}">
                <a16:creationId xmlns:a16="http://schemas.microsoft.com/office/drawing/2014/main" id="{FB456FA8-E908-4EB6-908F-ADBFFD262F32}"/>
              </a:ext>
            </a:extLst>
          </p:cNvPr>
          <p:cNvSpPr txBox="1"/>
          <p:nvPr>
            <p:custDataLst>
              <p:tags r:id="rId10"/>
            </p:custDataLst>
          </p:nvPr>
        </p:nvSpPr>
        <p:spPr>
          <a:xfrm>
            <a:off x="1410412" y="516232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条纹亮度不变，干涉条纹变得模糊不清</a:t>
            </a:r>
          </a:p>
        </p:txBody>
      </p:sp>
      <p:sp>
        <p:nvSpPr>
          <p:cNvPr id="23" name="椭圆 22">
            <a:extLst>
              <a:ext uri="{FF2B5EF4-FFF2-40B4-BE49-F238E27FC236}">
                <a16:creationId xmlns:a16="http://schemas.microsoft.com/office/drawing/2014/main" id="{90A90446-7454-4440-BA56-9AEBD088E6C8}"/>
              </a:ext>
            </a:extLst>
          </p:cNvPr>
          <p:cNvSpPr>
            <a:spLocks noChangeAspect="1"/>
          </p:cNvSpPr>
          <p:nvPr>
            <p:custDataLst>
              <p:tags r:id="rId11"/>
            </p:custDataLst>
          </p:nvPr>
        </p:nvSpPr>
        <p:spPr>
          <a:xfrm>
            <a:off x="623392" y="522661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7" name="组合 6">
            <a:extLst>
              <a:ext uri="{FF2B5EF4-FFF2-40B4-BE49-F238E27FC236}">
                <a16:creationId xmlns:a16="http://schemas.microsoft.com/office/drawing/2014/main" id="{B3A8EED7-2EF2-4627-A59B-04EE67728CC4}"/>
              </a:ext>
            </a:extLst>
          </p:cNvPr>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bwMode="auto">
            <a:xfrm>
              <a:off x="0" y="0"/>
              <a:ext cx="12192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0" y="0"/>
              <a:ext cx="2540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254000" y="0"/>
              <a:ext cx="2540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投票</a:t>
              </a:r>
            </a:p>
          </p:txBody>
        </p:sp>
        <p:sp>
          <p:nvSpPr>
            <p:cNvPr id="6" name="TipText">
              <a:extLst>
                <a:ext uri="{FF2B5EF4-FFF2-40B4-BE49-F238E27FC236}">
                  <a16:creationId xmlns:a16="http://schemas.microsoft.com/office/drawing/2014/main" id="{D384630B-AAE3-4D0E-A031-A8A034A481F5}"/>
                </a:ext>
              </a:extLst>
            </p:cNvPr>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81327056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87388" y="571500"/>
            <a:ext cx="11017224" cy="2029520"/>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3.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在双缝干涉实验中，如果逐渐增加缝光源</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的宽度，则在屏</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P</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上的干涉条纹如何变化（      ）</a:t>
            </a:r>
          </a:p>
        </p:txBody>
      </p:sp>
      <p:sp>
        <p:nvSpPr>
          <p:cNvPr id="4" name="文本框 3"/>
          <p:cNvSpPr txBox="1"/>
          <p:nvPr>
            <p:custDataLst>
              <p:tags r:id="rId3"/>
            </p:custDataLst>
          </p:nvPr>
        </p:nvSpPr>
        <p:spPr>
          <a:xfrm>
            <a:off x="1410413" y="2590576"/>
            <a:ext cx="6485788"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条纹会更亮，干涉条纹变得更清楚</a:t>
            </a:r>
          </a:p>
        </p:txBody>
      </p:sp>
      <p:sp>
        <p:nvSpPr>
          <p:cNvPr id="5" name="文本框 4"/>
          <p:cNvSpPr txBox="1"/>
          <p:nvPr>
            <p:custDataLst>
              <p:tags r:id="rId4"/>
            </p:custDataLst>
          </p:nvPr>
        </p:nvSpPr>
        <p:spPr>
          <a:xfrm>
            <a:off x="1410412" y="344782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条纹会更亮，干涉条纹变得模糊不清</a:t>
            </a:r>
          </a:p>
        </p:txBody>
      </p:sp>
      <p:sp>
        <p:nvSpPr>
          <p:cNvPr id="8" name="椭圆 7"/>
          <p:cNvSpPr>
            <a:spLocks noChangeAspect="1"/>
          </p:cNvSpPr>
          <p:nvPr>
            <p:custDataLst>
              <p:tags r:id="rId5"/>
            </p:custDataLst>
          </p:nvPr>
        </p:nvSpPr>
        <p:spPr bwMode="auto">
          <a:xfrm>
            <a:off x="623392" y="265486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6"/>
            </p:custDataLst>
          </p:nvPr>
        </p:nvSpPr>
        <p:spPr bwMode="auto">
          <a:xfrm>
            <a:off x="623392" y="3512119"/>
            <a:ext cx="514350" cy="514350"/>
          </a:xfrm>
          <a:prstGeom prst="ellipse">
            <a:avLst/>
          </a:prstGeom>
          <a:solidFill>
            <a:srgbClr val="00FF00"/>
          </a:solidFill>
          <a:ln w="254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7"/>
            </p:custDataLst>
          </p:nvPr>
        </p:nvSpPr>
        <p:spPr bwMode="auto">
          <a:xfrm>
            <a:off x="10272464" y="6215063"/>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pic>
        <p:nvPicPr>
          <p:cNvPr id="19" name="图片 18">
            <a:extLst>
              <a:ext uri="{FF2B5EF4-FFF2-40B4-BE49-F238E27FC236}">
                <a16:creationId xmlns:a16="http://schemas.microsoft.com/office/drawing/2014/main" id="{9A8B693B-D086-462C-8523-E4B84C7C60B8}"/>
              </a:ext>
            </a:extLst>
          </p:cNvPr>
          <p:cNvPicPr>
            <a:picLocks noChangeAspect="1"/>
          </p:cNvPicPr>
          <p:nvPr/>
        </p:nvPicPr>
        <p:blipFill>
          <a:blip r:embed="rId20"/>
          <a:stretch>
            <a:fillRect/>
          </a:stretch>
        </p:blipFill>
        <p:spPr>
          <a:xfrm>
            <a:off x="7367463" y="2420888"/>
            <a:ext cx="4824537" cy="2527126"/>
          </a:xfrm>
          <a:prstGeom prst="rect">
            <a:avLst/>
          </a:prstGeom>
        </p:spPr>
      </p:pic>
      <p:sp>
        <p:nvSpPr>
          <p:cNvPr id="20" name="文本框 19">
            <a:extLst>
              <a:ext uri="{FF2B5EF4-FFF2-40B4-BE49-F238E27FC236}">
                <a16:creationId xmlns:a16="http://schemas.microsoft.com/office/drawing/2014/main" id="{26CCAB71-9493-431C-BF50-C248E593BEA0}"/>
              </a:ext>
            </a:extLst>
          </p:cNvPr>
          <p:cNvSpPr txBox="1"/>
          <p:nvPr>
            <p:custDataLst>
              <p:tags r:id="rId8"/>
            </p:custDataLst>
          </p:nvPr>
        </p:nvSpPr>
        <p:spPr>
          <a:xfrm>
            <a:off x="1410412" y="430507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条纹亮度不变，干涉条纹变得更清楚</a:t>
            </a:r>
          </a:p>
        </p:txBody>
      </p:sp>
      <p:sp>
        <p:nvSpPr>
          <p:cNvPr id="21" name="椭圆 20">
            <a:extLst>
              <a:ext uri="{FF2B5EF4-FFF2-40B4-BE49-F238E27FC236}">
                <a16:creationId xmlns:a16="http://schemas.microsoft.com/office/drawing/2014/main" id="{DFD05007-DF38-4718-A3C6-DA8A8013BF7E}"/>
              </a:ext>
            </a:extLst>
          </p:cNvPr>
          <p:cNvSpPr>
            <a:spLocks noChangeAspect="1"/>
          </p:cNvSpPr>
          <p:nvPr>
            <p:custDataLst>
              <p:tags r:id="rId9"/>
            </p:custDataLst>
          </p:nvPr>
        </p:nvSpPr>
        <p:spPr>
          <a:xfrm>
            <a:off x="623392" y="436936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1"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22" name="文本框 21">
            <a:extLst>
              <a:ext uri="{FF2B5EF4-FFF2-40B4-BE49-F238E27FC236}">
                <a16:creationId xmlns:a16="http://schemas.microsoft.com/office/drawing/2014/main" id="{FB456FA8-E908-4EB6-908F-ADBFFD262F32}"/>
              </a:ext>
            </a:extLst>
          </p:cNvPr>
          <p:cNvSpPr txBox="1"/>
          <p:nvPr>
            <p:custDataLst>
              <p:tags r:id="rId10"/>
            </p:custDataLst>
          </p:nvPr>
        </p:nvSpPr>
        <p:spPr>
          <a:xfrm>
            <a:off x="1410412" y="516232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条纹亮度不变，干涉条纹变得模糊不清</a:t>
            </a:r>
          </a:p>
        </p:txBody>
      </p:sp>
      <p:sp>
        <p:nvSpPr>
          <p:cNvPr id="23" name="椭圆 22">
            <a:extLst>
              <a:ext uri="{FF2B5EF4-FFF2-40B4-BE49-F238E27FC236}">
                <a16:creationId xmlns:a16="http://schemas.microsoft.com/office/drawing/2014/main" id="{90A90446-7454-4440-BA56-9AEBD088E6C8}"/>
              </a:ext>
            </a:extLst>
          </p:cNvPr>
          <p:cNvSpPr>
            <a:spLocks noChangeAspect="1"/>
          </p:cNvSpPr>
          <p:nvPr>
            <p:custDataLst>
              <p:tags r:id="rId11"/>
            </p:custDataLst>
          </p:nvPr>
        </p:nvSpPr>
        <p:spPr>
          <a:xfrm>
            <a:off x="623392" y="522661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nvGrpSpPr>
          <p:cNvPr id="17" name="组合 16"/>
          <p:cNvGrpSpPr/>
          <p:nvPr>
            <p:custDataLst>
              <p:tags r:id="rId12"/>
            </p:custDataLst>
          </p:nvPr>
        </p:nvGrpSpPr>
        <p:grpSpPr>
          <a:xfrm>
            <a:off x="0" y="0"/>
            <a:ext cx="12192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13335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6" name="TipText"/>
            <p:cNvSpPr txBox="1"/>
            <p:nvPr>
              <p:custDataLst>
                <p:tags r:id="rId17"/>
              </p:custDataLst>
            </p:nvPr>
          </p:nvSpPr>
          <p:spPr>
            <a:xfrm>
              <a:off x="-379571" y="109220"/>
              <a:ext cx="2286000" cy="508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1" lang="zh-CN" altLang="en-US"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72007422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80567" y="526243"/>
            <a:ext cx="10851079" cy="2029520"/>
          </a:xfrm>
          <a:prstGeom prst="rect">
            <a:avLst/>
          </a:prstGeom>
          <a:noFill/>
        </p:spPr>
        <p:txBody>
          <a:bodyPr vert="horz" wrap="square" rtlCol="0" anchor="ctr" anchorCtr="0">
            <a:noAutofit/>
          </a:bodyPr>
          <a:lstStyle/>
          <a:p>
            <a:pPr lvl="0" defTabSz="914400" eaLnBrk="1" hangingPunct="1">
              <a:spcBef>
                <a:spcPct val="50000"/>
              </a:spcBef>
            </a:pP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4.   </a:t>
            </a:r>
            <a:r>
              <a:rPr kumimoji="1" lang="zh-CN" altLang="en-US"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在双缝的</a:t>
            </a:r>
            <a:r>
              <a:rPr kumimoji="1" lang="en-US" altLang="zh-CN"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S</a:t>
            </a:r>
            <a:r>
              <a:rPr kumimoji="1" lang="en-US" altLang="zh-CN" sz="3200" b="1" baseline="-25000"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2</a:t>
            </a:r>
            <a:r>
              <a:rPr kumimoji="1" lang="en-US" altLang="zh-CN"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 </a:t>
            </a:r>
            <a:r>
              <a:rPr kumimoji="1" lang="zh-CN" altLang="en-US"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缝前放置一片均匀介质薄膜（薄云母片），干涉条纹将如何变化？（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p:txBody>
      </p:sp>
      <p:sp>
        <p:nvSpPr>
          <p:cNvPr id="4" name="文本框 3"/>
          <p:cNvSpPr txBox="1"/>
          <p:nvPr>
            <p:custDataLst>
              <p:tags r:id="rId3"/>
            </p:custDataLst>
          </p:nvPr>
        </p:nvSpPr>
        <p:spPr>
          <a:xfrm>
            <a:off x="1410413" y="2590576"/>
            <a:ext cx="6485788"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整体下移，变窄变密</a:t>
            </a:r>
          </a:p>
        </p:txBody>
      </p:sp>
      <p:sp>
        <p:nvSpPr>
          <p:cNvPr id="5" name="文本框 4"/>
          <p:cNvSpPr txBox="1"/>
          <p:nvPr>
            <p:custDataLst>
              <p:tags r:id="rId4"/>
            </p:custDataLst>
          </p:nvPr>
        </p:nvSpPr>
        <p:spPr>
          <a:xfrm>
            <a:off x="1410412" y="3447826"/>
            <a:ext cx="6619471"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整体下移，变宽变疏</a:t>
            </a:r>
          </a:p>
        </p:txBody>
      </p:sp>
      <p:sp>
        <p:nvSpPr>
          <p:cNvPr id="8" name="椭圆 7"/>
          <p:cNvSpPr>
            <a:spLocks noChangeAspect="1"/>
          </p:cNvSpPr>
          <p:nvPr>
            <p:custDataLst>
              <p:tags r:id="rId5"/>
            </p:custDataLst>
          </p:nvPr>
        </p:nvSpPr>
        <p:spPr bwMode="auto">
          <a:xfrm>
            <a:off x="623392" y="265486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6"/>
            </p:custDataLst>
          </p:nvPr>
        </p:nvSpPr>
        <p:spPr bwMode="auto">
          <a:xfrm>
            <a:off x="623392" y="351211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7"/>
            </p:custDataLst>
          </p:nvPr>
        </p:nvSpPr>
        <p:spPr bwMode="auto">
          <a:xfrm>
            <a:off x="10272464" y="6215063"/>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sp>
        <p:nvSpPr>
          <p:cNvPr id="20" name="文本框 19">
            <a:extLst>
              <a:ext uri="{FF2B5EF4-FFF2-40B4-BE49-F238E27FC236}">
                <a16:creationId xmlns:a16="http://schemas.microsoft.com/office/drawing/2014/main" id="{26CCAB71-9493-431C-BF50-C248E593BEA0}"/>
              </a:ext>
            </a:extLst>
          </p:cNvPr>
          <p:cNvSpPr txBox="1"/>
          <p:nvPr>
            <p:custDataLst>
              <p:tags r:id="rId8"/>
            </p:custDataLst>
          </p:nvPr>
        </p:nvSpPr>
        <p:spPr>
          <a:xfrm>
            <a:off x="1410412" y="4305076"/>
            <a:ext cx="6619471"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整体下移，形状不变</a:t>
            </a:r>
          </a:p>
        </p:txBody>
      </p:sp>
      <p:sp>
        <p:nvSpPr>
          <p:cNvPr id="21" name="椭圆 20">
            <a:extLst>
              <a:ext uri="{FF2B5EF4-FFF2-40B4-BE49-F238E27FC236}">
                <a16:creationId xmlns:a16="http://schemas.microsoft.com/office/drawing/2014/main" id="{DFD05007-DF38-4718-A3C6-DA8A8013BF7E}"/>
              </a:ext>
            </a:extLst>
          </p:cNvPr>
          <p:cNvSpPr>
            <a:spLocks noChangeAspect="1"/>
          </p:cNvSpPr>
          <p:nvPr>
            <p:custDataLst>
              <p:tags r:id="rId9"/>
            </p:custDataLst>
          </p:nvPr>
        </p:nvSpPr>
        <p:spPr>
          <a:xfrm>
            <a:off x="623392" y="436936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1"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22" name="文本框 21">
            <a:extLst>
              <a:ext uri="{FF2B5EF4-FFF2-40B4-BE49-F238E27FC236}">
                <a16:creationId xmlns:a16="http://schemas.microsoft.com/office/drawing/2014/main" id="{FB456FA8-E908-4EB6-908F-ADBFFD262F32}"/>
              </a:ext>
            </a:extLst>
          </p:cNvPr>
          <p:cNvSpPr txBox="1"/>
          <p:nvPr>
            <p:custDataLst>
              <p:tags r:id="rId10"/>
            </p:custDataLst>
          </p:nvPr>
        </p:nvSpPr>
        <p:spPr>
          <a:xfrm>
            <a:off x="1410412" y="5162326"/>
            <a:ext cx="4118321"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整体上移，变窄变密</a:t>
            </a:r>
          </a:p>
        </p:txBody>
      </p:sp>
      <p:sp>
        <p:nvSpPr>
          <p:cNvPr id="23" name="椭圆 22">
            <a:extLst>
              <a:ext uri="{FF2B5EF4-FFF2-40B4-BE49-F238E27FC236}">
                <a16:creationId xmlns:a16="http://schemas.microsoft.com/office/drawing/2014/main" id="{90A90446-7454-4440-BA56-9AEBD088E6C8}"/>
              </a:ext>
            </a:extLst>
          </p:cNvPr>
          <p:cNvSpPr>
            <a:spLocks noChangeAspect="1"/>
          </p:cNvSpPr>
          <p:nvPr>
            <p:custDataLst>
              <p:tags r:id="rId11"/>
            </p:custDataLst>
          </p:nvPr>
        </p:nvSpPr>
        <p:spPr>
          <a:xfrm>
            <a:off x="623392" y="522661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pic>
        <p:nvPicPr>
          <p:cNvPr id="6" name="图片 5">
            <a:extLst>
              <a:ext uri="{FF2B5EF4-FFF2-40B4-BE49-F238E27FC236}">
                <a16:creationId xmlns:a16="http://schemas.microsoft.com/office/drawing/2014/main" id="{9862C6ED-8C5F-42CD-9921-CEE6A922D73D}"/>
              </a:ext>
            </a:extLst>
          </p:cNvPr>
          <p:cNvPicPr>
            <a:picLocks noChangeAspect="1"/>
          </p:cNvPicPr>
          <p:nvPr/>
        </p:nvPicPr>
        <p:blipFill>
          <a:blip r:embed="rId20"/>
          <a:stretch>
            <a:fillRect/>
          </a:stretch>
        </p:blipFill>
        <p:spPr>
          <a:xfrm>
            <a:off x="6317210" y="2419127"/>
            <a:ext cx="5535691" cy="2636043"/>
          </a:xfrm>
          <a:prstGeom prst="rect">
            <a:avLst/>
          </a:prstGeom>
        </p:spPr>
      </p:pic>
      <p:grpSp>
        <p:nvGrpSpPr>
          <p:cNvPr id="10" name="组合 9">
            <a:extLst>
              <a:ext uri="{FF2B5EF4-FFF2-40B4-BE49-F238E27FC236}">
                <a16:creationId xmlns:a16="http://schemas.microsoft.com/office/drawing/2014/main" id="{2CBFF5BB-FEAB-4837-9C85-5004EB814405}"/>
              </a:ext>
            </a:extLst>
          </p:cNvPr>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bwMode="auto">
            <a:xfrm>
              <a:off x="0" y="0"/>
              <a:ext cx="12192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0" y="0"/>
              <a:ext cx="2540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254000" y="0"/>
              <a:ext cx="2540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投票</a:t>
              </a:r>
            </a:p>
          </p:txBody>
        </p:sp>
        <p:sp>
          <p:nvSpPr>
            <p:cNvPr id="7" name="TipText">
              <a:extLst>
                <a:ext uri="{FF2B5EF4-FFF2-40B4-BE49-F238E27FC236}">
                  <a16:creationId xmlns:a16="http://schemas.microsoft.com/office/drawing/2014/main" id="{01CE77AD-EE1E-4404-8995-E7D640BA793C}"/>
                </a:ext>
              </a:extLst>
            </p:cNvPr>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最多可选</a:t>
              </a: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项</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72279301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2176620" cy="463550"/>
          </a:xfrm>
        </p:spPr>
        <p:txBody>
          <a:bodyPr/>
          <a:lstStyle/>
          <a:p>
            <a:pPr eaLnBrk="1" hangingPunct="1"/>
            <a:r>
              <a:rPr lang="zh-CN" altLang="en-US" dirty="0"/>
              <a:t>薄膜干涉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九</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光 程</a:t>
            </a:r>
          </a:p>
        </p:txBody>
      </p:sp>
      <p:sp>
        <p:nvSpPr>
          <p:cNvPr id="10" name="Text Box 13">
            <a:extLst>
              <a:ext uri="{FF2B5EF4-FFF2-40B4-BE49-F238E27FC236}">
                <a16:creationId xmlns:a16="http://schemas.microsoft.com/office/drawing/2014/main" id="{2ED577F7-A1F9-4D10-BF9F-768144366305}"/>
              </a:ext>
            </a:extLst>
          </p:cNvPr>
          <p:cNvSpPr txBox="1">
            <a:spLocks noChangeArrowheads="1"/>
          </p:cNvSpPr>
          <p:nvPr/>
        </p:nvSpPr>
        <p:spPr bwMode="auto">
          <a:xfrm>
            <a:off x="785141" y="1545791"/>
            <a:ext cx="222476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1. </a:t>
            </a:r>
            <a:r>
              <a:rPr kumimoji="1"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定义：</a:t>
            </a:r>
            <a:endParaRPr kumimoji="1" lang="en-US" altLang="zh-CN"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0" name="Text Box 81">
            <a:extLst>
              <a:ext uri="{FF2B5EF4-FFF2-40B4-BE49-F238E27FC236}">
                <a16:creationId xmlns:a16="http://schemas.microsoft.com/office/drawing/2014/main" id="{B2287278-2703-407C-A457-1DC4559BAA08}"/>
              </a:ext>
            </a:extLst>
          </p:cNvPr>
          <p:cNvSpPr txBox="1">
            <a:spLocks noChangeArrowheads="1"/>
          </p:cNvSpPr>
          <p:nvPr/>
        </p:nvSpPr>
        <p:spPr bwMode="auto">
          <a:xfrm>
            <a:off x="2441574" y="1608964"/>
            <a:ext cx="979158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457200" indent="-457200"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
                <a:srgbClr val="0000FF"/>
              </a:buClr>
              <a:buSzPct val="90000"/>
              <a:buFontTx/>
              <a:buNone/>
              <a:tabLst/>
              <a:defRPr/>
            </a:pPr>
            <a:r>
              <a:rPr kumimoji="1" lang="zh-CN" altLang="en-US" sz="3000" b="1" i="0" u="none" strike="noStrike" kern="1200" cap="none" spc="0" normalizeH="0" baseline="0" noProof="0" dirty="0">
                <a:ln>
                  <a:noFill/>
                </a:ln>
                <a:solidFill>
                  <a:prstClr val="black"/>
                </a:solidFill>
                <a:effectLst/>
                <a:uLnTx/>
                <a:uFillTx/>
                <a:latin typeface="楷体_GB2312" pitchFamily="49" charset="-122"/>
                <a:ea typeface="楷体_GB2312" pitchFamily="49" charset="-122"/>
                <a:cs typeface="+mn-cs"/>
              </a:rPr>
              <a:t>介质的折射率乘以光在该介质中传播的几何路程  （</a:t>
            </a:r>
            <a:r>
              <a:rPr kumimoji="1" lang="en-US" altLang="zh-CN" sz="3000" b="1" i="1" u="none" strike="noStrike" kern="1200" cap="none" spc="0" normalizeH="0" baseline="0" noProof="0" dirty="0">
                <a:ln>
                  <a:noFill/>
                </a:ln>
                <a:solidFill>
                  <a:srgbClr val="0000FF"/>
                </a:solidFill>
                <a:effectLst/>
                <a:uLnTx/>
                <a:uFillTx/>
                <a:latin typeface="Times New Roman" pitchFamily="18" charset="0"/>
                <a:ea typeface="宋体" panose="02010600030101010101" pitchFamily="2" charset="-122"/>
                <a:cs typeface="+mn-cs"/>
              </a:rPr>
              <a:t> nL </a:t>
            </a:r>
            <a:r>
              <a:rPr kumimoji="1" lang="zh-CN" altLang="en-US" sz="3000" b="1" i="0" u="none" strike="noStrike" kern="1200" cap="none" spc="0" normalizeH="0" baseline="0" noProof="0" dirty="0">
                <a:ln>
                  <a:noFill/>
                </a:ln>
                <a:solidFill>
                  <a:prstClr val="black"/>
                </a:solidFill>
                <a:effectLst/>
                <a:uLnTx/>
                <a:uFillTx/>
                <a:latin typeface="楷体_GB2312" pitchFamily="49" charset="-122"/>
                <a:ea typeface="楷体_GB2312" pitchFamily="49" charset="-122"/>
                <a:cs typeface="+mn-cs"/>
              </a:rPr>
              <a:t>）</a:t>
            </a:r>
          </a:p>
        </p:txBody>
      </p:sp>
      <p:sp>
        <p:nvSpPr>
          <p:cNvPr id="91" name="Text Box 13">
            <a:extLst>
              <a:ext uri="{FF2B5EF4-FFF2-40B4-BE49-F238E27FC236}">
                <a16:creationId xmlns:a16="http://schemas.microsoft.com/office/drawing/2014/main" id="{A8AAB7F2-3E2F-4623-98C3-9BC8A400CD80}"/>
              </a:ext>
            </a:extLst>
          </p:cNvPr>
          <p:cNvSpPr txBox="1">
            <a:spLocks noChangeArrowheads="1"/>
          </p:cNvSpPr>
          <p:nvPr/>
        </p:nvSpPr>
        <p:spPr bwMode="auto">
          <a:xfrm>
            <a:off x="823241" y="2339541"/>
            <a:ext cx="427322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2. </a:t>
            </a:r>
            <a:r>
              <a:rPr kumimoji="1" lang="zh-CN" altLang="en-US"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物理意义：</a:t>
            </a:r>
            <a:endParaRPr kumimoji="1" lang="en-US" altLang="zh-CN" sz="32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92" name="Line 4">
            <a:extLst>
              <a:ext uri="{FF2B5EF4-FFF2-40B4-BE49-F238E27FC236}">
                <a16:creationId xmlns:a16="http://schemas.microsoft.com/office/drawing/2014/main" id="{75234EE4-08D5-4C99-8492-F486CC6CB53B}"/>
              </a:ext>
            </a:extLst>
          </p:cNvPr>
          <p:cNvSpPr>
            <a:spLocks noChangeShapeType="1"/>
          </p:cNvSpPr>
          <p:nvPr/>
        </p:nvSpPr>
        <p:spPr bwMode="auto">
          <a:xfrm>
            <a:off x="5580498" y="2880879"/>
            <a:ext cx="2333625" cy="0"/>
          </a:xfrm>
          <a:prstGeom prst="line">
            <a:avLst/>
          </a:prstGeom>
          <a:noFill/>
          <a:ln w="28575">
            <a:solidFill>
              <a:schemeClr val="tx2"/>
            </a:solidFill>
            <a:round/>
            <a:headEnd type="none" w="med" len="sm"/>
            <a:tailEnd type="triangle" w="lg" len="lg"/>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nvGrpSpPr>
          <p:cNvPr id="93" name="Group 8">
            <a:extLst>
              <a:ext uri="{FF2B5EF4-FFF2-40B4-BE49-F238E27FC236}">
                <a16:creationId xmlns:a16="http://schemas.microsoft.com/office/drawing/2014/main" id="{57887836-8AF5-4BD0-BDE7-29977C8B48EF}"/>
              </a:ext>
            </a:extLst>
          </p:cNvPr>
          <p:cNvGrpSpPr>
            <a:grpSpLocks/>
          </p:cNvGrpSpPr>
          <p:nvPr/>
        </p:nvGrpSpPr>
        <p:grpSpPr bwMode="auto">
          <a:xfrm>
            <a:off x="7185514" y="2299858"/>
            <a:ext cx="385768" cy="830267"/>
            <a:chOff x="2650" y="682"/>
            <a:chExt cx="243" cy="523"/>
          </a:xfrm>
        </p:grpSpPr>
        <p:sp>
          <p:nvSpPr>
            <p:cNvPr id="94" name="Line 10">
              <a:extLst>
                <a:ext uri="{FF2B5EF4-FFF2-40B4-BE49-F238E27FC236}">
                  <a16:creationId xmlns:a16="http://schemas.microsoft.com/office/drawing/2014/main" id="{705B8C95-43BC-4AF0-875D-54A8EA77A17F}"/>
                </a:ext>
              </a:extLst>
            </p:cNvPr>
            <p:cNvSpPr>
              <a:spLocks noChangeShapeType="1"/>
            </p:cNvSpPr>
            <p:nvPr/>
          </p:nvSpPr>
          <p:spPr bwMode="auto">
            <a:xfrm>
              <a:off x="2732" y="1045"/>
              <a:ext cx="1" cy="160"/>
            </a:xfrm>
            <a:prstGeom prst="line">
              <a:avLst/>
            </a:prstGeom>
            <a:noFill/>
            <a:ln w="12700">
              <a:solidFill>
                <a:schemeClr val="tx1"/>
              </a:solidFill>
              <a:round/>
              <a:headEnd type="none" w="med" len="sm"/>
              <a:tailEnd type="none" w="med" len="sm"/>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95" name="Rectangle 11">
              <a:extLst>
                <a:ext uri="{FF2B5EF4-FFF2-40B4-BE49-F238E27FC236}">
                  <a16:creationId xmlns:a16="http://schemas.microsoft.com/office/drawing/2014/main" id="{08069341-9DAE-408C-AA3C-90E2C2E17D04}"/>
                </a:ext>
              </a:extLst>
            </p:cNvPr>
            <p:cNvSpPr>
              <a:spLocks noChangeArrowheads="1"/>
            </p:cNvSpPr>
            <p:nvPr/>
          </p:nvSpPr>
          <p:spPr bwMode="auto">
            <a:xfrm>
              <a:off x="2650" y="682"/>
              <a:ext cx="216" cy="282"/>
            </a:xfrm>
            <a:prstGeom prst="rect">
              <a:avLst/>
            </a:prstGeom>
            <a:noFill/>
            <a:ln w="25400">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a:t>
              </a:r>
            </a:p>
          </p:txBody>
        </p:sp>
        <p:sp>
          <p:nvSpPr>
            <p:cNvPr id="96" name="Rectangle 9">
              <a:extLst>
                <a:ext uri="{FF2B5EF4-FFF2-40B4-BE49-F238E27FC236}">
                  <a16:creationId xmlns:a16="http://schemas.microsoft.com/office/drawing/2014/main" id="{8DEF5F8B-51B2-49DC-9E31-646F41DB60FF}"/>
                </a:ext>
              </a:extLst>
            </p:cNvPr>
            <p:cNvSpPr>
              <a:spLocks noChangeArrowheads="1"/>
            </p:cNvSpPr>
            <p:nvPr/>
          </p:nvSpPr>
          <p:spPr bwMode="auto">
            <a:xfrm>
              <a:off x="2686" y="888"/>
              <a:ext cx="207" cy="315"/>
            </a:xfrm>
            <a:prstGeom prst="rect">
              <a:avLst/>
            </a:prstGeom>
            <a:noFill/>
            <a:ln w="9525">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a:p>
              <a:pPr marL="0" marR="0" lvl="0" indent="0" algn="just" defTabSz="457200" rtl="0" eaLnBrk="0" fontAlgn="base" latinLnBrk="0" hangingPunct="0">
                <a:lnSpc>
                  <a:spcPct val="100000"/>
                </a:lnSpc>
                <a:spcBef>
                  <a:spcPct val="0"/>
                </a:spcBef>
                <a:spcAft>
                  <a:spcPct val="0"/>
                </a:spcAft>
                <a:buClrTx/>
                <a:buSzTx/>
                <a:buFontTx/>
                <a:buNone/>
                <a:tabLst/>
                <a:defRPr/>
              </a:pPr>
              <a:endParaRPr kumimoji="1" lang="zh-CN" altLang="en-US"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97" name="Text Box 2">
            <a:extLst>
              <a:ext uri="{FF2B5EF4-FFF2-40B4-BE49-F238E27FC236}">
                <a16:creationId xmlns:a16="http://schemas.microsoft.com/office/drawing/2014/main" id="{CBE0503F-FBCE-4376-9470-BE4D3641593A}"/>
              </a:ext>
            </a:extLst>
          </p:cNvPr>
          <p:cNvSpPr txBox="1">
            <a:spLocks noChangeArrowheads="1"/>
          </p:cNvSpPr>
          <p:nvPr/>
        </p:nvSpPr>
        <p:spPr bwMode="auto">
          <a:xfrm>
            <a:off x="3645864" y="2472917"/>
            <a:ext cx="1800225" cy="584775"/>
          </a:xfrm>
          <a:prstGeom prst="rect">
            <a:avLst/>
          </a:prstGeom>
          <a:noFill/>
          <a:ln w="9525">
            <a:noFill/>
            <a:miter lim="800000"/>
            <a:headEnd/>
            <a:tailEnd/>
          </a:ln>
        </p:spPr>
        <p:txBody>
          <a:bodyPr>
            <a:spAutoFit/>
          </a:bodyPr>
          <a:lstStyle/>
          <a:p>
            <a:pPr marL="0" marR="0" lvl="0" indent="0" algn="l" defTabSz="457200" rtl="0" eaLnBrk="0" fontAlgn="base" latinLnBrk="0" hangingPunct="0">
              <a:lnSpc>
                <a:spcPct val="100000"/>
              </a:lnSpc>
              <a:spcBef>
                <a:spcPct val="50000"/>
              </a:spcBef>
              <a:spcAft>
                <a:spcPct val="0"/>
              </a:spcAft>
              <a:buClr>
                <a:srgbClr val="0000FF"/>
              </a:buClr>
              <a:buSzTx/>
              <a:buFontTx/>
              <a:buNone/>
              <a:tabLst/>
              <a:defRPr/>
            </a:pPr>
            <a:r>
              <a:rPr kumimoji="1" lang="zh-CN" altLang="en-US" sz="3200" b="1" i="0" u="none" strike="noStrike" kern="1200" cap="none" spc="0" normalizeH="0" baseline="0" noProof="0" dirty="0">
                <a:ln>
                  <a:noFill/>
                </a:ln>
                <a:solidFill>
                  <a:srgbClr val="0F6FC6"/>
                </a:solidFill>
                <a:effectLst/>
                <a:uLnTx/>
                <a:uFillTx/>
                <a:latin typeface="微软雅黑" panose="020B0503020204020204" pitchFamily="34" charset="-122"/>
                <a:ea typeface="微软雅黑" panose="020B0503020204020204" pitchFamily="34" charset="-122"/>
                <a:cs typeface="+mn-cs"/>
              </a:rPr>
              <a:t>真空中</a:t>
            </a:r>
          </a:p>
        </p:txBody>
      </p:sp>
      <p:grpSp>
        <p:nvGrpSpPr>
          <p:cNvPr id="98" name="Group 12">
            <a:extLst>
              <a:ext uri="{FF2B5EF4-FFF2-40B4-BE49-F238E27FC236}">
                <a16:creationId xmlns:a16="http://schemas.microsoft.com/office/drawing/2014/main" id="{D66440ED-64F8-4BBF-8CA6-4D307232C30B}"/>
              </a:ext>
            </a:extLst>
          </p:cNvPr>
          <p:cNvGrpSpPr>
            <a:grpSpLocks/>
          </p:cNvGrpSpPr>
          <p:nvPr/>
        </p:nvGrpSpPr>
        <p:grpSpPr bwMode="auto">
          <a:xfrm>
            <a:off x="5953560" y="3034867"/>
            <a:ext cx="1316038" cy="328612"/>
            <a:chOff x="1908" y="1145"/>
            <a:chExt cx="829" cy="207"/>
          </a:xfrm>
        </p:grpSpPr>
        <p:sp>
          <p:nvSpPr>
            <p:cNvPr id="99" name="Rectangle 13">
              <a:extLst>
                <a:ext uri="{FF2B5EF4-FFF2-40B4-BE49-F238E27FC236}">
                  <a16:creationId xmlns:a16="http://schemas.microsoft.com/office/drawing/2014/main" id="{C8D1E4FE-1C3E-476D-8433-D6D5765666A6}"/>
                </a:ext>
              </a:extLst>
            </p:cNvPr>
            <p:cNvSpPr>
              <a:spLocks noChangeArrowheads="1"/>
            </p:cNvSpPr>
            <p:nvPr/>
          </p:nvSpPr>
          <p:spPr bwMode="auto">
            <a:xfrm>
              <a:off x="2258" y="1145"/>
              <a:ext cx="248" cy="207"/>
            </a:xfrm>
            <a:prstGeom prst="rect">
              <a:avLst/>
            </a:prstGeom>
            <a:noFill/>
            <a:ln w="9525">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a:t>
              </a:r>
            </a:p>
          </p:txBody>
        </p:sp>
        <p:sp>
          <p:nvSpPr>
            <p:cNvPr id="100" name="Line 14">
              <a:extLst>
                <a:ext uri="{FF2B5EF4-FFF2-40B4-BE49-F238E27FC236}">
                  <a16:creationId xmlns:a16="http://schemas.microsoft.com/office/drawing/2014/main" id="{61CB0E24-1E23-4B0B-98BC-4A2C6CEDC158}"/>
                </a:ext>
              </a:extLst>
            </p:cNvPr>
            <p:cNvSpPr>
              <a:spLocks noChangeShapeType="1"/>
            </p:cNvSpPr>
            <p:nvPr/>
          </p:nvSpPr>
          <p:spPr bwMode="auto">
            <a:xfrm flipV="1">
              <a:off x="1908" y="1161"/>
              <a:ext cx="829" cy="0"/>
            </a:xfrm>
            <a:prstGeom prst="line">
              <a:avLst/>
            </a:prstGeom>
            <a:noFill/>
            <a:ln w="9525">
              <a:solidFill>
                <a:schemeClr val="tx1"/>
              </a:solidFill>
              <a:round/>
              <a:headEnd type="triangle" w="med" len="sm"/>
              <a:tailEnd type="triangle" w="med" len="sm"/>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pSp>
        <p:nvGrpSpPr>
          <p:cNvPr id="101" name="Group 15">
            <a:extLst>
              <a:ext uri="{FF2B5EF4-FFF2-40B4-BE49-F238E27FC236}">
                <a16:creationId xmlns:a16="http://schemas.microsoft.com/office/drawing/2014/main" id="{292D621D-58F4-48D4-972E-623F1BD3B1E8}"/>
              </a:ext>
            </a:extLst>
          </p:cNvPr>
          <p:cNvGrpSpPr>
            <a:grpSpLocks/>
          </p:cNvGrpSpPr>
          <p:nvPr/>
        </p:nvGrpSpPr>
        <p:grpSpPr bwMode="auto">
          <a:xfrm>
            <a:off x="6290690" y="2157196"/>
            <a:ext cx="636588" cy="479425"/>
            <a:chOff x="2142" y="570"/>
            <a:chExt cx="401" cy="302"/>
          </a:xfrm>
        </p:grpSpPr>
        <p:sp>
          <p:nvSpPr>
            <p:cNvPr id="102" name="Line 16">
              <a:extLst>
                <a:ext uri="{FF2B5EF4-FFF2-40B4-BE49-F238E27FC236}">
                  <a16:creationId xmlns:a16="http://schemas.microsoft.com/office/drawing/2014/main" id="{5B4F0621-92FB-4579-9641-5EF13E6D0C1C}"/>
                </a:ext>
              </a:extLst>
            </p:cNvPr>
            <p:cNvSpPr>
              <a:spLocks noChangeShapeType="1"/>
            </p:cNvSpPr>
            <p:nvPr/>
          </p:nvSpPr>
          <p:spPr bwMode="auto">
            <a:xfrm>
              <a:off x="2142" y="872"/>
              <a:ext cx="390" cy="0"/>
            </a:xfrm>
            <a:prstGeom prst="line">
              <a:avLst/>
            </a:prstGeom>
            <a:noFill/>
            <a:ln w="28575">
              <a:solidFill>
                <a:srgbClr val="FF0000"/>
              </a:solidFill>
              <a:round/>
              <a:headEnd type="none" w="med" len="sm"/>
              <a:tailEnd type="triangle" w="med" len="sm"/>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3" name="Text Box 17">
              <a:extLst>
                <a:ext uri="{FF2B5EF4-FFF2-40B4-BE49-F238E27FC236}">
                  <a16:creationId xmlns:a16="http://schemas.microsoft.com/office/drawing/2014/main" id="{59B0DA28-5C4D-4A29-A1D4-F26A47334FB8}"/>
                </a:ext>
              </a:extLst>
            </p:cNvPr>
            <p:cNvSpPr txBox="1">
              <a:spLocks noChangeArrowheads="1"/>
            </p:cNvSpPr>
            <p:nvPr/>
          </p:nvSpPr>
          <p:spPr bwMode="auto">
            <a:xfrm>
              <a:off x="2228" y="570"/>
              <a:ext cx="315" cy="252"/>
            </a:xfrm>
            <a:prstGeom prst="rect">
              <a:avLst/>
            </a:prstGeom>
            <a:noFill/>
            <a:ln w="9525">
              <a:noFill/>
              <a:miter lim="800000"/>
              <a:headEnd/>
              <a:tailEnd/>
            </a:ln>
          </p:spPr>
          <p:txBody>
            <a:bodyPr/>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c</a:t>
              </a:r>
            </a:p>
          </p:txBody>
        </p:sp>
      </p:grpSp>
      <p:sp>
        <p:nvSpPr>
          <p:cNvPr id="104" name="Text Box 19">
            <a:extLst>
              <a:ext uri="{FF2B5EF4-FFF2-40B4-BE49-F238E27FC236}">
                <a16:creationId xmlns:a16="http://schemas.microsoft.com/office/drawing/2014/main" id="{D0980921-B673-42AF-AA77-CBC1937B5B10}"/>
              </a:ext>
            </a:extLst>
          </p:cNvPr>
          <p:cNvSpPr txBox="1">
            <a:spLocks noChangeArrowheads="1"/>
          </p:cNvSpPr>
          <p:nvPr/>
        </p:nvSpPr>
        <p:spPr bwMode="auto">
          <a:xfrm>
            <a:off x="9270395" y="4766880"/>
            <a:ext cx="3313113" cy="523220"/>
          </a:xfrm>
          <a:prstGeom prst="rect">
            <a:avLst/>
          </a:prstGeom>
          <a:noFill/>
          <a:ln w="9525">
            <a:noFill/>
            <a:miter lim="800000"/>
            <a:headEnd/>
            <a:tailEnd/>
          </a:ln>
        </p:spPr>
        <p:txBody>
          <a:bodyPr>
            <a:spAutoFit/>
          </a:bodyPr>
          <a:lstStyle/>
          <a:p>
            <a:pPr marL="0" marR="0" lvl="0" indent="0" algn="just" defTabSz="457200" rtl="0" eaLnBrk="0" fontAlgn="base" latinLnBrk="0" hangingPunct="0">
              <a:lnSpc>
                <a:spcPct val="100000"/>
              </a:lnSpc>
              <a:spcBef>
                <a:spcPct val="50000"/>
              </a:spcBef>
              <a:spcAft>
                <a:spcPct val="0"/>
              </a:spcAft>
              <a:buClrTx/>
              <a:buSzTx/>
              <a:buFontTx/>
              <a:buNone/>
              <a:tabLst/>
              <a:defRPr/>
            </a:pPr>
            <a:r>
              <a:rPr kumimoji="1" lang="zh-CN" altLang="en-US" sz="2800" b="1" i="1"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itchFamily="18" charset="2"/>
              </a:rPr>
              <a:t></a:t>
            </a:r>
            <a:r>
              <a:rPr kumimoji="1" lang="en-US" altLang="zh-CN" sz="2800" b="1" i="0" u="none" strike="noStrike" kern="1200" cap="none" spc="0" normalizeH="0" baseline="-2500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itchFamily="18" charset="2"/>
              </a:rPr>
              <a:t>n</a:t>
            </a:r>
            <a:r>
              <a:rPr kumimoji="1" lang="en-US" altLang="zh-CN"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 </a:t>
            </a:r>
            <a:r>
              <a:rPr kumimoji="1"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介质中波长</a:t>
            </a:r>
          </a:p>
        </p:txBody>
      </p:sp>
      <p:sp>
        <p:nvSpPr>
          <p:cNvPr id="105" name="Text Box 20">
            <a:extLst>
              <a:ext uri="{FF2B5EF4-FFF2-40B4-BE49-F238E27FC236}">
                <a16:creationId xmlns:a16="http://schemas.microsoft.com/office/drawing/2014/main" id="{1926207D-5405-4854-986F-38B9B7FB5D9A}"/>
              </a:ext>
            </a:extLst>
          </p:cNvPr>
          <p:cNvSpPr txBox="1">
            <a:spLocks noChangeArrowheads="1"/>
          </p:cNvSpPr>
          <p:nvPr/>
        </p:nvSpPr>
        <p:spPr bwMode="auto">
          <a:xfrm>
            <a:off x="9202620" y="3178629"/>
            <a:ext cx="3030538" cy="523220"/>
          </a:xfrm>
          <a:prstGeom prst="rect">
            <a:avLst/>
          </a:prstGeom>
          <a:noFill/>
          <a:ln w="9525">
            <a:noFill/>
            <a:miter lim="800000"/>
            <a:headEnd/>
            <a:tailEnd/>
          </a:ln>
        </p:spPr>
        <p:txBody>
          <a:bodyPr>
            <a:spAutoFit/>
          </a:bodyPr>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zh-CN" altLang="en-US" sz="2800" b="1" i="1"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sym typeface="Symbol" pitchFamily="18" charset="2"/>
              </a:rPr>
              <a:t> </a:t>
            </a:r>
            <a:r>
              <a:rPr kumimoji="1" lang="zh-CN" altLang="en-US" sz="2800" b="1"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─真空中波长</a:t>
            </a:r>
          </a:p>
        </p:txBody>
      </p:sp>
      <p:sp>
        <p:nvSpPr>
          <p:cNvPr id="106" name="Text Box 26">
            <a:extLst>
              <a:ext uri="{FF2B5EF4-FFF2-40B4-BE49-F238E27FC236}">
                <a16:creationId xmlns:a16="http://schemas.microsoft.com/office/drawing/2014/main" id="{AA560A62-EE5B-4C15-A9D9-9EE1F218C648}"/>
              </a:ext>
            </a:extLst>
          </p:cNvPr>
          <p:cNvSpPr txBox="1">
            <a:spLocks noChangeArrowheads="1"/>
          </p:cNvSpPr>
          <p:nvPr/>
        </p:nvSpPr>
        <p:spPr bwMode="auto">
          <a:xfrm>
            <a:off x="3629196" y="4034602"/>
            <a:ext cx="1511300" cy="584775"/>
          </a:xfrm>
          <a:prstGeom prst="rect">
            <a:avLst/>
          </a:prstGeom>
          <a:noFill/>
          <a:ln w="9525">
            <a:noFill/>
            <a:miter lim="800000"/>
            <a:headEnd/>
            <a:tailEnd/>
          </a:ln>
        </p:spPr>
        <p:txBody>
          <a:bodyPr>
            <a:spAutoFit/>
          </a:bodyPr>
          <a:lstStyle/>
          <a:p>
            <a:pPr marL="0" marR="0" lvl="0" indent="0" algn="l" defTabSz="457200" rtl="0" eaLnBrk="0" fontAlgn="base" latinLnBrk="0" hangingPunct="0">
              <a:lnSpc>
                <a:spcPct val="100000"/>
              </a:lnSpc>
              <a:spcBef>
                <a:spcPct val="50000"/>
              </a:spcBef>
              <a:spcAft>
                <a:spcPct val="0"/>
              </a:spcAft>
              <a:buClr>
                <a:srgbClr val="0000FF"/>
              </a:buClr>
              <a:buSzTx/>
              <a:buFontTx/>
              <a:buNone/>
              <a:tabLst/>
              <a:defRPr/>
            </a:pPr>
            <a:r>
              <a:rPr kumimoji="1" lang="zh-CN" altLang="en-US" sz="3200" b="1" i="0" u="none" strike="noStrike" kern="1200" cap="none" spc="0" normalizeH="0" baseline="0" noProof="0" dirty="0">
                <a:ln>
                  <a:noFill/>
                </a:ln>
                <a:solidFill>
                  <a:srgbClr val="0F6FC6"/>
                </a:solidFill>
                <a:effectLst/>
                <a:uLnTx/>
                <a:uFillTx/>
                <a:latin typeface="微软雅黑" panose="020B0503020204020204" pitchFamily="34" charset="-122"/>
                <a:ea typeface="微软雅黑" panose="020B0503020204020204" pitchFamily="34" charset="-122"/>
                <a:cs typeface="+mn-cs"/>
              </a:rPr>
              <a:t>介质中</a:t>
            </a:r>
          </a:p>
        </p:txBody>
      </p:sp>
      <p:grpSp>
        <p:nvGrpSpPr>
          <p:cNvPr id="107" name="Group 27">
            <a:extLst>
              <a:ext uri="{FF2B5EF4-FFF2-40B4-BE49-F238E27FC236}">
                <a16:creationId xmlns:a16="http://schemas.microsoft.com/office/drawing/2014/main" id="{53AA8C77-B57A-4556-8BDA-0DD2CB87A951}"/>
              </a:ext>
            </a:extLst>
          </p:cNvPr>
          <p:cNvGrpSpPr>
            <a:grpSpLocks/>
          </p:cNvGrpSpPr>
          <p:nvPr/>
        </p:nvGrpSpPr>
        <p:grpSpPr bwMode="auto">
          <a:xfrm>
            <a:off x="5370513" y="3744695"/>
            <a:ext cx="2798761" cy="1108075"/>
            <a:chOff x="1528" y="1774"/>
            <a:chExt cx="1763" cy="698"/>
          </a:xfrm>
        </p:grpSpPr>
        <p:sp>
          <p:nvSpPr>
            <p:cNvPr id="108" name="Rectangle 28">
              <a:extLst>
                <a:ext uri="{FF2B5EF4-FFF2-40B4-BE49-F238E27FC236}">
                  <a16:creationId xmlns:a16="http://schemas.microsoft.com/office/drawing/2014/main" id="{93653C9A-2106-47B9-9780-51EE19826E5A}"/>
                </a:ext>
              </a:extLst>
            </p:cNvPr>
            <p:cNvSpPr>
              <a:spLocks noChangeArrowheads="1"/>
            </p:cNvSpPr>
            <p:nvPr/>
          </p:nvSpPr>
          <p:spPr bwMode="auto">
            <a:xfrm>
              <a:off x="1551" y="1849"/>
              <a:ext cx="1739" cy="623"/>
            </a:xfrm>
            <a:prstGeom prst="rect">
              <a:avLst/>
            </a:prstGeom>
            <a:solidFill>
              <a:srgbClr val="CCFFFF"/>
            </a:solidFill>
            <a:ln w="25400">
              <a:noFill/>
              <a:miter lim="800000"/>
              <a:headEnd/>
              <a:tailEnd/>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09" name="Rectangle 29">
              <a:extLst>
                <a:ext uri="{FF2B5EF4-FFF2-40B4-BE49-F238E27FC236}">
                  <a16:creationId xmlns:a16="http://schemas.microsoft.com/office/drawing/2014/main" id="{F7FD6FAA-51D1-4327-BE35-6B14AD6D960F}"/>
                </a:ext>
              </a:extLst>
            </p:cNvPr>
            <p:cNvSpPr>
              <a:spLocks noChangeArrowheads="1"/>
            </p:cNvSpPr>
            <p:nvPr/>
          </p:nvSpPr>
          <p:spPr bwMode="auto">
            <a:xfrm>
              <a:off x="1993" y="1909"/>
              <a:ext cx="175" cy="187"/>
            </a:xfrm>
            <a:prstGeom prst="rect">
              <a:avLst/>
            </a:prstGeom>
            <a:noFill/>
            <a:ln w="25400">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a:t>
              </a:r>
            </a:p>
          </p:txBody>
        </p:sp>
        <p:sp>
          <p:nvSpPr>
            <p:cNvPr id="110" name="Rectangle 30">
              <a:extLst>
                <a:ext uri="{FF2B5EF4-FFF2-40B4-BE49-F238E27FC236}">
                  <a16:creationId xmlns:a16="http://schemas.microsoft.com/office/drawing/2014/main" id="{C572D766-1711-4FBE-9337-45D017EFBFF8}"/>
                </a:ext>
              </a:extLst>
            </p:cNvPr>
            <p:cNvSpPr>
              <a:spLocks noChangeArrowheads="1"/>
            </p:cNvSpPr>
            <p:nvPr/>
          </p:nvSpPr>
          <p:spPr bwMode="auto">
            <a:xfrm>
              <a:off x="2680" y="1911"/>
              <a:ext cx="172" cy="208"/>
            </a:xfrm>
            <a:prstGeom prst="rect">
              <a:avLst/>
            </a:prstGeom>
            <a:noFill/>
            <a:ln w="25400">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b</a:t>
              </a:r>
            </a:p>
          </p:txBody>
        </p:sp>
        <p:sp>
          <p:nvSpPr>
            <p:cNvPr id="111" name="Line 31">
              <a:extLst>
                <a:ext uri="{FF2B5EF4-FFF2-40B4-BE49-F238E27FC236}">
                  <a16:creationId xmlns:a16="http://schemas.microsoft.com/office/drawing/2014/main" id="{FD6910C4-004E-424B-91D2-A3568D986103}"/>
                </a:ext>
              </a:extLst>
            </p:cNvPr>
            <p:cNvSpPr>
              <a:spLocks noChangeShapeType="1"/>
            </p:cNvSpPr>
            <p:nvPr/>
          </p:nvSpPr>
          <p:spPr bwMode="auto">
            <a:xfrm>
              <a:off x="1816" y="2185"/>
              <a:ext cx="1271" cy="0"/>
            </a:xfrm>
            <a:prstGeom prst="line">
              <a:avLst/>
            </a:prstGeom>
            <a:noFill/>
            <a:ln w="28575">
              <a:solidFill>
                <a:srgbClr val="000000"/>
              </a:solidFill>
              <a:round/>
              <a:headEnd/>
              <a:tailEnd type="triangle" w="lg" len="lg"/>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2" name="Line 32">
              <a:extLst>
                <a:ext uri="{FF2B5EF4-FFF2-40B4-BE49-F238E27FC236}">
                  <a16:creationId xmlns:a16="http://schemas.microsoft.com/office/drawing/2014/main" id="{6C19F91B-26AC-4B78-9DFA-0E2839272510}"/>
                </a:ext>
              </a:extLst>
            </p:cNvPr>
            <p:cNvSpPr>
              <a:spLocks noChangeShapeType="1"/>
            </p:cNvSpPr>
            <p:nvPr/>
          </p:nvSpPr>
          <p:spPr bwMode="auto">
            <a:xfrm>
              <a:off x="2068" y="2185"/>
              <a:ext cx="0" cy="186"/>
            </a:xfrm>
            <a:prstGeom prst="line">
              <a:avLst/>
            </a:prstGeom>
            <a:noFill/>
            <a:ln w="9525">
              <a:solidFill>
                <a:srgbClr val="000000"/>
              </a:solidFill>
              <a:round/>
              <a:headEnd/>
              <a:tailEnd/>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3" name="Line 33">
              <a:extLst>
                <a:ext uri="{FF2B5EF4-FFF2-40B4-BE49-F238E27FC236}">
                  <a16:creationId xmlns:a16="http://schemas.microsoft.com/office/drawing/2014/main" id="{86EC4AF6-6B4C-4218-9597-A57D713EE169}"/>
                </a:ext>
              </a:extLst>
            </p:cNvPr>
            <p:cNvSpPr>
              <a:spLocks noChangeShapeType="1"/>
            </p:cNvSpPr>
            <p:nvPr/>
          </p:nvSpPr>
          <p:spPr bwMode="auto">
            <a:xfrm>
              <a:off x="2720" y="2185"/>
              <a:ext cx="0" cy="192"/>
            </a:xfrm>
            <a:prstGeom prst="line">
              <a:avLst/>
            </a:prstGeom>
            <a:noFill/>
            <a:ln w="9525">
              <a:solidFill>
                <a:srgbClr val="000000"/>
              </a:solidFill>
              <a:round/>
              <a:headEnd/>
              <a:tailEnd/>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4" name="Rectangle 34">
              <a:extLst>
                <a:ext uri="{FF2B5EF4-FFF2-40B4-BE49-F238E27FC236}">
                  <a16:creationId xmlns:a16="http://schemas.microsoft.com/office/drawing/2014/main" id="{C9E5F6B1-1C71-4EBA-A7FA-661E9CC2AA09}"/>
                </a:ext>
              </a:extLst>
            </p:cNvPr>
            <p:cNvSpPr>
              <a:spLocks noChangeArrowheads="1"/>
            </p:cNvSpPr>
            <p:nvPr/>
          </p:nvSpPr>
          <p:spPr bwMode="auto">
            <a:xfrm>
              <a:off x="2298" y="2232"/>
              <a:ext cx="273" cy="236"/>
            </a:xfrm>
            <a:prstGeom prst="rect">
              <a:avLst/>
            </a:prstGeom>
            <a:noFill/>
            <a:ln w="9525">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L</a:t>
              </a:r>
              <a:endParaRPr kumimoji="1" lang="zh-CN" altLang="en-US"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5" name="Line 35">
              <a:extLst>
                <a:ext uri="{FF2B5EF4-FFF2-40B4-BE49-F238E27FC236}">
                  <a16:creationId xmlns:a16="http://schemas.microsoft.com/office/drawing/2014/main" id="{9B099816-C5E5-467B-B8DD-E4D13D6E1356}"/>
                </a:ext>
              </a:extLst>
            </p:cNvPr>
            <p:cNvSpPr>
              <a:spLocks noChangeShapeType="1"/>
            </p:cNvSpPr>
            <p:nvPr/>
          </p:nvSpPr>
          <p:spPr bwMode="auto">
            <a:xfrm>
              <a:off x="2487" y="2315"/>
              <a:ext cx="233" cy="0"/>
            </a:xfrm>
            <a:prstGeom prst="line">
              <a:avLst/>
            </a:prstGeom>
            <a:noFill/>
            <a:ln w="9525">
              <a:solidFill>
                <a:srgbClr val="000000"/>
              </a:solidFill>
              <a:round/>
              <a:headEnd/>
              <a:tailEnd type="triangle" w="med" len="med"/>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6" name="Line 36">
              <a:extLst>
                <a:ext uri="{FF2B5EF4-FFF2-40B4-BE49-F238E27FC236}">
                  <a16:creationId xmlns:a16="http://schemas.microsoft.com/office/drawing/2014/main" id="{89B9D362-845C-4042-8F9E-507F0076413E}"/>
                </a:ext>
              </a:extLst>
            </p:cNvPr>
            <p:cNvSpPr>
              <a:spLocks noChangeShapeType="1"/>
            </p:cNvSpPr>
            <p:nvPr/>
          </p:nvSpPr>
          <p:spPr bwMode="auto">
            <a:xfrm flipH="1">
              <a:off x="2068" y="2320"/>
              <a:ext cx="270" cy="0"/>
            </a:xfrm>
            <a:prstGeom prst="line">
              <a:avLst/>
            </a:prstGeom>
            <a:noFill/>
            <a:ln w="9525">
              <a:solidFill>
                <a:srgbClr val="000000"/>
              </a:solidFill>
              <a:round/>
              <a:headEnd/>
              <a:tailEnd type="triangle" w="med" len="med"/>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7" name="Line 37">
              <a:extLst>
                <a:ext uri="{FF2B5EF4-FFF2-40B4-BE49-F238E27FC236}">
                  <a16:creationId xmlns:a16="http://schemas.microsoft.com/office/drawing/2014/main" id="{60866165-BF06-44A1-9467-C9C2089C5B04}"/>
                </a:ext>
              </a:extLst>
            </p:cNvPr>
            <p:cNvSpPr>
              <a:spLocks noChangeShapeType="1"/>
            </p:cNvSpPr>
            <p:nvPr/>
          </p:nvSpPr>
          <p:spPr bwMode="auto">
            <a:xfrm>
              <a:off x="2173" y="2041"/>
              <a:ext cx="471" cy="0"/>
            </a:xfrm>
            <a:prstGeom prst="line">
              <a:avLst/>
            </a:prstGeom>
            <a:noFill/>
            <a:ln w="19050">
              <a:solidFill>
                <a:srgbClr val="0000FF"/>
              </a:solidFill>
              <a:round/>
              <a:headEnd/>
              <a:tailEnd type="triangle" w="med" len="med"/>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sp>
          <p:nvSpPr>
            <p:cNvPr id="118" name="Text Box 38">
              <a:extLst>
                <a:ext uri="{FF2B5EF4-FFF2-40B4-BE49-F238E27FC236}">
                  <a16:creationId xmlns:a16="http://schemas.microsoft.com/office/drawing/2014/main" id="{414CC8F2-6014-4843-B8E8-F91782D7611F}"/>
                </a:ext>
              </a:extLst>
            </p:cNvPr>
            <p:cNvSpPr txBox="1">
              <a:spLocks noChangeArrowheads="1"/>
            </p:cNvSpPr>
            <p:nvPr/>
          </p:nvSpPr>
          <p:spPr bwMode="auto">
            <a:xfrm>
              <a:off x="2273" y="1774"/>
              <a:ext cx="399" cy="267"/>
            </a:xfrm>
            <a:prstGeom prst="rect">
              <a:avLst/>
            </a:prstGeom>
            <a:noFill/>
            <a:ln w="9525">
              <a:noFill/>
              <a:miter lim="800000"/>
              <a:headEnd/>
              <a:tailEnd/>
            </a:ln>
          </p:spPr>
          <p:txBody>
            <a:bodyPr/>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Book Antiqua" panose="02040602050305030304" pitchFamily="18" charset="0"/>
                  <a:ea typeface="微软雅黑" panose="020B0503020204020204" pitchFamily="34" charset="-122"/>
                  <a:cs typeface="Times New Roman" panose="02020603050405020304" pitchFamily="18" charset="0"/>
                </a:rPr>
                <a:t>v</a:t>
              </a:r>
            </a:p>
          </p:txBody>
        </p:sp>
        <p:sp>
          <p:nvSpPr>
            <p:cNvPr id="119" name="Text Box 39">
              <a:extLst>
                <a:ext uri="{FF2B5EF4-FFF2-40B4-BE49-F238E27FC236}">
                  <a16:creationId xmlns:a16="http://schemas.microsoft.com/office/drawing/2014/main" id="{4FED8912-20E6-4B91-B6FD-6E435435044D}"/>
                </a:ext>
              </a:extLst>
            </p:cNvPr>
            <p:cNvSpPr txBox="1">
              <a:spLocks noChangeArrowheads="1"/>
            </p:cNvSpPr>
            <p:nvPr/>
          </p:nvSpPr>
          <p:spPr bwMode="auto">
            <a:xfrm>
              <a:off x="1528" y="1876"/>
              <a:ext cx="267" cy="432"/>
            </a:xfrm>
            <a:prstGeom prst="rect">
              <a:avLst/>
            </a:prstGeom>
            <a:noFill/>
            <a:ln w="9525">
              <a:noFill/>
              <a:miter lim="800000"/>
              <a:headEnd/>
              <a:tailEnd/>
            </a:ln>
          </p:spPr>
          <p:txBody>
            <a:bodyPr/>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介质</a:t>
              </a:r>
            </a:p>
          </p:txBody>
        </p:sp>
        <p:sp>
          <p:nvSpPr>
            <p:cNvPr id="120" name="Rectangle 40">
              <a:extLst>
                <a:ext uri="{FF2B5EF4-FFF2-40B4-BE49-F238E27FC236}">
                  <a16:creationId xmlns:a16="http://schemas.microsoft.com/office/drawing/2014/main" id="{F7958D68-851F-4E57-8FFB-64CFBEF17B9A}"/>
                </a:ext>
              </a:extLst>
            </p:cNvPr>
            <p:cNvSpPr>
              <a:spLocks noChangeArrowheads="1"/>
            </p:cNvSpPr>
            <p:nvPr/>
          </p:nvSpPr>
          <p:spPr bwMode="auto">
            <a:xfrm>
              <a:off x="3048" y="1801"/>
              <a:ext cx="243" cy="330"/>
            </a:xfrm>
            <a:prstGeom prst="rect">
              <a:avLst/>
            </a:prstGeom>
            <a:noFill/>
            <a:ln w="9525">
              <a:noFill/>
              <a:miter lim="800000"/>
              <a:headEnd/>
              <a:tailEnd/>
            </a:ln>
          </p:spPr>
          <p:txBody>
            <a:bodyPr wrap="none">
              <a:spAutoFit/>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n</a:t>
              </a:r>
            </a:p>
          </p:txBody>
        </p:sp>
        <p:sp>
          <p:nvSpPr>
            <p:cNvPr id="121" name="Rectangle 41">
              <a:extLst>
                <a:ext uri="{FF2B5EF4-FFF2-40B4-BE49-F238E27FC236}">
                  <a16:creationId xmlns:a16="http://schemas.microsoft.com/office/drawing/2014/main" id="{BF1B61FE-A033-4296-A7A8-DBF6508B1E2E}"/>
                </a:ext>
              </a:extLst>
            </p:cNvPr>
            <p:cNvSpPr>
              <a:spLocks noChangeArrowheads="1"/>
            </p:cNvSpPr>
            <p:nvPr/>
          </p:nvSpPr>
          <p:spPr bwMode="auto">
            <a:xfrm>
              <a:off x="2025" y="2031"/>
              <a:ext cx="173" cy="139"/>
            </a:xfrm>
            <a:prstGeom prst="rect">
              <a:avLst/>
            </a:prstGeom>
            <a:noFill/>
            <a:ln w="9525">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p:txBody>
        </p:sp>
        <p:sp>
          <p:nvSpPr>
            <p:cNvPr id="122" name="Rectangle 42">
              <a:extLst>
                <a:ext uri="{FF2B5EF4-FFF2-40B4-BE49-F238E27FC236}">
                  <a16:creationId xmlns:a16="http://schemas.microsoft.com/office/drawing/2014/main" id="{E49BD8F4-256C-4926-87D4-AE20739CAE0A}"/>
                </a:ext>
              </a:extLst>
            </p:cNvPr>
            <p:cNvSpPr>
              <a:spLocks noChangeArrowheads="1"/>
            </p:cNvSpPr>
            <p:nvPr/>
          </p:nvSpPr>
          <p:spPr bwMode="auto">
            <a:xfrm>
              <a:off x="2677" y="2030"/>
              <a:ext cx="164" cy="139"/>
            </a:xfrm>
            <a:prstGeom prst="rect">
              <a:avLst/>
            </a:prstGeom>
            <a:noFill/>
            <a:ln w="9525">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endParaRPr kumimoji="1" lang="zh-CN" altLang="en-US" sz="2800" b="1" i="1"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graphicFrame>
        <p:nvGraphicFramePr>
          <p:cNvPr id="123" name="Object 18">
            <a:extLst>
              <a:ext uri="{FF2B5EF4-FFF2-40B4-BE49-F238E27FC236}">
                <a16:creationId xmlns:a16="http://schemas.microsoft.com/office/drawing/2014/main" id="{1E3BC8B6-1BE3-4D24-B1F5-1B2AB4C1C923}"/>
              </a:ext>
            </a:extLst>
          </p:cNvPr>
          <p:cNvGraphicFramePr>
            <a:graphicFrameLocks noChangeAspect="1"/>
          </p:cNvGraphicFramePr>
          <p:nvPr/>
        </p:nvGraphicFramePr>
        <p:xfrm>
          <a:off x="8442253" y="2254212"/>
          <a:ext cx="1878013" cy="938213"/>
        </p:xfrm>
        <a:graphic>
          <a:graphicData uri="http://schemas.openxmlformats.org/presentationml/2006/ole">
            <mc:AlternateContent xmlns:mc="http://schemas.openxmlformats.org/markup-compatibility/2006">
              <mc:Choice xmlns:v="urn:schemas-microsoft-com:vml" Requires="v">
                <p:oleObj name="Equation" r:id="rId3" imgW="787320" imgH="393480" progId="Equation.DSMT4">
                  <p:embed/>
                </p:oleObj>
              </mc:Choice>
              <mc:Fallback>
                <p:oleObj name="Equation" r:id="rId3" imgW="787320" imgH="393480" progId="Equation.DSMT4">
                  <p:embed/>
                  <p:pic>
                    <p:nvPicPr>
                      <p:cNvPr id="123" name="Object 18">
                        <a:extLst>
                          <a:ext uri="{FF2B5EF4-FFF2-40B4-BE49-F238E27FC236}">
                            <a16:creationId xmlns:a16="http://schemas.microsoft.com/office/drawing/2014/main" id="{1E3BC8B6-1BE3-4D24-B1F5-1B2AB4C1C923}"/>
                          </a:ext>
                        </a:extLst>
                      </p:cNvPr>
                      <p:cNvPicPr>
                        <a:picLocks noChangeAspect="1" noChangeArrowheads="1"/>
                      </p:cNvPicPr>
                      <p:nvPr/>
                    </p:nvPicPr>
                    <p:blipFill>
                      <a:blip r:embed="rId4"/>
                      <a:srcRect/>
                      <a:stretch>
                        <a:fillRect/>
                      </a:stretch>
                    </p:blipFill>
                    <p:spPr bwMode="auto">
                      <a:xfrm>
                        <a:off x="8442253" y="2254212"/>
                        <a:ext cx="1878013" cy="938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27" name="Object 45">
            <a:extLst>
              <a:ext uri="{FF2B5EF4-FFF2-40B4-BE49-F238E27FC236}">
                <a16:creationId xmlns:a16="http://schemas.microsoft.com/office/drawing/2014/main" id="{B61C7C2A-BE51-4660-BFBD-DFC5554FD65F}"/>
              </a:ext>
            </a:extLst>
          </p:cNvPr>
          <p:cNvGraphicFramePr>
            <a:graphicFrameLocks noChangeAspect="1"/>
          </p:cNvGraphicFramePr>
          <p:nvPr/>
        </p:nvGraphicFramePr>
        <p:xfrm>
          <a:off x="8507410" y="3738875"/>
          <a:ext cx="3509962" cy="1028700"/>
        </p:xfrm>
        <a:graphic>
          <a:graphicData uri="http://schemas.openxmlformats.org/presentationml/2006/ole">
            <mc:AlternateContent xmlns:mc="http://schemas.openxmlformats.org/markup-compatibility/2006">
              <mc:Choice xmlns:v="urn:schemas-microsoft-com:vml" Requires="v">
                <p:oleObj name="Equation" r:id="rId5" imgW="1473120" imgH="431640" progId="Equation.DSMT4">
                  <p:embed/>
                </p:oleObj>
              </mc:Choice>
              <mc:Fallback>
                <p:oleObj name="Equation" r:id="rId5" imgW="1473120" imgH="431640" progId="Equation.DSMT4">
                  <p:embed/>
                  <p:pic>
                    <p:nvPicPr>
                      <p:cNvPr id="127" name="Object 45">
                        <a:extLst>
                          <a:ext uri="{FF2B5EF4-FFF2-40B4-BE49-F238E27FC236}">
                            <a16:creationId xmlns:a16="http://schemas.microsoft.com/office/drawing/2014/main" id="{B61C7C2A-BE51-4660-BFBD-DFC5554FD65F}"/>
                          </a:ext>
                        </a:extLst>
                      </p:cNvPr>
                      <p:cNvPicPr>
                        <a:picLocks noChangeAspect="1" noChangeArrowheads="1"/>
                      </p:cNvPicPr>
                      <p:nvPr/>
                    </p:nvPicPr>
                    <p:blipFill>
                      <a:blip r:embed="rId6"/>
                      <a:srcRect/>
                      <a:stretch>
                        <a:fillRect/>
                      </a:stretch>
                    </p:blipFill>
                    <p:spPr bwMode="auto">
                      <a:xfrm>
                        <a:off x="8507410" y="3738875"/>
                        <a:ext cx="3509962"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31" name="组合 56">
            <a:extLst>
              <a:ext uri="{FF2B5EF4-FFF2-40B4-BE49-F238E27FC236}">
                <a16:creationId xmlns:a16="http://schemas.microsoft.com/office/drawing/2014/main" id="{AC669936-E3A6-4454-9756-E73F76669EFA}"/>
              </a:ext>
            </a:extLst>
          </p:cNvPr>
          <p:cNvGrpSpPr>
            <a:grpSpLocks/>
          </p:cNvGrpSpPr>
          <p:nvPr/>
        </p:nvGrpSpPr>
        <p:grpSpPr bwMode="auto">
          <a:xfrm>
            <a:off x="5850904" y="2349066"/>
            <a:ext cx="376238" cy="800102"/>
            <a:chOff x="2838440" y="1055663"/>
            <a:chExt cx="376238" cy="800102"/>
          </a:xfrm>
        </p:grpSpPr>
        <p:grpSp>
          <p:nvGrpSpPr>
            <p:cNvPr id="132" name="Group 5">
              <a:extLst>
                <a:ext uri="{FF2B5EF4-FFF2-40B4-BE49-F238E27FC236}">
                  <a16:creationId xmlns:a16="http://schemas.microsoft.com/office/drawing/2014/main" id="{F7C5BAFE-F1E8-4B4D-93AB-C182E49EFA1E}"/>
                </a:ext>
              </a:extLst>
            </p:cNvPr>
            <p:cNvGrpSpPr>
              <a:grpSpLocks/>
            </p:cNvGrpSpPr>
            <p:nvPr/>
          </p:nvGrpSpPr>
          <p:grpSpPr bwMode="auto">
            <a:xfrm>
              <a:off x="2838440" y="1055663"/>
              <a:ext cx="376238" cy="800102"/>
              <a:chOff x="1850" y="672"/>
              <a:chExt cx="237" cy="504"/>
            </a:xfrm>
          </p:grpSpPr>
          <p:sp>
            <p:nvSpPr>
              <p:cNvPr id="134" name="Rectangle 6">
                <a:extLst>
                  <a:ext uri="{FF2B5EF4-FFF2-40B4-BE49-F238E27FC236}">
                    <a16:creationId xmlns:a16="http://schemas.microsoft.com/office/drawing/2014/main" id="{65AC1507-DFB0-4A6B-958A-B94DDAB8DE74}"/>
                  </a:ext>
                </a:extLst>
              </p:cNvPr>
              <p:cNvSpPr>
                <a:spLocks noChangeArrowheads="1"/>
              </p:cNvSpPr>
              <p:nvPr/>
            </p:nvSpPr>
            <p:spPr bwMode="auto">
              <a:xfrm>
                <a:off x="1850" y="672"/>
                <a:ext cx="237" cy="253"/>
              </a:xfrm>
              <a:prstGeom prst="rect">
                <a:avLst/>
              </a:prstGeom>
              <a:noFill/>
              <a:ln w="25400">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a:t>
                </a:r>
              </a:p>
            </p:txBody>
          </p:sp>
          <p:sp>
            <p:nvSpPr>
              <p:cNvPr id="135" name="Line 7">
                <a:extLst>
                  <a:ext uri="{FF2B5EF4-FFF2-40B4-BE49-F238E27FC236}">
                    <a16:creationId xmlns:a16="http://schemas.microsoft.com/office/drawing/2014/main" id="{36EAC549-6817-4FAF-95FA-CC6F360515FE}"/>
                  </a:ext>
                </a:extLst>
              </p:cNvPr>
              <p:cNvSpPr>
                <a:spLocks noChangeShapeType="1"/>
              </p:cNvSpPr>
              <p:nvPr/>
            </p:nvSpPr>
            <p:spPr bwMode="auto">
              <a:xfrm>
                <a:off x="1910" y="1016"/>
                <a:ext cx="0" cy="160"/>
              </a:xfrm>
              <a:prstGeom prst="line">
                <a:avLst/>
              </a:prstGeom>
              <a:noFill/>
              <a:ln w="12700">
                <a:solidFill>
                  <a:schemeClr val="tx1"/>
                </a:solidFill>
                <a:round/>
                <a:headEnd type="none" w="med" len="sm"/>
                <a:tailEnd type="none" w="med" len="sm"/>
              </a:ln>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endParaRPr>
              </a:p>
            </p:txBody>
          </p:sp>
        </p:grpSp>
        <p:sp>
          <p:nvSpPr>
            <p:cNvPr id="133" name="Rectangle 3">
              <a:extLst>
                <a:ext uri="{FF2B5EF4-FFF2-40B4-BE49-F238E27FC236}">
                  <a16:creationId xmlns:a16="http://schemas.microsoft.com/office/drawing/2014/main" id="{55ED7D93-E2CB-4CD7-B3F9-F551B7E18A05}"/>
                </a:ext>
              </a:extLst>
            </p:cNvPr>
            <p:cNvSpPr>
              <a:spLocks noChangeArrowheads="1"/>
            </p:cNvSpPr>
            <p:nvPr/>
          </p:nvSpPr>
          <p:spPr bwMode="auto">
            <a:xfrm>
              <a:off x="2857488" y="1326345"/>
              <a:ext cx="341312" cy="428628"/>
            </a:xfrm>
            <a:prstGeom prst="rect">
              <a:avLst/>
            </a:prstGeom>
            <a:noFill/>
            <a:ln w="9525">
              <a:noFill/>
              <a:miter lim="800000"/>
              <a:headEnd/>
              <a:tailEnd/>
            </a:ln>
          </p:spPr>
          <p:txBody>
            <a:bodyPr lIns="12700" tIns="12700" rIns="12700" bIns="12700"/>
            <a:lstStyle/>
            <a:p>
              <a:pPr marL="0" marR="0" lvl="0" indent="0" algn="just" defTabSz="457200" rtl="0" eaLnBrk="0" fontAlgn="base" latinLnBrk="0" hangingPunct="0">
                <a:lnSpc>
                  <a:spcPct val="100000"/>
                </a:lnSpc>
                <a:spcBef>
                  <a:spcPct val="0"/>
                </a:spcBef>
                <a:spcAft>
                  <a:spcPct val="0"/>
                </a:spcAft>
                <a:buClrTx/>
                <a:buSzTx/>
                <a:buFontTx/>
                <a:buNone/>
                <a:tabLst/>
                <a:defRPr/>
              </a:pPr>
              <a:r>
                <a:rPr kumimoji="1" lang="en-US" altLang="zh-CN" sz="28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a:t>
              </a:r>
            </a:p>
          </p:txBody>
        </p:sp>
      </p:grpSp>
      <p:sp>
        <p:nvSpPr>
          <p:cNvPr id="137" name="Text Box 21">
            <a:extLst>
              <a:ext uri="{FF2B5EF4-FFF2-40B4-BE49-F238E27FC236}">
                <a16:creationId xmlns:a16="http://schemas.microsoft.com/office/drawing/2014/main" id="{0F9AE768-2D8E-4738-A424-62988D71CF62}"/>
              </a:ext>
            </a:extLst>
          </p:cNvPr>
          <p:cNvSpPr txBox="1">
            <a:spLocks noChangeArrowheads="1"/>
          </p:cNvSpPr>
          <p:nvPr/>
        </p:nvSpPr>
        <p:spPr bwMode="auto">
          <a:xfrm>
            <a:off x="1003267" y="5505283"/>
            <a:ext cx="10744200" cy="1077218"/>
          </a:xfrm>
          <a:prstGeom prst="rect">
            <a:avLst/>
          </a:prstGeom>
          <a:noFill/>
          <a:ln w="38100">
            <a:noFill/>
            <a:miter lim="800000"/>
            <a:headEnd/>
            <a:tailEnd/>
          </a:ln>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200" b="0" i="0" u="none" strike="noStrike" kern="1200" cap="none" spc="0" normalizeH="0" baseline="0" noProof="0" dirty="0">
                <a:ln>
                  <a:noFill/>
                </a:ln>
                <a:solidFill>
                  <a:prstClr val="black"/>
                </a:solidFill>
                <a:effectLst/>
                <a:highlight>
                  <a:srgbClr val="FFFF00"/>
                </a:highlight>
                <a:uLnTx/>
                <a:uFillTx/>
                <a:latin typeface="楷体_GB2312" pitchFamily="49" charset="-122"/>
                <a:ea typeface="楷体_GB2312" pitchFamily="49" charset="-122"/>
                <a:cs typeface="+mn-cs"/>
              </a:rPr>
              <a:t>光在折射率为</a:t>
            </a:r>
            <a:r>
              <a:rPr kumimoji="1" lang="en-US" altLang="zh-CN" sz="3200" b="0" i="1" u="none" strike="noStrike" kern="1200" cap="none" spc="0" normalizeH="0" baseline="0" noProof="0" dirty="0">
                <a:ln>
                  <a:noFill/>
                </a:ln>
                <a:solidFill>
                  <a:prstClr val="black"/>
                </a:solidFill>
                <a:effectLst/>
                <a:highlight>
                  <a:srgbClr val="FFFF00"/>
                </a:highlight>
                <a:uLnTx/>
                <a:uFillTx/>
                <a:latin typeface="Times New Roman" pitchFamily="18" charset="0"/>
                <a:ea typeface="楷体_GB2312" pitchFamily="49" charset="-122"/>
                <a:cs typeface="+mn-cs"/>
              </a:rPr>
              <a:t>n </a:t>
            </a:r>
            <a:r>
              <a:rPr kumimoji="1" lang="zh-CN" altLang="en-US" sz="3200" b="0" i="0" u="none" strike="noStrike" kern="1200" cap="none" spc="0" normalizeH="0" baseline="0" noProof="0" dirty="0">
                <a:ln>
                  <a:noFill/>
                </a:ln>
                <a:solidFill>
                  <a:prstClr val="black"/>
                </a:solidFill>
                <a:effectLst/>
                <a:highlight>
                  <a:srgbClr val="FFFF00"/>
                </a:highlight>
                <a:uLnTx/>
                <a:uFillTx/>
                <a:latin typeface="楷体_GB2312" pitchFamily="49" charset="-122"/>
                <a:ea typeface="楷体_GB2312" pitchFamily="49" charset="-122"/>
                <a:cs typeface="+mn-cs"/>
              </a:rPr>
              <a:t>的介质中通过几何路程 </a:t>
            </a:r>
            <a:r>
              <a:rPr kumimoji="1" lang="en-US" altLang="zh-CN" sz="3200" b="0" i="1" u="none" strike="noStrike" kern="1200" cap="none" spc="0" normalizeH="0" baseline="0" noProof="0" dirty="0">
                <a:ln>
                  <a:noFill/>
                </a:ln>
                <a:solidFill>
                  <a:prstClr val="black"/>
                </a:solidFill>
                <a:effectLst/>
                <a:highlight>
                  <a:srgbClr val="FFFF00"/>
                </a:highlight>
                <a:uLnTx/>
                <a:uFillTx/>
                <a:latin typeface="Times New Roman" pitchFamily="18" charset="0"/>
                <a:ea typeface="楷体_GB2312" pitchFamily="49" charset="-122"/>
                <a:cs typeface="+mn-cs"/>
              </a:rPr>
              <a:t>L </a:t>
            </a:r>
            <a:r>
              <a:rPr kumimoji="1" lang="zh-CN" altLang="en-US" sz="3200" b="0" i="0" u="none" strike="noStrike" kern="1200" cap="none" spc="0" normalizeH="0" baseline="0" noProof="0" dirty="0">
                <a:ln>
                  <a:noFill/>
                </a:ln>
                <a:solidFill>
                  <a:prstClr val="black"/>
                </a:solidFill>
                <a:effectLst/>
                <a:highlight>
                  <a:srgbClr val="FFFF00"/>
                </a:highlight>
                <a:uLnTx/>
                <a:uFillTx/>
                <a:latin typeface="楷体_GB2312" pitchFamily="49" charset="-122"/>
                <a:ea typeface="楷体_GB2312" pitchFamily="49" charset="-122"/>
                <a:cs typeface="+mn-cs"/>
              </a:rPr>
              <a:t>所产生的</a:t>
            </a:r>
            <a:r>
              <a:rPr kumimoji="1" lang="zh-CN" altLang="en-US" sz="3200" b="1" i="0" u="none" strike="noStrike" kern="1200" cap="none" spc="0" normalizeH="0" baseline="0" noProof="0" dirty="0">
                <a:ln>
                  <a:noFill/>
                </a:ln>
                <a:solidFill>
                  <a:srgbClr val="FF0000"/>
                </a:solidFill>
                <a:effectLst/>
                <a:highlight>
                  <a:srgbClr val="FFFF00"/>
                </a:highlight>
                <a:uLnTx/>
                <a:uFillTx/>
                <a:latin typeface="楷体_GB2312" pitchFamily="49" charset="-122"/>
                <a:ea typeface="楷体_GB2312" pitchFamily="49" charset="-122"/>
                <a:cs typeface="+mn-cs"/>
              </a:rPr>
              <a:t>相位变化相当</a:t>
            </a:r>
            <a:r>
              <a:rPr kumimoji="1" lang="zh-CN" altLang="en-US" sz="3200" b="0" i="0" u="none" strike="noStrike" kern="1200" cap="none" spc="0" normalizeH="0" baseline="0" noProof="0" dirty="0">
                <a:ln>
                  <a:noFill/>
                </a:ln>
                <a:solidFill>
                  <a:prstClr val="black"/>
                </a:solidFill>
                <a:effectLst/>
                <a:highlight>
                  <a:srgbClr val="FFFF00"/>
                </a:highlight>
                <a:uLnTx/>
                <a:uFillTx/>
                <a:latin typeface="楷体_GB2312" pitchFamily="49" charset="-122"/>
                <a:ea typeface="楷体_GB2312" pitchFamily="49" charset="-122"/>
                <a:cs typeface="+mn-cs"/>
              </a:rPr>
              <a:t>于光在真空中通过 </a:t>
            </a:r>
            <a:r>
              <a:rPr kumimoji="1" lang="en-US" altLang="zh-CN" sz="3200" b="0" i="1" u="none" strike="noStrike" kern="1200" cap="none" spc="0" normalizeH="0" baseline="0" noProof="0" dirty="0">
                <a:ln>
                  <a:noFill/>
                </a:ln>
                <a:solidFill>
                  <a:prstClr val="black"/>
                </a:solidFill>
                <a:effectLst/>
                <a:highlight>
                  <a:srgbClr val="FFFF00"/>
                </a:highlight>
                <a:uLnTx/>
                <a:uFillTx/>
                <a:latin typeface="Times New Roman" pitchFamily="18" charset="0"/>
                <a:ea typeface="楷体_GB2312" pitchFamily="49" charset="-122"/>
                <a:cs typeface="+mn-cs"/>
              </a:rPr>
              <a:t>nL </a:t>
            </a:r>
            <a:r>
              <a:rPr kumimoji="1" lang="zh-CN" altLang="en-US" sz="3200" b="0" i="0" u="none" strike="noStrike" kern="1200" cap="none" spc="0" normalizeH="0" baseline="0" noProof="0" dirty="0">
                <a:ln>
                  <a:noFill/>
                </a:ln>
                <a:solidFill>
                  <a:prstClr val="black"/>
                </a:solidFill>
                <a:effectLst/>
                <a:highlight>
                  <a:srgbClr val="FFFF00"/>
                </a:highlight>
                <a:uLnTx/>
                <a:uFillTx/>
                <a:latin typeface="楷体_GB2312" pitchFamily="49" charset="-122"/>
                <a:ea typeface="楷体_GB2312" pitchFamily="49" charset="-122"/>
                <a:cs typeface="+mn-cs"/>
              </a:rPr>
              <a:t>的路程发生的相位变化</a:t>
            </a:r>
            <a:r>
              <a:rPr kumimoji="1" lang="en-US" altLang="zh-CN" sz="3200" b="0" i="0" u="none" strike="noStrike" kern="1200" cap="none" spc="0" normalizeH="0" baseline="0" noProof="0" dirty="0">
                <a:ln>
                  <a:noFill/>
                </a:ln>
                <a:solidFill>
                  <a:prstClr val="black"/>
                </a:solidFill>
                <a:effectLst/>
                <a:highlight>
                  <a:srgbClr val="FFFF00"/>
                </a:highlight>
                <a:uLnTx/>
                <a:uFillTx/>
                <a:latin typeface="楷体_GB2312" pitchFamily="49" charset="-122"/>
                <a:ea typeface="楷体_GB2312" pitchFamily="49" charset="-122"/>
                <a:cs typeface="+mn-cs"/>
              </a:rPr>
              <a:t>. </a:t>
            </a:r>
          </a:p>
        </p:txBody>
      </p:sp>
    </p:spTree>
    <p:extLst>
      <p:ext uri="{BB962C8B-B14F-4D97-AF65-F5344CB8AC3E}">
        <p14:creationId xmlns:p14="http://schemas.microsoft.com/office/powerpoint/2010/main" val="37800285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0"/>
                                        </p:tgtEl>
                                        <p:attrNameLst>
                                          <p:attrName>style.visibility</p:attrName>
                                        </p:attrNameLst>
                                      </p:cBhvr>
                                      <p:to>
                                        <p:strVal val="visible"/>
                                      </p:to>
                                    </p:set>
                                    <p:animEffect transition="in" filter="wipe(left)">
                                      <p:cBhvr>
                                        <p:cTn id="7" dur="2000"/>
                                        <p:tgtEl>
                                          <p:spTgt spid="9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1"/>
                                        </p:tgtEl>
                                        <p:attrNameLst>
                                          <p:attrName>style.visibility</p:attrName>
                                        </p:attrNameLst>
                                      </p:cBhvr>
                                      <p:to>
                                        <p:strVal val="visible"/>
                                      </p:to>
                                    </p:set>
                                    <p:anim calcmode="lin" valueType="num">
                                      <p:cBhvr additive="base">
                                        <p:cTn id="12" dur="500" fill="hold"/>
                                        <p:tgtEl>
                                          <p:spTgt spid="91"/>
                                        </p:tgtEl>
                                        <p:attrNameLst>
                                          <p:attrName>ppt_x</p:attrName>
                                        </p:attrNameLst>
                                      </p:cBhvr>
                                      <p:tavLst>
                                        <p:tav tm="0">
                                          <p:val>
                                            <p:strVal val="0-#ppt_w/2"/>
                                          </p:val>
                                        </p:tav>
                                        <p:tav tm="100000">
                                          <p:val>
                                            <p:strVal val="#ppt_x"/>
                                          </p:val>
                                        </p:tav>
                                      </p:tavLst>
                                    </p:anim>
                                    <p:anim calcmode="lin" valueType="num">
                                      <p:cBhvr additive="base">
                                        <p:cTn id="13" dur="500" fill="hold"/>
                                        <p:tgtEl>
                                          <p:spTgt spid="91"/>
                                        </p:tgtEl>
                                        <p:attrNameLst>
                                          <p:attrName>ppt_y</p:attrName>
                                        </p:attrNameLst>
                                      </p:cBhvr>
                                      <p:tavLst>
                                        <p:tav tm="0">
                                          <p:val>
                                            <p:strVal val="#ppt_y"/>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97"/>
                                        </p:tgtEl>
                                        <p:attrNameLst>
                                          <p:attrName>style.visibility</p:attrName>
                                        </p:attrNameLst>
                                      </p:cBhvr>
                                      <p:to>
                                        <p:strVal val="visible"/>
                                      </p:to>
                                    </p:set>
                                    <p:animEffect transition="in" filter="wipe(left)">
                                      <p:cBhvr>
                                        <p:cTn id="18" dur="500"/>
                                        <p:tgtEl>
                                          <p:spTgt spid="9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92"/>
                                        </p:tgtEl>
                                        <p:attrNameLst>
                                          <p:attrName>style.visibility</p:attrName>
                                        </p:attrNameLst>
                                      </p:cBhvr>
                                      <p:to>
                                        <p:strVal val="visible"/>
                                      </p:to>
                                    </p:set>
                                    <p:animEffect transition="in" filter="wipe(left)">
                                      <p:cBhvr>
                                        <p:cTn id="23" dur="500"/>
                                        <p:tgtEl>
                                          <p:spTgt spid="92"/>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101"/>
                                        </p:tgtEl>
                                        <p:attrNameLst>
                                          <p:attrName>style.visibility</p:attrName>
                                        </p:attrNameLst>
                                      </p:cBhvr>
                                      <p:to>
                                        <p:strVal val="visible"/>
                                      </p:to>
                                    </p:set>
                                    <p:animEffect transition="in" filter="wipe(left)">
                                      <p:cBhvr>
                                        <p:cTn id="28" dur="500"/>
                                        <p:tgtEl>
                                          <p:spTgt spid="101"/>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nodeType="clickEffect">
                                  <p:stCondLst>
                                    <p:cond delay="0"/>
                                  </p:stCondLst>
                                  <p:childTnLst>
                                    <p:set>
                                      <p:cBhvr>
                                        <p:cTn id="32" dur="1" fill="hold">
                                          <p:stCondLst>
                                            <p:cond delay="0"/>
                                          </p:stCondLst>
                                        </p:cTn>
                                        <p:tgtEl>
                                          <p:spTgt spid="131"/>
                                        </p:tgtEl>
                                        <p:attrNameLst>
                                          <p:attrName>style.visibility</p:attrName>
                                        </p:attrNameLst>
                                      </p:cBhvr>
                                      <p:to>
                                        <p:strVal val="visible"/>
                                      </p:to>
                                    </p:set>
                                    <p:animEffect transition="in" filter="wipe(up)">
                                      <p:cBhvr>
                                        <p:cTn id="33" dur="500"/>
                                        <p:tgtEl>
                                          <p:spTgt spid="131"/>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93"/>
                                        </p:tgtEl>
                                        <p:attrNameLst>
                                          <p:attrName>style.visibility</p:attrName>
                                        </p:attrNameLst>
                                      </p:cBhvr>
                                      <p:to>
                                        <p:strVal val="visible"/>
                                      </p:to>
                                    </p:set>
                                    <p:animEffect transition="in" filter="wipe(up)">
                                      <p:cBhvr>
                                        <p:cTn id="38" dur="500"/>
                                        <p:tgtEl>
                                          <p:spTgt spid="93"/>
                                        </p:tgtEl>
                                      </p:cBhvr>
                                    </p:animEffect>
                                  </p:childTnLst>
                                </p:cTn>
                              </p:par>
                            </p:childTnLst>
                          </p:cTn>
                        </p:par>
                      </p:childTnLst>
                    </p:cTn>
                  </p:par>
                  <p:par>
                    <p:cTn id="39" fill="hold">
                      <p:stCondLst>
                        <p:cond delay="indefinite"/>
                      </p:stCondLst>
                      <p:childTnLst>
                        <p:par>
                          <p:cTn id="40" fill="hold">
                            <p:stCondLst>
                              <p:cond delay="0"/>
                            </p:stCondLst>
                            <p:childTnLst>
                              <p:par>
                                <p:cTn id="41" presetID="4" presetClass="entr" presetSubtype="32" fill="hold" nodeType="click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box(out)">
                                      <p:cBhvr>
                                        <p:cTn id="43" dur="500"/>
                                        <p:tgtEl>
                                          <p:spTgt spid="98"/>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123"/>
                                        </p:tgtEl>
                                        <p:attrNameLst>
                                          <p:attrName>style.visibility</p:attrName>
                                        </p:attrNameLst>
                                      </p:cBhvr>
                                      <p:to>
                                        <p:strVal val="visible"/>
                                      </p:to>
                                    </p:set>
                                    <p:animEffect transition="in" filter="wipe(left)">
                                      <p:cBhvr>
                                        <p:cTn id="48" dur="500"/>
                                        <p:tgtEl>
                                          <p:spTgt spid="12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105"/>
                                        </p:tgtEl>
                                        <p:attrNameLst>
                                          <p:attrName>style.visibility</p:attrName>
                                        </p:attrNameLst>
                                      </p:cBhvr>
                                      <p:to>
                                        <p:strVal val="visible"/>
                                      </p:to>
                                    </p:set>
                                    <p:animEffect transition="in" filter="wipe(left)">
                                      <p:cBhvr>
                                        <p:cTn id="53" dur="500"/>
                                        <p:tgtEl>
                                          <p:spTgt spid="105"/>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106"/>
                                        </p:tgtEl>
                                        <p:attrNameLst>
                                          <p:attrName>style.visibility</p:attrName>
                                        </p:attrNameLst>
                                      </p:cBhvr>
                                      <p:to>
                                        <p:strVal val="visible"/>
                                      </p:to>
                                    </p:set>
                                    <p:animEffect transition="in" filter="wipe(left)">
                                      <p:cBhvr>
                                        <p:cTn id="58" dur="500"/>
                                        <p:tgtEl>
                                          <p:spTgt spid="10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107"/>
                                        </p:tgtEl>
                                        <p:attrNameLst>
                                          <p:attrName>style.visibility</p:attrName>
                                        </p:attrNameLst>
                                      </p:cBhvr>
                                      <p:to>
                                        <p:strVal val="visible"/>
                                      </p:to>
                                    </p:set>
                                    <p:animEffect transition="in" filter="wipe(left)">
                                      <p:cBhvr>
                                        <p:cTn id="63" dur="500"/>
                                        <p:tgtEl>
                                          <p:spTgt spid="10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nodeType="clickEffect">
                                  <p:stCondLst>
                                    <p:cond delay="0"/>
                                  </p:stCondLst>
                                  <p:childTnLst>
                                    <p:set>
                                      <p:cBhvr>
                                        <p:cTn id="67" dur="1" fill="hold">
                                          <p:stCondLst>
                                            <p:cond delay="0"/>
                                          </p:stCondLst>
                                        </p:cTn>
                                        <p:tgtEl>
                                          <p:spTgt spid="127"/>
                                        </p:tgtEl>
                                        <p:attrNameLst>
                                          <p:attrName>style.visibility</p:attrName>
                                        </p:attrNameLst>
                                      </p:cBhvr>
                                      <p:to>
                                        <p:strVal val="visible"/>
                                      </p:to>
                                    </p:set>
                                    <p:animEffect transition="in" filter="wipe(left)">
                                      <p:cBhvr>
                                        <p:cTn id="68" dur="500"/>
                                        <p:tgtEl>
                                          <p:spTgt spid="127"/>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grpId="0" nodeType="clickEffect">
                                  <p:stCondLst>
                                    <p:cond delay="0"/>
                                  </p:stCondLst>
                                  <p:childTnLst>
                                    <p:set>
                                      <p:cBhvr>
                                        <p:cTn id="72" dur="1" fill="hold">
                                          <p:stCondLst>
                                            <p:cond delay="0"/>
                                          </p:stCondLst>
                                        </p:cTn>
                                        <p:tgtEl>
                                          <p:spTgt spid="104"/>
                                        </p:tgtEl>
                                        <p:attrNameLst>
                                          <p:attrName>style.visibility</p:attrName>
                                        </p:attrNameLst>
                                      </p:cBhvr>
                                      <p:to>
                                        <p:strVal val="visible"/>
                                      </p:to>
                                    </p:set>
                                    <p:animEffect transition="in" filter="wipe(left)">
                                      <p:cBhvr>
                                        <p:cTn id="73" dur="500"/>
                                        <p:tgtEl>
                                          <p:spTgt spid="104"/>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iterate type="wd">
                                    <p:tmPct val="40000"/>
                                  </p:iterate>
                                  <p:childTnLst>
                                    <p:set>
                                      <p:cBhvr>
                                        <p:cTn id="77" dur="1" fill="hold">
                                          <p:stCondLst>
                                            <p:cond delay="0"/>
                                          </p:stCondLst>
                                        </p:cTn>
                                        <p:tgtEl>
                                          <p:spTgt spid="137"/>
                                        </p:tgtEl>
                                        <p:attrNameLst>
                                          <p:attrName>style.visibility</p:attrName>
                                        </p:attrNameLst>
                                      </p:cBhvr>
                                      <p:to>
                                        <p:strVal val="visible"/>
                                      </p:to>
                                    </p:set>
                                    <p:animEffect transition="in" filter="wipe(left)">
                                      <p:cBhvr>
                                        <p:cTn id="78" dur="150"/>
                                        <p:tgtEl>
                                          <p:spTgt spid="1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0" grpId="0" autoUpdateAnimBg="0"/>
      <p:bldP spid="91" grpId="0"/>
      <p:bldP spid="92" grpId="0" animBg="1"/>
      <p:bldP spid="97" grpId="0"/>
      <p:bldP spid="104" grpId="0" autoUpdateAnimBg="0"/>
      <p:bldP spid="105" grpId="0" autoUpdateAnimBg="0"/>
      <p:bldP spid="106" grpId="0"/>
      <p:bldP spid="137"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2176620" cy="463550"/>
          </a:xfrm>
        </p:spPr>
        <p:txBody>
          <a:bodyPr/>
          <a:lstStyle/>
          <a:p>
            <a:pPr eaLnBrk="1" hangingPunct="1"/>
            <a:r>
              <a:rPr lang="zh-CN" altLang="en-US" dirty="0"/>
              <a:t>薄膜干涉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lang="zh-CN" altLang="en-US" sz="4000" b="1" dirty="0">
                <a:solidFill>
                  <a:srgbClr val="C00000"/>
                </a:solidFill>
                <a:latin typeface="微软雅黑" panose="020B0503020204020204" pitchFamily="34" charset="-122"/>
                <a:ea typeface="微软雅黑" panose="020B0503020204020204" pitchFamily="34" charset="-122"/>
              </a:rPr>
              <a:t>十</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光程差</a:t>
            </a:r>
          </a:p>
        </p:txBody>
      </p:sp>
      <p:sp>
        <p:nvSpPr>
          <p:cNvPr id="4" name="矩形 3">
            <a:extLst>
              <a:ext uri="{FF2B5EF4-FFF2-40B4-BE49-F238E27FC236}">
                <a16:creationId xmlns:a16="http://schemas.microsoft.com/office/drawing/2014/main" id="{B63EE7B5-2F9E-417D-9D22-D7C188B65273}"/>
              </a:ext>
            </a:extLst>
          </p:cNvPr>
          <p:cNvSpPr/>
          <p:nvPr/>
        </p:nvSpPr>
        <p:spPr>
          <a:xfrm>
            <a:off x="3115870" y="744652"/>
            <a:ext cx="1059987" cy="707886"/>
          </a:xfrm>
          <a:prstGeom prst="rect">
            <a:avLst/>
          </a:prstGeom>
        </p:spPr>
        <p:txBody>
          <a:bodyPr wrap="square">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1" lang="en-US" altLang="zh-CN" sz="4000" b="1" i="0" u="none" strike="noStrike" kern="1200" cap="none" spc="0" normalizeH="0" baseline="0" noProof="0" dirty="0">
                <a:ln>
                  <a:noFill/>
                </a:ln>
                <a:solidFill>
                  <a:srgbClr val="0000FF"/>
                </a:solidFill>
                <a:effectLst/>
                <a:uLnTx/>
                <a:uFillTx/>
                <a:latin typeface="Times New Roman" pitchFamily="18" charset="0"/>
                <a:ea typeface="等线" panose="02010600030101010101" pitchFamily="2" charset="-122"/>
                <a:cs typeface="+mn-cs"/>
              </a:rPr>
              <a:t>⊿</a:t>
            </a:r>
            <a:endParaRPr kumimoji="0" lang="zh-CN" altLang="en-US" sz="4000" b="1" i="0" u="none" strike="noStrike" kern="1200" cap="none" spc="0" normalizeH="0" baseline="0" noProof="0" dirty="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49" name="Text Box 8">
            <a:extLst>
              <a:ext uri="{FF2B5EF4-FFF2-40B4-BE49-F238E27FC236}">
                <a16:creationId xmlns:a16="http://schemas.microsoft.com/office/drawing/2014/main" id="{B26BEF2F-FCBE-4EC8-A52D-D2D553A650AB}"/>
              </a:ext>
            </a:extLst>
          </p:cNvPr>
          <p:cNvSpPr txBox="1">
            <a:spLocks noChangeArrowheads="1"/>
          </p:cNvSpPr>
          <p:nvPr/>
        </p:nvSpPr>
        <p:spPr bwMode="auto">
          <a:xfrm>
            <a:off x="1299395" y="1533016"/>
            <a:ext cx="10473158" cy="584775"/>
          </a:xfrm>
          <a:prstGeom prst="rect">
            <a:avLst/>
          </a:prstGeom>
          <a:noFill/>
          <a:ln w="9525">
            <a:noFill/>
            <a:miter lim="800000"/>
            <a:headEnd/>
            <a:tailEnd/>
          </a:ln>
        </p:spPr>
        <p:txBody>
          <a:bodyPr wrap="square">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两束相干光分别在两种介质中传播</a:t>
            </a:r>
            <a:r>
              <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t>
            </a:r>
            <a:r>
              <a:rPr kumimoji="1" lang="en-US" altLang="zh-CN" sz="3200" b="1" i="0" u="none" strike="noStrike" kern="120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1</a:t>
            </a: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和</a:t>
            </a:r>
            <a:r>
              <a:rPr kumimoji="1" lang="en-US" altLang="zh-CN" sz="3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r</a:t>
            </a:r>
            <a:r>
              <a:rPr kumimoji="1" lang="en-US" altLang="zh-CN" sz="3200" b="1" i="0" u="none" strike="noStrike" kern="1200" cap="none" spc="0" normalizeH="0" baseline="-2500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2</a:t>
            </a: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，在</a:t>
            </a:r>
            <a:r>
              <a:rPr kumimoji="1" lang="en-US" altLang="zh-CN" sz="3200" b="1" i="1"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a:t>
            </a:r>
            <a:r>
              <a:rPr kumimoji="1" lang="zh-CN" altLang="en-US" sz="3200" b="1" i="0" u="none" strike="noStrike" kern="1200" cap="none" spc="0" normalizeH="0" baseline="0" noProof="0" dirty="0">
                <a:ln>
                  <a:noFill/>
                </a:ln>
                <a:solidFill>
                  <a:prstClr val="black"/>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点相遇，</a:t>
            </a:r>
          </a:p>
        </p:txBody>
      </p:sp>
      <p:grpSp>
        <p:nvGrpSpPr>
          <p:cNvPr id="50" name="Group 10">
            <a:extLst>
              <a:ext uri="{FF2B5EF4-FFF2-40B4-BE49-F238E27FC236}">
                <a16:creationId xmlns:a16="http://schemas.microsoft.com/office/drawing/2014/main" id="{8BFE21C1-777E-43A9-8DE7-9199C52CD29A}"/>
              </a:ext>
            </a:extLst>
          </p:cNvPr>
          <p:cNvGrpSpPr>
            <a:grpSpLocks/>
          </p:cNvGrpSpPr>
          <p:nvPr/>
        </p:nvGrpSpPr>
        <p:grpSpPr bwMode="auto">
          <a:xfrm>
            <a:off x="808055" y="2330516"/>
            <a:ext cx="3714745" cy="1928809"/>
            <a:chOff x="3696" y="800"/>
            <a:chExt cx="2064" cy="1088"/>
          </a:xfrm>
        </p:grpSpPr>
        <p:sp>
          <p:nvSpPr>
            <p:cNvPr id="51" name="Rectangle 11">
              <a:extLst>
                <a:ext uri="{FF2B5EF4-FFF2-40B4-BE49-F238E27FC236}">
                  <a16:creationId xmlns:a16="http://schemas.microsoft.com/office/drawing/2014/main" id="{BD674081-EB13-4985-9BDD-4456A6A7D130}"/>
                </a:ext>
              </a:extLst>
            </p:cNvPr>
            <p:cNvSpPr>
              <a:spLocks noChangeArrowheads="1"/>
            </p:cNvSpPr>
            <p:nvPr/>
          </p:nvSpPr>
          <p:spPr bwMode="auto">
            <a:xfrm>
              <a:off x="3696" y="868"/>
              <a:ext cx="1919" cy="1020"/>
            </a:xfrm>
            <a:prstGeom prst="rect">
              <a:avLst/>
            </a:prstGeom>
            <a:solidFill>
              <a:srgbClr val="FFFFFF"/>
            </a:solidFill>
            <a:ln w="9525">
              <a:solidFill>
                <a:srgbClr val="006699"/>
              </a:solidFill>
              <a:miter lim="800000"/>
              <a:headEnd/>
              <a:tailEnd/>
            </a:ln>
          </p:spPr>
          <p:txBody>
            <a:bodyPr wrap="none" anchor="ct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itchFamily="18" charset="0"/>
                <a:ea typeface="等线" panose="02010600030101010101" pitchFamily="2" charset="-122"/>
                <a:cs typeface="Times New Roman" pitchFamily="18" charset="0"/>
              </a:endParaRPr>
            </a:p>
          </p:txBody>
        </p:sp>
        <p:sp>
          <p:nvSpPr>
            <p:cNvPr id="52" name="Line 12">
              <a:extLst>
                <a:ext uri="{FF2B5EF4-FFF2-40B4-BE49-F238E27FC236}">
                  <a16:creationId xmlns:a16="http://schemas.microsoft.com/office/drawing/2014/main" id="{E7567CCF-6B8E-4919-B626-9893334F7065}"/>
                </a:ext>
              </a:extLst>
            </p:cNvPr>
            <p:cNvSpPr>
              <a:spLocks noChangeShapeType="1"/>
            </p:cNvSpPr>
            <p:nvPr/>
          </p:nvSpPr>
          <p:spPr bwMode="auto">
            <a:xfrm flipV="1">
              <a:off x="4068" y="1339"/>
              <a:ext cx="1249" cy="275"/>
            </a:xfrm>
            <a:prstGeom prst="line">
              <a:avLst/>
            </a:prstGeom>
            <a:noFill/>
            <a:ln w="28575">
              <a:solidFill>
                <a:srgbClr val="0000FF"/>
              </a:solidFill>
              <a:round/>
              <a:headEnd/>
              <a:tailEnd type="none" w="sm" len="lg"/>
            </a:ln>
          </p:spPr>
          <p:txBody>
            <a:bodyPr wrap="none" anchor="ct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itchFamily="18" charset="0"/>
                <a:ea typeface="等线" panose="02010600030101010101" pitchFamily="2" charset="-122"/>
                <a:cs typeface="Times New Roman" pitchFamily="18" charset="0"/>
              </a:endParaRPr>
            </a:p>
          </p:txBody>
        </p:sp>
        <p:sp>
          <p:nvSpPr>
            <p:cNvPr id="53" name="Text Box 13">
              <a:extLst>
                <a:ext uri="{FF2B5EF4-FFF2-40B4-BE49-F238E27FC236}">
                  <a16:creationId xmlns:a16="http://schemas.microsoft.com/office/drawing/2014/main" id="{A66E63C4-FBD4-4DC9-A64A-8650FE3A177A}"/>
                </a:ext>
              </a:extLst>
            </p:cNvPr>
            <p:cNvSpPr txBox="1">
              <a:spLocks noChangeArrowheads="1"/>
            </p:cNvSpPr>
            <p:nvPr/>
          </p:nvSpPr>
          <p:spPr bwMode="auto">
            <a:xfrm>
              <a:off x="3969" y="1515"/>
              <a:ext cx="174" cy="226"/>
            </a:xfrm>
            <a:prstGeom prst="rect">
              <a:avLst/>
            </a:prstGeom>
            <a:noFill/>
            <a:ln w="9525">
              <a:noFill/>
              <a:miter lim="800000"/>
              <a:headEnd/>
              <a:tailEnd/>
            </a:ln>
          </p:spPr>
          <p:txBody>
            <a:bodyPr wrap="none">
              <a:spAutoFit/>
            </a:bodyPr>
            <a:lstStyle/>
            <a:p>
              <a:pPr marL="0" marR="0" lvl="0" indent="0" algn="l" defTabSz="457200" rtl="0" eaLnBrk="0" fontAlgn="base" latinLnBrk="0" hangingPunct="0">
                <a:lnSpc>
                  <a:spcPct val="100000"/>
                </a:lnSpc>
                <a:spcBef>
                  <a:spcPct val="5000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itchFamily="18" charset="0"/>
                  <a:ea typeface="等线" panose="02010600030101010101" pitchFamily="2" charset="-122"/>
                  <a:cs typeface="Times New Roman" pitchFamily="18" charset="0"/>
                </a:rPr>
                <a:t>*</a:t>
              </a:r>
            </a:p>
          </p:txBody>
        </p:sp>
        <p:sp>
          <p:nvSpPr>
            <p:cNvPr id="54" name="Line 14">
              <a:extLst>
                <a:ext uri="{FF2B5EF4-FFF2-40B4-BE49-F238E27FC236}">
                  <a16:creationId xmlns:a16="http://schemas.microsoft.com/office/drawing/2014/main" id="{8B65656B-4E05-4732-B55D-A4DD85CC1CF0}"/>
                </a:ext>
              </a:extLst>
            </p:cNvPr>
            <p:cNvSpPr>
              <a:spLocks noChangeShapeType="1"/>
            </p:cNvSpPr>
            <p:nvPr/>
          </p:nvSpPr>
          <p:spPr bwMode="auto">
            <a:xfrm>
              <a:off x="4068" y="1025"/>
              <a:ext cx="1249" cy="314"/>
            </a:xfrm>
            <a:prstGeom prst="line">
              <a:avLst/>
            </a:prstGeom>
            <a:noFill/>
            <a:ln w="28575">
              <a:solidFill>
                <a:srgbClr val="0000FF"/>
              </a:solidFill>
              <a:round/>
              <a:headEnd/>
              <a:tailEnd type="none" w="sm" len="lg"/>
            </a:ln>
          </p:spPr>
          <p:txBody>
            <a:bodyPr wrap="none" anchor="ct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itchFamily="18" charset="0"/>
                <a:ea typeface="等线" panose="02010600030101010101" pitchFamily="2" charset="-122"/>
                <a:cs typeface="Times New Roman" pitchFamily="18" charset="0"/>
              </a:endParaRPr>
            </a:p>
          </p:txBody>
        </p:sp>
        <p:graphicFrame>
          <p:nvGraphicFramePr>
            <p:cNvPr id="55" name="Object 15">
              <a:extLst>
                <a:ext uri="{FF2B5EF4-FFF2-40B4-BE49-F238E27FC236}">
                  <a16:creationId xmlns:a16="http://schemas.microsoft.com/office/drawing/2014/main" id="{23C41D75-4155-4C4A-B0D8-79D278DF654E}"/>
                </a:ext>
              </a:extLst>
            </p:cNvPr>
            <p:cNvGraphicFramePr>
              <a:graphicFrameLocks noChangeAspect="1"/>
            </p:cNvGraphicFramePr>
            <p:nvPr/>
          </p:nvGraphicFramePr>
          <p:xfrm>
            <a:off x="3785" y="800"/>
            <a:ext cx="318" cy="453"/>
          </p:xfrm>
          <a:graphic>
            <a:graphicData uri="http://schemas.openxmlformats.org/presentationml/2006/ole">
              <mc:AlternateContent xmlns:mc="http://schemas.openxmlformats.org/markup-compatibility/2006">
                <mc:Choice xmlns:v="urn:schemas-microsoft-com:vml" Requires="v">
                  <p:oleObj name="公式" r:id="rId3" imgW="139680" imgH="215640" progId="Equation.3">
                    <p:embed/>
                  </p:oleObj>
                </mc:Choice>
                <mc:Fallback>
                  <p:oleObj name="公式" r:id="rId3" imgW="139680" imgH="215640" progId="Equation.3">
                    <p:embed/>
                    <p:pic>
                      <p:nvPicPr>
                        <p:cNvPr id="55" name="Object 15">
                          <a:extLst>
                            <a:ext uri="{FF2B5EF4-FFF2-40B4-BE49-F238E27FC236}">
                              <a16:creationId xmlns:a16="http://schemas.microsoft.com/office/drawing/2014/main" id="{23C41D75-4155-4C4A-B0D8-79D278DF654E}"/>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5" y="800"/>
                          <a:ext cx="318" cy="45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6" name="Line 16">
              <a:extLst>
                <a:ext uri="{FF2B5EF4-FFF2-40B4-BE49-F238E27FC236}">
                  <a16:creationId xmlns:a16="http://schemas.microsoft.com/office/drawing/2014/main" id="{3512540F-E201-4C7D-8676-1249CCEFF775}"/>
                </a:ext>
              </a:extLst>
            </p:cNvPr>
            <p:cNvSpPr>
              <a:spLocks noChangeShapeType="1"/>
            </p:cNvSpPr>
            <p:nvPr/>
          </p:nvSpPr>
          <p:spPr bwMode="auto">
            <a:xfrm flipV="1">
              <a:off x="4609" y="1470"/>
              <a:ext cx="125" cy="19"/>
            </a:xfrm>
            <a:prstGeom prst="line">
              <a:avLst/>
            </a:prstGeom>
            <a:noFill/>
            <a:ln w="38100">
              <a:solidFill>
                <a:srgbClr val="0000FF"/>
              </a:solidFill>
              <a:round/>
              <a:headEnd/>
              <a:tailEnd type="triangle" w="sm" len="lg"/>
            </a:ln>
          </p:spPr>
          <p:txBody>
            <a:bodyPr wrap="none" anchor="ct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itchFamily="18" charset="0"/>
                <a:ea typeface="等线" panose="02010600030101010101" pitchFamily="2" charset="-122"/>
                <a:cs typeface="Times New Roman" pitchFamily="18" charset="0"/>
              </a:endParaRPr>
            </a:p>
          </p:txBody>
        </p:sp>
        <p:sp>
          <p:nvSpPr>
            <p:cNvPr id="57" name="Line 17">
              <a:extLst>
                <a:ext uri="{FF2B5EF4-FFF2-40B4-BE49-F238E27FC236}">
                  <a16:creationId xmlns:a16="http://schemas.microsoft.com/office/drawing/2014/main" id="{809833AA-E659-480F-9944-56EBDBD90DB1}"/>
                </a:ext>
              </a:extLst>
            </p:cNvPr>
            <p:cNvSpPr>
              <a:spLocks noChangeShapeType="1"/>
            </p:cNvSpPr>
            <p:nvPr/>
          </p:nvSpPr>
          <p:spPr bwMode="auto">
            <a:xfrm>
              <a:off x="4609" y="1162"/>
              <a:ext cx="125" cy="40"/>
            </a:xfrm>
            <a:prstGeom prst="line">
              <a:avLst/>
            </a:prstGeom>
            <a:noFill/>
            <a:ln w="38100">
              <a:solidFill>
                <a:srgbClr val="0000FF"/>
              </a:solidFill>
              <a:round/>
              <a:headEnd/>
              <a:tailEnd type="triangle" w="sm" len="lg"/>
            </a:ln>
          </p:spPr>
          <p:txBody>
            <a:bodyPr wrap="none" anchor="ct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itchFamily="18" charset="0"/>
                <a:ea typeface="等线" panose="02010600030101010101" pitchFamily="2" charset="-122"/>
                <a:cs typeface="Times New Roman" pitchFamily="18" charset="0"/>
              </a:endParaRPr>
            </a:p>
          </p:txBody>
        </p:sp>
        <p:sp>
          <p:nvSpPr>
            <p:cNvPr id="58" name="Text Box 18">
              <a:extLst>
                <a:ext uri="{FF2B5EF4-FFF2-40B4-BE49-F238E27FC236}">
                  <a16:creationId xmlns:a16="http://schemas.microsoft.com/office/drawing/2014/main" id="{540758C9-AA7D-4273-8953-2211C152CD3C}"/>
                </a:ext>
              </a:extLst>
            </p:cNvPr>
            <p:cNvSpPr txBox="1">
              <a:spLocks noChangeArrowheads="1"/>
            </p:cNvSpPr>
            <p:nvPr/>
          </p:nvSpPr>
          <p:spPr bwMode="auto">
            <a:xfrm>
              <a:off x="5260" y="1062"/>
              <a:ext cx="500" cy="330"/>
            </a:xfrm>
            <a:prstGeom prst="rect">
              <a:avLst/>
            </a:prstGeom>
            <a:noFill/>
            <a:ln w="9525">
              <a:noFill/>
              <a:miter lim="800000"/>
              <a:headEnd/>
              <a:tailEnd/>
            </a:ln>
          </p:spPr>
          <p:txBody>
            <a:bodyPr>
              <a:spAutoFit/>
            </a:bodyPr>
            <a:lstStyle/>
            <a:p>
              <a:pPr marL="0" marR="0" lvl="0" indent="0" algn="l" defTabSz="457200" rtl="0" eaLnBrk="0" fontAlgn="base" latinLnBrk="0" hangingPunct="0">
                <a:lnSpc>
                  <a:spcPct val="100000"/>
                </a:lnSpc>
                <a:spcBef>
                  <a:spcPct val="50000"/>
                </a:spcBef>
                <a:spcAft>
                  <a:spcPct val="0"/>
                </a:spcAft>
                <a:buClrTx/>
                <a:buSzTx/>
                <a:buFontTx/>
                <a:buNone/>
                <a:tabLst/>
                <a:defRPr/>
              </a:pPr>
              <a:r>
                <a:rPr kumimoji="0" lang="en-US" altLang="zh-CN" sz="3200" b="0" i="1" u="none" strike="noStrike" kern="1200" cap="none" spc="0" normalizeH="0" baseline="0" noProof="0" dirty="0">
                  <a:ln>
                    <a:noFill/>
                  </a:ln>
                  <a:solidFill>
                    <a:srgbClr val="000000"/>
                  </a:solidFill>
                  <a:effectLst/>
                  <a:uLnTx/>
                  <a:uFillTx/>
                  <a:latin typeface="Times New Roman" pitchFamily="18" charset="0"/>
                  <a:ea typeface="等线" panose="02010600030101010101" pitchFamily="2" charset="-122"/>
                  <a:cs typeface="Times New Roman" pitchFamily="18" charset="0"/>
                </a:rPr>
                <a:t>P</a:t>
              </a:r>
            </a:p>
          </p:txBody>
        </p:sp>
        <p:graphicFrame>
          <p:nvGraphicFramePr>
            <p:cNvPr id="59" name="Object 19">
              <a:extLst>
                <a:ext uri="{FF2B5EF4-FFF2-40B4-BE49-F238E27FC236}">
                  <a16:creationId xmlns:a16="http://schemas.microsoft.com/office/drawing/2014/main" id="{80F581E6-014F-40DA-A54E-1D738D862640}"/>
                </a:ext>
              </a:extLst>
            </p:cNvPr>
            <p:cNvGraphicFramePr>
              <a:graphicFrameLocks noChangeAspect="1"/>
            </p:cNvGraphicFramePr>
            <p:nvPr/>
          </p:nvGraphicFramePr>
          <p:xfrm>
            <a:off x="4577" y="854"/>
            <a:ext cx="234" cy="353"/>
          </p:xfrm>
          <a:graphic>
            <a:graphicData uri="http://schemas.openxmlformats.org/presentationml/2006/ole">
              <mc:AlternateContent xmlns:mc="http://schemas.openxmlformats.org/markup-compatibility/2006">
                <mc:Choice xmlns:v="urn:schemas-microsoft-com:vml" Requires="v">
                  <p:oleObj name="Equation" r:id="rId5" imgW="126720" imgH="215640" progId="Equation.3">
                    <p:embed/>
                  </p:oleObj>
                </mc:Choice>
                <mc:Fallback>
                  <p:oleObj name="Equation" r:id="rId5" imgW="126720" imgH="215640" progId="Equation.3">
                    <p:embed/>
                    <p:pic>
                      <p:nvPicPr>
                        <p:cNvPr id="59" name="Object 19">
                          <a:extLst>
                            <a:ext uri="{FF2B5EF4-FFF2-40B4-BE49-F238E27FC236}">
                              <a16:creationId xmlns:a16="http://schemas.microsoft.com/office/drawing/2014/main" id="{80F581E6-014F-40DA-A54E-1D738D862640}"/>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7" y="854"/>
                          <a:ext cx="234" cy="353"/>
                        </a:xfrm>
                        <a:prstGeom prst="rect">
                          <a:avLst/>
                        </a:prstGeom>
                        <a:noFill/>
                      </p:spPr>
                    </p:pic>
                  </p:oleObj>
                </mc:Fallback>
              </mc:AlternateContent>
            </a:graphicData>
          </a:graphic>
        </p:graphicFrame>
        <p:sp>
          <p:nvSpPr>
            <p:cNvPr id="60" name="Text Box 20">
              <a:extLst>
                <a:ext uri="{FF2B5EF4-FFF2-40B4-BE49-F238E27FC236}">
                  <a16:creationId xmlns:a16="http://schemas.microsoft.com/office/drawing/2014/main" id="{A9580823-EF4E-4D91-A0D9-CC52ACEF2523}"/>
                </a:ext>
              </a:extLst>
            </p:cNvPr>
            <p:cNvSpPr txBox="1">
              <a:spLocks noChangeArrowheads="1"/>
            </p:cNvSpPr>
            <p:nvPr/>
          </p:nvSpPr>
          <p:spPr bwMode="auto">
            <a:xfrm>
              <a:off x="3984" y="914"/>
              <a:ext cx="174" cy="226"/>
            </a:xfrm>
            <a:prstGeom prst="rect">
              <a:avLst/>
            </a:prstGeom>
            <a:noFill/>
            <a:ln w="9525">
              <a:noFill/>
              <a:miter lim="800000"/>
              <a:headEnd/>
              <a:tailEnd/>
            </a:ln>
          </p:spPr>
          <p:txBody>
            <a:bodyPr wrap="none">
              <a:spAutoFit/>
            </a:bodyPr>
            <a:lstStyle/>
            <a:p>
              <a:pPr marL="0" marR="0" lvl="0" indent="0" algn="l" defTabSz="457200" rtl="0" eaLnBrk="0" fontAlgn="base" latinLnBrk="0" hangingPunct="0">
                <a:lnSpc>
                  <a:spcPct val="100000"/>
                </a:lnSpc>
                <a:spcBef>
                  <a:spcPct val="50000"/>
                </a:spcBef>
                <a:spcAft>
                  <a:spcPct val="0"/>
                </a:spcAft>
                <a:buClrTx/>
                <a:buSzTx/>
                <a:buFontTx/>
                <a:buNone/>
                <a:tabLst/>
                <a:defRPr/>
              </a:pPr>
              <a:r>
                <a:rPr kumimoji="0" lang="zh-CN" altLang="en-US" sz="2000" b="0" i="0" u="none" strike="noStrike" kern="1200" cap="none" spc="0" normalizeH="0" baseline="0" noProof="0">
                  <a:ln>
                    <a:noFill/>
                  </a:ln>
                  <a:solidFill>
                    <a:srgbClr val="000000"/>
                  </a:solidFill>
                  <a:effectLst/>
                  <a:uLnTx/>
                  <a:uFillTx/>
                  <a:latin typeface="Times New Roman" pitchFamily="18" charset="0"/>
                  <a:ea typeface="等线" panose="02010600030101010101" pitchFamily="2" charset="-122"/>
                  <a:cs typeface="Times New Roman" pitchFamily="18" charset="0"/>
                </a:rPr>
                <a:t>*</a:t>
              </a:r>
            </a:p>
          </p:txBody>
        </p:sp>
        <p:sp>
          <p:nvSpPr>
            <p:cNvPr id="61" name="Rectangle 21">
              <a:extLst>
                <a:ext uri="{FF2B5EF4-FFF2-40B4-BE49-F238E27FC236}">
                  <a16:creationId xmlns:a16="http://schemas.microsoft.com/office/drawing/2014/main" id="{92F8B1ED-3812-499F-B859-4B0F4AAB959E}"/>
                </a:ext>
              </a:extLst>
            </p:cNvPr>
            <p:cNvSpPr>
              <a:spLocks noChangeArrowheads="1"/>
            </p:cNvSpPr>
            <p:nvPr/>
          </p:nvSpPr>
          <p:spPr bwMode="auto">
            <a:xfrm>
              <a:off x="3702" y="1344"/>
              <a:ext cx="1906" cy="544"/>
            </a:xfrm>
            <a:prstGeom prst="rect">
              <a:avLst/>
            </a:prstGeom>
            <a:solidFill>
              <a:srgbClr val="CEFAF2">
                <a:alpha val="50195"/>
              </a:srgbClr>
            </a:solidFill>
            <a:ln w="9525">
              <a:solidFill>
                <a:srgbClr val="006699"/>
              </a:solidFill>
              <a:miter lim="800000"/>
              <a:headEnd/>
              <a:tailEnd/>
            </a:ln>
          </p:spPr>
          <p:txBody>
            <a:bodyPr wrap="none" anchor="ctr"/>
            <a:lstStyle/>
            <a:p>
              <a:pPr marL="0" marR="0" lvl="0" indent="0" algn="l" defTabSz="4572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Times New Roman" pitchFamily="18" charset="0"/>
                <a:ea typeface="等线" panose="02010600030101010101" pitchFamily="2" charset="-122"/>
                <a:cs typeface="Times New Roman" pitchFamily="18" charset="0"/>
              </a:endParaRPr>
            </a:p>
          </p:txBody>
        </p:sp>
        <p:graphicFrame>
          <p:nvGraphicFramePr>
            <p:cNvPr id="62" name="Object 22">
              <a:extLst>
                <a:ext uri="{FF2B5EF4-FFF2-40B4-BE49-F238E27FC236}">
                  <a16:creationId xmlns:a16="http://schemas.microsoft.com/office/drawing/2014/main" id="{EC497158-0539-4965-8E84-D1275F74D12B}"/>
                </a:ext>
              </a:extLst>
            </p:cNvPr>
            <p:cNvGraphicFramePr>
              <a:graphicFrameLocks noChangeAspect="1"/>
            </p:cNvGraphicFramePr>
            <p:nvPr/>
          </p:nvGraphicFramePr>
          <p:xfrm>
            <a:off x="3824" y="1369"/>
            <a:ext cx="271" cy="473"/>
          </p:xfrm>
          <a:graphic>
            <a:graphicData uri="http://schemas.openxmlformats.org/presentationml/2006/ole">
              <mc:AlternateContent xmlns:mc="http://schemas.openxmlformats.org/markup-compatibility/2006">
                <mc:Choice xmlns:v="urn:schemas-microsoft-com:vml" Requires="v">
                  <p:oleObj name="公式" r:id="rId7" imgW="152280" imgH="215640" progId="Equation.3">
                    <p:embed/>
                  </p:oleObj>
                </mc:Choice>
                <mc:Fallback>
                  <p:oleObj name="公式" r:id="rId7" imgW="152280" imgH="215640" progId="Equation.3">
                    <p:embed/>
                    <p:pic>
                      <p:nvPicPr>
                        <p:cNvPr id="62" name="Object 22">
                          <a:extLst>
                            <a:ext uri="{FF2B5EF4-FFF2-40B4-BE49-F238E27FC236}">
                              <a16:creationId xmlns:a16="http://schemas.microsoft.com/office/drawing/2014/main" id="{EC497158-0539-4965-8E84-D1275F74D12B}"/>
                            </a:ext>
                          </a:extLst>
                        </p:cNvPr>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24" y="1369"/>
                          <a:ext cx="271" cy="47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3" name="Object 23">
              <a:extLst>
                <a:ext uri="{FF2B5EF4-FFF2-40B4-BE49-F238E27FC236}">
                  <a16:creationId xmlns:a16="http://schemas.microsoft.com/office/drawing/2014/main" id="{CC417F9A-3B49-4BAA-99B7-25A68B24916B}"/>
                </a:ext>
              </a:extLst>
            </p:cNvPr>
            <p:cNvGraphicFramePr>
              <a:graphicFrameLocks noChangeAspect="1"/>
            </p:cNvGraphicFramePr>
            <p:nvPr/>
          </p:nvGraphicFramePr>
          <p:xfrm>
            <a:off x="4818" y="1450"/>
            <a:ext cx="230" cy="346"/>
          </p:xfrm>
          <a:graphic>
            <a:graphicData uri="http://schemas.openxmlformats.org/presentationml/2006/ole">
              <mc:AlternateContent xmlns:mc="http://schemas.openxmlformats.org/markup-compatibility/2006">
                <mc:Choice xmlns:v="urn:schemas-microsoft-com:vml" Requires="v">
                  <p:oleObj name="公式" r:id="rId9" imgW="190440" imgH="317160" progId="Equation.3">
                    <p:embed/>
                  </p:oleObj>
                </mc:Choice>
                <mc:Fallback>
                  <p:oleObj name="公式" r:id="rId9" imgW="190440" imgH="317160" progId="Equation.3">
                    <p:embed/>
                    <p:pic>
                      <p:nvPicPr>
                        <p:cNvPr id="63" name="Object 23">
                          <a:extLst>
                            <a:ext uri="{FF2B5EF4-FFF2-40B4-BE49-F238E27FC236}">
                              <a16:creationId xmlns:a16="http://schemas.microsoft.com/office/drawing/2014/main" id="{CC417F9A-3B49-4BAA-99B7-25A68B24916B}"/>
                            </a:ext>
                          </a:extLst>
                        </p:cNvPr>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18" y="1450"/>
                          <a:ext cx="230" cy="346"/>
                        </a:xfrm>
                        <a:prstGeom prst="rect">
                          <a:avLst/>
                        </a:prstGeom>
                        <a:noFill/>
                      </p:spPr>
                    </p:pic>
                  </p:oleObj>
                </mc:Fallback>
              </mc:AlternateContent>
            </a:graphicData>
          </a:graphic>
        </p:graphicFrame>
        <p:graphicFrame>
          <p:nvGraphicFramePr>
            <p:cNvPr id="64" name="Object 24">
              <a:extLst>
                <a:ext uri="{FF2B5EF4-FFF2-40B4-BE49-F238E27FC236}">
                  <a16:creationId xmlns:a16="http://schemas.microsoft.com/office/drawing/2014/main" id="{1DBA33C2-33A2-4AD1-9D7C-A17F3415F78E}"/>
                </a:ext>
              </a:extLst>
            </p:cNvPr>
            <p:cNvGraphicFramePr>
              <a:graphicFrameLocks noChangeAspect="1"/>
            </p:cNvGraphicFramePr>
            <p:nvPr/>
          </p:nvGraphicFramePr>
          <p:xfrm>
            <a:off x="5349" y="801"/>
            <a:ext cx="263" cy="343"/>
          </p:xfrm>
          <a:graphic>
            <a:graphicData uri="http://schemas.openxmlformats.org/presentationml/2006/ole">
              <mc:AlternateContent xmlns:mc="http://schemas.openxmlformats.org/markup-compatibility/2006">
                <mc:Choice xmlns:v="urn:schemas-microsoft-com:vml" Requires="v">
                  <p:oleObj name="公式" r:id="rId11" imgW="152280" imgH="215640" progId="Equation.3">
                    <p:embed/>
                  </p:oleObj>
                </mc:Choice>
                <mc:Fallback>
                  <p:oleObj name="公式" r:id="rId11" imgW="152280" imgH="215640" progId="Equation.3">
                    <p:embed/>
                    <p:pic>
                      <p:nvPicPr>
                        <p:cNvPr id="64" name="Object 24">
                          <a:extLst>
                            <a:ext uri="{FF2B5EF4-FFF2-40B4-BE49-F238E27FC236}">
                              <a16:creationId xmlns:a16="http://schemas.microsoft.com/office/drawing/2014/main" id="{1DBA33C2-33A2-4AD1-9D7C-A17F3415F78E}"/>
                            </a:ext>
                          </a:extLst>
                        </p:cNvPr>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349" y="801"/>
                          <a:ext cx="263" cy="3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5" name="Object 25">
              <a:extLst>
                <a:ext uri="{FF2B5EF4-FFF2-40B4-BE49-F238E27FC236}">
                  <a16:creationId xmlns:a16="http://schemas.microsoft.com/office/drawing/2014/main" id="{907938AB-CD1F-4F2E-AC52-4F496BF9D217}"/>
                </a:ext>
              </a:extLst>
            </p:cNvPr>
            <p:cNvGraphicFramePr>
              <a:graphicFrameLocks noChangeAspect="1"/>
            </p:cNvGraphicFramePr>
            <p:nvPr/>
          </p:nvGraphicFramePr>
          <p:xfrm>
            <a:off x="5329" y="1536"/>
            <a:ext cx="285" cy="343"/>
          </p:xfrm>
          <a:graphic>
            <a:graphicData uri="http://schemas.openxmlformats.org/presentationml/2006/ole">
              <mc:AlternateContent xmlns:mc="http://schemas.openxmlformats.org/markup-compatibility/2006">
                <mc:Choice xmlns:v="urn:schemas-microsoft-com:vml" Requires="v">
                  <p:oleObj name="公式" r:id="rId13" imgW="164880" imgH="215640" progId="Equation.3">
                    <p:embed/>
                  </p:oleObj>
                </mc:Choice>
                <mc:Fallback>
                  <p:oleObj name="公式" r:id="rId13" imgW="164880" imgH="215640" progId="Equation.3">
                    <p:embed/>
                    <p:pic>
                      <p:nvPicPr>
                        <p:cNvPr id="65" name="Object 25">
                          <a:extLst>
                            <a:ext uri="{FF2B5EF4-FFF2-40B4-BE49-F238E27FC236}">
                              <a16:creationId xmlns:a16="http://schemas.microsoft.com/office/drawing/2014/main" id="{907938AB-CD1F-4F2E-AC52-4F496BF9D217}"/>
                            </a:ext>
                          </a:extLst>
                        </p:cNvPr>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329" y="1536"/>
                          <a:ext cx="285" cy="34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5" name="对象 4">
            <a:extLst>
              <a:ext uri="{FF2B5EF4-FFF2-40B4-BE49-F238E27FC236}">
                <a16:creationId xmlns:a16="http://schemas.microsoft.com/office/drawing/2014/main" id="{B955C671-772D-402B-B721-0EE2CD8D0500}"/>
              </a:ext>
            </a:extLst>
          </p:cNvPr>
          <p:cNvGraphicFramePr>
            <a:graphicFrameLocks noChangeAspect="1"/>
          </p:cNvGraphicFramePr>
          <p:nvPr/>
        </p:nvGraphicFramePr>
        <p:xfrm>
          <a:off x="7186786" y="2237267"/>
          <a:ext cx="4585767" cy="798676"/>
        </p:xfrm>
        <a:graphic>
          <a:graphicData uri="http://schemas.openxmlformats.org/presentationml/2006/ole">
            <mc:AlternateContent xmlns:mc="http://schemas.openxmlformats.org/markup-compatibility/2006">
              <mc:Choice xmlns:v="urn:schemas-microsoft-com:vml" Requires="v">
                <p:oleObj name="Equation" r:id="rId15" imgW="1650960" imgH="266400" progId="Equation.DSMT4">
                  <p:embed/>
                </p:oleObj>
              </mc:Choice>
              <mc:Fallback>
                <p:oleObj name="Equation" r:id="rId15" imgW="1650960" imgH="266400" progId="Equation.DSMT4">
                  <p:embed/>
                  <p:pic>
                    <p:nvPicPr>
                      <p:cNvPr id="5" name="对象 4">
                        <a:extLst>
                          <a:ext uri="{FF2B5EF4-FFF2-40B4-BE49-F238E27FC236}">
                            <a16:creationId xmlns:a16="http://schemas.microsoft.com/office/drawing/2014/main" id="{B955C671-772D-402B-B721-0EE2CD8D0500}"/>
                          </a:ext>
                        </a:extLst>
                      </p:cNvPr>
                      <p:cNvPicPr/>
                      <p:nvPr/>
                    </p:nvPicPr>
                    <p:blipFill>
                      <a:blip r:embed="rId16"/>
                      <a:stretch>
                        <a:fillRect/>
                      </a:stretch>
                    </p:blipFill>
                    <p:spPr>
                      <a:xfrm>
                        <a:off x="7186786" y="2237267"/>
                        <a:ext cx="4585767" cy="798676"/>
                      </a:xfrm>
                      <a:prstGeom prst="rect">
                        <a:avLst/>
                      </a:prstGeom>
                    </p:spPr>
                  </p:pic>
                </p:oleObj>
              </mc:Fallback>
            </mc:AlternateContent>
          </a:graphicData>
        </a:graphic>
      </p:graphicFrame>
      <p:sp>
        <p:nvSpPr>
          <p:cNvPr id="67" name="Text Box 5">
            <a:extLst>
              <a:ext uri="{FF2B5EF4-FFF2-40B4-BE49-F238E27FC236}">
                <a16:creationId xmlns:a16="http://schemas.microsoft.com/office/drawing/2014/main" id="{70941875-03FB-435E-BCC1-1CB8B8C38243}"/>
              </a:ext>
            </a:extLst>
          </p:cNvPr>
          <p:cNvSpPr txBox="1">
            <a:spLocks noChangeArrowheads="1"/>
          </p:cNvSpPr>
          <p:nvPr/>
        </p:nvSpPr>
        <p:spPr bwMode="auto">
          <a:xfrm>
            <a:off x="5123724" y="3183412"/>
            <a:ext cx="2850694" cy="584775"/>
          </a:xfrm>
          <a:prstGeom prst="rect">
            <a:avLst/>
          </a:prstGeom>
          <a:noFill/>
          <a:ln w="9525">
            <a:noFill/>
            <a:miter lim="800000"/>
            <a:headEnd/>
            <a:tailEnd/>
          </a:ln>
        </p:spPr>
        <p:txBody>
          <a:bodyPr wrap="square">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宋体" pitchFamily="2" charset="-122"/>
                <a:ea typeface="等线" panose="02010600030101010101" pitchFamily="2" charset="-122"/>
                <a:cs typeface="+mn-cs"/>
              </a:rPr>
              <a:t>相位差为：</a:t>
            </a:r>
          </a:p>
        </p:txBody>
      </p:sp>
      <p:graphicFrame>
        <p:nvGraphicFramePr>
          <p:cNvPr id="68" name="Object 6">
            <a:extLst>
              <a:ext uri="{FF2B5EF4-FFF2-40B4-BE49-F238E27FC236}">
                <a16:creationId xmlns:a16="http://schemas.microsoft.com/office/drawing/2014/main" id="{710CCCA3-F6BF-4E13-B621-3F36C076CD78}"/>
              </a:ext>
            </a:extLst>
          </p:cNvPr>
          <p:cNvGraphicFramePr>
            <a:graphicFrameLocks noChangeAspect="1"/>
          </p:cNvGraphicFramePr>
          <p:nvPr/>
        </p:nvGraphicFramePr>
        <p:xfrm>
          <a:off x="4471882" y="5420914"/>
          <a:ext cx="3594100" cy="1122362"/>
        </p:xfrm>
        <a:graphic>
          <a:graphicData uri="http://schemas.openxmlformats.org/presentationml/2006/ole">
            <mc:AlternateContent xmlns:mc="http://schemas.openxmlformats.org/markup-compatibility/2006">
              <mc:Choice xmlns:v="urn:schemas-microsoft-com:vml" Requires="v">
                <p:oleObj name="Equation" r:id="rId17" imgW="1244520" imgH="393480" progId="Equation.DSMT4">
                  <p:embed/>
                </p:oleObj>
              </mc:Choice>
              <mc:Fallback>
                <p:oleObj name="Equation" r:id="rId17" imgW="1244520" imgH="393480" progId="Equation.DSMT4">
                  <p:embed/>
                  <p:pic>
                    <p:nvPicPr>
                      <p:cNvPr id="68" name="Object 6">
                        <a:extLst>
                          <a:ext uri="{FF2B5EF4-FFF2-40B4-BE49-F238E27FC236}">
                            <a16:creationId xmlns:a16="http://schemas.microsoft.com/office/drawing/2014/main" id="{710CCCA3-F6BF-4E13-B621-3F36C076CD78}"/>
                          </a:ext>
                        </a:extLst>
                      </p:cNvPr>
                      <p:cNvPicPr>
                        <a:picLocks noChangeAspect="1" noChangeArrowheads="1"/>
                      </p:cNvPicPr>
                      <p:nvPr/>
                    </p:nvPicPr>
                    <p:blipFill>
                      <a:blip r:embed="rId18"/>
                      <a:srcRect/>
                      <a:stretch>
                        <a:fillRect/>
                      </a:stretch>
                    </p:blipFill>
                    <p:spPr bwMode="auto">
                      <a:xfrm>
                        <a:off x="4471882" y="5420914"/>
                        <a:ext cx="3594100" cy="1122362"/>
                      </a:xfrm>
                      <a:prstGeom prst="rect">
                        <a:avLst/>
                      </a:prstGeom>
                      <a:noFill/>
                      <a:extLst>
                        <a:ext uri="{909E8E84-426E-40DD-AFC4-6F175D3DCCD1}">
                          <a14:hiddenFill xmlns:a14="http://schemas.microsoft.com/office/drawing/2010/main">
                            <a:solidFill>
                              <a:srgbClr val="6699FF"/>
                            </a:solidFill>
                          </a14:hiddenFill>
                        </a:ext>
                      </a:extLst>
                    </p:spPr>
                  </p:pic>
                </p:oleObj>
              </mc:Fallback>
            </mc:AlternateContent>
          </a:graphicData>
        </a:graphic>
      </p:graphicFrame>
      <p:graphicFrame>
        <p:nvGraphicFramePr>
          <p:cNvPr id="69" name="Object 9">
            <a:extLst>
              <a:ext uri="{FF2B5EF4-FFF2-40B4-BE49-F238E27FC236}">
                <a16:creationId xmlns:a16="http://schemas.microsoft.com/office/drawing/2014/main" id="{2EF348B0-8973-4BAC-AC70-00A46037BD71}"/>
              </a:ext>
            </a:extLst>
          </p:cNvPr>
          <p:cNvGraphicFramePr>
            <a:graphicFrameLocks noChangeAspect="1"/>
          </p:cNvGraphicFramePr>
          <p:nvPr/>
        </p:nvGraphicFramePr>
        <p:xfrm>
          <a:off x="4477742" y="4741727"/>
          <a:ext cx="2664495" cy="666692"/>
        </p:xfrm>
        <a:graphic>
          <a:graphicData uri="http://schemas.openxmlformats.org/presentationml/2006/ole">
            <mc:AlternateContent xmlns:mc="http://schemas.openxmlformats.org/markup-compatibility/2006">
              <mc:Choice xmlns:v="urn:schemas-microsoft-com:vml" Requires="v">
                <p:oleObj name="Equation" r:id="rId19" imgW="838080" imgH="228600" progId="Equation.DSMT4">
                  <p:embed/>
                </p:oleObj>
              </mc:Choice>
              <mc:Fallback>
                <p:oleObj name="Equation" r:id="rId19" imgW="838080" imgH="228600" progId="Equation.DSMT4">
                  <p:embed/>
                  <p:pic>
                    <p:nvPicPr>
                      <p:cNvPr id="69" name="Object 9">
                        <a:extLst>
                          <a:ext uri="{FF2B5EF4-FFF2-40B4-BE49-F238E27FC236}">
                            <a16:creationId xmlns:a16="http://schemas.microsoft.com/office/drawing/2014/main" id="{2EF348B0-8973-4BAC-AC70-00A46037BD71}"/>
                          </a:ext>
                        </a:extLst>
                      </p:cNvPr>
                      <p:cNvPicPr>
                        <a:picLocks noChangeAspect="1" noChangeArrowheads="1"/>
                      </p:cNvPicPr>
                      <p:nvPr/>
                    </p:nvPicPr>
                    <p:blipFill>
                      <a:blip r:embed="rId20"/>
                      <a:srcRect/>
                      <a:stretch>
                        <a:fillRect/>
                      </a:stretch>
                    </p:blipFill>
                    <p:spPr bwMode="auto">
                      <a:xfrm>
                        <a:off x="4477742" y="4741727"/>
                        <a:ext cx="2664495" cy="666692"/>
                      </a:xfrm>
                      <a:prstGeom prst="rect">
                        <a:avLst/>
                      </a:prstGeom>
                      <a:noFill/>
                      <a:extLst>
                        <a:ext uri="{909E8E84-426E-40DD-AFC4-6F175D3DCCD1}">
                          <a14:hiddenFill xmlns:a14="http://schemas.microsoft.com/office/drawing/2010/main">
                            <a:solidFill>
                              <a:srgbClr val="6699FF"/>
                            </a:solidFill>
                          </a14:hiddenFill>
                        </a:ext>
                      </a:extLst>
                    </p:spPr>
                  </p:pic>
                </p:oleObj>
              </mc:Fallback>
            </mc:AlternateContent>
          </a:graphicData>
        </a:graphic>
      </p:graphicFrame>
      <p:sp>
        <p:nvSpPr>
          <p:cNvPr id="70" name="矩形 69">
            <a:extLst>
              <a:ext uri="{FF2B5EF4-FFF2-40B4-BE49-F238E27FC236}">
                <a16:creationId xmlns:a16="http://schemas.microsoft.com/office/drawing/2014/main" id="{B6CD3C9A-E6B9-4B3A-ABCE-0865192BE4E4}"/>
              </a:ext>
            </a:extLst>
          </p:cNvPr>
          <p:cNvSpPr/>
          <p:nvPr/>
        </p:nvSpPr>
        <p:spPr>
          <a:xfrm>
            <a:off x="2830466" y="4741727"/>
            <a:ext cx="2571768" cy="584775"/>
          </a:xfrm>
          <a:prstGeom prst="rect">
            <a:avLst/>
          </a:prstGeom>
        </p:spPr>
        <p:txBody>
          <a:bodyPr wrap="square">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宋体" pitchFamily="2" charset="-122"/>
                <a:ea typeface="等线" panose="02010600030101010101" pitchFamily="2" charset="-122"/>
                <a:cs typeface="+mn-cs"/>
              </a:rPr>
              <a:t>光程差：</a:t>
            </a:r>
            <a:endParaRPr kumimoji="0" lang="zh-CN" altLang="en-US" sz="1800" b="1" i="0" u="none" strike="noStrike" kern="1200" cap="none" spc="0" normalizeH="0" baseline="0" noProof="0" dirty="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71" name="AutoShape 142">
            <a:extLst>
              <a:ext uri="{FF2B5EF4-FFF2-40B4-BE49-F238E27FC236}">
                <a16:creationId xmlns:a16="http://schemas.microsoft.com/office/drawing/2014/main" id="{0E02E2A6-DAA9-497E-88AA-87FA474AE08B}"/>
              </a:ext>
            </a:extLst>
          </p:cNvPr>
          <p:cNvSpPr>
            <a:spLocks noChangeArrowheads="1"/>
          </p:cNvSpPr>
          <p:nvPr/>
        </p:nvSpPr>
        <p:spPr bwMode="auto">
          <a:xfrm>
            <a:off x="8761823" y="5493248"/>
            <a:ext cx="3095625" cy="720725"/>
          </a:xfrm>
          <a:prstGeom prst="cloudCallout">
            <a:avLst>
              <a:gd name="adj1" fmla="val -87387"/>
              <a:gd name="adj2" fmla="val 68608"/>
            </a:avLst>
          </a:prstGeom>
          <a:solidFill>
            <a:srgbClr val="FFFF99"/>
          </a:solidFill>
          <a:ln w="9525">
            <a:solidFill>
              <a:schemeClr val="tx1"/>
            </a:solidFill>
            <a:round/>
            <a:headEnd/>
            <a:tailEnd/>
          </a:ln>
          <a:effectLst>
            <a:outerShdw blurRad="50800" dist="38100" dir="18900000" algn="bl" rotWithShape="0">
              <a:schemeClr val="tx1">
                <a:alpha val="40000"/>
              </a:schemeClr>
            </a:outerShdw>
          </a:effectLst>
        </p:spPr>
        <p:txBody>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2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真空中波长</a:t>
            </a:r>
          </a:p>
        </p:txBody>
      </p:sp>
      <p:graphicFrame>
        <p:nvGraphicFramePr>
          <p:cNvPr id="72" name="Object 6">
            <a:extLst>
              <a:ext uri="{FF2B5EF4-FFF2-40B4-BE49-F238E27FC236}">
                <a16:creationId xmlns:a16="http://schemas.microsoft.com/office/drawing/2014/main" id="{6E79FC7D-332E-46FA-A75B-5D89406924A7}"/>
              </a:ext>
            </a:extLst>
          </p:cNvPr>
          <p:cNvGraphicFramePr>
            <a:graphicFrameLocks noChangeAspect="1"/>
          </p:cNvGraphicFramePr>
          <p:nvPr/>
        </p:nvGraphicFramePr>
        <p:xfrm>
          <a:off x="7145459" y="2938402"/>
          <a:ext cx="4996925" cy="1251312"/>
        </p:xfrm>
        <a:graphic>
          <a:graphicData uri="http://schemas.openxmlformats.org/presentationml/2006/ole">
            <mc:AlternateContent xmlns:mc="http://schemas.openxmlformats.org/markup-compatibility/2006">
              <mc:Choice xmlns:v="urn:schemas-microsoft-com:vml" Requires="v">
                <p:oleObj name="Equation" r:id="rId21" imgW="1752480" imgH="431640" progId="Equation.DSMT4">
                  <p:embed/>
                </p:oleObj>
              </mc:Choice>
              <mc:Fallback>
                <p:oleObj name="Equation" r:id="rId21" imgW="1752480" imgH="431640" progId="Equation.DSMT4">
                  <p:embed/>
                  <p:pic>
                    <p:nvPicPr>
                      <p:cNvPr id="72" name="Object 6">
                        <a:extLst>
                          <a:ext uri="{FF2B5EF4-FFF2-40B4-BE49-F238E27FC236}">
                            <a16:creationId xmlns:a16="http://schemas.microsoft.com/office/drawing/2014/main" id="{6E79FC7D-332E-46FA-A75B-5D89406924A7}"/>
                          </a:ext>
                        </a:extLst>
                      </p:cNvPr>
                      <p:cNvPicPr>
                        <a:picLocks noChangeAspect="1" noChangeArrowheads="1"/>
                      </p:cNvPicPr>
                      <p:nvPr/>
                    </p:nvPicPr>
                    <p:blipFill>
                      <a:blip r:embed="rId22"/>
                      <a:srcRect/>
                      <a:stretch>
                        <a:fillRect/>
                      </a:stretch>
                    </p:blipFill>
                    <p:spPr bwMode="auto">
                      <a:xfrm>
                        <a:off x="7145459" y="2938402"/>
                        <a:ext cx="4996925" cy="1251312"/>
                      </a:xfrm>
                      <a:prstGeom prst="rect">
                        <a:avLst/>
                      </a:prstGeom>
                      <a:noFill/>
                    </p:spPr>
                  </p:pic>
                </p:oleObj>
              </mc:Fallback>
            </mc:AlternateContent>
          </a:graphicData>
        </a:graphic>
      </p:graphicFrame>
      <p:sp>
        <p:nvSpPr>
          <p:cNvPr id="73" name="Text Box 5">
            <a:extLst>
              <a:ext uri="{FF2B5EF4-FFF2-40B4-BE49-F238E27FC236}">
                <a16:creationId xmlns:a16="http://schemas.microsoft.com/office/drawing/2014/main" id="{384F1FD0-84FB-4A67-BCC6-15D6C8B02763}"/>
              </a:ext>
            </a:extLst>
          </p:cNvPr>
          <p:cNvSpPr txBox="1">
            <a:spLocks noChangeArrowheads="1"/>
          </p:cNvSpPr>
          <p:nvPr/>
        </p:nvSpPr>
        <p:spPr bwMode="auto">
          <a:xfrm>
            <a:off x="4899389" y="2321717"/>
            <a:ext cx="2850694" cy="584775"/>
          </a:xfrm>
          <a:prstGeom prst="rect">
            <a:avLst/>
          </a:prstGeom>
          <a:noFill/>
          <a:ln w="9525">
            <a:noFill/>
            <a:miter lim="800000"/>
            <a:headEnd/>
            <a:tailEnd/>
          </a:ln>
        </p:spPr>
        <p:txBody>
          <a:bodyPr wrap="square">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1" lang="en-US" altLang="zh-CN" sz="3200" b="1" i="1" u="none" strike="noStrike" kern="1200" cap="none" spc="0" normalizeH="0" baseline="0" noProof="0" dirty="0">
                <a:ln>
                  <a:noFill/>
                </a:ln>
                <a:solidFill>
                  <a:prstClr val="black"/>
                </a:solidFill>
                <a:effectLst/>
                <a:uLnTx/>
                <a:uFillTx/>
                <a:latin typeface="宋体" pitchFamily="2" charset="-122"/>
                <a:ea typeface="等线" panose="02010600030101010101" pitchFamily="2" charset="-122"/>
                <a:cs typeface="+mn-cs"/>
              </a:rPr>
              <a:t>P</a:t>
            </a:r>
            <a:r>
              <a:rPr kumimoji="1" lang="zh-CN" altLang="en-US" sz="3200" b="1" i="0" u="none" strike="noStrike" kern="1200" cap="none" spc="0" normalizeH="0" baseline="0" noProof="0" dirty="0">
                <a:ln>
                  <a:noFill/>
                </a:ln>
                <a:solidFill>
                  <a:prstClr val="black"/>
                </a:solidFill>
                <a:effectLst/>
                <a:uLnTx/>
                <a:uFillTx/>
                <a:latin typeface="宋体" pitchFamily="2" charset="-122"/>
                <a:ea typeface="等线" panose="02010600030101010101" pitchFamily="2" charset="-122"/>
                <a:cs typeface="+mn-cs"/>
              </a:rPr>
              <a:t>点光强为：</a:t>
            </a:r>
          </a:p>
        </p:txBody>
      </p:sp>
      <p:graphicFrame>
        <p:nvGraphicFramePr>
          <p:cNvPr id="6" name="对象 5">
            <a:extLst>
              <a:ext uri="{FF2B5EF4-FFF2-40B4-BE49-F238E27FC236}">
                <a16:creationId xmlns:a16="http://schemas.microsoft.com/office/drawing/2014/main" id="{79BA4A1F-DC52-49F1-9697-DBC985126B81}"/>
              </a:ext>
            </a:extLst>
          </p:cNvPr>
          <p:cNvGraphicFramePr>
            <a:graphicFrameLocks noChangeAspect="1"/>
          </p:cNvGraphicFramePr>
          <p:nvPr/>
        </p:nvGraphicFramePr>
        <p:xfrm>
          <a:off x="7802100" y="4107836"/>
          <a:ext cx="4343086" cy="1121964"/>
        </p:xfrm>
        <a:graphic>
          <a:graphicData uri="http://schemas.openxmlformats.org/presentationml/2006/ole">
            <mc:AlternateContent xmlns:mc="http://schemas.openxmlformats.org/markup-compatibility/2006">
              <mc:Choice xmlns:v="urn:schemas-microsoft-com:vml" Requires="v">
                <p:oleObj name="Equation" r:id="rId23" imgW="1523880" imgH="393480" progId="Equation.DSMT4">
                  <p:embed/>
                </p:oleObj>
              </mc:Choice>
              <mc:Fallback>
                <p:oleObj name="Equation" r:id="rId23" imgW="1523880" imgH="393480" progId="Equation.DSMT4">
                  <p:embed/>
                  <p:pic>
                    <p:nvPicPr>
                      <p:cNvPr id="6" name="对象 5">
                        <a:extLst>
                          <a:ext uri="{FF2B5EF4-FFF2-40B4-BE49-F238E27FC236}">
                            <a16:creationId xmlns:a16="http://schemas.microsoft.com/office/drawing/2014/main" id="{79BA4A1F-DC52-49F1-9697-DBC985126B81}"/>
                          </a:ext>
                        </a:extLst>
                      </p:cNvPr>
                      <p:cNvPicPr/>
                      <p:nvPr/>
                    </p:nvPicPr>
                    <p:blipFill>
                      <a:blip r:embed="rId24"/>
                      <a:stretch>
                        <a:fillRect/>
                      </a:stretch>
                    </p:blipFill>
                    <p:spPr>
                      <a:xfrm>
                        <a:off x="7802100" y="4107836"/>
                        <a:ext cx="4343086" cy="1121964"/>
                      </a:xfrm>
                      <a:prstGeom prst="rect">
                        <a:avLst/>
                      </a:prstGeom>
                    </p:spPr>
                  </p:pic>
                </p:oleObj>
              </mc:Fallback>
            </mc:AlternateContent>
          </a:graphicData>
        </a:graphic>
      </p:graphicFrame>
      <p:sp>
        <p:nvSpPr>
          <p:cNvPr id="32" name="矩形 31">
            <a:extLst>
              <a:ext uri="{FF2B5EF4-FFF2-40B4-BE49-F238E27FC236}">
                <a16:creationId xmlns:a16="http://schemas.microsoft.com/office/drawing/2014/main" id="{B6EA03D7-68E3-494F-8FE4-9A3BC3944888}"/>
              </a:ext>
            </a:extLst>
          </p:cNvPr>
          <p:cNvSpPr/>
          <p:nvPr/>
        </p:nvSpPr>
        <p:spPr>
          <a:xfrm>
            <a:off x="2830466" y="5659888"/>
            <a:ext cx="2571768" cy="584775"/>
          </a:xfrm>
          <a:prstGeom prst="rect">
            <a:avLst/>
          </a:prstGeom>
        </p:spPr>
        <p:txBody>
          <a:bodyPr wrap="square">
            <a:sp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1" lang="zh-CN" altLang="en-US" sz="3200" b="1" i="0" u="none" strike="noStrike" kern="1200" cap="none" spc="0" normalizeH="0" baseline="0" noProof="0" dirty="0">
                <a:ln>
                  <a:noFill/>
                </a:ln>
                <a:solidFill>
                  <a:prstClr val="black"/>
                </a:solidFill>
                <a:effectLst/>
                <a:uLnTx/>
                <a:uFillTx/>
                <a:latin typeface="宋体" pitchFamily="2" charset="-122"/>
                <a:ea typeface="等线" panose="02010600030101010101" pitchFamily="2" charset="-122"/>
                <a:cs typeface="+mn-cs"/>
              </a:rPr>
              <a:t>相位差：</a:t>
            </a:r>
            <a:endParaRPr kumimoji="0" lang="zh-CN" altLang="en-US" sz="1800" b="1" i="0" u="none" strike="noStrike" kern="1200" cap="none" spc="0" normalizeH="0" baseline="0" noProof="0" dirty="0">
              <a:ln>
                <a:noFill/>
              </a:ln>
              <a:solidFill>
                <a:prstClr val="black"/>
              </a:solidFill>
              <a:effectLst/>
              <a:uLnTx/>
              <a:uFillTx/>
              <a:latin typeface="Calibri" panose="020F0502020204030204" pitchFamily="34" charset="0"/>
              <a:ea typeface="等线" panose="02010600030101010101" pitchFamily="2" charset="-122"/>
              <a:cs typeface="+mn-cs"/>
            </a:endParaRPr>
          </a:p>
        </p:txBody>
      </p:sp>
    </p:spTree>
    <p:extLst>
      <p:ext uri="{BB962C8B-B14F-4D97-AF65-F5344CB8AC3E}">
        <p14:creationId xmlns:p14="http://schemas.microsoft.com/office/powerpoint/2010/main" val="274030240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wipe(left)">
                                      <p:cBhvr>
                                        <p:cTn id="7" dur="500"/>
                                        <p:tgtEl>
                                          <p:spTgt spid="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7"/>
                                        </p:tgtEl>
                                        <p:attrNameLst>
                                          <p:attrName>style.visibility</p:attrName>
                                        </p:attrNameLst>
                                      </p:cBhvr>
                                      <p:to>
                                        <p:strVal val="visible"/>
                                      </p:to>
                                    </p:set>
                                    <p:animEffect transition="in" filter="wipe(left)">
                                      <p:cBhvr>
                                        <p:cTn id="17" dur="500"/>
                                        <p:tgtEl>
                                          <p:spTgt spid="6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wipe(left)">
                                      <p:cBhvr>
                                        <p:cTn id="22" dur="500"/>
                                        <p:tgtEl>
                                          <p:spTgt spid="7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0"/>
                                        </p:tgtEl>
                                        <p:attrNameLst>
                                          <p:attrName>style.visibility</p:attrName>
                                        </p:attrNameLst>
                                      </p:cBhvr>
                                      <p:to>
                                        <p:strVal val="visible"/>
                                      </p:to>
                                    </p:set>
                                    <p:animEffect transition="in" filter="wipe(left)">
                                      <p:cBhvr>
                                        <p:cTn id="32" dur="500"/>
                                        <p:tgtEl>
                                          <p:spTgt spid="7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69"/>
                                        </p:tgtEl>
                                        <p:attrNameLst>
                                          <p:attrName>style.visibility</p:attrName>
                                        </p:attrNameLst>
                                      </p:cBhvr>
                                      <p:to>
                                        <p:strVal val="visible"/>
                                      </p:to>
                                    </p:set>
                                    <p:animEffect transition="in" filter="wipe(left)">
                                      <p:cBhvr>
                                        <p:cTn id="37" dur="500"/>
                                        <p:tgtEl>
                                          <p:spTgt spid="69"/>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2"/>
                                        </p:tgtEl>
                                        <p:attrNameLst>
                                          <p:attrName>style.visibility</p:attrName>
                                        </p:attrNameLst>
                                      </p:cBhvr>
                                      <p:to>
                                        <p:strVal val="visible"/>
                                      </p:to>
                                    </p:set>
                                    <p:animEffect transition="in" filter="wipe(left)">
                                      <p:cBhvr>
                                        <p:cTn id="42" dur="500"/>
                                        <p:tgtEl>
                                          <p:spTgt spid="3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8"/>
                                        </p:tgtEl>
                                        <p:attrNameLst>
                                          <p:attrName>style.visibility</p:attrName>
                                        </p:attrNameLst>
                                      </p:cBhvr>
                                      <p:to>
                                        <p:strVal val="visible"/>
                                      </p:to>
                                    </p:set>
                                    <p:animEffect transition="in" filter="wipe(left)">
                                      <p:cBhvr>
                                        <p:cTn id="47" dur="500"/>
                                        <p:tgtEl>
                                          <p:spTgt spid="68"/>
                                        </p:tgtEl>
                                      </p:cBhvr>
                                    </p:animEffect>
                                  </p:childTnLst>
                                </p:cTn>
                              </p:par>
                            </p:childTnLst>
                          </p:cTn>
                        </p:par>
                      </p:childTnLst>
                    </p:cTn>
                  </p:par>
                  <p:par>
                    <p:cTn id="48" fill="hold">
                      <p:stCondLst>
                        <p:cond delay="indefinite"/>
                      </p:stCondLst>
                      <p:childTnLst>
                        <p:par>
                          <p:cTn id="49" fill="hold">
                            <p:stCondLst>
                              <p:cond delay="0"/>
                            </p:stCondLst>
                            <p:childTnLst>
                              <p:par>
                                <p:cTn id="50" presetID="2" presetClass="entr" presetSubtype="4" fill="hold" grpId="0" nodeType="clickEffect">
                                  <p:stCondLst>
                                    <p:cond delay="0"/>
                                  </p:stCondLst>
                                  <p:childTnLst>
                                    <p:set>
                                      <p:cBhvr>
                                        <p:cTn id="51" dur="1" fill="hold">
                                          <p:stCondLst>
                                            <p:cond delay="0"/>
                                          </p:stCondLst>
                                        </p:cTn>
                                        <p:tgtEl>
                                          <p:spTgt spid="71"/>
                                        </p:tgtEl>
                                        <p:attrNameLst>
                                          <p:attrName>style.visibility</p:attrName>
                                        </p:attrNameLst>
                                      </p:cBhvr>
                                      <p:to>
                                        <p:strVal val="visible"/>
                                      </p:to>
                                    </p:set>
                                    <p:anim calcmode="lin" valueType="num">
                                      <p:cBhvr additive="base">
                                        <p:cTn id="52" dur="500" fill="hold"/>
                                        <p:tgtEl>
                                          <p:spTgt spid="71"/>
                                        </p:tgtEl>
                                        <p:attrNameLst>
                                          <p:attrName>ppt_x</p:attrName>
                                        </p:attrNameLst>
                                      </p:cBhvr>
                                      <p:tavLst>
                                        <p:tav tm="0">
                                          <p:val>
                                            <p:strVal val="#ppt_x"/>
                                          </p:val>
                                        </p:tav>
                                        <p:tav tm="100000">
                                          <p:val>
                                            <p:strVal val="#ppt_x"/>
                                          </p:val>
                                        </p:tav>
                                      </p:tavLst>
                                    </p:anim>
                                    <p:anim calcmode="lin" valueType="num">
                                      <p:cBhvr additive="base">
                                        <p:cTn id="53" dur="500" fill="hold"/>
                                        <p:tgtEl>
                                          <p:spTgt spid="7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 grpId="0"/>
      <p:bldP spid="70" grpId="0"/>
      <p:bldP spid="71" grpId="0" animBg="1"/>
      <p:bldP spid="73" grpId="0"/>
      <p:bldP spid="3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8ECF4E29-A1EF-4550-AFCE-BC30E0A587F9}"/>
              </a:ext>
            </a:extLst>
          </p:cNvPr>
          <p:cNvSpPr txBox="1"/>
          <p:nvPr>
            <p:custDataLst>
              <p:tags r:id="rId2"/>
            </p:custDataLst>
          </p:nvPr>
        </p:nvSpPr>
        <p:spPr>
          <a:xfrm>
            <a:off x="1156727" y="440556"/>
            <a:ext cx="9753600" cy="2143125"/>
          </a:xfrm>
          <a:prstGeom prst="rect">
            <a:avLst/>
          </a:prstGeom>
          <a:noFill/>
        </p:spPr>
        <p:txBody>
          <a:bodyPr vert="horz" wrap="square" rtlCol="0" anchor="ctr" anchorCtr="0">
            <a:no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2600" b="0" i="0" u="none" strike="noStrike" kern="1200" cap="none" spc="0" normalizeH="0" baseline="0" noProof="0" dirty="0">
                <a:ln>
                  <a:noFill/>
                </a:ln>
                <a:solidFill>
                  <a:prstClr val="white"/>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请您编辑题干</a:t>
            </a:r>
          </a:p>
        </p:txBody>
      </p:sp>
      <p:sp>
        <p:nvSpPr>
          <p:cNvPr id="7" name="矩形: 圆角 6">
            <a:extLst>
              <a:ext uri="{FF2B5EF4-FFF2-40B4-BE49-F238E27FC236}">
                <a16:creationId xmlns:a16="http://schemas.microsoft.com/office/drawing/2014/main" id="{18A026F9-6A1D-481F-B71B-C0173FC4907B}"/>
              </a:ext>
            </a:extLst>
          </p:cNvPr>
          <p:cNvSpPr/>
          <p:nvPr>
            <p:custDataLst>
              <p:tags r:id="rId3"/>
            </p:custDataLst>
          </p:nvPr>
        </p:nvSpPr>
        <p:spPr>
          <a:xfrm>
            <a:off x="10683330" y="6323454"/>
            <a:ext cx="1195919"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457200" rtl="0" eaLnBrk="0" fontAlgn="base" latinLnBrk="0" hangingPunct="0">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作答</a:t>
            </a:r>
          </a:p>
        </p:txBody>
      </p:sp>
      <p:sp>
        <p:nvSpPr>
          <p:cNvPr id="13" name="矩形 12">
            <a:extLst>
              <a:ext uri="{FF2B5EF4-FFF2-40B4-BE49-F238E27FC236}">
                <a16:creationId xmlns:a16="http://schemas.microsoft.com/office/drawing/2014/main" id="{245C385F-CBAA-47BB-B1CF-1CA4B623234E}"/>
              </a:ext>
            </a:extLst>
          </p:cNvPr>
          <p:cNvSpPr/>
          <p:nvPr>
            <p:custDataLst>
              <p:tags r:id="rId4"/>
            </p:custDataLst>
          </p:nvPr>
        </p:nvSpPr>
        <p:spPr>
          <a:xfrm>
            <a:off x="0" y="5727383"/>
            <a:ext cx="12192000" cy="487680"/>
          </a:xfrm>
          <a:prstGeom prst="rect">
            <a:avLst/>
          </a:prstGeom>
          <a:solidFill>
            <a:srgbClr val="FBFAEF"/>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vert="horz" wrap="none" rtlCol="0" anchor="ctr" anchorCtr="1">
            <a:no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16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正常使用主观题需</a:t>
            </a:r>
            <a:r>
              <a:rPr kumimoji="0" lang="en-US" altLang="zh-CN" sz="16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2.0</a:t>
            </a:r>
            <a:r>
              <a:rPr kumimoji="0" lang="zh-CN" altLang="en-US" sz="1600" b="0" i="0" u="none" strike="noStrike" kern="1200" cap="none" spc="0" normalizeH="0" baseline="0" noProof="0">
                <a:ln>
                  <a:noFill/>
                </a:ln>
                <a:solidFill>
                  <a:srgbClr val="F84F41"/>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以上版本雨课堂</a:t>
            </a:r>
          </a:p>
        </p:txBody>
      </p:sp>
      <p:sp>
        <p:nvSpPr>
          <p:cNvPr id="16" name="Text Box 4">
            <a:extLst>
              <a:ext uri="{FF2B5EF4-FFF2-40B4-BE49-F238E27FC236}">
                <a16:creationId xmlns:a16="http://schemas.microsoft.com/office/drawing/2014/main" id="{B9929903-D950-49A2-8623-79AA56CCE15F}"/>
              </a:ext>
            </a:extLst>
          </p:cNvPr>
          <p:cNvSpPr txBox="1">
            <a:spLocks noChangeArrowheads="1"/>
          </p:cNvSpPr>
          <p:nvPr/>
        </p:nvSpPr>
        <p:spPr bwMode="auto">
          <a:xfrm>
            <a:off x="123228" y="948556"/>
            <a:ext cx="1182059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bg2"/>
              </a:buClr>
              <a:buSzPct val="75000"/>
              <a:buFont typeface="Wingdings" panose="05000000000000000000" pitchFamily="2" charset="2"/>
              <a:buChar char="n"/>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1200"/>
              </a:spcBef>
              <a:spcAft>
                <a:spcPts val="0"/>
              </a:spcAft>
              <a:buClrTx/>
              <a:buSzTx/>
              <a:buFont typeface="Wingdings" panose="05000000000000000000" pitchFamily="2" charset="2"/>
              <a:buNone/>
              <a:tabLst/>
              <a:defRPr/>
            </a:pPr>
            <a:r>
              <a:rPr kumimoji="1" lang="zh-CN" altLang="en-US" sz="36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研讨题：</a:t>
            </a:r>
            <a:r>
              <a:rPr kumimoji="0" lang="zh-CN" altLang="en-US" sz="3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图中两相干光源</a:t>
            </a:r>
            <a:r>
              <a:rPr kumimoji="0" lang="en-US" altLang="zh-CN" sz="3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a:t>
            </a:r>
            <a:r>
              <a:rPr kumimoji="0" lang="en-US" altLang="zh-CN" sz="3200" b="1" i="0" u="none" strike="noStrike" kern="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3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r>
              <a:rPr kumimoji="0" lang="en-US" altLang="zh-CN" sz="3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a:t>
            </a:r>
            <a:r>
              <a:rPr kumimoji="0" lang="en-US" altLang="zh-CN" sz="3200" b="1" i="0" u="none" strike="noStrike" kern="0" cap="none" spc="0" normalizeH="0" baseline="-2500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3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在</a:t>
            </a:r>
            <a:r>
              <a:rPr kumimoji="0" lang="en-US" altLang="zh-CN" sz="3200" b="1" i="1" u="none" strike="noStrike" kern="0" cap="none" spc="0" normalizeH="0" baseline="0" noProof="0" dirty="0">
                <a:ln>
                  <a:noFill/>
                </a:ln>
                <a:solidFill>
                  <a:srgbClr val="000000"/>
                </a:solidFill>
                <a:effectLst/>
                <a:uLnTx/>
                <a:uFillTx/>
                <a:latin typeface="Times New Roman" panose="02020603050405020304" pitchFamily="18" charset="0"/>
                <a:ea typeface="微软雅黑" panose="020B0503020204020204" pitchFamily="34" charset="-122"/>
                <a:cs typeface="Times New Roman" panose="02020603050405020304" pitchFamily="18" charset="0"/>
              </a:rPr>
              <a:t>P </a:t>
            </a:r>
            <a:r>
              <a:rPr kumimoji="0" lang="zh-CN" altLang="en-US" sz="3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点相遇时的光程差为</a:t>
            </a:r>
            <a:r>
              <a:rPr kumimoji="0" lang="zh-CN" altLang="en-US" sz="3200" b="1" i="0" u="sng"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3200" b="1" i="0" u="none" strike="noStrike" kern="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p>
        </p:txBody>
      </p:sp>
      <p:grpSp>
        <p:nvGrpSpPr>
          <p:cNvPr id="14" name="Group 30">
            <a:extLst>
              <a:ext uri="{FF2B5EF4-FFF2-40B4-BE49-F238E27FC236}">
                <a16:creationId xmlns:a16="http://schemas.microsoft.com/office/drawing/2014/main" id="{44393C42-A7A6-4D70-9587-49E14DCBCE43}"/>
              </a:ext>
            </a:extLst>
          </p:cNvPr>
          <p:cNvGrpSpPr>
            <a:grpSpLocks/>
          </p:cNvGrpSpPr>
          <p:nvPr/>
        </p:nvGrpSpPr>
        <p:grpSpPr bwMode="auto">
          <a:xfrm>
            <a:off x="2026929" y="1937339"/>
            <a:ext cx="4572555" cy="2745741"/>
            <a:chOff x="3442" y="2889"/>
            <a:chExt cx="1730" cy="1157"/>
          </a:xfrm>
        </p:grpSpPr>
        <p:sp>
          <p:nvSpPr>
            <p:cNvPr id="15" name="Rectangle 31">
              <a:extLst>
                <a:ext uri="{FF2B5EF4-FFF2-40B4-BE49-F238E27FC236}">
                  <a16:creationId xmlns:a16="http://schemas.microsoft.com/office/drawing/2014/main" id="{26B7285B-FD8C-4093-BFBF-F1F0E45D6F05}"/>
                </a:ext>
              </a:extLst>
            </p:cNvPr>
            <p:cNvSpPr>
              <a:spLocks noChangeArrowheads="1"/>
            </p:cNvSpPr>
            <p:nvPr/>
          </p:nvSpPr>
          <p:spPr bwMode="auto">
            <a:xfrm>
              <a:off x="3442" y="2889"/>
              <a:ext cx="1730" cy="1134"/>
            </a:xfrm>
            <a:prstGeom prst="rect">
              <a:avLst/>
            </a:prstGeom>
            <a:solidFill>
              <a:srgbClr val="FFFFFF"/>
            </a:solidFill>
            <a:ln w="9525">
              <a:solidFill>
                <a:srgbClr val="006699"/>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cs typeface="+mn-cs"/>
              </a:endParaRPr>
            </a:p>
          </p:txBody>
        </p:sp>
        <p:sp>
          <p:nvSpPr>
            <p:cNvPr id="17" name="Line 32">
              <a:extLst>
                <a:ext uri="{FF2B5EF4-FFF2-40B4-BE49-F238E27FC236}">
                  <a16:creationId xmlns:a16="http://schemas.microsoft.com/office/drawing/2014/main" id="{A7383473-A536-4FC5-85EB-AF07060CE480}"/>
                </a:ext>
              </a:extLst>
            </p:cNvPr>
            <p:cNvSpPr>
              <a:spLocks noChangeShapeType="1"/>
            </p:cNvSpPr>
            <p:nvPr/>
          </p:nvSpPr>
          <p:spPr bwMode="auto">
            <a:xfrm flipV="1">
              <a:off x="3706" y="3425"/>
              <a:ext cx="1249" cy="275"/>
            </a:xfrm>
            <a:prstGeom prst="line">
              <a:avLst/>
            </a:prstGeom>
            <a:noFill/>
            <a:ln w="28575">
              <a:solidFill>
                <a:srgbClr val="0000FF"/>
              </a:solidFill>
              <a:round/>
              <a:headEnd/>
              <a:tailEnd type="none" w="sm" len="lg"/>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cs typeface="+mn-cs"/>
              </a:endParaRPr>
            </a:p>
          </p:txBody>
        </p:sp>
        <p:sp>
          <p:nvSpPr>
            <p:cNvPr id="18" name="Text Box 33">
              <a:extLst>
                <a:ext uri="{FF2B5EF4-FFF2-40B4-BE49-F238E27FC236}">
                  <a16:creationId xmlns:a16="http://schemas.microsoft.com/office/drawing/2014/main" id="{44BE0F68-776B-4FE3-8630-CA5E955335EB}"/>
                </a:ext>
              </a:extLst>
            </p:cNvPr>
            <p:cNvSpPr txBox="1">
              <a:spLocks noChangeArrowheads="1"/>
            </p:cNvSpPr>
            <p:nvPr/>
          </p:nvSpPr>
          <p:spPr bwMode="auto">
            <a:xfrm>
              <a:off x="3617" y="3613"/>
              <a:ext cx="138" cy="220"/>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a:ln>
                    <a:noFill/>
                  </a:ln>
                  <a:solidFill>
                    <a:srgbClr val="000000"/>
                  </a:solidFill>
                  <a:effectLst/>
                  <a:uLnTx/>
                  <a:uFillTx/>
                  <a:latin typeface="Times New Roman" pitchFamily="18" charset="0"/>
                  <a:ea typeface="宋体" pitchFamily="2" charset="-122"/>
                  <a:cs typeface="+mn-cs"/>
                </a:rPr>
                <a:t>*</a:t>
              </a:r>
            </a:p>
          </p:txBody>
        </p:sp>
        <p:sp>
          <p:nvSpPr>
            <p:cNvPr id="19" name="Line 34">
              <a:extLst>
                <a:ext uri="{FF2B5EF4-FFF2-40B4-BE49-F238E27FC236}">
                  <a16:creationId xmlns:a16="http://schemas.microsoft.com/office/drawing/2014/main" id="{429A122E-5854-4A9B-A7A8-5F10FB19D7FC}"/>
                </a:ext>
              </a:extLst>
            </p:cNvPr>
            <p:cNvSpPr>
              <a:spLocks noChangeShapeType="1"/>
            </p:cNvSpPr>
            <p:nvPr/>
          </p:nvSpPr>
          <p:spPr bwMode="auto">
            <a:xfrm>
              <a:off x="3706" y="3111"/>
              <a:ext cx="1249" cy="314"/>
            </a:xfrm>
            <a:prstGeom prst="line">
              <a:avLst/>
            </a:prstGeom>
            <a:noFill/>
            <a:ln w="28575">
              <a:solidFill>
                <a:srgbClr val="0000FF"/>
              </a:solidFill>
              <a:round/>
              <a:headEnd/>
              <a:tailEnd type="none" w="sm" len="lg"/>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cs typeface="+mn-cs"/>
              </a:endParaRPr>
            </a:p>
          </p:txBody>
        </p:sp>
        <p:graphicFrame>
          <p:nvGraphicFramePr>
            <p:cNvPr id="20" name="Object 35">
              <a:extLst>
                <a:ext uri="{FF2B5EF4-FFF2-40B4-BE49-F238E27FC236}">
                  <a16:creationId xmlns:a16="http://schemas.microsoft.com/office/drawing/2014/main" id="{1B0A20FA-6EF1-4C29-995A-B607268A3937}"/>
                </a:ext>
              </a:extLst>
            </p:cNvPr>
            <p:cNvGraphicFramePr>
              <a:graphicFrameLocks noChangeAspect="1"/>
            </p:cNvGraphicFramePr>
            <p:nvPr/>
          </p:nvGraphicFramePr>
          <p:xfrm>
            <a:off x="3478" y="2931"/>
            <a:ext cx="185" cy="250"/>
          </p:xfrm>
          <a:graphic>
            <a:graphicData uri="http://schemas.openxmlformats.org/presentationml/2006/ole">
              <mc:AlternateContent xmlns:mc="http://schemas.openxmlformats.org/markup-compatibility/2006">
                <mc:Choice xmlns:v="urn:schemas-microsoft-com:vml" Requires="v">
                  <p:oleObj name="Equation" r:id="rId13" imgW="164880" imgH="228600" progId="Equation.DSMT4">
                    <p:embed/>
                  </p:oleObj>
                </mc:Choice>
                <mc:Fallback>
                  <p:oleObj name="Equation" r:id="rId13" imgW="164880" imgH="228600" progId="Equation.DSMT4">
                    <p:embed/>
                    <p:pic>
                      <p:nvPicPr>
                        <p:cNvPr id="20" name="Object 35">
                          <a:extLst>
                            <a:ext uri="{FF2B5EF4-FFF2-40B4-BE49-F238E27FC236}">
                              <a16:creationId xmlns:a16="http://schemas.microsoft.com/office/drawing/2014/main" id="{1B0A20FA-6EF1-4C29-995A-B607268A3937}"/>
                            </a:ext>
                          </a:extLst>
                        </p:cNvPr>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478" y="2931"/>
                          <a:ext cx="185" cy="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 name="Line 36">
              <a:extLst>
                <a:ext uri="{FF2B5EF4-FFF2-40B4-BE49-F238E27FC236}">
                  <a16:creationId xmlns:a16="http://schemas.microsoft.com/office/drawing/2014/main" id="{28D871B1-4D2D-46DF-8A63-C2E3A0F94A93}"/>
                </a:ext>
              </a:extLst>
            </p:cNvPr>
            <p:cNvSpPr>
              <a:spLocks noChangeShapeType="1"/>
            </p:cNvSpPr>
            <p:nvPr/>
          </p:nvSpPr>
          <p:spPr bwMode="auto">
            <a:xfrm rot="120000" flipV="1">
              <a:off x="4256" y="3543"/>
              <a:ext cx="125" cy="39"/>
            </a:xfrm>
            <a:prstGeom prst="line">
              <a:avLst/>
            </a:prstGeom>
            <a:noFill/>
            <a:ln w="38100">
              <a:solidFill>
                <a:srgbClr val="0000FF"/>
              </a:solidFill>
              <a:round/>
              <a:headEnd/>
              <a:tailEnd type="triangle" w="med" len="lg"/>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cs typeface="+mn-cs"/>
              </a:endParaRPr>
            </a:p>
          </p:txBody>
        </p:sp>
        <p:sp>
          <p:nvSpPr>
            <p:cNvPr id="22" name="Line 37">
              <a:extLst>
                <a:ext uri="{FF2B5EF4-FFF2-40B4-BE49-F238E27FC236}">
                  <a16:creationId xmlns:a16="http://schemas.microsoft.com/office/drawing/2014/main" id="{94EF5274-A786-4733-8FDB-309796C83484}"/>
                </a:ext>
              </a:extLst>
            </p:cNvPr>
            <p:cNvSpPr>
              <a:spLocks noChangeShapeType="1"/>
            </p:cNvSpPr>
            <p:nvPr/>
          </p:nvSpPr>
          <p:spPr bwMode="auto">
            <a:xfrm rot="21420000">
              <a:off x="4247" y="3245"/>
              <a:ext cx="125" cy="40"/>
            </a:xfrm>
            <a:prstGeom prst="line">
              <a:avLst/>
            </a:prstGeom>
            <a:noFill/>
            <a:ln w="38100">
              <a:solidFill>
                <a:srgbClr val="0000FF"/>
              </a:solidFill>
              <a:round/>
              <a:headEnd/>
              <a:tailEnd type="triangle" w="med" len="lg"/>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cs typeface="+mn-cs"/>
              </a:endParaRPr>
            </a:p>
          </p:txBody>
        </p:sp>
        <p:sp>
          <p:nvSpPr>
            <p:cNvPr id="23" name="Text Box 38">
              <a:extLst>
                <a:ext uri="{FF2B5EF4-FFF2-40B4-BE49-F238E27FC236}">
                  <a16:creationId xmlns:a16="http://schemas.microsoft.com/office/drawing/2014/main" id="{C88033B6-B836-4B6C-9E8F-D727C70B100A}"/>
                </a:ext>
              </a:extLst>
            </p:cNvPr>
            <p:cNvSpPr txBox="1">
              <a:spLocks noChangeArrowheads="1"/>
            </p:cNvSpPr>
            <p:nvPr/>
          </p:nvSpPr>
          <p:spPr bwMode="auto">
            <a:xfrm>
              <a:off x="4922" y="3372"/>
              <a:ext cx="220" cy="220"/>
            </a:xfrm>
            <a:prstGeom prst="rect">
              <a:avLst/>
            </a:prstGeom>
            <a:noFill/>
            <a:ln w="9525">
              <a:noFill/>
              <a:miter lim="800000"/>
              <a:headEnd/>
              <a:tailEnd/>
            </a:ln>
          </p:spPr>
          <p:txBody>
            <a:bodyPr wrap="squar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en-US" altLang="zh-CN" sz="2800" b="1" i="1"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P</a:t>
              </a:r>
            </a:p>
          </p:txBody>
        </p:sp>
        <p:graphicFrame>
          <p:nvGraphicFramePr>
            <p:cNvPr id="24" name="Object 39">
              <a:extLst>
                <a:ext uri="{FF2B5EF4-FFF2-40B4-BE49-F238E27FC236}">
                  <a16:creationId xmlns:a16="http://schemas.microsoft.com/office/drawing/2014/main" id="{9642635C-014A-4B1A-BB08-3CCE32229374}"/>
                </a:ext>
              </a:extLst>
            </p:cNvPr>
            <p:cNvGraphicFramePr>
              <a:graphicFrameLocks noChangeAspect="1"/>
            </p:cNvGraphicFramePr>
            <p:nvPr/>
          </p:nvGraphicFramePr>
          <p:xfrm>
            <a:off x="4253" y="3001"/>
            <a:ext cx="194" cy="293"/>
          </p:xfrm>
          <a:graphic>
            <a:graphicData uri="http://schemas.openxmlformats.org/presentationml/2006/ole">
              <mc:AlternateContent xmlns:mc="http://schemas.openxmlformats.org/markup-compatibility/2006">
                <mc:Choice xmlns:v="urn:schemas-microsoft-com:vml" Requires="v">
                  <p:oleObj name="Equation" r:id="rId15" imgW="126720" imgH="215640" progId="Equation.3">
                    <p:embed/>
                  </p:oleObj>
                </mc:Choice>
                <mc:Fallback>
                  <p:oleObj name="Equation" r:id="rId15" imgW="126720" imgH="215640" progId="Equation.3">
                    <p:embed/>
                    <p:pic>
                      <p:nvPicPr>
                        <p:cNvPr id="24" name="Object 39">
                          <a:extLst>
                            <a:ext uri="{FF2B5EF4-FFF2-40B4-BE49-F238E27FC236}">
                              <a16:creationId xmlns:a16="http://schemas.microsoft.com/office/drawing/2014/main" id="{9642635C-014A-4B1A-BB08-3CCE32229374}"/>
                            </a:ext>
                          </a:extLst>
                        </p:cNvPr>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253" y="3001"/>
                          <a:ext cx="194" cy="29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5" name="Text Box 40">
              <a:extLst>
                <a:ext uri="{FF2B5EF4-FFF2-40B4-BE49-F238E27FC236}">
                  <a16:creationId xmlns:a16="http://schemas.microsoft.com/office/drawing/2014/main" id="{1D8E8341-92FF-47AC-AC7F-209D4A493A19}"/>
                </a:ext>
              </a:extLst>
            </p:cNvPr>
            <p:cNvSpPr txBox="1">
              <a:spLocks noChangeArrowheads="1"/>
            </p:cNvSpPr>
            <p:nvPr/>
          </p:nvSpPr>
          <p:spPr bwMode="auto">
            <a:xfrm>
              <a:off x="3614" y="3009"/>
              <a:ext cx="138" cy="220"/>
            </a:xfrm>
            <a:prstGeom prst="rect">
              <a:avLst/>
            </a:prstGeom>
            <a:noFill/>
            <a:ln w="9525">
              <a:noFill/>
              <a:miter lim="800000"/>
              <a:headEnd/>
              <a:tailEnd/>
            </a:ln>
          </p:spPr>
          <p:txBody>
            <a:bodyPr wrap="none">
              <a:spAutoFit/>
            </a:bodyPr>
            <a:lstStyle/>
            <a:p>
              <a:pPr marL="0" marR="0" lvl="0" indent="0" algn="l" defTabSz="914400" rtl="0" eaLnBrk="1" fontAlgn="auto" latinLnBrk="0" hangingPunct="1">
                <a:lnSpc>
                  <a:spcPct val="100000"/>
                </a:lnSpc>
                <a:spcBef>
                  <a:spcPct val="50000"/>
                </a:spcBef>
                <a:spcAft>
                  <a:spcPts val="0"/>
                </a:spcAft>
                <a:buClrTx/>
                <a:buSzTx/>
                <a:buFontTx/>
                <a:buNone/>
                <a:tabLst/>
                <a:defRPr/>
              </a:pPr>
              <a:r>
                <a:rPr kumimoji="0" lang="zh-CN" altLang="en-US" sz="2800" b="1" i="0" u="none" strike="noStrike" kern="0" cap="none" spc="0" normalizeH="0" baseline="0" noProof="0" dirty="0">
                  <a:ln>
                    <a:noFill/>
                  </a:ln>
                  <a:solidFill>
                    <a:srgbClr val="000000"/>
                  </a:solidFill>
                  <a:effectLst/>
                  <a:uLnTx/>
                  <a:uFillTx/>
                  <a:latin typeface="Times New Roman" pitchFamily="18" charset="0"/>
                  <a:ea typeface="宋体" pitchFamily="2" charset="-122"/>
                  <a:cs typeface="+mn-cs"/>
                </a:rPr>
                <a:t>*</a:t>
              </a:r>
            </a:p>
          </p:txBody>
        </p:sp>
        <p:graphicFrame>
          <p:nvGraphicFramePr>
            <p:cNvPr id="26" name="Object 41">
              <a:extLst>
                <a:ext uri="{FF2B5EF4-FFF2-40B4-BE49-F238E27FC236}">
                  <a16:creationId xmlns:a16="http://schemas.microsoft.com/office/drawing/2014/main" id="{56E591C0-5CE0-4E12-A7FE-C7CDB9C3DA45}"/>
                </a:ext>
              </a:extLst>
            </p:cNvPr>
            <p:cNvGraphicFramePr>
              <a:graphicFrameLocks noChangeAspect="1"/>
            </p:cNvGraphicFramePr>
            <p:nvPr/>
          </p:nvGraphicFramePr>
          <p:xfrm>
            <a:off x="3480" y="3588"/>
            <a:ext cx="180" cy="261"/>
          </p:xfrm>
          <a:graphic>
            <a:graphicData uri="http://schemas.openxmlformats.org/presentationml/2006/ole">
              <mc:AlternateContent xmlns:mc="http://schemas.openxmlformats.org/markup-compatibility/2006">
                <mc:Choice xmlns:v="urn:schemas-microsoft-com:vml" Requires="v">
                  <p:oleObj name="Equation" r:id="rId17" imgW="177480" imgH="228600" progId="Equation.DSMT4">
                    <p:embed/>
                  </p:oleObj>
                </mc:Choice>
                <mc:Fallback>
                  <p:oleObj name="Equation" r:id="rId17" imgW="177480" imgH="228600" progId="Equation.DSMT4">
                    <p:embed/>
                    <p:pic>
                      <p:nvPicPr>
                        <p:cNvPr id="26" name="Object 41">
                          <a:extLst>
                            <a:ext uri="{FF2B5EF4-FFF2-40B4-BE49-F238E27FC236}">
                              <a16:creationId xmlns:a16="http://schemas.microsoft.com/office/drawing/2014/main" id="{56E591C0-5CE0-4E12-A7FE-C7CDB9C3DA45}"/>
                            </a:ext>
                          </a:extLst>
                        </p:cNvPr>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480" y="3588"/>
                          <a:ext cx="180" cy="26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 name="Object 42">
              <a:extLst>
                <a:ext uri="{FF2B5EF4-FFF2-40B4-BE49-F238E27FC236}">
                  <a16:creationId xmlns:a16="http://schemas.microsoft.com/office/drawing/2014/main" id="{347DCB31-A7F4-4007-A1CC-1A93318268C9}"/>
                </a:ext>
              </a:extLst>
            </p:cNvPr>
            <p:cNvGraphicFramePr>
              <a:graphicFrameLocks noChangeAspect="1"/>
            </p:cNvGraphicFramePr>
            <p:nvPr/>
          </p:nvGraphicFramePr>
          <p:xfrm>
            <a:off x="4415" y="3482"/>
            <a:ext cx="191" cy="254"/>
          </p:xfrm>
          <a:graphic>
            <a:graphicData uri="http://schemas.openxmlformats.org/presentationml/2006/ole">
              <mc:AlternateContent xmlns:mc="http://schemas.openxmlformats.org/markup-compatibility/2006">
                <mc:Choice xmlns:v="urn:schemas-microsoft-com:vml" Requires="v">
                  <p:oleObj name="公式" r:id="rId19" imgW="190440" imgH="317160" progId="Equation.3">
                    <p:embed/>
                  </p:oleObj>
                </mc:Choice>
                <mc:Fallback>
                  <p:oleObj name="公式" r:id="rId19" imgW="190440" imgH="317160" progId="Equation.3">
                    <p:embed/>
                    <p:pic>
                      <p:nvPicPr>
                        <p:cNvPr id="27" name="Object 42">
                          <a:extLst>
                            <a:ext uri="{FF2B5EF4-FFF2-40B4-BE49-F238E27FC236}">
                              <a16:creationId xmlns:a16="http://schemas.microsoft.com/office/drawing/2014/main" id="{347DCB31-A7F4-4007-A1CC-1A93318268C9}"/>
                            </a:ext>
                          </a:extLst>
                        </p:cNvPr>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415" y="3482"/>
                          <a:ext cx="191" cy="2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 name="Object 43">
              <a:extLst>
                <a:ext uri="{FF2B5EF4-FFF2-40B4-BE49-F238E27FC236}">
                  <a16:creationId xmlns:a16="http://schemas.microsoft.com/office/drawing/2014/main" id="{EF177198-5E60-4168-8DEF-9F08EA402AAC}"/>
                </a:ext>
              </a:extLst>
            </p:cNvPr>
            <p:cNvGraphicFramePr>
              <a:graphicFrameLocks noChangeAspect="1"/>
            </p:cNvGraphicFramePr>
            <p:nvPr/>
          </p:nvGraphicFramePr>
          <p:xfrm>
            <a:off x="4911" y="3727"/>
            <a:ext cx="250" cy="319"/>
          </p:xfrm>
          <a:graphic>
            <a:graphicData uri="http://schemas.openxmlformats.org/presentationml/2006/ole">
              <mc:AlternateContent xmlns:mc="http://schemas.openxmlformats.org/markup-compatibility/2006">
                <mc:Choice xmlns:v="urn:schemas-microsoft-com:vml" Requires="v">
                  <p:oleObj name="Equation" r:id="rId21" imgW="164880" imgH="228600" progId="Equation.DSMT4">
                    <p:embed/>
                  </p:oleObj>
                </mc:Choice>
                <mc:Fallback>
                  <p:oleObj name="Equation" r:id="rId21" imgW="164880" imgH="228600" progId="Equation.DSMT4">
                    <p:embed/>
                    <p:pic>
                      <p:nvPicPr>
                        <p:cNvPr id="28" name="Object 43">
                          <a:extLst>
                            <a:ext uri="{FF2B5EF4-FFF2-40B4-BE49-F238E27FC236}">
                              <a16:creationId xmlns:a16="http://schemas.microsoft.com/office/drawing/2014/main" id="{EF177198-5E60-4168-8DEF-9F08EA402AAC}"/>
                            </a:ext>
                          </a:extLst>
                        </p:cNvPr>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911" y="3727"/>
                          <a:ext cx="250" cy="31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9" name="Rectangle 44">
              <a:extLst>
                <a:ext uri="{FF2B5EF4-FFF2-40B4-BE49-F238E27FC236}">
                  <a16:creationId xmlns:a16="http://schemas.microsoft.com/office/drawing/2014/main" id="{FC319933-DD0F-4CD1-9505-03E7468B4D8B}"/>
                </a:ext>
              </a:extLst>
            </p:cNvPr>
            <p:cNvSpPr>
              <a:spLocks noChangeArrowheads="1"/>
            </p:cNvSpPr>
            <p:nvPr/>
          </p:nvSpPr>
          <p:spPr bwMode="auto">
            <a:xfrm rot="-707220">
              <a:off x="3923" y="3430"/>
              <a:ext cx="227" cy="409"/>
            </a:xfrm>
            <a:prstGeom prst="rect">
              <a:avLst/>
            </a:prstGeom>
            <a:solidFill>
              <a:srgbClr val="0099CC">
                <a:alpha val="56078"/>
              </a:srgbClr>
            </a:solidFill>
            <a:ln w="9525">
              <a:solidFill>
                <a:srgbClr val="FFFFFF"/>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cs typeface="+mn-cs"/>
              </a:endParaRPr>
            </a:p>
          </p:txBody>
        </p:sp>
        <p:graphicFrame>
          <p:nvGraphicFramePr>
            <p:cNvPr id="30" name="Object 45">
              <a:extLst>
                <a:ext uri="{FF2B5EF4-FFF2-40B4-BE49-F238E27FC236}">
                  <a16:creationId xmlns:a16="http://schemas.microsoft.com/office/drawing/2014/main" id="{4419D940-2DE5-4CF0-88B5-65A2A5F3D367}"/>
                </a:ext>
              </a:extLst>
            </p:cNvPr>
            <p:cNvGraphicFramePr>
              <a:graphicFrameLocks noChangeAspect="1"/>
            </p:cNvGraphicFramePr>
            <p:nvPr/>
          </p:nvGraphicFramePr>
          <p:xfrm>
            <a:off x="3909" y="3405"/>
            <a:ext cx="219" cy="222"/>
          </p:xfrm>
          <a:graphic>
            <a:graphicData uri="http://schemas.openxmlformats.org/presentationml/2006/ole">
              <mc:AlternateContent xmlns:mc="http://schemas.openxmlformats.org/markup-compatibility/2006">
                <mc:Choice xmlns:v="urn:schemas-microsoft-com:vml" Requires="v">
                  <p:oleObj name="Equation" r:id="rId23" imgW="126720" imgH="139680" progId="Equation.DSMT4">
                    <p:embed/>
                  </p:oleObj>
                </mc:Choice>
                <mc:Fallback>
                  <p:oleObj name="Equation" r:id="rId23" imgW="126720" imgH="139680" progId="Equation.DSMT4">
                    <p:embed/>
                    <p:pic>
                      <p:nvPicPr>
                        <p:cNvPr id="30" name="Object 45">
                          <a:extLst>
                            <a:ext uri="{FF2B5EF4-FFF2-40B4-BE49-F238E27FC236}">
                              <a16:creationId xmlns:a16="http://schemas.microsoft.com/office/drawing/2014/main" id="{4419D940-2DE5-4CF0-88B5-65A2A5F3D367}"/>
                            </a:ext>
                          </a:extLst>
                        </p:cNvPr>
                        <p:cNvPicPr preferRelativeResize="0">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909" y="3405"/>
                          <a:ext cx="219" cy="22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1" name="Object 46">
              <a:extLst>
                <a:ext uri="{FF2B5EF4-FFF2-40B4-BE49-F238E27FC236}">
                  <a16:creationId xmlns:a16="http://schemas.microsoft.com/office/drawing/2014/main" id="{62EAC244-DB18-4308-B991-AB98FA362EB7}"/>
                </a:ext>
              </a:extLst>
            </p:cNvPr>
            <p:cNvGraphicFramePr>
              <a:graphicFrameLocks noChangeAspect="1"/>
            </p:cNvGraphicFramePr>
            <p:nvPr/>
          </p:nvGraphicFramePr>
          <p:xfrm>
            <a:off x="4102" y="3752"/>
            <a:ext cx="232" cy="272"/>
          </p:xfrm>
          <a:graphic>
            <a:graphicData uri="http://schemas.openxmlformats.org/presentationml/2006/ole">
              <mc:AlternateContent xmlns:mc="http://schemas.openxmlformats.org/markup-compatibility/2006">
                <mc:Choice xmlns:v="urn:schemas-microsoft-com:vml" Requires="v">
                  <p:oleObj name="公式" r:id="rId25" imgW="139680" imgH="177480" progId="Equation.3">
                    <p:embed/>
                  </p:oleObj>
                </mc:Choice>
                <mc:Fallback>
                  <p:oleObj name="公式" r:id="rId25" imgW="139680" imgH="177480" progId="Equation.3">
                    <p:embed/>
                    <p:pic>
                      <p:nvPicPr>
                        <p:cNvPr id="31" name="Object 46">
                          <a:extLst>
                            <a:ext uri="{FF2B5EF4-FFF2-40B4-BE49-F238E27FC236}">
                              <a16:creationId xmlns:a16="http://schemas.microsoft.com/office/drawing/2014/main" id="{62EAC244-DB18-4308-B991-AB98FA362EB7}"/>
                            </a:ext>
                          </a:extLst>
                        </p:cNvPr>
                        <p:cNvPicPr preferRelativeResize="0">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102" y="3752"/>
                          <a:ext cx="232" cy="27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 name="Line 47">
              <a:extLst>
                <a:ext uri="{FF2B5EF4-FFF2-40B4-BE49-F238E27FC236}">
                  <a16:creationId xmlns:a16="http://schemas.microsoft.com/office/drawing/2014/main" id="{81E35FD8-CFFA-4530-B76F-D257224C99FC}"/>
                </a:ext>
              </a:extLst>
            </p:cNvPr>
            <p:cNvSpPr>
              <a:spLocks noChangeShapeType="1"/>
            </p:cNvSpPr>
            <p:nvPr/>
          </p:nvSpPr>
          <p:spPr bwMode="auto">
            <a:xfrm flipV="1">
              <a:off x="3955" y="3778"/>
              <a:ext cx="232" cy="49"/>
            </a:xfrm>
            <a:prstGeom prst="line">
              <a:avLst/>
            </a:prstGeom>
            <a:noFill/>
            <a:ln w="9525">
              <a:solidFill>
                <a:srgbClr val="000000"/>
              </a:solidFill>
              <a:round/>
              <a:headEnd type="triangle" w="lg" len="med"/>
              <a:tailEnd type="triangle" w="lg" len="me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2800" b="1" i="0" u="none" strike="noStrike" kern="0" cap="none" spc="0" normalizeH="0" baseline="0" noProof="0">
                <a:ln>
                  <a:noFill/>
                </a:ln>
                <a:solidFill>
                  <a:srgbClr val="FFFFFF"/>
                </a:solidFill>
                <a:effectLst/>
                <a:uLnTx/>
                <a:uFillTx/>
                <a:latin typeface="Arial" charset="0"/>
                <a:ea typeface="宋体" pitchFamily="2" charset="-122"/>
                <a:cs typeface="+mn-cs"/>
              </a:endParaRPr>
            </a:p>
          </p:txBody>
        </p:sp>
      </p:grpSp>
      <p:graphicFrame>
        <p:nvGraphicFramePr>
          <p:cNvPr id="33" name="对象 32">
            <a:extLst>
              <a:ext uri="{FF2B5EF4-FFF2-40B4-BE49-F238E27FC236}">
                <a16:creationId xmlns:a16="http://schemas.microsoft.com/office/drawing/2014/main" id="{BB75F5DE-FBDC-4F24-9AB7-B5AC023A8DAF}"/>
              </a:ext>
            </a:extLst>
          </p:cNvPr>
          <p:cNvGraphicFramePr>
            <a:graphicFrameLocks noChangeAspect="1"/>
          </p:cNvGraphicFramePr>
          <p:nvPr/>
        </p:nvGraphicFramePr>
        <p:xfrm>
          <a:off x="6774274" y="4792354"/>
          <a:ext cx="5104975" cy="823383"/>
        </p:xfrm>
        <a:graphic>
          <a:graphicData uri="http://schemas.openxmlformats.org/presentationml/2006/ole">
            <mc:AlternateContent xmlns:mc="http://schemas.openxmlformats.org/markup-compatibility/2006">
              <mc:Choice xmlns:v="urn:schemas-microsoft-com:vml" Requires="v">
                <p:oleObj name="Equation" r:id="rId27" imgW="1574640" imgH="253800" progId="Equation.DSMT4">
                  <p:embed/>
                </p:oleObj>
              </mc:Choice>
              <mc:Fallback>
                <p:oleObj name="Equation" r:id="rId27" imgW="1574640" imgH="253800" progId="Equation.DSMT4">
                  <p:embed/>
                  <p:pic>
                    <p:nvPicPr>
                      <p:cNvPr id="33" name="对象 32">
                        <a:extLst>
                          <a:ext uri="{FF2B5EF4-FFF2-40B4-BE49-F238E27FC236}">
                            <a16:creationId xmlns:a16="http://schemas.microsoft.com/office/drawing/2014/main" id="{BB75F5DE-FBDC-4F24-9AB7-B5AC023A8DAF}"/>
                          </a:ext>
                        </a:extLst>
                      </p:cNvPr>
                      <p:cNvPicPr/>
                      <p:nvPr/>
                    </p:nvPicPr>
                    <p:blipFill>
                      <a:blip r:embed="rId28"/>
                      <a:stretch>
                        <a:fillRect/>
                      </a:stretch>
                    </p:blipFill>
                    <p:spPr>
                      <a:xfrm>
                        <a:off x="6774274" y="4792354"/>
                        <a:ext cx="5104975" cy="823383"/>
                      </a:xfrm>
                      <a:prstGeom prst="rect">
                        <a:avLst/>
                      </a:prstGeom>
                    </p:spPr>
                  </p:pic>
                </p:oleObj>
              </mc:Fallback>
            </mc:AlternateContent>
          </a:graphicData>
        </a:graphic>
      </p:graphicFrame>
      <p:grpSp>
        <p:nvGrpSpPr>
          <p:cNvPr id="12" name="组合 11">
            <a:extLst>
              <a:ext uri="{FF2B5EF4-FFF2-40B4-BE49-F238E27FC236}">
                <a16:creationId xmlns:a16="http://schemas.microsoft.com/office/drawing/2014/main" id="{C812C1A3-39D6-46AB-A931-19A3712290FA}"/>
              </a:ext>
            </a:extLst>
          </p:cNvPr>
          <p:cNvGrpSpPr/>
          <p:nvPr>
            <p:custDataLst>
              <p:tags r:id="rId5"/>
            </p:custDataLst>
          </p:nvPr>
        </p:nvGrpSpPr>
        <p:grpSpPr>
          <a:xfrm>
            <a:off x="0" y="0"/>
            <a:ext cx="12192000" cy="635000"/>
            <a:chOff x="0" y="0"/>
            <a:chExt cx="12192000" cy="635000"/>
          </a:xfrm>
        </p:grpSpPr>
        <p:sp>
          <p:nvSpPr>
            <p:cNvPr id="8" name="TitleBackground">
              <a:extLst>
                <a:ext uri="{FF2B5EF4-FFF2-40B4-BE49-F238E27FC236}">
                  <a16:creationId xmlns:a16="http://schemas.microsoft.com/office/drawing/2014/main" id="{7B1198FF-BA01-4ACA-B718-8EDAD9ECCC98}"/>
                </a:ext>
              </a:extLst>
            </p:cNvPr>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9" name="ColorBlock">
              <a:extLst>
                <a:ext uri="{FF2B5EF4-FFF2-40B4-BE49-F238E27FC236}">
                  <a16:creationId xmlns:a16="http://schemas.microsoft.com/office/drawing/2014/main" id="{809020C1-11EF-41BA-8E03-2AA5826156AF}"/>
                </a:ext>
              </a:extLst>
            </p:cNvPr>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Calibri"/>
                <a:ea typeface="等线" panose="02010600030101010101" pitchFamily="2" charset="-122"/>
                <a:cs typeface="+mn-cs"/>
              </a:endParaRPr>
            </a:p>
          </p:txBody>
        </p:sp>
        <p:sp>
          <p:nvSpPr>
            <p:cNvPr id="10" name="TypeText">
              <a:extLst>
                <a:ext uri="{FF2B5EF4-FFF2-40B4-BE49-F238E27FC236}">
                  <a16:creationId xmlns:a16="http://schemas.microsoft.com/office/drawing/2014/main" id="{369EDC93-A39A-482F-8D3B-4D96BEFBBFB7}"/>
                </a:ext>
              </a:extLst>
            </p:cNvPr>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2600" b="0"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主观题</a:t>
              </a:r>
            </a:p>
          </p:txBody>
        </p:sp>
        <p:sp>
          <p:nvSpPr>
            <p:cNvPr id="11" name="TipText">
              <a:extLst>
                <a:ext uri="{FF2B5EF4-FFF2-40B4-BE49-F238E27FC236}">
                  <a16:creationId xmlns:a16="http://schemas.microsoft.com/office/drawing/2014/main" id="{6D80D5B1-79FB-41C1-AB69-62ACB82E3788}"/>
                </a:ext>
              </a:extLst>
            </p:cNvPr>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10</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5" name="图片 4">
            <a:extLst>
              <a:ext uri="{FF2B5EF4-FFF2-40B4-BE49-F238E27FC236}">
                <a16:creationId xmlns:a16="http://schemas.microsoft.com/office/drawing/2014/main" id="{9E2A4E7D-9758-40B4-B164-B70873F58812}"/>
              </a:ext>
            </a:extLst>
          </p:cNvPr>
          <p:cNvPicPr>
            <a:picLocks/>
          </p:cNvPicPr>
          <p:nvPr>
            <p:custDataLst>
              <p:tags r:id="rId6"/>
            </p:custDataLst>
          </p:nvPr>
        </p:nvPicPr>
        <p:blipFill>
          <a:blip r:embed="rId2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302624539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ppt_x"/>
                                          </p:val>
                                        </p:tav>
                                        <p:tav tm="100000">
                                          <p:val>
                                            <p:strVal val="#ppt_x"/>
                                          </p:val>
                                        </p:tav>
                                      </p:tavLst>
                                    </p:anim>
                                    <p:anim calcmode="lin" valueType="num">
                                      <p:cBhvr additive="base">
                                        <p:cTn id="8" dur="500" fill="hold"/>
                                        <p:tgtEl>
                                          <p:spTgt spid="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80567" y="526243"/>
            <a:ext cx="10851079" cy="2029520"/>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4</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在双缝的</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en-US" altLang="zh-CN" sz="3200" b="1" i="0" u="none" strike="noStrike" kern="1200" cap="none" spc="0" normalizeH="0" baseline="-2500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缝前放置一片均匀介质薄膜（薄云母片），干涉条纹将如何变化？（      ）</a:t>
            </a:r>
          </a:p>
        </p:txBody>
      </p:sp>
      <p:sp>
        <p:nvSpPr>
          <p:cNvPr id="4" name="文本框 3"/>
          <p:cNvSpPr txBox="1"/>
          <p:nvPr>
            <p:custDataLst>
              <p:tags r:id="rId3"/>
            </p:custDataLst>
          </p:nvPr>
        </p:nvSpPr>
        <p:spPr>
          <a:xfrm>
            <a:off x="1410413" y="2590576"/>
            <a:ext cx="6485788"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整体下移，变窄变密</a:t>
            </a:r>
          </a:p>
        </p:txBody>
      </p:sp>
      <p:sp>
        <p:nvSpPr>
          <p:cNvPr id="5" name="文本框 4"/>
          <p:cNvSpPr txBox="1"/>
          <p:nvPr>
            <p:custDataLst>
              <p:tags r:id="rId4"/>
            </p:custDataLst>
          </p:nvPr>
        </p:nvSpPr>
        <p:spPr>
          <a:xfrm>
            <a:off x="1410412" y="344782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整体下移，变宽变疏</a:t>
            </a:r>
          </a:p>
        </p:txBody>
      </p:sp>
      <p:sp>
        <p:nvSpPr>
          <p:cNvPr id="8" name="椭圆 7"/>
          <p:cNvSpPr>
            <a:spLocks noChangeAspect="1"/>
          </p:cNvSpPr>
          <p:nvPr>
            <p:custDataLst>
              <p:tags r:id="rId5"/>
            </p:custDataLst>
          </p:nvPr>
        </p:nvSpPr>
        <p:spPr bwMode="auto">
          <a:xfrm>
            <a:off x="623392" y="265486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6"/>
            </p:custDataLst>
          </p:nvPr>
        </p:nvSpPr>
        <p:spPr bwMode="auto">
          <a:xfrm>
            <a:off x="623392" y="351211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7"/>
            </p:custDataLst>
          </p:nvPr>
        </p:nvSpPr>
        <p:spPr bwMode="auto">
          <a:xfrm>
            <a:off x="10272464" y="6215063"/>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sp>
        <p:nvSpPr>
          <p:cNvPr id="20" name="文本框 19">
            <a:extLst>
              <a:ext uri="{FF2B5EF4-FFF2-40B4-BE49-F238E27FC236}">
                <a16:creationId xmlns:a16="http://schemas.microsoft.com/office/drawing/2014/main" id="{26CCAB71-9493-431C-BF50-C248E593BEA0}"/>
              </a:ext>
            </a:extLst>
          </p:cNvPr>
          <p:cNvSpPr txBox="1"/>
          <p:nvPr>
            <p:custDataLst>
              <p:tags r:id="rId8"/>
            </p:custDataLst>
          </p:nvPr>
        </p:nvSpPr>
        <p:spPr>
          <a:xfrm>
            <a:off x="1410412" y="430507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整体下移，形状不变</a:t>
            </a:r>
          </a:p>
        </p:txBody>
      </p:sp>
      <p:sp>
        <p:nvSpPr>
          <p:cNvPr id="21" name="椭圆 20">
            <a:extLst>
              <a:ext uri="{FF2B5EF4-FFF2-40B4-BE49-F238E27FC236}">
                <a16:creationId xmlns:a16="http://schemas.microsoft.com/office/drawing/2014/main" id="{DFD05007-DF38-4718-A3C6-DA8A8013BF7E}"/>
              </a:ext>
            </a:extLst>
          </p:cNvPr>
          <p:cNvSpPr>
            <a:spLocks noChangeAspect="1"/>
          </p:cNvSpPr>
          <p:nvPr>
            <p:custDataLst>
              <p:tags r:id="rId9"/>
            </p:custDataLst>
          </p:nvPr>
        </p:nvSpPr>
        <p:spPr>
          <a:xfrm>
            <a:off x="623392" y="436936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1"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22" name="文本框 21">
            <a:extLst>
              <a:ext uri="{FF2B5EF4-FFF2-40B4-BE49-F238E27FC236}">
                <a16:creationId xmlns:a16="http://schemas.microsoft.com/office/drawing/2014/main" id="{FB456FA8-E908-4EB6-908F-ADBFFD262F32}"/>
              </a:ext>
            </a:extLst>
          </p:cNvPr>
          <p:cNvSpPr txBox="1"/>
          <p:nvPr>
            <p:custDataLst>
              <p:tags r:id="rId10"/>
            </p:custDataLst>
          </p:nvPr>
        </p:nvSpPr>
        <p:spPr>
          <a:xfrm>
            <a:off x="1410412" y="5162326"/>
            <a:ext cx="411832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整体上移，形状不变</a:t>
            </a:r>
          </a:p>
        </p:txBody>
      </p:sp>
      <p:sp>
        <p:nvSpPr>
          <p:cNvPr id="23" name="椭圆 22">
            <a:extLst>
              <a:ext uri="{FF2B5EF4-FFF2-40B4-BE49-F238E27FC236}">
                <a16:creationId xmlns:a16="http://schemas.microsoft.com/office/drawing/2014/main" id="{90A90446-7454-4440-BA56-9AEBD088E6C8}"/>
              </a:ext>
            </a:extLst>
          </p:cNvPr>
          <p:cNvSpPr>
            <a:spLocks noChangeAspect="1"/>
          </p:cNvSpPr>
          <p:nvPr>
            <p:custDataLst>
              <p:tags r:id="rId11"/>
            </p:custDataLst>
          </p:nvPr>
        </p:nvSpPr>
        <p:spPr>
          <a:xfrm>
            <a:off x="623392" y="522661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pic>
        <p:nvPicPr>
          <p:cNvPr id="6" name="图片 5">
            <a:extLst>
              <a:ext uri="{FF2B5EF4-FFF2-40B4-BE49-F238E27FC236}">
                <a16:creationId xmlns:a16="http://schemas.microsoft.com/office/drawing/2014/main" id="{9862C6ED-8C5F-42CD-9921-CEE6A922D73D}"/>
              </a:ext>
            </a:extLst>
          </p:cNvPr>
          <p:cNvPicPr>
            <a:picLocks noChangeAspect="1"/>
          </p:cNvPicPr>
          <p:nvPr/>
        </p:nvPicPr>
        <p:blipFill>
          <a:blip r:embed="rId20"/>
          <a:stretch>
            <a:fillRect/>
          </a:stretch>
        </p:blipFill>
        <p:spPr>
          <a:xfrm>
            <a:off x="6317210" y="2419127"/>
            <a:ext cx="5535691" cy="2636043"/>
          </a:xfrm>
          <a:prstGeom prst="rect">
            <a:avLst/>
          </a:prstGeom>
        </p:spPr>
      </p:pic>
      <p:grpSp>
        <p:nvGrpSpPr>
          <p:cNvPr id="17" name="组合 16"/>
          <p:cNvGrpSpPr/>
          <p:nvPr>
            <p:custDataLst>
              <p:tags r:id="rId12"/>
            </p:custDataLst>
          </p:nvPr>
        </p:nvGrpSpPr>
        <p:grpSpPr>
          <a:xfrm>
            <a:off x="0" y="0"/>
            <a:ext cx="12192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13335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6" name="TipText"/>
            <p:cNvSpPr txBox="1"/>
            <p:nvPr>
              <p:custDataLst>
                <p:tags r:id="rId17"/>
              </p:custDataLst>
            </p:nvPr>
          </p:nvSpPr>
          <p:spPr>
            <a:xfrm>
              <a:off x="-379571" y="109220"/>
              <a:ext cx="2286000" cy="508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5</a:t>
              </a:r>
              <a:r>
                <a:rPr kumimoji="1" lang="zh-CN" altLang="en-US"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endParaRPr kumimoji="1" lang="zh-CN" altLang="en-US" sz="2000" b="1" i="0" u="none" strike="noStrike" kern="1200" cap="none" spc="0" normalizeH="0" baseline="0" noProof="0" dirty="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46622895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87388" y="571500"/>
            <a:ext cx="11017224" cy="2029520"/>
          </a:xfrm>
          <a:prstGeom prst="rect">
            <a:avLst/>
          </a:prstGeom>
          <a:noFill/>
        </p:spPr>
        <p:txBody>
          <a:bodyPr vert="horz" wrap="squar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5</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在双缝的</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S</a:t>
            </a:r>
            <a:r>
              <a:rPr kumimoji="1" lang="en-US" altLang="zh-CN" sz="3200" b="1" i="0" u="none" strike="noStrike" kern="1200" cap="none" spc="0" normalizeH="0" baseline="-2500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缝前将一劈尖形状的介质薄膜（薄云母片）逐渐向上移动，干涉条纹将如何变化？（      ）</a:t>
            </a:r>
          </a:p>
        </p:txBody>
      </p:sp>
      <p:sp>
        <p:nvSpPr>
          <p:cNvPr id="4" name="文本框 3"/>
          <p:cNvSpPr txBox="1"/>
          <p:nvPr>
            <p:custDataLst>
              <p:tags r:id="rId3"/>
            </p:custDataLst>
          </p:nvPr>
        </p:nvSpPr>
        <p:spPr>
          <a:xfrm>
            <a:off x="1410413" y="2590576"/>
            <a:ext cx="6485788"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逐渐向下平移，变窄变密</a:t>
            </a:r>
          </a:p>
        </p:txBody>
      </p:sp>
      <p:sp>
        <p:nvSpPr>
          <p:cNvPr id="5" name="文本框 4"/>
          <p:cNvSpPr txBox="1"/>
          <p:nvPr>
            <p:custDataLst>
              <p:tags r:id="rId4"/>
            </p:custDataLst>
          </p:nvPr>
        </p:nvSpPr>
        <p:spPr>
          <a:xfrm>
            <a:off x="1410412" y="344782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逐渐向下平移，变宽变疏</a:t>
            </a:r>
          </a:p>
        </p:txBody>
      </p:sp>
      <p:sp>
        <p:nvSpPr>
          <p:cNvPr id="8" name="椭圆 7"/>
          <p:cNvSpPr>
            <a:spLocks noChangeAspect="1"/>
          </p:cNvSpPr>
          <p:nvPr>
            <p:custDataLst>
              <p:tags r:id="rId5"/>
            </p:custDataLst>
          </p:nvPr>
        </p:nvSpPr>
        <p:spPr bwMode="auto">
          <a:xfrm>
            <a:off x="623392" y="265486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6"/>
            </p:custDataLst>
          </p:nvPr>
        </p:nvSpPr>
        <p:spPr bwMode="auto">
          <a:xfrm>
            <a:off x="623392" y="351211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7"/>
            </p:custDataLst>
          </p:nvPr>
        </p:nvSpPr>
        <p:spPr bwMode="auto">
          <a:xfrm>
            <a:off x="10272464" y="6215063"/>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sp>
        <p:nvSpPr>
          <p:cNvPr id="20" name="文本框 19">
            <a:extLst>
              <a:ext uri="{FF2B5EF4-FFF2-40B4-BE49-F238E27FC236}">
                <a16:creationId xmlns:a16="http://schemas.microsoft.com/office/drawing/2014/main" id="{26CCAB71-9493-431C-BF50-C248E593BEA0}"/>
              </a:ext>
            </a:extLst>
          </p:cNvPr>
          <p:cNvSpPr txBox="1"/>
          <p:nvPr>
            <p:custDataLst>
              <p:tags r:id="rId8"/>
            </p:custDataLst>
          </p:nvPr>
        </p:nvSpPr>
        <p:spPr>
          <a:xfrm>
            <a:off x="1410412" y="430507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逐渐向下平移，条纹不变</a:t>
            </a:r>
          </a:p>
        </p:txBody>
      </p:sp>
      <p:sp>
        <p:nvSpPr>
          <p:cNvPr id="21" name="椭圆 20">
            <a:extLst>
              <a:ext uri="{FF2B5EF4-FFF2-40B4-BE49-F238E27FC236}">
                <a16:creationId xmlns:a16="http://schemas.microsoft.com/office/drawing/2014/main" id="{DFD05007-DF38-4718-A3C6-DA8A8013BF7E}"/>
              </a:ext>
            </a:extLst>
          </p:cNvPr>
          <p:cNvSpPr>
            <a:spLocks noChangeAspect="1"/>
          </p:cNvSpPr>
          <p:nvPr>
            <p:custDataLst>
              <p:tags r:id="rId9"/>
            </p:custDataLst>
          </p:nvPr>
        </p:nvSpPr>
        <p:spPr>
          <a:xfrm>
            <a:off x="623392" y="4369369"/>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1"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22" name="文本框 21">
            <a:extLst>
              <a:ext uri="{FF2B5EF4-FFF2-40B4-BE49-F238E27FC236}">
                <a16:creationId xmlns:a16="http://schemas.microsoft.com/office/drawing/2014/main" id="{FB456FA8-E908-4EB6-908F-ADBFFD262F32}"/>
              </a:ext>
            </a:extLst>
          </p:cNvPr>
          <p:cNvSpPr txBox="1"/>
          <p:nvPr>
            <p:custDataLst>
              <p:tags r:id="rId10"/>
            </p:custDataLst>
          </p:nvPr>
        </p:nvSpPr>
        <p:spPr>
          <a:xfrm>
            <a:off x="1410412" y="5162326"/>
            <a:ext cx="6619471" cy="642938"/>
          </a:xfrm>
          <a:prstGeom prst="rect">
            <a:avLst/>
          </a:prstGeom>
          <a:noFill/>
        </p:spPr>
        <p:txBody>
          <a:bodyPr vert="horz"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8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逐渐向上平移，变窄变密</a:t>
            </a:r>
          </a:p>
        </p:txBody>
      </p:sp>
      <p:sp>
        <p:nvSpPr>
          <p:cNvPr id="23" name="椭圆 22">
            <a:extLst>
              <a:ext uri="{FF2B5EF4-FFF2-40B4-BE49-F238E27FC236}">
                <a16:creationId xmlns:a16="http://schemas.microsoft.com/office/drawing/2014/main" id="{90A90446-7454-4440-BA56-9AEBD088E6C8}"/>
              </a:ext>
            </a:extLst>
          </p:cNvPr>
          <p:cNvSpPr>
            <a:spLocks noChangeAspect="1"/>
          </p:cNvSpPr>
          <p:nvPr>
            <p:custDataLst>
              <p:tags r:id="rId11"/>
            </p:custDataLst>
          </p:nvPr>
        </p:nvSpPr>
        <p:spPr>
          <a:xfrm>
            <a:off x="623392" y="522661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pic>
        <p:nvPicPr>
          <p:cNvPr id="25" name="图片 24">
            <a:extLst>
              <a:ext uri="{FF2B5EF4-FFF2-40B4-BE49-F238E27FC236}">
                <a16:creationId xmlns:a16="http://schemas.microsoft.com/office/drawing/2014/main" id="{002F3278-6650-4D27-8584-69B8CCA5F671}"/>
              </a:ext>
            </a:extLst>
          </p:cNvPr>
          <p:cNvPicPr>
            <a:picLocks noChangeAspect="1"/>
          </p:cNvPicPr>
          <p:nvPr/>
        </p:nvPicPr>
        <p:blipFill rotWithShape="1">
          <a:blip r:embed="rId20"/>
          <a:srcRect l="7142" t="6048" r="1650" b="1155"/>
          <a:stretch/>
        </p:blipFill>
        <p:spPr>
          <a:xfrm>
            <a:off x="7409781" y="2571750"/>
            <a:ext cx="4598070" cy="2029520"/>
          </a:xfrm>
          <a:prstGeom prst="rect">
            <a:avLst/>
          </a:prstGeom>
        </p:spPr>
      </p:pic>
      <p:grpSp>
        <p:nvGrpSpPr>
          <p:cNvPr id="7" name="组合 6">
            <a:extLst>
              <a:ext uri="{FF2B5EF4-FFF2-40B4-BE49-F238E27FC236}">
                <a16:creationId xmlns:a16="http://schemas.microsoft.com/office/drawing/2014/main" id="{1F42C641-206E-40F6-A4CB-033B098BB12C}"/>
              </a:ext>
            </a:extLst>
          </p:cNvPr>
          <p:cNvGrpSpPr/>
          <p:nvPr>
            <p:custDataLst>
              <p:tags r:id="rId12"/>
            </p:custDataLst>
          </p:nvPr>
        </p:nvGrpSpPr>
        <p:grpSpPr>
          <a:xfrm>
            <a:off x="0" y="0"/>
            <a:ext cx="12192000" cy="635000"/>
            <a:chOff x="0" y="0"/>
            <a:chExt cx="12192000" cy="635000"/>
          </a:xfrm>
        </p:grpSpPr>
        <p:sp>
          <p:nvSpPr>
            <p:cNvPr id="13" name="TitleBackground"/>
            <p:cNvSpPr/>
            <p:nvPr>
              <p:custDataLst>
                <p:tags r:id="rId14"/>
              </p:custDataLst>
            </p:nvPr>
          </p:nvSpPr>
          <p:spPr bwMode="auto">
            <a:xfrm>
              <a:off x="0" y="0"/>
              <a:ext cx="12192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0" y="0"/>
              <a:ext cx="2540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254000" y="0"/>
              <a:ext cx="2540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投票</a:t>
              </a:r>
            </a:p>
          </p:txBody>
        </p:sp>
        <p:sp>
          <p:nvSpPr>
            <p:cNvPr id="6" name="TipText">
              <a:extLst>
                <a:ext uri="{FF2B5EF4-FFF2-40B4-BE49-F238E27FC236}">
                  <a16:creationId xmlns:a16="http://schemas.microsoft.com/office/drawing/2014/main" id="{16C03B9B-AAFD-4A04-846B-574BB29AF6AF}"/>
                </a:ext>
              </a:extLst>
            </p:cNvPr>
            <p:cNvSpPr txBox="1"/>
            <p:nvPr>
              <p:custDataLst>
                <p:tags r:id="rId17"/>
              </p:custDataLst>
            </p:nvPr>
          </p:nvSpPr>
          <p:spPr>
            <a:xfrm>
              <a:off x="1195705" y="109220"/>
              <a:ext cx="2286000" cy="508000"/>
            </a:xfrm>
            <a:prstGeom prst="rect">
              <a:avLst/>
            </a:prstGeom>
            <a:noFill/>
          </p:spPr>
          <p:txBody>
            <a:bodyPr vert="horz" wrap="none" rtlCol="0" anchor="ctr" anchorCtr="0">
              <a:noAutofit/>
            </a:bodyPr>
            <a:lstStyle/>
            <a:p>
              <a:pPr marL="0" marR="0" lvl="0" indent="0" algn="l" defTabSz="457200" rtl="0" eaLnBrk="0" fontAlgn="base" latinLnBrk="0" hangingPunct="0">
                <a:lnSpc>
                  <a:spcPct val="100000"/>
                </a:lnSpc>
                <a:spcBef>
                  <a:spcPct val="0"/>
                </a:spcBef>
                <a:spcAft>
                  <a:spcPct val="0"/>
                </a:spcAft>
                <a:buClrTx/>
                <a:buSzTx/>
                <a:buFontTx/>
                <a:buNone/>
                <a:tabLst/>
                <a:defRPr/>
              </a:pP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最多可选</a:t>
              </a:r>
              <a:r>
                <a:rPr kumimoji="0" lang="en-US" altLang="zh-CN"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1</a:t>
              </a:r>
              <a:r>
                <a:rPr kumimoji="0" lang="zh-CN" altLang="en-US" sz="2000" b="0"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项</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4476372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587388" y="571500"/>
            <a:ext cx="11017224" cy="2029520"/>
          </a:xfrm>
          <a:prstGeom prst="rect">
            <a:avLst/>
          </a:prstGeom>
          <a:noFill/>
        </p:spPr>
        <p:txBody>
          <a:bodyPr vert="horz" wrap="square" rtlCol="0" anchor="ctr" anchorCtr="0">
            <a:noAutofit/>
          </a:bodyPr>
          <a:lstStyle/>
          <a:p>
            <a:pPr lvl="0" defTabSz="914400" eaLnBrk="1" hangingPunct="1">
              <a:spcBef>
                <a:spcPct val="50000"/>
              </a:spcBef>
            </a:pPr>
            <a:r>
              <a:rPr kumimoji="1" lang="en-US" altLang="zh-CN"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5.   </a:t>
            </a:r>
            <a:r>
              <a:rPr kumimoji="1" lang="zh-CN" altLang="en-US"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在双缝的</a:t>
            </a:r>
            <a:r>
              <a:rPr kumimoji="1" lang="en-US" altLang="zh-CN"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S</a:t>
            </a:r>
            <a:r>
              <a:rPr kumimoji="1" lang="en-US" altLang="zh-CN" sz="3200" b="1" baseline="-25000"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2</a:t>
            </a:r>
            <a:r>
              <a:rPr kumimoji="1" lang="en-US" altLang="zh-CN"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 </a:t>
            </a:r>
            <a:r>
              <a:rPr kumimoji="1" lang="zh-CN" altLang="en-US" sz="32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缝前将一劈尖形状的介质薄膜（薄云母片）逐渐向上移动，干涉条纹将如何变化？（      </a:t>
            </a:r>
            <a:r>
              <a:rPr kumimoji="1" lang="zh-CN" altLang="en-US" sz="3200" b="1" i="0" u="none" strike="noStrike" kern="1200" cap="none" spc="0" normalizeH="0" baseline="0" noProof="0" dirty="0">
                <a:ln>
                  <a:noFill/>
                </a:ln>
                <a:solidFill>
                  <a:prstClr val="black"/>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t>
            </a:r>
          </a:p>
        </p:txBody>
      </p:sp>
      <p:sp>
        <p:nvSpPr>
          <p:cNvPr id="4" name="文本框 3"/>
          <p:cNvSpPr txBox="1"/>
          <p:nvPr>
            <p:custDataLst>
              <p:tags r:id="rId3"/>
            </p:custDataLst>
          </p:nvPr>
        </p:nvSpPr>
        <p:spPr>
          <a:xfrm>
            <a:off x="1410413" y="2590576"/>
            <a:ext cx="6485788"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向下平移，变窄变密</a:t>
            </a:r>
          </a:p>
        </p:txBody>
      </p:sp>
      <p:sp>
        <p:nvSpPr>
          <p:cNvPr id="5" name="文本框 4"/>
          <p:cNvSpPr txBox="1"/>
          <p:nvPr>
            <p:custDataLst>
              <p:tags r:id="rId4"/>
            </p:custDataLst>
          </p:nvPr>
        </p:nvSpPr>
        <p:spPr>
          <a:xfrm>
            <a:off x="1410412" y="3447826"/>
            <a:ext cx="6619471"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向下平移，变宽变疏</a:t>
            </a:r>
          </a:p>
        </p:txBody>
      </p:sp>
      <p:sp>
        <p:nvSpPr>
          <p:cNvPr id="8" name="椭圆 7"/>
          <p:cNvSpPr>
            <a:spLocks noChangeAspect="1"/>
          </p:cNvSpPr>
          <p:nvPr>
            <p:custDataLst>
              <p:tags r:id="rId5"/>
            </p:custDataLst>
          </p:nvPr>
        </p:nvSpPr>
        <p:spPr bwMode="auto">
          <a:xfrm>
            <a:off x="623392" y="265486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A</a:t>
            </a:r>
            <a:endParaRPr kumimoji="0"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9" name="椭圆 8"/>
          <p:cNvSpPr>
            <a:spLocks noChangeAspect="1"/>
          </p:cNvSpPr>
          <p:nvPr>
            <p:custDataLst>
              <p:tags r:id="rId6"/>
            </p:custDataLst>
          </p:nvPr>
        </p:nvSpPr>
        <p:spPr bwMode="auto">
          <a:xfrm>
            <a:off x="623392" y="3512119"/>
            <a:ext cx="514350" cy="514350"/>
          </a:xfrm>
          <a:prstGeom prst="ellipse">
            <a:avLst/>
          </a:prstGeom>
          <a:solidFill>
            <a:srgbClr val="808080"/>
          </a:solidFill>
          <a:ln w="127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B</a:t>
            </a:r>
            <a:endParaRPr kumimoji="0"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12" name="圆角矩形 11"/>
          <p:cNvSpPr/>
          <p:nvPr>
            <p:custDataLst>
              <p:tags r:id="rId7"/>
            </p:custDataLst>
          </p:nvPr>
        </p:nvSpPr>
        <p:spPr bwMode="auto">
          <a:xfrm>
            <a:off x="10272464" y="6215063"/>
            <a:ext cx="1543050" cy="411480"/>
          </a:xfrm>
          <a:prstGeom prst="roundRect">
            <a:avLst/>
          </a:prstGeom>
          <a:solidFill>
            <a:srgbClr val="808080"/>
          </a:solidFill>
          <a:ln w="38100" cap="flat" cmpd="sng" algn="ctr">
            <a:solidFill>
              <a:srgbClr val="000000"/>
            </a:solidFill>
            <a:prstDash val="solid"/>
            <a:round/>
            <a:headEnd type="none" w="med" len="med"/>
            <a:tailEnd type="triangle" w="med" len="med"/>
          </a:ln>
          <a:effectLst/>
        </p:spPr>
        <p:txBody>
          <a:bodyPr vert="horz" wrap="none" lIns="91440" tIns="45720" rIns="91440" bIns="45720" numCol="1" rtlCol="0" anchor="ctr" anchorCtr="1"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提交</a:t>
            </a:r>
          </a:p>
        </p:txBody>
      </p:sp>
      <p:sp>
        <p:nvSpPr>
          <p:cNvPr id="20" name="文本框 19">
            <a:extLst>
              <a:ext uri="{FF2B5EF4-FFF2-40B4-BE49-F238E27FC236}">
                <a16:creationId xmlns:a16="http://schemas.microsoft.com/office/drawing/2014/main" id="{26CCAB71-9493-431C-BF50-C248E593BEA0}"/>
              </a:ext>
            </a:extLst>
          </p:cNvPr>
          <p:cNvSpPr txBox="1"/>
          <p:nvPr>
            <p:custDataLst>
              <p:tags r:id="rId8"/>
            </p:custDataLst>
          </p:nvPr>
        </p:nvSpPr>
        <p:spPr>
          <a:xfrm>
            <a:off x="1410412" y="4305076"/>
            <a:ext cx="6619471"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向下平移，条纹不变</a:t>
            </a:r>
          </a:p>
        </p:txBody>
      </p:sp>
      <p:sp>
        <p:nvSpPr>
          <p:cNvPr id="21" name="椭圆 20">
            <a:extLst>
              <a:ext uri="{FF2B5EF4-FFF2-40B4-BE49-F238E27FC236}">
                <a16:creationId xmlns:a16="http://schemas.microsoft.com/office/drawing/2014/main" id="{DFD05007-DF38-4718-A3C6-DA8A8013BF7E}"/>
              </a:ext>
            </a:extLst>
          </p:cNvPr>
          <p:cNvSpPr>
            <a:spLocks noChangeAspect="1"/>
          </p:cNvSpPr>
          <p:nvPr>
            <p:custDataLst>
              <p:tags r:id="rId9"/>
            </p:custDataLst>
          </p:nvPr>
        </p:nvSpPr>
        <p:spPr>
          <a:xfrm>
            <a:off x="623392" y="436936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C</a:t>
            </a:r>
            <a:endParaRPr kumimoji="1" lang="zh-CN" altLang="en-US" sz="2800" b="1" i="0" u="none" strike="noStrike" kern="1200" cap="none" spc="0" normalizeH="0" baseline="0" noProof="0" dirty="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sp>
        <p:nvSpPr>
          <p:cNvPr id="22" name="文本框 21">
            <a:extLst>
              <a:ext uri="{FF2B5EF4-FFF2-40B4-BE49-F238E27FC236}">
                <a16:creationId xmlns:a16="http://schemas.microsoft.com/office/drawing/2014/main" id="{FB456FA8-E908-4EB6-908F-ADBFFD262F32}"/>
              </a:ext>
            </a:extLst>
          </p:cNvPr>
          <p:cNvSpPr txBox="1"/>
          <p:nvPr>
            <p:custDataLst>
              <p:tags r:id="rId10"/>
            </p:custDataLst>
          </p:nvPr>
        </p:nvSpPr>
        <p:spPr>
          <a:xfrm>
            <a:off x="1410412" y="5162326"/>
            <a:ext cx="6619471" cy="642938"/>
          </a:xfrm>
          <a:prstGeom prst="rect">
            <a:avLst/>
          </a:prstGeom>
          <a:noFill/>
        </p:spPr>
        <p:txBody>
          <a:bodyPr vert="horz" rtlCol="0" anchor="ctr" anchorCtr="0">
            <a:noAutofit/>
          </a:bodyPr>
          <a:lstStyle/>
          <a:p>
            <a:pPr lvl="0" defTabSz="914400" eaLnBrk="1" hangingPunct="1">
              <a:spcBef>
                <a:spcPct val="50000"/>
              </a:spcBef>
            </a:pPr>
            <a:r>
              <a:rPr kumimoji="1" lang="zh-CN" altLang="en-US" sz="2800" b="1" dirty="0">
                <a:solidFill>
                  <a:prstClr val="black"/>
                </a:solidFill>
                <a:latin typeface="Microsoft Yahei" panose="020B0503020204020204" pitchFamily="34" charset="-122"/>
                <a:ea typeface="Microsoft Yahei" panose="020B0503020204020204" pitchFamily="34" charset="-122"/>
                <a:sym typeface="Microsoft Yahei" panose="020B0503020204020204" pitchFamily="34" charset="-122"/>
              </a:rPr>
              <a:t>向上平移，变窄变密</a:t>
            </a:r>
          </a:p>
        </p:txBody>
      </p:sp>
      <p:sp>
        <p:nvSpPr>
          <p:cNvPr id="23" name="椭圆 22">
            <a:extLst>
              <a:ext uri="{FF2B5EF4-FFF2-40B4-BE49-F238E27FC236}">
                <a16:creationId xmlns:a16="http://schemas.microsoft.com/office/drawing/2014/main" id="{90A90446-7454-4440-BA56-9AEBD088E6C8}"/>
              </a:ext>
            </a:extLst>
          </p:cNvPr>
          <p:cNvSpPr>
            <a:spLocks noChangeAspect="1"/>
          </p:cNvSpPr>
          <p:nvPr>
            <p:custDataLst>
              <p:tags r:id="rId11"/>
            </p:custDataLst>
          </p:nvPr>
        </p:nvSpPr>
        <p:spPr>
          <a:xfrm>
            <a:off x="623392" y="522661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1" lang="en-US" altLang="zh-CN"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D</a:t>
            </a:r>
            <a:endParaRPr kumimoji="1" lang="zh-CN" altLang="en-US" sz="2800" b="1" i="0" u="none" strike="noStrike" kern="1200" cap="none" spc="0" normalizeH="0" baseline="0" noProof="0">
              <a:ln>
                <a:noFill/>
              </a:ln>
              <a:solidFill>
                <a:srgbClr val="FFFFFF"/>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endParaRPr>
          </a:p>
        </p:txBody>
      </p:sp>
      <p:pic>
        <p:nvPicPr>
          <p:cNvPr id="25" name="图片 24">
            <a:extLst>
              <a:ext uri="{FF2B5EF4-FFF2-40B4-BE49-F238E27FC236}">
                <a16:creationId xmlns:a16="http://schemas.microsoft.com/office/drawing/2014/main" id="{002F3278-6650-4D27-8584-69B8CCA5F671}"/>
              </a:ext>
            </a:extLst>
          </p:cNvPr>
          <p:cNvPicPr>
            <a:picLocks noChangeAspect="1"/>
          </p:cNvPicPr>
          <p:nvPr/>
        </p:nvPicPr>
        <p:blipFill rotWithShape="1">
          <a:blip r:embed="rId20"/>
          <a:srcRect l="7142" t="6048" r="1650" b="1155"/>
          <a:stretch/>
        </p:blipFill>
        <p:spPr>
          <a:xfrm>
            <a:off x="7409781" y="2571750"/>
            <a:ext cx="4598070" cy="2029520"/>
          </a:xfrm>
          <a:prstGeom prst="rect">
            <a:avLst/>
          </a:prstGeom>
        </p:spPr>
      </p:pic>
      <p:grpSp>
        <p:nvGrpSpPr>
          <p:cNvPr id="17" name="组合 16"/>
          <p:cNvGrpSpPr/>
          <p:nvPr>
            <p:custDataLst>
              <p:tags r:id="rId12"/>
            </p:custDataLst>
          </p:nvPr>
        </p:nvGrpSpPr>
        <p:grpSpPr>
          <a:xfrm>
            <a:off x="0" y="0"/>
            <a:ext cx="12192000" cy="635000"/>
            <a:chOff x="-1524000" y="0"/>
            <a:chExt cx="9144000" cy="635000"/>
          </a:xfrm>
        </p:grpSpPr>
        <p:sp>
          <p:nvSpPr>
            <p:cNvPr id="13" name="TitleBackground"/>
            <p:cNvSpPr/>
            <p:nvPr>
              <p:custDataLst>
                <p:tags r:id="rId14"/>
              </p:custDataLst>
            </p:nvPr>
          </p:nvSpPr>
          <p:spPr bwMode="auto">
            <a:xfrm>
              <a:off x="-1524000" y="0"/>
              <a:ext cx="9144000" cy="635000"/>
            </a:xfrm>
            <a:prstGeom prst="rect">
              <a:avLst/>
            </a:prstGeom>
            <a:solidFill>
              <a:srgbClr val="F6F7F8"/>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4" name="ColorBlock"/>
            <p:cNvSpPr/>
            <p:nvPr>
              <p:custDataLst>
                <p:tags r:id="rId15"/>
              </p:custDataLst>
            </p:nvPr>
          </p:nvSpPr>
          <p:spPr bwMode="auto">
            <a:xfrm>
              <a:off x="-1524000" y="0"/>
              <a:ext cx="190500" cy="635000"/>
            </a:xfrm>
            <a:prstGeom prst="rect">
              <a:avLst/>
            </a:prstGeom>
            <a:solidFill>
              <a:srgbClr val="639EF4"/>
            </a:solidFill>
            <a:ln w="19050" cap="flat" cmpd="sng" algn="ctr">
              <a:noFill/>
              <a:prstDash val="solid"/>
              <a:round/>
              <a:headEnd type="none" w="med" len="med"/>
              <a:tailEnd type="triangle" w="med" len="med"/>
            </a:ln>
            <a:effectLst/>
            <a:extLst>
              <a:ext uri="{91240B29-F687-4F45-9708-019B960494DF}">
                <a14:hiddenLine xmlns:a14="http://schemas.microsoft.com/office/drawing/2010/main" w="19050" cap="flat" cmpd="sng" algn="ctr">
                  <a:solidFill>
                    <a:schemeClr val="tx1"/>
                  </a:solidFill>
                  <a:prstDash val="solid"/>
                  <a:round/>
                  <a:headEnd type="none" w="med" len="med"/>
                  <a:tailEnd type="triangle" w="med" len="med"/>
                </a14:hiddenLine>
              </a:ext>
            </a:extLst>
          </p:spPr>
          <p:txBody>
            <a:bodyPr vert="horz" wrap="none" lIns="91440" tIns="45720" rIns="91440" bIns="45720" numCol="1" rtlCol="0"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2800" b="1" i="0" u="none" strike="noStrike" kern="1200" cap="none" spc="0" normalizeH="0" baseline="0" noProof="0">
                <a:ln>
                  <a:noFill/>
                </a:ln>
                <a:solidFill>
                  <a:srgbClr val="1C1C1C"/>
                </a:solidFill>
                <a:effectLst/>
                <a:uLnTx/>
                <a:uFillTx/>
                <a:latin typeface="Times New Roman" pitchFamily="18" charset="0"/>
                <a:ea typeface="宋体" pitchFamily="2" charset="-122"/>
                <a:cs typeface="+mn-cs"/>
              </a:endParaRPr>
            </a:p>
          </p:txBody>
        </p:sp>
        <p:sp>
          <p:nvSpPr>
            <p:cNvPr id="15" name="TypeText"/>
            <p:cNvSpPr txBox="1"/>
            <p:nvPr>
              <p:custDataLst>
                <p:tags r:id="rId16"/>
              </p:custDataLst>
            </p:nvPr>
          </p:nvSpPr>
          <p:spPr>
            <a:xfrm>
              <a:off x="-1333500" y="0"/>
              <a:ext cx="1905000" cy="635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zh-CN" altLang="en-US" sz="2600" b="1" i="0" u="none" strike="noStrike" kern="1200" cap="none" spc="0" normalizeH="0" baseline="0" noProof="0">
                  <a:ln>
                    <a:noFill/>
                  </a:ln>
                  <a:solidFill>
                    <a:srgbClr val="00000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单选题</a:t>
              </a:r>
            </a:p>
          </p:txBody>
        </p:sp>
        <p:sp>
          <p:nvSpPr>
            <p:cNvPr id="16" name="TipText"/>
            <p:cNvSpPr txBox="1"/>
            <p:nvPr>
              <p:custDataLst>
                <p:tags r:id="rId17"/>
              </p:custDataLst>
            </p:nvPr>
          </p:nvSpPr>
          <p:spPr>
            <a:xfrm>
              <a:off x="-379571" y="109220"/>
              <a:ext cx="2286000" cy="508000"/>
            </a:xfrm>
            <a:prstGeom prst="rect">
              <a:avLst/>
            </a:prstGeom>
            <a:noFill/>
          </p:spPr>
          <p:txBody>
            <a:bodyPr vert="horz" wrap="none" rtlCol="0" anchor="ctr" anchorCtr="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zh-CN"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2</a:t>
              </a:r>
              <a:r>
                <a:rPr kumimoji="1" lang="zh-CN" altLang="en-US" sz="2000" b="1" i="0" u="none" strike="noStrike" kern="1200" cap="none" spc="0" normalizeH="0" baseline="0" noProof="0">
                  <a:ln>
                    <a:noFill/>
                  </a:ln>
                  <a:solidFill>
                    <a:srgbClr val="808080"/>
                  </a:solidFill>
                  <a:effectLst/>
                  <a:uLnTx/>
                  <a:uFillTx/>
                  <a:latin typeface="Microsoft Yahei" panose="020B0503020204020204" pitchFamily="34" charset="-122"/>
                  <a:ea typeface="Microsoft Yahei" panose="020B0503020204020204" pitchFamily="34" charset="-122"/>
                  <a:cs typeface="+mn-cs"/>
                  <a:sym typeface="Microsoft Yahei" panose="020B0503020204020204" pitchFamily="34" charset="-122"/>
                </a:rPr>
                <a:t>分</a:t>
              </a:r>
            </a:p>
          </p:txBody>
        </p:sp>
      </p:grpSp>
      <p:pic>
        <p:nvPicPr>
          <p:cNvPr id="2" name="图片 1"/>
          <p:cNvPicPr>
            <a:picLocks/>
          </p:cNvPicPr>
          <p:nvPr>
            <p:custDataLst>
              <p:tags r:id="rId13"/>
            </p:custDataLst>
          </p:nvPr>
        </p:nvPicPr>
        <p:blipFill>
          <a:blip r:embed="rId2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49284243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ChangeArrowheads="1"/>
          </p:cNvSpPr>
          <p:nvPr/>
        </p:nvSpPr>
        <p:spPr bwMode="auto">
          <a:xfrm>
            <a:off x="1540933" y="419101"/>
            <a:ext cx="4035955" cy="695325"/>
          </a:xfrm>
          <a:prstGeom prst="rect">
            <a:avLst/>
          </a:prstGeom>
          <a:noFill/>
          <a:ln w="9525">
            <a:noFill/>
            <a:miter lim="800000"/>
            <a:headEnd/>
            <a:tailEnd/>
          </a:ln>
          <a:effectLst/>
        </p:spPr>
        <p:txBody>
          <a:bodyPr wrap="square">
            <a:spAutoFit/>
          </a:bodyPr>
          <a:lstStyle/>
          <a:p>
            <a:pPr marL="0" marR="0" lvl="0" indent="0" defTabSz="914400" rtl="0" eaLnBrk="1" fontAlgn="base" latinLnBrk="0" hangingPunct="1">
              <a:lnSpc>
                <a:spcPct val="90000"/>
              </a:lnSpc>
              <a:spcBef>
                <a:spcPct val="50000"/>
              </a:spcBef>
              <a:spcAft>
                <a:spcPct val="0"/>
              </a:spcAft>
              <a:buClrTx/>
              <a:buSzTx/>
              <a:buFontTx/>
              <a:buNone/>
              <a:tabLst/>
              <a:defRPr/>
            </a:pPr>
            <a:r>
              <a:rPr kumimoji="0" lang="zh-CN" altLang="en-US" sz="4400" b="1" i="0" u="none" strike="noStrike" kern="1200" cap="none" spc="0" normalizeH="0" baseline="0" noProof="0">
                <a:ln>
                  <a:noFill/>
                </a:ln>
                <a:solidFill>
                  <a:srgbClr val="FFFFFF"/>
                </a:solidFill>
                <a:effectLst>
                  <a:outerShdw blurRad="38100" dist="38100" dir="2700000" algn="tl">
                    <a:srgbClr val="000000"/>
                  </a:outerShdw>
                </a:effectLst>
                <a:uLnTx/>
                <a:uFillTx/>
                <a:latin typeface="华文中宋" pitchFamily="2" charset="-122"/>
                <a:ea typeface="华文中宋" pitchFamily="2" charset="-122"/>
                <a:cs typeface="+mn-cs"/>
              </a:rPr>
              <a:t> 内容小结</a:t>
            </a:r>
          </a:p>
        </p:txBody>
      </p:sp>
      <p:sp>
        <p:nvSpPr>
          <p:cNvPr id="123907" name="Text Box 3"/>
          <p:cNvSpPr txBox="1">
            <a:spLocks noChangeArrowheads="1"/>
          </p:cNvSpPr>
          <p:nvPr/>
        </p:nvSpPr>
        <p:spPr bwMode="auto">
          <a:xfrm>
            <a:off x="1028875" y="1679745"/>
            <a:ext cx="10557700" cy="4001095"/>
          </a:xfrm>
          <a:prstGeom prst="rect">
            <a:avLst/>
          </a:prstGeom>
          <a:noFill/>
          <a:ln w="9525">
            <a:noFill/>
            <a:miter lim="800000"/>
            <a:headEnd/>
            <a:tailEnd/>
          </a:ln>
          <a:effectLst/>
        </p:spPr>
        <p:txBody>
          <a:bodyPr wrap="square">
            <a:spAutoFit/>
          </a:bodyPr>
          <a:lstStyle/>
          <a:p>
            <a:pPr lvl="0" defTabSz="914400" eaLnBrk="1" hangingPunct="1">
              <a:spcBef>
                <a:spcPts val="0"/>
              </a:spcBef>
              <a:spcAft>
                <a:spcPts val="600"/>
              </a:spcAft>
              <a:defRPr/>
            </a:pPr>
            <a:r>
              <a:rPr lang="zh-CN" altLang="en-US" sz="3200" b="1" dirty="0">
                <a:solidFill>
                  <a:srgbClr val="FFFFFF"/>
                </a:solidFill>
                <a:latin typeface="楷体" panose="02010609060101010101" pitchFamily="49" charset="-122"/>
                <a:ea typeface="楷体" panose="02010609060101010101" pitchFamily="49" charset="-122"/>
                <a:cs typeface="Times New Roman" pitchFamily="18" charset="0"/>
              </a:rPr>
              <a:t>一、掌握相干光的条件以及光强分布</a:t>
            </a:r>
          </a:p>
          <a:p>
            <a:pPr lvl="0" defTabSz="914400" eaLnBrk="1" hangingPunct="1">
              <a:spcBef>
                <a:spcPts val="0"/>
              </a:spcBef>
              <a:spcAft>
                <a:spcPts val="600"/>
              </a:spcAft>
              <a:defRPr/>
            </a:pPr>
            <a:r>
              <a:rPr lang="zh-CN" altLang="en-US" sz="3200" b="1" dirty="0">
                <a:solidFill>
                  <a:srgbClr val="FFFFFF"/>
                </a:solidFill>
                <a:latin typeface="楷体" panose="02010609060101010101" pitchFamily="49" charset="-122"/>
                <a:ea typeface="楷体" panose="02010609060101010101" pitchFamily="49" charset="-122"/>
                <a:cs typeface="Times New Roman" pitchFamily="18" charset="0"/>
              </a:rPr>
              <a:t>二、理解普通光源的发光机理，掌握获得相干光的方法</a:t>
            </a:r>
          </a:p>
          <a:p>
            <a:pPr lvl="0" defTabSz="914400" eaLnBrk="1" hangingPunct="1">
              <a:spcBef>
                <a:spcPts val="0"/>
              </a:spcBef>
              <a:spcAft>
                <a:spcPts val="600"/>
              </a:spcAft>
              <a:defRPr/>
            </a:pPr>
            <a:r>
              <a:rPr lang="zh-CN" altLang="en-US" sz="3200" b="1" dirty="0">
                <a:solidFill>
                  <a:srgbClr val="FFFFFF"/>
                </a:solidFill>
                <a:latin typeface="楷体" panose="02010609060101010101" pitchFamily="49" charset="-122"/>
                <a:ea typeface="楷体" panose="02010609060101010101" pitchFamily="49" charset="-122"/>
                <a:cs typeface="Times New Roman" pitchFamily="18" charset="0"/>
              </a:rPr>
              <a:t>三、掌握杨氏双缝干涉的装置、条纹特点，会分析</a:t>
            </a:r>
          </a:p>
          <a:p>
            <a:pPr lvl="0" defTabSz="914400" eaLnBrk="1" hangingPunct="1">
              <a:spcBef>
                <a:spcPts val="0"/>
              </a:spcBef>
              <a:spcAft>
                <a:spcPts val="600"/>
              </a:spcAft>
              <a:defRPr/>
            </a:pPr>
            <a:r>
              <a:rPr lang="zh-CN" altLang="en-US" sz="3200" b="1" dirty="0">
                <a:solidFill>
                  <a:srgbClr val="FFFFFF"/>
                </a:solidFill>
                <a:latin typeface="楷体" panose="02010609060101010101" pitchFamily="49" charset="-122"/>
                <a:ea typeface="楷体" panose="02010609060101010101" pitchFamily="49" charset="-122"/>
                <a:cs typeface="Times New Roman" pitchFamily="18" charset="0"/>
              </a:rPr>
              <a:t>    干涉条纹随实验条件的变化</a:t>
            </a:r>
          </a:p>
          <a:p>
            <a:pPr lvl="0" defTabSz="914400" eaLnBrk="1" hangingPunct="1">
              <a:spcBef>
                <a:spcPts val="0"/>
              </a:spcBef>
              <a:spcAft>
                <a:spcPts val="600"/>
              </a:spcAft>
              <a:defRPr/>
            </a:pPr>
            <a:r>
              <a:rPr lang="zh-CN" altLang="en-US" sz="3200" b="1" dirty="0">
                <a:solidFill>
                  <a:srgbClr val="FFFFFF"/>
                </a:solidFill>
                <a:latin typeface="楷体" panose="02010609060101010101" pitchFamily="49" charset="-122"/>
                <a:ea typeface="楷体" panose="02010609060101010101" pitchFamily="49" charset="-122"/>
                <a:cs typeface="Times New Roman" pitchFamily="18" charset="0"/>
              </a:rPr>
              <a:t>四、了解空间相干性和时间相干性</a:t>
            </a:r>
            <a:endParaRPr lang="en-US" altLang="zh-CN" sz="3200" b="1" dirty="0">
              <a:solidFill>
                <a:srgbClr val="FFFFFF"/>
              </a:solidFill>
              <a:latin typeface="楷体" panose="02010609060101010101" pitchFamily="49" charset="-122"/>
              <a:ea typeface="楷体" panose="02010609060101010101" pitchFamily="49" charset="-122"/>
              <a:cs typeface="Times New Roman" pitchFamily="18" charset="0"/>
            </a:endParaRPr>
          </a:p>
          <a:p>
            <a:pPr lvl="0" defTabSz="914400" eaLnBrk="1" hangingPunct="1">
              <a:spcBef>
                <a:spcPts val="0"/>
              </a:spcBef>
              <a:spcAft>
                <a:spcPts val="600"/>
              </a:spcAft>
              <a:defRPr/>
            </a:pPr>
            <a:r>
              <a:rPr lang="zh-CN" altLang="en-US" sz="3200" b="1" dirty="0">
                <a:solidFill>
                  <a:srgbClr val="FFFFFF"/>
                </a:solidFill>
                <a:latin typeface="楷体" panose="02010609060101010101" pitchFamily="49" charset="-122"/>
                <a:ea typeface="楷体" panose="02010609060101010101" pitchFamily="49" charset="-122"/>
                <a:cs typeface="Times New Roman" pitchFamily="18" charset="0"/>
              </a:rPr>
              <a:t>五、掌握光程、光程差的概念，并会分析不同介质中光</a:t>
            </a:r>
            <a:endParaRPr lang="en-US" altLang="zh-CN" sz="3200" b="1" dirty="0">
              <a:solidFill>
                <a:srgbClr val="FFFFFF"/>
              </a:solidFill>
              <a:latin typeface="楷体" panose="02010609060101010101" pitchFamily="49" charset="-122"/>
              <a:ea typeface="楷体" panose="02010609060101010101" pitchFamily="49" charset="-122"/>
              <a:cs typeface="Times New Roman" pitchFamily="18" charset="0"/>
            </a:endParaRPr>
          </a:p>
          <a:p>
            <a:pPr lvl="0" defTabSz="914400" eaLnBrk="1" hangingPunct="1">
              <a:spcBef>
                <a:spcPts val="0"/>
              </a:spcBef>
              <a:spcAft>
                <a:spcPts val="600"/>
              </a:spcAft>
              <a:defRPr/>
            </a:pPr>
            <a:r>
              <a:rPr lang="en-US" altLang="zh-CN" sz="3200" b="1" dirty="0">
                <a:solidFill>
                  <a:srgbClr val="FFFFFF"/>
                </a:solidFill>
                <a:latin typeface="楷体" panose="02010609060101010101" pitchFamily="49" charset="-122"/>
                <a:ea typeface="楷体" panose="02010609060101010101" pitchFamily="49" charset="-122"/>
                <a:cs typeface="Times New Roman" pitchFamily="18" charset="0"/>
              </a:rPr>
              <a:t>    </a:t>
            </a:r>
            <a:r>
              <a:rPr lang="zh-CN" altLang="en-US" sz="3200" b="1" dirty="0">
                <a:solidFill>
                  <a:srgbClr val="FFFFFF"/>
                </a:solidFill>
                <a:latin typeface="楷体" panose="02010609060101010101" pitchFamily="49" charset="-122"/>
                <a:ea typeface="楷体" panose="02010609060101010101" pitchFamily="49" charset="-122"/>
                <a:cs typeface="Times New Roman" pitchFamily="18" charset="0"/>
              </a:rPr>
              <a:t>的相干叠加</a:t>
            </a:r>
          </a:p>
        </p:txBody>
      </p:sp>
    </p:spTree>
    <p:extLst>
      <p:ext uri="{BB962C8B-B14F-4D97-AF65-F5344CB8AC3E}">
        <p14:creationId xmlns:p14="http://schemas.microsoft.com/office/powerpoint/2010/main" val="3534955427"/>
      </p:ext>
    </p:extLst>
  </p:cSld>
  <p:clrMapOvr>
    <a:masterClrMapping/>
  </p:clrMapOvr>
  <p:transition>
    <p:fade thruBlk="1"/>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2"/>
          <p:cNvSpPr>
            <a:spLocks noChangeArrowheads="1"/>
          </p:cNvSpPr>
          <p:nvPr/>
        </p:nvSpPr>
        <p:spPr bwMode="auto">
          <a:xfrm>
            <a:off x="3503613" y="692150"/>
            <a:ext cx="5040312" cy="1200150"/>
          </a:xfrm>
          <a:prstGeom prst="rect">
            <a:avLst/>
          </a:prstGeom>
          <a:noFill/>
          <a:ln w="9525">
            <a:noFill/>
            <a:miter lim="800000"/>
            <a:headEnd/>
            <a:tailEnd/>
          </a:ln>
          <a:effectLst/>
        </p:spPr>
        <p:txBody>
          <a:bodyPr>
            <a:spAutoFit/>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7200" b="1" i="0" u="none" strike="noStrike" kern="1200" cap="none" spc="0" normalizeH="0" baseline="0" noProof="0" dirty="0">
                <a:ln>
                  <a:noFill/>
                </a:ln>
                <a:solidFill>
                  <a:srgbClr val="FFFF99"/>
                </a:solidFill>
                <a:effectLst>
                  <a:outerShdw blurRad="38100" dist="38100" dir="2700000" algn="tl">
                    <a:srgbClr val="000000"/>
                  </a:outerShdw>
                </a:effectLst>
                <a:uLnTx/>
                <a:uFillTx/>
                <a:latin typeface="楷体" panose="02010609060101010101" pitchFamily="49" charset="-122"/>
                <a:ea typeface="楷体" panose="02010609060101010101" pitchFamily="49" charset="-122"/>
                <a:cs typeface="+mn-cs"/>
              </a:rPr>
              <a:t>今日作业</a:t>
            </a:r>
          </a:p>
        </p:txBody>
      </p:sp>
      <p:sp>
        <p:nvSpPr>
          <p:cNvPr id="62467" name="Text Box 3"/>
          <p:cNvSpPr txBox="1">
            <a:spLocks noChangeArrowheads="1"/>
          </p:cNvSpPr>
          <p:nvPr/>
        </p:nvSpPr>
        <p:spPr bwMode="auto">
          <a:xfrm>
            <a:off x="3530155" y="2427988"/>
            <a:ext cx="6660218" cy="898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hlink"/>
              </a:buClr>
              <a:buSzPct val="60000"/>
              <a:buFont typeface="Wingdings" panose="05000000000000000000" pitchFamily="2" charset="2"/>
              <a:buChar char="n"/>
              <a:defRPr sz="3200">
                <a:solidFill>
                  <a:schemeClr val="tx1"/>
                </a:solidFill>
                <a:latin typeface="Verdana" panose="020B0604030504040204" pitchFamily="34" charset="0"/>
                <a:ea typeface="宋体" panose="02010600030101010101" pitchFamily="2" charset="-122"/>
              </a:defRPr>
            </a:lvl1pPr>
            <a:lvl2pPr marL="742950" indent="-285750">
              <a:spcBef>
                <a:spcPct val="20000"/>
              </a:spcBef>
              <a:buClr>
                <a:schemeClr val="tx1"/>
              </a:buClr>
              <a:buChar char="•"/>
              <a:defRPr sz="2800">
                <a:solidFill>
                  <a:schemeClr val="tx1"/>
                </a:solidFill>
                <a:latin typeface="Verdana" panose="020B0604030504040204" pitchFamily="34" charset="0"/>
                <a:ea typeface="宋体" panose="02010600030101010101" pitchFamily="2" charset="-122"/>
              </a:defRPr>
            </a:lvl2pPr>
            <a:lvl3pPr marL="1143000" indent="-228600">
              <a:spcBef>
                <a:spcPct val="20000"/>
              </a:spcBef>
              <a:buClr>
                <a:schemeClr val="accent2"/>
              </a:buClr>
              <a:buSzPct val="60000"/>
              <a:buFont typeface="Wingdings" panose="05000000000000000000" pitchFamily="2" charset="2"/>
              <a:buChar char="n"/>
              <a:defRPr sz="2400">
                <a:solidFill>
                  <a:schemeClr val="tx1"/>
                </a:solidFill>
                <a:latin typeface="Verdana" panose="020B0604030504040204" pitchFamily="34" charset="0"/>
                <a:ea typeface="宋体" panose="02010600030101010101" pitchFamily="2" charset="-122"/>
              </a:defRPr>
            </a:lvl3pPr>
            <a:lvl4pPr marL="1600200" indent="-228600">
              <a:spcBef>
                <a:spcPct val="20000"/>
              </a:spcBef>
              <a:buClr>
                <a:schemeClr val="tx2"/>
              </a:buClr>
              <a:buChar char="•"/>
              <a:defRPr sz="2000">
                <a:solidFill>
                  <a:schemeClr val="tx1"/>
                </a:solidFill>
                <a:latin typeface="Verdana" panose="020B0604030504040204" pitchFamily="34" charset="0"/>
                <a:ea typeface="宋体" panose="02010600030101010101" pitchFamily="2" charset="-122"/>
              </a:defRPr>
            </a:lvl4pPr>
            <a:lvl5pPr marL="2057400" indent="-228600">
              <a:spcBef>
                <a:spcPct val="20000"/>
              </a:spcBef>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20000"/>
              </a:spcBef>
              <a:spcAft>
                <a:spcPct val="0"/>
              </a:spcAft>
              <a:buClr>
                <a:schemeClr val="folHlink"/>
              </a:buClr>
              <a:buSzPct val="60000"/>
              <a:buFont typeface="Wingdings" panose="05000000000000000000" pitchFamily="2" charset="2"/>
              <a:buChar char="n"/>
              <a:defRPr sz="2000">
                <a:solidFill>
                  <a:schemeClr val="tx1"/>
                </a:solidFill>
                <a:latin typeface="Verdana" panose="020B0604030504040204" pitchFamily="34" charset="0"/>
                <a:ea typeface="宋体" panose="02010600030101010101" pitchFamily="2" charset="-122"/>
              </a:defRPr>
            </a:lvl9pPr>
          </a:lstStyle>
          <a:p>
            <a:pPr lvl="0" defTabSz="914400" eaLnBrk="1" hangingPunct="1">
              <a:lnSpc>
                <a:spcPct val="150000"/>
              </a:lnSpc>
              <a:spcBef>
                <a:spcPct val="0"/>
              </a:spcBef>
              <a:buClrTx/>
              <a:buSzPct val="90000"/>
              <a:buNone/>
              <a:defRPr/>
            </a:pPr>
            <a:r>
              <a:rPr kumimoji="0" lang="en-US" altLang="zh-CN" sz="4000" b="1" i="0" u="none" strike="noStrike" kern="1200" cap="none" spc="0" normalizeH="0" baseline="0" noProof="0" dirty="0">
                <a:ln>
                  <a:noFill/>
                </a:ln>
                <a:solidFill>
                  <a:srgbClr val="FFFFFF"/>
                </a:solidFill>
                <a:effectLst/>
                <a:uLnTx/>
                <a:uFillTx/>
                <a:latin typeface="Times New Roman" panose="02020603050405020304" pitchFamily="18" charset="0"/>
              </a:rPr>
              <a:t>11 </a:t>
            </a:r>
            <a:r>
              <a:rPr lang="en-US" altLang="zh-CN" sz="4000" b="1" dirty="0">
                <a:solidFill>
                  <a:srgbClr val="FFFFFF"/>
                </a:solidFill>
                <a:latin typeface="Times New Roman" panose="02020603050405020304" pitchFamily="18" charset="0"/>
              </a:rPr>
              <a:t>—</a:t>
            </a:r>
            <a:r>
              <a:rPr kumimoji="0" lang="en-US" altLang="zh-CN" sz="4000" b="1" i="0" u="none" strike="noStrike" kern="1200" cap="none" spc="0" normalizeH="0" baseline="0" noProof="0" dirty="0">
                <a:ln>
                  <a:noFill/>
                </a:ln>
                <a:solidFill>
                  <a:srgbClr val="FFFFFF"/>
                </a:solidFill>
                <a:effectLst/>
                <a:uLnTx/>
                <a:uFillTx/>
                <a:latin typeface="Times New Roman" panose="02020603050405020304" pitchFamily="18" charset="0"/>
              </a:rPr>
              <a:t> </a:t>
            </a:r>
            <a:r>
              <a:rPr lang="en-US" altLang="zh-CN" sz="4000" b="1" dirty="0">
                <a:solidFill>
                  <a:srgbClr val="FFFFFF"/>
                </a:solidFill>
                <a:latin typeface="Times New Roman" panose="02020603050405020304" pitchFamily="18" charset="0"/>
              </a:rPr>
              <a:t>10</a:t>
            </a:r>
            <a:r>
              <a:rPr lang="zh-CN" altLang="en-US" sz="4000" b="1" dirty="0">
                <a:solidFill>
                  <a:srgbClr val="FFFFFF"/>
                </a:solidFill>
                <a:latin typeface="Times New Roman" panose="02020603050405020304" pitchFamily="18" charset="0"/>
              </a:rPr>
              <a:t>，</a:t>
            </a:r>
            <a:r>
              <a:rPr lang="en-US" altLang="zh-CN" sz="4000" b="1" dirty="0">
                <a:solidFill>
                  <a:srgbClr val="FFFFFF"/>
                </a:solidFill>
                <a:latin typeface="Times New Roman" panose="02020603050405020304" pitchFamily="18" charset="0"/>
              </a:rPr>
              <a:t>11</a:t>
            </a:r>
            <a:r>
              <a:rPr lang="zh-CN" altLang="en-US" sz="4000" b="1" dirty="0">
                <a:solidFill>
                  <a:srgbClr val="FFFFFF"/>
                </a:solidFill>
                <a:latin typeface="Times New Roman" panose="02020603050405020304" pitchFamily="18" charset="0"/>
              </a:rPr>
              <a:t>，</a:t>
            </a:r>
            <a:r>
              <a:rPr lang="en-US" altLang="zh-CN" sz="4000" b="1" dirty="0">
                <a:solidFill>
                  <a:srgbClr val="FFFFFF"/>
                </a:solidFill>
                <a:latin typeface="Times New Roman" panose="02020603050405020304" pitchFamily="18" charset="0"/>
              </a:rPr>
              <a:t>12</a:t>
            </a:r>
          </a:p>
        </p:txBody>
      </p:sp>
    </p:spTree>
    <p:extLst>
      <p:ext uri="{BB962C8B-B14F-4D97-AF65-F5344CB8AC3E}">
        <p14:creationId xmlns:p14="http://schemas.microsoft.com/office/powerpoint/2010/main" val="97001903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6" name="Text Box 2"/>
          <p:cNvSpPr txBox="1">
            <a:spLocks noChangeArrowheads="1"/>
          </p:cNvSpPr>
          <p:nvPr/>
        </p:nvSpPr>
        <p:spPr bwMode="auto">
          <a:xfrm>
            <a:off x="1332793" y="1759824"/>
            <a:ext cx="9858668"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0" fontAlgn="base" latinLnBrk="0" hangingPunct="0">
              <a:lnSpc>
                <a:spcPct val="100000"/>
              </a:lnSpc>
              <a:spcBef>
                <a:spcPct val="50000"/>
              </a:spcBef>
              <a:spcAft>
                <a:spcPct val="0"/>
              </a:spcAft>
              <a:buClr>
                <a:srgbClr val="0000FF"/>
              </a:buClr>
              <a:buSzTx/>
              <a:buFont typeface="Arial" panose="020B0604020202020204" pitchFamily="34" charset="0"/>
              <a:buNone/>
              <a:tabLst/>
              <a:defRPr/>
            </a:pPr>
            <a:r>
              <a:rPr kumimoji="1" lang="zh-CN" altLang="en-US" sz="3600" b="1" dirty="0">
                <a:solidFill>
                  <a:prstClr val="black"/>
                </a:solidFill>
                <a:latin typeface="楷体" panose="02010609060101010101" pitchFamily="49" charset="-122"/>
                <a:ea typeface="楷体" panose="02010609060101010101" pitchFamily="49" charset="-122"/>
              </a:rPr>
              <a:t>肥皂泡（膜）在阳光的照射下呈现彩色的图案，为什么？</a:t>
            </a:r>
            <a:endParaRPr kumimoji="1" lang="zh-CN" altLang="en-US" sz="3600" b="1" i="0" u="none" strike="noStrike" kern="1200" cap="none" spc="0" normalizeH="0" baseline="0" noProof="0" dirty="0">
              <a:ln>
                <a:noFill/>
              </a:ln>
              <a:solidFill>
                <a:prstClr val="black"/>
              </a:solidFill>
              <a:effectLst/>
              <a:uLnTx/>
              <a:uFillTx/>
              <a:latin typeface="楷体" panose="02010609060101010101" pitchFamily="49" charset="-122"/>
              <a:ea typeface="楷体" panose="02010609060101010101" pitchFamily="49" charset="-122"/>
              <a:cs typeface="+mn-cs"/>
            </a:endParaRPr>
          </a:p>
        </p:txBody>
      </p:sp>
      <p:sp>
        <p:nvSpPr>
          <p:cNvPr id="9" name="Rectangle 5"/>
          <p:cNvSpPr>
            <a:spLocks noChangeArrowheads="1"/>
          </p:cNvSpPr>
          <p:nvPr/>
        </p:nvSpPr>
        <p:spPr bwMode="auto">
          <a:xfrm>
            <a:off x="668338" y="747826"/>
            <a:ext cx="11187579"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ctr" defTabSz="457200" rtl="0" eaLnBrk="1" fontAlgn="base" latinLnBrk="0" hangingPunct="1">
              <a:lnSpc>
                <a:spcPct val="100000"/>
              </a:lnSpc>
              <a:spcBef>
                <a:spcPct val="50000"/>
              </a:spcBef>
              <a:spcAft>
                <a:spcPct val="0"/>
              </a:spcAft>
              <a:buClrTx/>
              <a:buSzTx/>
              <a:buFontTx/>
              <a:buNone/>
              <a:tabLst/>
              <a:defRPr/>
            </a:pPr>
            <a:r>
              <a:rPr kumimoji="0" lang="zh-CN" altLang="en-US" sz="44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问题导入</a:t>
            </a:r>
          </a:p>
        </p:txBody>
      </p:sp>
      <p:pic>
        <p:nvPicPr>
          <p:cNvPr id="7" name="Picture 41" descr="bubble">
            <a:extLst>
              <a:ext uri="{FF2B5EF4-FFF2-40B4-BE49-F238E27FC236}">
                <a16:creationId xmlns:a16="http://schemas.microsoft.com/office/drawing/2014/main" id="{9148BF40-A3FB-4E7B-8C67-42AF1252EA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71750" y="2991654"/>
            <a:ext cx="3330979" cy="33443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37" descr="OPthfipi01">
            <a:extLst>
              <a:ext uri="{FF2B5EF4-FFF2-40B4-BE49-F238E27FC236}">
                <a16:creationId xmlns:a16="http://schemas.microsoft.com/office/drawing/2014/main" id="{ADC20772-647F-4A09-A5AE-9D08F3AA5E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66394" y="2991653"/>
            <a:ext cx="3261911" cy="334438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247123509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sz="quarter" idx="10"/>
          </p:nvPr>
        </p:nvSpPr>
        <p:spPr>
          <a:xfrm>
            <a:off x="67733" y="6534150"/>
            <a:ext cx="1488017" cy="352425"/>
          </a:xfrm>
          <a:solidFill>
            <a:schemeClr val="bg1"/>
          </a:solidFill>
        </p:spPr>
        <p:txBody>
          <a:bodyPr rtlCol="0">
            <a:normAutofit fontScale="92500" lnSpcReduction="20000"/>
          </a:bodyPr>
          <a:lstStyle/>
          <a:p>
            <a:pPr marL="0" indent="0" algn="ctr" eaLnBrk="1" fontAlgn="auto" hangingPunct="1">
              <a:lnSpc>
                <a:spcPct val="110000"/>
              </a:lnSpc>
              <a:spcBef>
                <a:spcPts val="0"/>
              </a:spcBef>
              <a:spcAft>
                <a:spcPts val="0"/>
              </a:spcAft>
              <a:buNone/>
              <a:defRPr/>
            </a:pPr>
            <a:r>
              <a:rPr lang="zh-CN" altLang="en-US" sz="1900" dirty="0">
                <a:effectLst/>
              </a:rPr>
              <a:t>波动光学</a:t>
            </a:r>
          </a:p>
          <a:p>
            <a:pPr marL="342900" indent="-342900" eaLnBrk="1" fontAlgn="auto" hangingPunct="1">
              <a:spcAft>
                <a:spcPts val="0"/>
              </a:spcAft>
              <a:buFont typeface="+mj-lt"/>
              <a:buAutoNum type="arabicPeriod"/>
              <a:defRPr/>
            </a:pPr>
            <a:endParaRPr lang="zh-CN" altLang="en-US" dirty="0">
              <a:effectLst/>
            </a:endParaRPr>
          </a:p>
        </p:txBody>
      </p:sp>
      <p:sp>
        <p:nvSpPr>
          <p:cNvPr id="8" name="标题 1"/>
          <p:cNvSpPr>
            <a:spLocks noGrp="1" noChangeArrowheads="1"/>
          </p:cNvSpPr>
          <p:nvPr>
            <p:ph type="title"/>
          </p:nvPr>
        </p:nvSpPr>
        <p:spPr>
          <a:xfrm>
            <a:off x="264955" y="53975"/>
            <a:ext cx="3993778" cy="463550"/>
          </a:xfrm>
        </p:spPr>
        <p:txBody>
          <a:bodyPr/>
          <a:lstStyle/>
          <a:p>
            <a:pPr eaLnBrk="1" hangingPunct="1"/>
            <a:r>
              <a:rPr lang="zh-CN" altLang="en-US" dirty="0"/>
              <a:t>杨氏双缝干涉</a:t>
            </a:r>
          </a:p>
        </p:txBody>
      </p:sp>
      <p:sp>
        <p:nvSpPr>
          <p:cNvPr id="12" name="Rectangle 5">
            <a:extLst>
              <a:ext uri="{FF2B5EF4-FFF2-40B4-BE49-F238E27FC236}">
                <a16:creationId xmlns:a16="http://schemas.microsoft.com/office/drawing/2014/main" id="{ABA25DD7-9005-427F-A631-A9EA93F2121D}"/>
              </a:ext>
            </a:extLst>
          </p:cNvPr>
          <p:cNvSpPr>
            <a:spLocks noChangeArrowheads="1"/>
          </p:cNvSpPr>
          <p:nvPr/>
        </p:nvSpPr>
        <p:spPr bwMode="auto">
          <a:xfrm>
            <a:off x="439738" y="699027"/>
            <a:ext cx="7739528" cy="7078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marL="0" marR="0" lvl="0" indent="0" algn="l" defTabSz="457200" rtl="0" eaLnBrk="1" fontAlgn="base" latinLnBrk="0" hangingPunct="1">
              <a:lnSpc>
                <a:spcPct val="100000"/>
              </a:lnSpc>
              <a:spcBef>
                <a:spcPct val="50000"/>
              </a:spcBef>
              <a:spcAft>
                <a:spcPct val="0"/>
              </a:spcAft>
              <a:buClrTx/>
              <a:buSzTx/>
              <a:buFont typeface="Arial" panose="020B0604020202020204" pitchFamily="34" charset="0"/>
              <a:buNone/>
              <a:tabLst/>
              <a:defRPr/>
            </a:pP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四</a:t>
            </a:r>
            <a:r>
              <a:rPr kumimoji="0" lang="en-US" altLang="zh-CN"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 </a:t>
            </a:r>
            <a:r>
              <a:rPr kumimoji="0" lang="zh-CN" altLang="en-US" sz="4000" b="1" i="0" u="none" strike="noStrike" kern="1200" cap="none" spc="0" normalizeH="0" baseline="0" noProof="0" dirty="0">
                <a:ln>
                  <a:noFill/>
                </a:ln>
                <a:solidFill>
                  <a:srgbClr val="C00000"/>
                </a:solidFill>
                <a:effectLst/>
                <a:uLnTx/>
                <a:uFillTx/>
                <a:latin typeface="微软雅黑" panose="020B0503020204020204" pitchFamily="34" charset="-122"/>
                <a:ea typeface="微软雅黑" panose="020B0503020204020204" pitchFamily="34" charset="-122"/>
                <a:cs typeface="+mn-cs"/>
              </a:rPr>
              <a:t>杨氏双缝干涉</a:t>
            </a:r>
          </a:p>
        </p:txBody>
      </p:sp>
      <p:sp>
        <p:nvSpPr>
          <p:cNvPr id="10" name="Text Box 13">
            <a:extLst>
              <a:ext uri="{FF2B5EF4-FFF2-40B4-BE49-F238E27FC236}">
                <a16:creationId xmlns:a16="http://schemas.microsoft.com/office/drawing/2014/main" id="{2ED577F7-A1F9-4D10-BF9F-768144366305}"/>
              </a:ext>
            </a:extLst>
          </p:cNvPr>
          <p:cNvSpPr txBox="1">
            <a:spLocks noChangeArrowheads="1"/>
          </p:cNvSpPr>
          <p:nvPr/>
        </p:nvSpPr>
        <p:spPr bwMode="auto">
          <a:xfrm>
            <a:off x="785140" y="1545791"/>
            <a:ext cx="41052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800" b="1">
                <a:solidFill>
                  <a:schemeClr val="tx1"/>
                </a:solidFill>
                <a:latin typeface="Arial" panose="020B0604020202020204" pitchFamily="34" charset="0"/>
                <a:ea typeface="宋体" panose="02010600030101010101" pitchFamily="2" charset="-122"/>
              </a:defRPr>
            </a:lvl1pPr>
            <a:lvl2pPr marL="742950" indent="-285750" eaLnBrk="0" hangingPunct="0">
              <a:defRPr sz="2800" b="1">
                <a:solidFill>
                  <a:schemeClr val="tx1"/>
                </a:solidFill>
                <a:latin typeface="Arial" panose="020B0604020202020204" pitchFamily="34" charset="0"/>
                <a:ea typeface="宋体" panose="02010600030101010101" pitchFamily="2" charset="-122"/>
              </a:defRPr>
            </a:lvl2pPr>
            <a:lvl3pPr marL="1143000" indent="-228600" eaLnBrk="0" hangingPunct="0">
              <a:defRPr sz="2800" b="1">
                <a:solidFill>
                  <a:schemeClr val="tx1"/>
                </a:solidFill>
                <a:latin typeface="Arial" panose="020B0604020202020204" pitchFamily="34" charset="0"/>
                <a:ea typeface="宋体" panose="02010600030101010101" pitchFamily="2" charset="-122"/>
              </a:defRPr>
            </a:lvl3pPr>
            <a:lvl4pPr marL="1600200" indent="-228600" eaLnBrk="0" hangingPunct="0">
              <a:defRPr sz="2800" b="1">
                <a:solidFill>
                  <a:schemeClr val="tx1"/>
                </a:solidFill>
                <a:latin typeface="Arial" panose="020B0604020202020204" pitchFamily="34" charset="0"/>
                <a:ea typeface="宋体" panose="02010600030101010101" pitchFamily="2" charset="-122"/>
              </a:defRPr>
            </a:lvl4pPr>
            <a:lvl5pPr marL="2057400" indent="-228600" eaLnBrk="0" hangingPunct="0">
              <a:defRPr sz="2800"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sz="2800" b="1">
                <a:solidFill>
                  <a:schemeClr val="tx1"/>
                </a:solidFill>
                <a:latin typeface="Arial" panose="020B0604020202020204" pitchFamily="34" charset="0"/>
                <a:ea typeface="宋体" panose="02010600030101010101" pitchFamily="2" charset="-122"/>
              </a:defRPr>
            </a:lvl9pPr>
          </a:lstStyle>
          <a:p>
            <a:pPr defTabSz="914400" eaLnBrk="1" hangingPunct="1"/>
            <a:r>
              <a:rPr kumimoji="1" lang="en-US" altLang="zh-CN" sz="3200" dirty="0">
                <a:latin typeface="微软雅黑" panose="020B0503020204020204" pitchFamily="34" charset="-122"/>
                <a:ea typeface="微软雅黑" panose="020B0503020204020204" pitchFamily="34" charset="-122"/>
              </a:rPr>
              <a:t>1. </a:t>
            </a:r>
            <a:r>
              <a:rPr kumimoji="1" lang="zh-CN" altLang="en-US" sz="3200" dirty="0">
                <a:latin typeface="微软雅黑" panose="020B0503020204020204" pitchFamily="34" charset="-122"/>
                <a:ea typeface="微软雅黑" panose="020B0503020204020204" pitchFamily="34" charset="-122"/>
              </a:rPr>
              <a:t>实验装置及原理</a:t>
            </a:r>
            <a:endParaRPr kumimoji="1" lang="en-US" altLang="zh-CN" sz="3200" dirty="0">
              <a:latin typeface="微软雅黑" panose="020B0503020204020204" pitchFamily="34" charset="-122"/>
              <a:ea typeface="微软雅黑" panose="020B0503020204020204" pitchFamily="34" charset="-122"/>
            </a:endParaRPr>
          </a:p>
        </p:txBody>
      </p:sp>
      <p:pic>
        <p:nvPicPr>
          <p:cNvPr id="90" name="Picture 134" descr="图片">
            <a:extLst>
              <a:ext uri="{FF2B5EF4-FFF2-40B4-BE49-F238E27FC236}">
                <a16:creationId xmlns:a16="http://schemas.microsoft.com/office/drawing/2014/main" id="{7CCDBC3E-2831-47BD-865E-750268FC3D89}"/>
              </a:ext>
            </a:extLst>
          </p:cNvPr>
          <p:cNvPicPr>
            <a:picLocks noChangeAspect="1" noChangeArrowheads="1" noCrop="1"/>
          </p:cNvPicPr>
          <p:nvPr/>
        </p:nvPicPr>
        <p:blipFill>
          <a:blip r:embed="rId3">
            <a:extLst>
              <a:ext uri="{28A0092B-C50C-407E-A947-70E740481C1C}">
                <a14:useLocalDpi xmlns:a14="http://schemas.microsoft.com/office/drawing/2010/main" val="0"/>
              </a:ext>
            </a:extLst>
          </a:blip>
          <a:srcRect/>
          <a:stretch>
            <a:fillRect/>
          </a:stretch>
        </p:blipFill>
        <p:spPr bwMode="auto">
          <a:xfrm>
            <a:off x="4805174" y="1230658"/>
            <a:ext cx="5101972" cy="50367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94801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7.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28.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3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5.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4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4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5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5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5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3.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5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5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5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1.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6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6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6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7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8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8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8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8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9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9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9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9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9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0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0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0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0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0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1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12.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9.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2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2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2.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7.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38.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1.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4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4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4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47.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49.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3.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54.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155.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5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6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6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6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6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6.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1.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17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76.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77.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17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7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1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181.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1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1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7.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188.xml><?xml version="1.0" encoding="utf-8"?>
<p:tagLst xmlns:a="http://schemas.openxmlformats.org/drawingml/2006/main" xmlns:r="http://schemas.openxmlformats.org/officeDocument/2006/relationships" xmlns:p="http://schemas.openxmlformats.org/presentationml/2006/main">
  <p:tag name="RAINPROBLEM" val="ShortAnswer"/>
  <p:tag name="PROBLEMSCORE" val="10.0"/>
  <p:tag name="PROBLEMVOICEALLOWED" val="False"/>
</p:tagLst>
</file>

<file path=ppt/tags/tag18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90.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191.xml><?xml version="1.0" encoding="utf-8"?>
<p:tagLst xmlns:a="http://schemas.openxmlformats.org/drawingml/2006/main" xmlns:r="http://schemas.openxmlformats.org/officeDocument/2006/relationships" xmlns:p="http://schemas.openxmlformats.org/presentationml/2006/main">
  <p:tag name="PRODUCTVERSIONTIP" val="PRODUCTVERSIONTIP"/>
</p:tagLst>
</file>

<file path=ppt/tags/tag19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19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98.xml><?xml version="1.0" encoding="utf-8"?>
<p:tagLst xmlns:a="http://schemas.openxmlformats.org/drawingml/2006/main" xmlns:r="http://schemas.openxmlformats.org/officeDocument/2006/relationships" xmlns:p="http://schemas.openxmlformats.org/presentationml/2006/main">
  <p:tag name="RAINPROBLEM" val="MultipleChoice"/>
  <p:tag name="PROBLEMSCORE" val="5.0"/>
</p:tagLst>
</file>

<file path=ppt/tags/tag19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4.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0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0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0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0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15.xml><?xml version="1.0" encoding="utf-8"?>
<p:tagLst xmlns:a="http://schemas.openxmlformats.org/drawingml/2006/main" xmlns:r="http://schemas.openxmlformats.org/officeDocument/2006/relationships" xmlns:p="http://schemas.openxmlformats.org/presentationml/2006/main">
  <p:tag name="RAINPROBLEMTYPE" val="Polling"/>
  <p:tag name="RAINPROBLEM" val="Polling"/>
  <p:tag name="ANONYMOUSPOLLING" val="False"/>
  <p:tag name="PROBLEMSCORE" val="0.0"/>
</p:tagLst>
</file>

<file path=ppt/tags/tag216.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1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9.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20.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2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Polling"/>
</p:tagLst>
</file>

<file path=ppt/tags/tag2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Polling"/>
  <p:tag name="RAINBULLET" val="Wrong"/>
</p:tagLst>
</file>

<file path=ppt/tags/tag22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5.xml><?xml version="1.0" encoding="utf-8"?>
<p:tagLst xmlns:a="http://schemas.openxmlformats.org/drawingml/2006/main" xmlns:r="http://schemas.openxmlformats.org/officeDocument/2006/relationships" xmlns:p="http://schemas.openxmlformats.org/presentationml/2006/main">
  <p:tag name="RAINPROBLEM" val="ProblemBullet"/>
  <p:tag name="RAINBULLET" val="Wrong"/>
  <p:tag name="RAINPROBLEMTYPE" val="Polling"/>
</p:tagLst>
</file>

<file path=ppt/tags/tag22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7.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Polling"/>
</p:tagLst>
</file>

<file path=ppt/tags/tag22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1.xml><?xml version="1.0" encoding="utf-8"?>
<p:tagLst xmlns:a="http://schemas.openxmlformats.org/drawingml/2006/main" xmlns:r="http://schemas.openxmlformats.org/officeDocument/2006/relationships" xmlns:p="http://schemas.openxmlformats.org/presentationml/2006/main">
  <p:tag name="RAINPROBLEMTYPE" val="ProblemTypeMarker"/>
  <p:tag name="RAINPROBLEM" val="PollingAnswer"/>
</p:tagLst>
</file>

<file path=ppt/tags/tag232.xml><?xml version="1.0" encoding="utf-8"?>
<p:tagLst xmlns:a="http://schemas.openxmlformats.org/drawingml/2006/main" xmlns:r="http://schemas.openxmlformats.org/officeDocument/2006/relationships" xmlns:p="http://schemas.openxmlformats.org/presentationml/2006/main">
  <p:tag name="RAINPROBLEM" val="MultipleChoice"/>
  <p:tag name="PROBLEMSCORE" val="2.0"/>
</p:tagLst>
</file>

<file path=ppt/tags/tag233.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3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3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4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4.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24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
  <a:themeElements>
    <a:clrScheme name="1 3">
      <a:dk1>
        <a:srgbClr val="0066CC"/>
      </a:dk1>
      <a:lt1>
        <a:srgbClr val="B1E2FB"/>
      </a:lt1>
      <a:dk2>
        <a:srgbClr val="003399"/>
      </a:dk2>
      <a:lt2>
        <a:srgbClr val="FFFFFF"/>
      </a:lt2>
      <a:accent1>
        <a:srgbClr val="4BAAF1"/>
      </a:accent1>
      <a:accent2>
        <a:srgbClr val="91D969"/>
      </a:accent2>
      <a:accent3>
        <a:srgbClr val="AAADCA"/>
      </a:accent3>
      <a:accent4>
        <a:srgbClr val="97C1D6"/>
      </a:accent4>
      <a:accent5>
        <a:srgbClr val="B1D2F7"/>
      </a:accent5>
      <a:accent6>
        <a:srgbClr val="83C45E"/>
      </a:accent6>
      <a:hlink>
        <a:srgbClr val="85AEFF"/>
      </a:hlink>
      <a:folHlink>
        <a:srgbClr val="B9B9FF"/>
      </a:folHlink>
    </a:clrScheme>
    <a:fontScheme name="1">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 1">
        <a:dk1>
          <a:srgbClr val="9966FF"/>
        </a:dk1>
        <a:lt1>
          <a:srgbClr val="B6D1F6"/>
        </a:lt1>
        <a:dk2>
          <a:srgbClr val="660066"/>
        </a:dk2>
        <a:lt2>
          <a:srgbClr val="FFFFFF"/>
        </a:lt2>
        <a:accent1>
          <a:srgbClr val="6699FF"/>
        </a:accent1>
        <a:accent2>
          <a:srgbClr val="35C7B6"/>
        </a:accent2>
        <a:accent3>
          <a:srgbClr val="B8AAB8"/>
        </a:accent3>
        <a:accent4>
          <a:srgbClr val="9BB2D2"/>
        </a:accent4>
        <a:accent5>
          <a:srgbClr val="B8CAFF"/>
        </a:accent5>
        <a:accent6>
          <a:srgbClr val="2FB4A5"/>
        </a:accent6>
        <a:hlink>
          <a:srgbClr val="FFCC99"/>
        </a:hlink>
        <a:folHlink>
          <a:srgbClr val="CCCC00"/>
        </a:folHlink>
      </a:clrScheme>
      <a:clrMap bg1="dk2" tx1="lt1" bg2="dk1" tx2="lt2" accent1="accent1" accent2="accent2" accent3="accent3" accent4="accent4" accent5="accent5" accent6="accent6" hlink="hlink" folHlink="folHlink"/>
    </a:extraClrScheme>
    <a:extraClrScheme>
      <a:clrScheme name="1 2">
        <a:dk1>
          <a:srgbClr val="33CCCC"/>
        </a:dk1>
        <a:lt1>
          <a:srgbClr val="B6D1F6"/>
        </a:lt1>
        <a:dk2>
          <a:srgbClr val="006666"/>
        </a:dk2>
        <a:lt2>
          <a:srgbClr val="FFFFFF"/>
        </a:lt2>
        <a:accent1>
          <a:srgbClr val="33CCFF"/>
        </a:accent1>
        <a:accent2>
          <a:srgbClr val="6ABA42"/>
        </a:accent2>
        <a:accent3>
          <a:srgbClr val="AAB8B8"/>
        </a:accent3>
        <a:accent4>
          <a:srgbClr val="9BB2D2"/>
        </a:accent4>
        <a:accent5>
          <a:srgbClr val="ADE2FF"/>
        </a:accent5>
        <a:accent6>
          <a:srgbClr val="5FA83B"/>
        </a:accent6>
        <a:hlink>
          <a:srgbClr val="FF9900"/>
        </a:hlink>
        <a:folHlink>
          <a:srgbClr val="6289D8"/>
        </a:folHlink>
      </a:clrScheme>
      <a:clrMap bg1="dk2" tx1="lt1" bg2="dk1" tx2="lt2" accent1="accent1" accent2="accent2" accent3="accent3" accent4="accent4" accent5="accent5" accent6="accent6" hlink="hlink" folHlink="folHlink"/>
    </a:extraClrScheme>
    <a:extraClrScheme>
      <a:clrScheme name="1 3">
        <a:dk1>
          <a:srgbClr val="0066CC"/>
        </a:dk1>
        <a:lt1>
          <a:srgbClr val="B1E2FB"/>
        </a:lt1>
        <a:dk2>
          <a:srgbClr val="003399"/>
        </a:dk2>
        <a:lt2>
          <a:srgbClr val="FFFFFF"/>
        </a:lt2>
        <a:accent1>
          <a:srgbClr val="4BAAF1"/>
        </a:accent1>
        <a:accent2>
          <a:srgbClr val="91D969"/>
        </a:accent2>
        <a:accent3>
          <a:srgbClr val="AAADCA"/>
        </a:accent3>
        <a:accent4>
          <a:srgbClr val="97C1D6"/>
        </a:accent4>
        <a:accent5>
          <a:srgbClr val="B1D2F7"/>
        </a:accent5>
        <a:accent6>
          <a:srgbClr val="83C45E"/>
        </a:accent6>
        <a:hlink>
          <a:srgbClr val="85AEFF"/>
        </a:hlink>
        <a:folHlink>
          <a:srgbClr val="B9B9FF"/>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Globe">
  <a:themeElements>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fontScheme name="Globe">
      <a:majorFont>
        <a:latin typeface="Arial"/>
        <a:ea typeface="宋体"/>
        <a:cs typeface=""/>
      </a:majorFont>
      <a:minorFont>
        <a:latin typeface="Verdan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Times New Roman" pitchFamily="18" charset="0"/>
            <a:ea typeface="宋体" pitchFamily="2" charset="-122"/>
          </a:defRPr>
        </a:defPPr>
      </a:lstStyle>
    </a:lnDef>
  </a:objectDefaults>
  <a:extraClrSchemeLst>
    <a:extraClrScheme>
      <a:clrScheme name="Globe 1">
        <a:dk1>
          <a:srgbClr val="622100"/>
        </a:dk1>
        <a:lt1>
          <a:srgbClr val="FFFFFF"/>
        </a:lt1>
        <a:dk2>
          <a:srgbClr val="800000"/>
        </a:dk2>
        <a:lt2>
          <a:srgbClr val="FFFFCC"/>
        </a:lt2>
        <a:accent1>
          <a:srgbClr val="E42B00"/>
        </a:accent1>
        <a:accent2>
          <a:srgbClr val="996600"/>
        </a:accent2>
        <a:accent3>
          <a:srgbClr val="C0AAAA"/>
        </a:accent3>
        <a:accent4>
          <a:srgbClr val="DADADA"/>
        </a:accent4>
        <a:accent5>
          <a:srgbClr val="EFACAA"/>
        </a:accent5>
        <a:accent6>
          <a:srgbClr val="8A5C00"/>
        </a:accent6>
        <a:hlink>
          <a:srgbClr val="FADF6C"/>
        </a:hlink>
        <a:folHlink>
          <a:srgbClr val="FF9900"/>
        </a:folHlink>
      </a:clrScheme>
      <a:clrMap bg1="dk2" tx1="lt1" bg2="dk1" tx2="lt2" accent1="accent1" accent2="accent2" accent3="accent3" accent4="accent4" accent5="accent5" accent6="accent6" hlink="hlink" folHlink="folHlink"/>
    </a:extraClrScheme>
    <a:extraClrScheme>
      <a:clrScheme name="Globe 2">
        <a:dk1>
          <a:srgbClr val="5F4545"/>
        </a:dk1>
        <a:lt1>
          <a:srgbClr val="FFFFFF"/>
        </a:lt1>
        <a:dk2>
          <a:srgbClr val="8F6969"/>
        </a:dk2>
        <a:lt2>
          <a:srgbClr val="FFFFCC"/>
        </a:lt2>
        <a:accent1>
          <a:srgbClr val="CC6600"/>
        </a:accent1>
        <a:accent2>
          <a:srgbClr val="924C0C"/>
        </a:accent2>
        <a:accent3>
          <a:srgbClr val="C6B9B9"/>
        </a:accent3>
        <a:accent4>
          <a:srgbClr val="DADADA"/>
        </a:accent4>
        <a:accent5>
          <a:srgbClr val="E2B8AA"/>
        </a:accent5>
        <a:accent6>
          <a:srgbClr val="84440A"/>
        </a:accent6>
        <a:hlink>
          <a:srgbClr val="CFD375"/>
        </a:hlink>
        <a:folHlink>
          <a:srgbClr val="98BB91"/>
        </a:folHlink>
      </a:clrScheme>
      <a:clrMap bg1="dk2" tx1="lt1" bg2="dk1" tx2="lt2" accent1="accent1" accent2="accent2" accent3="accent3" accent4="accent4" accent5="accent5" accent6="accent6" hlink="hlink" folHlink="folHlink"/>
    </a:extraClrScheme>
    <a:extraClrScheme>
      <a:clrScheme name="Globe 3">
        <a:dk1>
          <a:srgbClr val="003B76"/>
        </a:dk1>
        <a:lt1>
          <a:srgbClr val="FFFFFF"/>
        </a:lt1>
        <a:dk2>
          <a:srgbClr val="0066CC"/>
        </a:dk2>
        <a:lt2>
          <a:srgbClr val="CCECFF"/>
        </a:lt2>
        <a:accent1>
          <a:srgbClr val="33CCCC"/>
        </a:accent1>
        <a:accent2>
          <a:srgbClr val="66CCFF"/>
        </a:accent2>
        <a:accent3>
          <a:srgbClr val="AAB8E2"/>
        </a:accent3>
        <a:accent4>
          <a:srgbClr val="DADADA"/>
        </a:accent4>
        <a:accent5>
          <a:srgbClr val="ADE2E2"/>
        </a:accent5>
        <a:accent6>
          <a:srgbClr val="5CB9E7"/>
        </a:accent6>
        <a:hlink>
          <a:srgbClr val="FFFFCC"/>
        </a:hlink>
        <a:folHlink>
          <a:srgbClr val="FFCC66"/>
        </a:folHlink>
      </a:clrScheme>
      <a:clrMap bg1="dk2" tx1="lt1" bg2="dk1" tx2="lt2" accent1="accent1" accent2="accent2" accent3="accent3" accent4="accent4" accent5="accent5" accent6="accent6" hlink="hlink" folHlink="folHlink"/>
    </a:extraClrScheme>
    <a:extraClrScheme>
      <a:clrScheme name="Globe 4">
        <a:dk1>
          <a:srgbClr val="005856"/>
        </a:dk1>
        <a:lt1>
          <a:srgbClr val="FFFFFF"/>
        </a:lt1>
        <a:dk2>
          <a:srgbClr val="008080"/>
        </a:dk2>
        <a:lt2>
          <a:srgbClr val="FFFFCC"/>
        </a:lt2>
        <a:accent1>
          <a:srgbClr val="0099CC"/>
        </a:accent1>
        <a:accent2>
          <a:srgbClr val="00CCFF"/>
        </a:accent2>
        <a:accent3>
          <a:srgbClr val="AAC0C0"/>
        </a:accent3>
        <a:accent4>
          <a:srgbClr val="DADADA"/>
        </a:accent4>
        <a:accent5>
          <a:srgbClr val="AACAE2"/>
        </a:accent5>
        <a:accent6>
          <a:srgbClr val="00B9E7"/>
        </a:accent6>
        <a:hlink>
          <a:srgbClr val="1ACE9F"/>
        </a:hlink>
        <a:folHlink>
          <a:srgbClr val="948CCE"/>
        </a:folHlink>
      </a:clrScheme>
      <a:clrMap bg1="dk2" tx1="lt1" bg2="dk1" tx2="lt2" accent1="accent1" accent2="accent2" accent3="accent3" accent4="accent4" accent5="accent5" accent6="accent6" hlink="hlink" folHlink="folHlink"/>
    </a:extraClrScheme>
    <a:extraClrScheme>
      <a:clrScheme name="Globe 5">
        <a:dk1>
          <a:srgbClr val="3C5436"/>
        </a:dk1>
        <a:lt1>
          <a:srgbClr val="FFFFFF"/>
        </a:lt1>
        <a:dk2>
          <a:srgbClr val="5F8656"/>
        </a:dk2>
        <a:lt2>
          <a:srgbClr val="D6D8C0"/>
        </a:lt2>
        <a:accent1>
          <a:srgbClr val="61733D"/>
        </a:accent1>
        <a:accent2>
          <a:srgbClr val="324A39"/>
        </a:accent2>
        <a:accent3>
          <a:srgbClr val="B6C3B4"/>
        </a:accent3>
        <a:accent4>
          <a:srgbClr val="DADADA"/>
        </a:accent4>
        <a:accent5>
          <a:srgbClr val="B7BCAF"/>
        </a:accent5>
        <a:accent6>
          <a:srgbClr val="2C4233"/>
        </a:accent6>
        <a:hlink>
          <a:srgbClr val="73D588"/>
        </a:hlink>
        <a:folHlink>
          <a:srgbClr val="6F99B9"/>
        </a:folHlink>
      </a:clrScheme>
      <a:clrMap bg1="dk2" tx1="lt1" bg2="dk1" tx2="lt2" accent1="accent1" accent2="accent2" accent3="accent3" accent4="accent4" accent5="accent5" accent6="accent6" hlink="hlink" folHlink="folHlink"/>
    </a:extraClrScheme>
    <a:extraClrScheme>
      <a:clrScheme name="Globe 6">
        <a:dk1>
          <a:srgbClr val="5B7B65"/>
        </a:dk1>
        <a:lt1>
          <a:srgbClr val="FFFFFF"/>
        </a:lt1>
        <a:dk2>
          <a:srgbClr val="9ABE9D"/>
        </a:dk2>
        <a:lt2>
          <a:srgbClr val="336600"/>
        </a:lt2>
        <a:accent1>
          <a:srgbClr val="00CC66"/>
        </a:accent1>
        <a:accent2>
          <a:srgbClr val="4E7050"/>
        </a:accent2>
        <a:accent3>
          <a:srgbClr val="CADBCC"/>
        </a:accent3>
        <a:accent4>
          <a:srgbClr val="DADADA"/>
        </a:accent4>
        <a:accent5>
          <a:srgbClr val="AAE2B8"/>
        </a:accent5>
        <a:accent6>
          <a:srgbClr val="466548"/>
        </a:accent6>
        <a:hlink>
          <a:srgbClr val="FFFFCC"/>
        </a:hlink>
        <a:folHlink>
          <a:srgbClr val="9CE8A3"/>
        </a:folHlink>
      </a:clrScheme>
      <a:clrMap bg1="dk2" tx1="lt1" bg2="dk1" tx2="lt2" accent1="accent1" accent2="accent2" accent3="accent3" accent4="accent4" accent5="accent5" accent6="accent6" hlink="hlink" folHlink="folHlink"/>
    </a:extraClrScheme>
    <a:extraClrScheme>
      <a:clrScheme name="Globe 7">
        <a:dk1>
          <a:srgbClr val="4C4E44"/>
        </a:dk1>
        <a:lt1>
          <a:srgbClr val="FFFFFF"/>
        </a:lt1>
        <a:dk2>
          <a:srgbClr val="686B5D"/>
        </a:dk2>
        <a:lt2>
          <a:srgbClr val="D6D5C6"/>
        </a:lt2>
        <a:accent1>
          <a:srgbClr val="898D79"/>
        </a:accent1>
        <a:accent2>
          <a:srgbClr val="4D4F45"/>
        </a:accent2>
        <a:accent3>
          <a:srgbClr val="B9BAB6"/>
        </a:accent3>
        <a:accent4>
          <a:srgbClr val="DADADA"/>
        </a:accent4>
        <a:accent5>
          <a:srgbClr val="C4C5BE"/>
        </a:accent5>
        <a:accent6>
          <a:srgbClr val="45473E"/>
        </a:accent6>
        <a:hlink>
          <a:srgbClr val="58BE67"/>
        </a:hlink>
        <a:folHlink>
          <a:srgbClr val="C0C640"/>
        </a:folHlink>
      </a:clrScheme>
      <a:clrMap bg1="dk2" tx1="lt1" bg2="dk1" tx2="lt2" accent1="accent1" accent2="accent2" accent3="accent3" accent4="accent4" accent5="accent5" accent6="accent6" hlink="hlink" folHlink="folHlink"/>
    </a:extraClrScheme>
    <a:extraClrScheme>
      <a:clrScheme name="Globe 8">
        <a:dk1>
          <a:srgbClr val="000000"/>
        </a:dk1>
        <a:lt1>
          <a:srgbClr val="FFFFDD"/>
        </a:lt1>
        <a:dk2>
          <a:srgbClr val="000000"/>
        </a:dk2>
        <a:lt2>
          <a:srgbClr val="98977A"/>
        </a:lt2>
        <a:accent1>
          <a:srgbClr val="BDCDA7"/>
        </a:accent1>
        <a:accent2>
          <a:srgbClr val="A0D060"/>
        </a:accent2>
        <a:accent3>
          <a:srgbClr val="FFFFEB"/>
        </a:accent3>
        <a:accent4>
          <a:srgbClr val="000000"/>
        </a:accent4>
        <a:accent5>
          <a:srgbClr val="DBE3D0"/>
        </a:accent5>
        <a:accent6>
          <a:srgbClr val="91BC56"/>
        </a:accent6>
        <a:hlink>
          <a:srgbClr val="FADD4E"/>
        </a:hlink>
        <a:folHlink>
          <a:srgbClr val="CC9900"/>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1_Office 主题​​">
  <a:themeElements>
    <a:clrScheme name="蓝色​​">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基础">
  <a:themeElements>
    <a:clrScheme name="基础">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基础">
      <a:maj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基础">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14691</TotalTime>
  <Words>4589</Words>
  <Application>Microsoft Office PowerPoint</Application>
  <PresentationFormat>宽屏</PresentationFormat>
  <Paragraphs>596</Paragraphs>
  <Slides>53</Slides>
  <Notes>49</Notes>
  <HiddenSlides>0</HiddenSlides>
  <MMClips>0</MMClips>
  <ScaleCrop>false</ScaleCrop>
  <HeadingPairs>
    <vt:vector size="8" baseType="variant">
      <vt:variant>
        <vt:lpstr>已用的字体</vt:lpstr>
      </vt:variant>
      <vt:variant>
        <vt:i4>17</vt:i4>
      </vt:variant>
      <vt:variant>
        <vt:lpstr>主题</vt:lpstr>
      </vt:variant>
      <vt:variant>
        <vt:i4>5</vt:i4>
      </vt:variant>
      <vt:variant>
        <vt:lpstr>嵌入 OLE 服务器</vt:lpstr>
      </vt:variant>
      <vt:variant>
        <vt:i4>3</vt:i4>
      </vt:variant>
      <vt:variant>
        <vt:lpstr>幻灯片标题</vt:lpstr>
      </vt:variant>
      <vt:variant>
        <vt:i4>53</vt:i4>
      </vt:variant>
    </vt:vector>
  </HeadingPairs>
  <TitlesOfParts>
    <vt:vector size="78" baseType="lpstr">
      <vt:lpstr>等线</vt:lpstr>
      <vt:lpstr>黑体</vt:lpstr>
      <vt:lpstr>华文中宋</vt:lpstr>
      <vt:lpstr>楷体</vt:lpstr>
      <vt:lpstr>楷体_GB2312</vt:lpstr>
      <vt:lpstr>宋体</vt:lpstr>
      <vt:lpstr>微软雅黑</vt:lpstr>
      <vt:lpstr>微软雅黑</vt:lpstr>
      <vt:lpstr>Arial</vt:lpstr>
      <vt:lpstr>Book Antiqua</vt:lpstr>
      <vt:lpstr>Calibri</vt:lpstr>
      <vt:lpstr>Calibri Light</vt:lpstr>
      <vt:lpstr>Cambria Math</vt:lpstr>
      <vt:lpstr>Corbel</vt:lpstr>
      <vt:lpstr>Times New Roman</vt:lpstr>
      <vt:lpstr>Verdana</vt:lpstr>
      <vt:lpstr>Wingdings</vt:lpstr>
      <vt:lpstr>Office 主题​​</vt:lpstr>
      <vt:lpstr>1</vt:lpstr>
      <vt:lpstr>Globe</vt:lpstr>
      <vt:lpstr>1_Office 主题​​</vt:lpstr>
      <vt:lpstr>基础</vt:lpstr>
      <vt:lpstr>Equation</vt:lpstr>
      <vt:lpstr>公式</vt:lpstr>
      <vt:lpstr>位图图像</vt:lpstr>
      <vt:lpstr>第7讲    相干光、杨氏双缝干涉</vt:lpstr>
      <vt:lpstr>相干光</vt:lpstr>
      <vt:lpstr>相干光</vt:lpstr>
      <vt:lpstr>相干光</vt:lpstr>
      <vt:lpstr>相干光</vt:lpstr>
      <vt:lpstr>相干光</vt:lpstr>
      <vt:lpstr>相干光</vt:lpstr>
      <vt:lpstr>相干光</vt:lpstr>
      <vt:lpstr>相干光</vt:lpstr>
      <vt:lpstr>相干光</vt:lpstr>
      <vt:lpstr>相干光</vt:lpstr>
      <vt:lpstr>相干光</vt:lpstr>
      <vt:lpstr>相干光</vt:lpstr>
      <vt:lpstr>杨氏双缝干涉</vt:lpstr>
      <vt:lpstr>杨氏双缝干涉</vt:lpstr>
      <vt:lpstr>杨氏双缝干涉</vt:lpstr>
      <vt:lpstr>PowerPoint 演示文稿</vt:lpstr>
      <vt:lpstr>PowerPoint 演示文稿</vt:lpstr>
      <vt:lpstr>杨氏双缝干涉</vt:lpstr>
      <vt:lpstr>杨氏双缝干涉</vt:lpstr>
      <vt:lpstr>PowerPoint 演示文稿</vt:lpstr>
      <vt:lpstr>PowerPoint 演示文稿</vt:lpstr>
      <vt:lpstr>PowerPoint 演示文稿</vt:lpstr>
      <vt:lpstr>PowerPoint 演示文稿</vt:lpstr>
      <vt:lpstr>PowerPoint 演示文稿</vt:lpstr>
      <vt:lpstr>杨氏双缝干涉</vt:lpstr>
      <vt:lpstr>PowerPoint 演示文稿</vt:lpstr>
      <vt:lpstr>杨氏双缝干涉</vt:lpstr>
      <vt:lpstr>PowerPoint 演示文稿</vt:lpstr>
      <vt:lpstr>杨氏双缝干涉</vt:lpstr>
      <vt:lpstr>PowerPoint 演示文稿</vt:lpstr>
      <vt:lpstr>杨氏双缝干涉</vt:lpstr>
      <vt:lpstr>PowerPoint 演示文稿</vt:lpstr>
      <vt:lpstr>杨氏双缝干涉</vt:lpstr>
      <vt:lpstr>杨氏双缝干涉</vt:lpstr>
      <vt:lpstr>杨氏双缝干涉</vt:lpstr>
      <vt:lpstr>PowerPoint 演示文稿</vt:lpstr>
      <vt:lpstr>杨氏双缝干涉</vt:lpstr>
      <vt:lpstr>杨氏双缝干涉</vt:lpstr>
      <vt:lpstr>杨氏双缝干涉</vt:lpstr>
      <vt:lpstr>PowerPoint 演示文稿</vt:lpstr>
      <vt:lpstr>PowerPoint 演示文稿</vt:lpstr>
      <vt:lpstr>PowerPoint 演示文稿</vt:lpstr>
      <vt:lpstr>薄膜干涉</vt:lpstr>
      <vt:lpstr>薄膜干涉</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杨氏双缝干涉</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yong zhang</cp:lastModifiedBy>
  <cp:revision>754</cp:revision>
  <dcterms:created xsi:type="dcterms:W3CDTF">2019-01-14T10:00:23Z</dcterms:created>
  <dcterms:modified xsi:type="dcterms:W3CDTF">2025-10-16T14:45:46Z</dcterms:modified>
</cp:coreProperties>
</file>